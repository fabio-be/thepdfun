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DF for .NET 12.1.0.0-->
<p:presentation xmlns:a="http://schemas.openxmlformats.org/drawingml/2006/main" xmlns:r="http://schemas.openxmlformats.org/officeDocument/2006/relationships" xmlns:p="http://schemas.openxmlformats.org/presentationml/2006/main" saveSubsetFonts="1" serverZoom="50000">
  <p:sldMasterIdLst>
    <p:sldMasterId r:id="rId1" id="2147483648"/>
  </p:sldMasterIdLst>
  <p:sldIdLst>
    <p:sldId r:id="rId2" id="256"/>
    <p:sldId r:id="rId7" id="257"/>
    <p:sldId r:id="rId8" id="258"/>
    <p:sldId r:id="rId9" id="259"/>
    <p:sldId r:id="rId10" id="260"/>
    <p:sldId r:id="rId11" id="261"/>
  </p:sldIdLst>
  <p:sldSz cx="7560564" cy="10692385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dcterms="http://purl.org/dc/terms/" xmlns:dcmitype="http://purl.org/dc/dcmitype/" xmlns:xsi="http://www.w3.org/2001/XMLSchema-instance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2" Type="http://schemas.openxmlformats.org/officeDocument/2006/relationships/slide" Target="slides/slide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def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def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type="obj" idx="1"/>
          </p:nvPr>
        </p:nvSpPr>
        <p:spPr/>
        <p:txBody>
          <a:bodyPr/>
          <a:lstStyle>
            <a:def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defPPr/>
            <a:lvl1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def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/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defPPr/>
            <a:lvl1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Content Placeholder 3"/>
          <p:cNvSpPr/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/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6" name="Content Placeholder 5"/>
          <p:cNvSpPr/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9" name="Slide Number Placeholder 8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def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5" name="Slide Number Placeholder 4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defPPr/>
            <a:lvl1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defPPr/>
            <a:lvl1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/>
            <a:endParaRPr lang="en-US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defPPr/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>
            <a:def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/>
        <p:txBody>
          <a:bodyPr/>
          <a:lstStyle>
            <a:def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/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/>
          <a:lstStyle>
            <a:def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/>
          <a:lstStyle>
            <a:def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>
            <a:def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>
            <a:defPPr/>
          </a:lstStyle>
          <a:p>
            <a:pPr/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>
            <a:def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lIns="91440" tIns="45720" rIns="91440" bIns="45720" rtlCol="0" anchor="ctr">
            <a:normAutofit fontScale="100000"/>
          </a:bodyPr>
          <a:lstStyle>
            <a:defPPr/>
          </a:lstStyle>
          <a:p>
            <a:pPr/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lIns="91440" tIns="45720" rIns="91440" bIns="45720" rtlCol="0">
            <a:normAutofit fontScale="100000"/>
          </a:bodyPr>
          <a:lstStyle>
            <a:defPPr/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lIns="91440" tIns="45720" rIns="91440" bIns="45720" rtlCol="0" anchor="ctr"/>
          <a:lstStyle>
            <a:defPPr/>
            <a:lvl1pPr/>
          </a:lstStyle>
          <a:p>
            <a:pPr/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lIns="91440" tIns="45720" rIns="91440" bIns="45720" rtlCol="0" anchor="ctr"/>
          <a:lstStyle>
            <a:defPPr/>
            <a:lvl1pPr/>
          </a:lstStyle>
          <a:p>
            <a:pPr/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lIns="91440" tIns="45720" rIns="91440" bIns="45720" rtlCol="0" anchor="ctr"/>
          <a:lstStyle>
            <a:defPPr/>
            <a:lvl1pPr/>
          </a:lstStyle>
          <a:p>
            <a:pPr/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image" Target="../media/image9.png" /><Relationship Id="rId100" Type="http://schemas.openxmlformats.org/officeDocument/2006/relationships/image" Target="../media/image99.png" /><Relationship Id="rId1000" Type="http://schemas.openxmlformats.org/officeDocument/2006/relationships/image" Target="../media/image999.png" /><Relationship Id="rId1001" Type="http://schemas.openxmlformats.org/officeDocument/2006/relationships/image" Target="../media/image1000.png" /><Relationship Id="rId1002" Type="http://schemas.openxmlformats.org/officeDocument/2006/relationships/image" Target="../media/image1001.png" /><Relationship Id="rId1003" Type="http://schemas.openxmlformats.org/officeDocument/2006/relationships/image" Target="../media/image1002.png" /><Relationship Id="rId1004" Type="http://schemas.openxmlformats.org/officeDocument/2006/relationships/image" Target="../media/image1003.png" /><Relationship Id="rId1005" Type="http://schemas.openxmlformats.org/officeDocument/2006/relationships/image" Target="../media/image1004.png" /><Relationship Id="rId1006" Type="http://schemas.openxmlformats.org/officeDocument/2006/relationships/image" Target="../media/image1005.png" /><Relationship Id="rId1007" Type="http://schemas.openxmlformats.org/officeDocument/2006/relationships/image" Target="../media/image1006.png" /><Relationship Id="rId1008" Type="http://schemas.openxmlformats.org/officeDocument/2006/relationships/image" Target="../media/image1007.png" /><Relationship Id="rId1009" Type="http://schemas.openxmlformats.org/officeDocument/2006/relationships/image" Target="../media/image1008.png" /><Relationship Id="rId101" Type="http://schemas.openxmlformats.org/officeDocument/2006/relationships/image" Target="../media/image100.png" /><Relationship Id="rId1010" Type="http://schemas.openxmlformats.org/officeDocument/2006/relationships/image" Target="../media/image1009.png" /><Relationship Id="rId1011" Type="http://schemas.openxmlformats.org/officeDocument/2006/relationships/image" Target="../media/image1010.png" /><Relationship Id="rId1012" Type="http://schemas.openxmlformats.org/officeDocument/2006/relationships/image" Target="../media/image1011.png" /><Relationship Id="rId1013" Type="http://schemas.openxmlformats.org/officeDocument/2006/relationships/image" Target="../media/image1012.png" /><Relationship Id="rId1014" Type="http://schemas.openxmlformats.org/officeDocument/2006/relationships/image" Target="../media/image1013.png" /><Relationship Id="rId1015" Type="http://schemas.openxmlformats.org/officeDocument/2006/relationships/image" Target="../media/image1014.png" /><Relationship Id="rId1016" Type="http://schemas.openxmlformats.org/officeDocument/2006/relationships/image" Target="../media/image1015.png" /><Relationship Id="rId1017" Type="http://schemas.openxmlformats.org/officeDocument/2006/relationships/image" Target="../media/image1016.png" /><Relationship Id="rId1018" Type="http://schemas.openxmlformats.org/officeDocument/2006/relationships/image" Target="../media/image1017.png" /><Relationship Id="rId1019" Type="http://schemas.openxmlformats.org/officeDocument/2006/relationships/image" Target="../media/image1018.png" /><Relationship Id="rId102" Type="http://schemas.openxmlformats.org/officeDocument/2006/relationships/image" Target="../media/image101.png" /><Relationship Id="rId1020" Type="http://schemas.openxmlformats.org/officeDocument/2006/relationships/image" Target="../media/image1019.png" /><Relationship Id="rId1021" Type="http://schemas.openxmlformats.org/officeDocument/2006/relationships/image" Target="../media/image1020.png" /><Relationship Id="rId1022" Type="http://schemas.openxmlformats.org/officeDocument/2006/relationships/image" Target="../media/image1021.png" /><Relationship Id="rId1023" Type="http://schemas.openxmlformats.org/officeDocument/2006/relationships/image" Target="../media/image1022.png" /><Relationship Id="rId1024" Type="http://schemas.openxmlformats.org/officeDocument/2006/relationships/image" Target="../media/image1023.png" /><Relationship Id="rId1025" Type="http://schemas.openxmlformats.org/officeDocument/2006/relationships/image" Target="../media/image1024.png" /><Relationship Id="rId1026" Type="http://schemas.openxmlformats.org/officeDocument/2006/relationships/image" Target="../media/image1025.png" /><Relationship Id="rId1027" Type="http://schemas.openxmlformats.org/officeDocument/2006/relationships/image" Target="../media/image1026.png" /><Relationship Id="rId1028" Type="http://schemas.openxmlformats.org/officeDocument/2006/relationships/image" Target="../media/image1027.png" /><Relationship Id="rId1029" Type="http://schemas.openxmlformats.org/officeDocument/2006/relationships/image" Target="../media/image1028.png" /><Relationship Id="rId103" Type="http://schemas.openxmlformats.org/officeDocument/2006/relationships/image" Target="../media/image102.png" /><Relationship Id="rId1030" Type="http://schemas.openxmlformats.org/officeDocument/2006/relationships/image" Target="../media/image1029.png" /><Relationship Id="rId1031" Type="http://schemas.openxmlformats.org/officeDocument/2006/relationships/image" Target="../media/image1030.png" /><Relationship Id="rId1032" Type="http://schemas.openxmlformats.org/officeDocument/2006/relationships/image" Target="../media/image1031.png" /><Relationship Id="rId1033" Type="http://schemas.openxmlformats.org/officeDocument/2006/relationships/image" Target="../media/image1032.png" /><Relationship Id="rId1034" Type="http://schemas.openxmlformats.org/officeDocument/2006/relationships/image" Target="../media/image1033.png" /><Relationship Id="rId1035" Type="http://schemas.openxmlformats.org/officeDocument/2006/relationships/image" Target="../media/image1034.png" /><Relationship Id="rId1036" Type="http://schemas.openxmlformats.org/officeDocument/2006/relationships/image" Target="../media/image1035.png" /><Relationship Id="rId1037" Type="http://schemas.openxmlformats.org/officeDocument/2006/relationships/image" Target="../media/image1036.png" /><Relationship Id="rId1038" Type="http://schemas.openxmlformats.org/officeDocument/2006/relationships/image" Target="../media/image1037.png" /><Relationship Id="rId1039" Type="http://schemas.openxmlformats.org/officeDocument/2006/relationships/image" Target="../media/image1038.png" /><Relationship Id="rId104" Type="http://schemas.openxmlformats.org/officeDocument/2006/relationships/image" Target="../media/image103.png" /><Relationship Id="rId1040" Type="http://schemas.openxmlformats.org/officeDocument/2006/relationships/image" Target="../media/image1039.png" /><Relationship Id="rId1041" Type="http://schemas.openxmlformats.org/officeDocument/2006/relationships/image" Target="../media/image1040.png" /><Relationship Id="rId1042" Type="http://schemas.openxmlformats.org/officeDocument/2006/relationships/image" Target="../media/image1041.png" /><Relationship Id="rId1043" Type="http://schemas.openxmlformats.org/officeDocument/2006/relationships/image" Target="../media/image1042.png" /><Relationship Id="rId1044" Type="http://schemas.openxmlformats.org/officeDocument/2006/relationships/image" Target="../media/image1043.png" /><Relationship Id="rId1045" Type="http://schemas.openxmlformats.org/officeDocument/2006/relationships/image" Target="../media/image1044.png" /><Relationship Id="rId1046" Type="http://schemas.openxmlformats.org/officeDocument/2006/relationships/image" Target="../media/image1045.png" /><Relationship Id="rId1047" Type="http://schemas.openxmlformats.org/officeDocument/2006/relationships/image" Target="../media/image1046.png" /><Relationship Id="rId1048" Type="http://schemas.openxmlformats.org/officeDocument/2006/relationships/image" Target="../media/image1047.png" /><Relationship Id="rId1049" Type="http://schemas.openxmlformats.org/officeDocument/2006/relationships/image" Target="../media/image1048.png" /><Relationship Id="rId105" Type="http://schemas.openxmlformats.org/officeDocument/2006/relationships/image" Target="../media/image104.png" /><Relationship Id="rId1050" Type="http://schemas.openxmlformats.org/officeDocument/2006/relationships/image" Target="../media/image1049.png" /><Relationship Id="rId1051" Type="http://schemas.openxmlformats.org/officeDocument/2006/relationships/image" Target="../media/image1050.png" /><Relationship Id="rId1052" Type="http://schemas.openxmlformats.org/officeDocument/2006/relationships/image" Target="../media/image1051.png" /><Relationship Id="rId1053" Type="http://schemas.openxmlformats.org/officeDocument/2006/relationships/image" Target="../media/image1052.png" /><Relationship Id="rId1054" Type="http://schemas.openxmlformats.org/officeDocument/2006/relationships/image" Target="../media/image1053.png" /><Relationship Id="rId1055" Type="http://schemas.openxmlformats.org/officeDocument/2006/relationships/image" Target="../media/image1054.png" /><Relationship Id="rId1056" Type="http://schemas.openxmlformats.org/officeDocument/2006/relationships/image" Target="../media/image1055.png" /><Relationship Id="rId1057" Type="http://schemas.openxmlformats.org/officeDocument/2006/relationships/image" Target="../media/image1056.png" /><Relationship Id="rId1058" Type="http://schemas.openxmlformats.org/officeDocument/2006/relationships/image" Target="../media/image1057.png" /><Relationship Id="rId1059" Type="http://schemas.openxmlformats.org/officeDocument/2006/relationships/image" Target="../media/image1058.png" /><Relationship Id="rId106" Type="http://schemas.openxmlformats.org/officeDocument/2006/relationships/image" Target="../media/image105.png" /><Relationship Id="rId1060" Type="http://schemas.openxmlformats.org/officeDocument/2006/relationships/image" Target="../media/image1059.png" /><Relationship Id="rId1061" Type="http://schemas.openxmlformats.org/officeDocument/2006/relationships/image" Target="../media/image1060.png" /><Relationship Id="rId1062" Type="http://schemas.openxmlformats.org/officeDocument/2006/relationships/image" Target="../media/image1061.png" /><Relationship Id="rId1063" Type="http://schemas.openxmlformats.org/officeDocument/2006/relationships/image" Target="../media/image1062.png" /><Relationship Id="rId1064" Type="http://schemas.openxmlformats.org/officeDocument/2006/relationships/image" Target="../media/image1063.png" /><Relationship Id="rId1065" Type="http://schemas.openxmlformats.org/officeDocument/2006/relationships/image" Target="../media/image1064.png" /><Relationship Id="rId1066" Type="http://schemas.openxmlformats.org/officeDocument/2006/relationships/image" Target="../media/image1065.png" /><Relationship Id="rId1067" Type="http://schemas.openxmlformats.org/officeDocument/2006/relationships/image" Target="../media/image1066.png" /><Relationship Id="rId1068" Type="http://schemas.openxmlformats.org/officeDocument/2006/relationships/image" Target="../media/image1067.png" /><Relationship Id="rId1069" Type="http://schemas.openxmlformats.org/officeDocument/2006/relationships/image" Target="../media/image1068.png" /><Relationship Id="rId107" Type="http://schemas.openxmlformats.org/officeDocument/2006/relationships/image" Target="../media/image106.png" /><Relationship Id="rId1070" Type="http://schemas.openxmlformats.org/officeDocument/2006/relationships/image" Target="../media/image1069.png" /><Relationship Id="rId1071" Type="http://schemas.openxmlformats.org/officeDocument/2006/relationships/image" Target="../media/image1070.png" /><Relationship Id="rId1072" Type="http://schemas.openxmlformats.org/officeDocument/2006/relationships/image" Target="../media/image1071.png" /><Relationship Id="rId1073" Type="http://schemas.openxmlformats.org/officeDocument/2006/relationships/image" Target="../media/image1072.png" /><Relationship Id="rId1074" Type="http://schemas.openxmlformats.org/officeDocument/2006/relationships/image" Target="../media/image1073.png" /><Relationship Id="rId1075" Type="http://schemas.openxmlformats.org/officeDocument/2006/relationships/image" Target="../media/image1074.png" /><Relationship Id="rId1076" Type="http://schemas.openxmlformats.org/officeDocument/2006/relationships/image" Target="../media/image1075.png" /><Relationship Id="rId1077" Type="http://schemas.openxmlformats.org/officeDocument/2006/relationships/image" Target="../media/image1076.png" /><Relationship Id="rId1078" Type="http://schemas.openxmlformats.org/officeDocument/2006/relationships/image" Target="../media/image1077.png" /><Relationship Id="rId1079" Type="http://schemas.openxmlformats.org/officeDocument/2006/relationships/image" Target="../media/image1078.png" /><Relationship Id="rId108" Type="http://schemas.openxmlformats.org/officeDocument/2006/relationships/image" Target="../media/image107.png" /><Relationship Id="rId1080" Type="http://schemas.openxmlformats.org/officeDocument/2006/relationships/image" Target="../media/image1079.png" /><Relationship Id="rId1081" Type="http://schemas.openxmlformats.org/officeDocument/2006/relationships/image" Target="../media/image1080.png" /><Relationship Id="rId1082" Type="http://schemas.openxmlformats.org/officeDocument/2006/relationships/image" Target="../media/image1081.png" /><Relationship Id="rId1083" Type="http://schemas.openxmlformats.org/officeDocument/2006/relationships/image" Target="../media/image1082.png" /><Relationship Id="rId1084" Type="http://schemas.openxmlformats.org/officeDocument/2006/relationships/image" Target="../media/image1083.png" /><Relationship Id="rId1085" Type="http://schemas.openxmlformats.org/officeDocument/2006/relationships/image" Target="../media/image1084.png" /><Relationship Id="rId1086" Type="http://schemas.openxmlformats.org/officeDocument/2006/relationships/image" Target="../media/image1085.png" /><Relationship Id="rId1087" Type="http://schemas.openxmlformats.org/officeDocument/2006/relationships/image" Target="../media/image1086.png" /><Relationship Id="rId1088" Type="http://schemas.openxmlformats.org/officeDocument/2006/relationships/image" Target="../media/image1087.png" /><Relationship Id="rId1089" Type="http://schemas.openxmlformats.org/officeDocument/2006/relationships/image" Target="../media/image1088.png" /><Relationship Id="rId109" Type="http://schemas.openxmlformats.org/officeDocument/2006/relationships/image" Target="../media/image108.png" /><Relationship Id="rId1090" Type="http://schemas.openxmlformats.org/officeDocument/2006/relationships/image" Target="../media/image1089.png" /><Relationship Id="rId1091" Type="http://schemas.openxmlformats.org/officeDocument/2006/relationships/image" Target="../media/image1090.png" /><Relationship Id="rId1092" Type="http://schemas.openxmlformats.org/officeDocument/2006/relationships/image" Target="../media/image1091.png" /><Relationship Id="rId1093" Type="http://schemas.openxmlformats.org/officeDocument/2006/relationships/image" Target="../media/image1092.png" /><Relationship Id="rId1094" Type="http://schemas.openxmlformats.org/officeDocument/2006/relationships/image" Target="../media/image1093.png" /><Relationship Id="rId1095" Type="http://schemas.openxmlformats.org/officeDocument/2006/relationships/image" Target="../media/image1094.png" /><Relationship Id="rId1096" Type="http://schemas.openxmlformats.org/officeDocument/2006/relationships/image" Target="../media/image1095.png" /><Relationship Id="rId1097" Type="http://schemas.openxmlformats.org/officeDocument/2006/relationships/image" Target="../media/image1096.png" /><Relationship Id="rId1098" Type="http://schemas.openxmlformats.org/officeDocument/2006/relationships/image" Target="../media/image1097.png" /><Relationship Id="rId1099" Type="http://schemas.openxmlformats.org/officeDocument/2006/relationships/image" Target="../media/image1098.png" /><Relationship Id="rId11" Type="http://schemas.openxmlformats.org/officeDocument/2006/relationships/image" Target="../media/image10.png" /><Relationship Id="rId110" Type="http://schemas.openxmlformats.org/officeDocument/2006/relationships/image" Target="../media/image109.png" /><Relationship Id="rId1100" Type="http://schemas.openxmlformats.org/officeDocument/2006/relationships/image" Target="../media/image1099.png" /><Relationship Id="rId1101" Type="http://schemas.openxmlformats.org/officeDocument/2006/relationships/image" Target="../media/image1100.png" /><Relationship Id="rId1102" Type="http://schemas.openxmlformats.org/officeDocument/2006/relationships/image" Target="../media/image1101.png" /><Relationship Id="rId1103" Type="http://schemas.openxmlformats.org/officeDocument/2006/relationships/image" Target="../media/image1102.png" /><Relationship Id="rId1104" Type="http://schemas.openxmlformats.org/officeDocument/2006/relationships/image" Target="../media/image1103.png" /><Relationship Id="rId1105" Type="http://schemas.openxmlformats.org/officeDocument/2006/relationships/image" Target="../media/image1104.png" /><Relationship Id="rId1106" Type="http://schemas.openxmlformats.org/officeDocument/2006/relationships/image" Target="../media/image1105.png" /><Relationship Id="rId1107" Type="http://schemas.openxmlformats.org/officeDocument/2006/relationships/image" Target="../media/image1106.png" /><Relationship Id="rId1108" Type="http://schemas.openxmlformats.org/officeDocument/2006/relationships/image" Target="../media/image1107.png" /><Relationship Id="rId1109" Type="http://schemas.openxmlformats.org/officeDocument/2006/relationships/image" Target="../media/image1108.png" /><Relationship Id="rId111" Type="http://schemas.openxmlformats.org/officeDocument/2006/relationships/image" Target="../media/image110.png" /><Relationship Id="rId1110" Type="http://schemas.openxmlformats.org/officeDocument/2006/relationships/image" Target="../media/image1109.png" /><Relationship Id="rId1111" Type="http://schemas.openxmlformats.org/officeDocument/2006/relationships/image" Target="../media/image1110.png" /><Relationship Id="rId1112" Type="http://schemas.openxmlformats.org/officeDocument/2006/relationships/image" Target="../media/image1111.png" /><Relationship Id="rId1113" Type="http://schemas.openxmlformats.org/officeDocument/2006/relationships/image" Target="../media/image1112.png" /><Relationship Id="rId1114" Type="http://schemas.openxmlformats.org/officeDocument/2006/relationships/image" Target="../media/image1113.png" /><Relationship Id="rId1115" Type="http://schemas.openxmlformats.org/officeDocument/2006/relationships/image" Target="../media/image1114.png" /><Relationship Id="rId1116" Type="http://schemas.openxmlformats.org/officeDocument/2006/relationships/image" Target="../media/image1115.png" /><Relationship Id="rId1117" Type="http://schemas.openxmlformats.org/officeDocument/2006/relationships/image" Target="../media/image1116.png" /><Relationship Id="rId1118" Type="http://schemas.openxmlformats.org/officeDocument/2006/relationships/image" Target="../media/image1117.png" /><Relationship Id="rId1119" Type="http://schemas.openxmlformats.org/officeDocument/2006/relationships/image" Target="../media/image1118.png" /><Relationship Id="rId112" Type="http://schemas.openxmlformats.org/officeDocument/2006/relationships/image" Target="../media/image111.png" /><Relationship Id="rId1120" Type="http://schemas.openxmlformats.org/officeDocument/2006/relationships/image" Target="../media/image1119.png" /><Relationship Id="rId1121" Type="http://schemas.openxmlformats.org/officeDocument/2006/relationships/image" Target="../media/image1120.png" /><Relationship Id="rId1122" Type="http://schemas.openxmlformats.org/officeDocument/2006/relationships/image" Target="../media/image1121.png" /><Relationship Id="rId1123" Type="http://schemas.openxmlformats.org/officeDocument/2006/relationships/image" Target="../media/image1122.png" /><Relationship Id="rId1124" Type="http://schemas.openxmlformats.org/officeDocument/2006/relationships/image" Target="../media/image1123.png" /><Relationship Id="rId1125" Type="http://schemas.openxmlformats.org/officeDocument/2006/relationships/image" Target="../media/image1124.png" /><Relationship Id="rId1126" Type="http://schemas.openxmlformats.org/officeDocument/2006/relationships/image" Target="../media/image1125.png" /><Relationship Id="rId1127" Type="http://schemas.openxmlformats.org/officeDocument/2006/relationships/image" Target="../media/image1126.png" /><Relationship Id="rId1128" Type="http://schemas.openxmlformats.org/officeDocument/2006/relationships/image" Target="../media/image1127.png" /><Relationship Id="rId1129" Type="http://schemas.openxmlformats.org/officeDocument/2006/relationships/image" Target="../media/image1128.png" /><Relationship Id="rId113" Type="http://schemas.openxmlformats.org/officeDocument/2006/relationships/image" Target="../media/image112.png" /><Relationship Id="rId1130" Type="http://schemas.openxmlformats.org/officeDocument/2006/relationships/image" Target="../media/image1129.png" /><Relationship Id="rId1131" Type="http://schemas.openxmlformats.org/officeDocument/2006/relationships/image" Target="../media/image1130.png" /><Relationship Id="rId1132" Type="http://schemas.openxmlformats.org/officeDocument/2006/relationships/image" Target="../media/image1131.png" /><Relationship Id="rId1133" Type="http://schemas.openxmlformats.org/officeDocument/2006/relationships/image" Target="../media/image1132.png" /><Relationship Id="rId1134" Type="http://schemas.openxmlformats.org/officeDocument/2006/relationships/image" Target="../media/image1133.png" /><Relationship Id="rId1135" Type="http://schemas.openxmlformats.org/officeDocument/2006/relationships/image" Target="../media/image1134.png" /><Relationship Id="rId1136" Type="http://schemas.openxmlformats.org/officeDocument/2006/relationships/image" Target="../media/image1135.png" /><Relationship Id="rId1137" Type="http://schemas.openxmlformats.org/officeDocument/2006/relationships/image" Target="../media/image1136.png" /><Relationship Id="rId1138" Type="http://schemas.openxmlformats.org/officeDocument/2006/relationships/image" Target="../media/image1137.png" /><Relationship Id="rId1139" Type="http://schemas.openxmlformats.org/officeDocument/2006/relationships/image" Target="../media/image1138.png" /><Relationship Id="rId114" Type="http://schemas.openxmlformats.org/officeDocument/2006/relationships/image" Target="../media/image113.png" /><Relationship Id="rId1140" Type="http://schemas.openxmlformats.org/officeDocument/2006/relationships/image" Target="../media/image1139.png" /><Relationship Id="rId1141" Type="http://schemas.openxmlformats.org/officeDocument/2006/relationships/image" Target="../media/image1140.png" /><Relationship Id="rId1142" Type="http://schemas.openxmlformats.org/officeDocument/2006/relationships/image" Target="../media/image1141.png" /><Relationship Id="rId1143" Type="http://schemas.openxmlformats.org/officeDocument/2006/relationships/image" Target="../media/image1142.png" /><Relationship Id="rId1144" Type="http://schemas.openxmlformats.org/officeDocument/2006/relationships/image" Target="../media/image1143.png" /><Relationship Id="rId1145" Type="http://schemas.openxmlformats.org/officeDocument/2006/relationships/image" Target="../media/image1144.png" /><Relationship Id="rId1146" Type="http://schemas.openxmlformats.org/officeDocument/2006/relationships/image" Target="../media/image1145.png" /><Relationship Id="rId1147" Type="http://schemas.openxmlformats.org/officeDocument/2006/relationships/image" Target="../media/image1146.png" /><Relationship Id="rId1148" Type="http://schemas.openxmlformats.org/officeDocument/2006/relationships/image" Target="../media/image1147.png" /><Relationship Id="rId1149" Type="http://schemas.openxmlformats.org/officeDocument/2006/relationships/image" Target="../media/image1148.png" /><Relationship Id="rId115" Type="http://schemas.openxmlformats.org/officeDocument/2006/relationships/image" Target="../media/image114.png" /><Relationship Id="rId1150" Type="http://schemas.openxmlformats.org/officeDocument/2006/relationships/image" Target="../media/image1149.png" /><Relationship Id="rId1151" Type="http://schemas.openxmlformats.org/officeDocument/2006/relationships/image" Target="../media/image1150.png" /><Relationship Id="rId1152" Type="http://schemas.openxmlformats.org/officeDocument/2006/relationships/image" Target="../media/image1151.png" /><Relationship Id="rId1153" Type="http://schemas.openxmlformats.org/officeDocument/2006/relationships/image" Target="../media/image1152.png" /><Relationship Id="rId1154" Type="http://schemas.openxmlformats.org/officeDocument/2006/relationships/image" Target="../media/image1153.png" /><Relationship Id="rId1155" Type="http://schemas.openxmlformats.org/officeDocument/2006/relationships/image" Target="../media/image1154.png" /><Relationship Id="rId1156" Type="http://schemas.openxmlformats.org/officeDocument/2006/relationships/image" Target="../media/image1155.png" /><Relationship Id="rId1157" Type="http://schemas.openxmlformats.org/officeDocument/2006/relationships/image" Target="../media/image1156.png" /><Relationship Id="rId1158" Type="http://schemas.openxmlformats.org/officeDocument/2006/relationships/image" Target="../media/image1157.png" /><Relationship Id="rId1159" Type="http://schemas.openxmlformats.org/officeDocument/2006/relationships/image" Target="../media/image1158.png" /><Relationship Id="rId116" Type="http://schemas.openxmlformats.org/officeDocument/2006/relationships/image" Target="../media/image115.png" /><Relationship Id="rId1160" Type="http://schemas.openxmlformats.org/officeDocument/2006/relationships/image" Target="../media/image1159.png" /><Relationship Id="rId1161" Type="http://schemas.openxmlformats.org/officeDocument/2006/relationships/image" Target="../media/image1160.png" /><Relationship Id="rId1162" Type="http://schemas.openxmlformats.org/officeDocument/2006/relationships/image" Target="../media/image1161.png" /><Relationship Id="rId1163" Type="http://schemas.openxmlformats.org/officeDocument/2006/relationships/image" Target="../media/image1162.png" /><Relationship Id="rId1164" Type="http://schemas.openxmlformats.org/officeDocument/2006/relationships/image" Target="../media/image1163.png" /><Relationship Id="rId1165" Type="http://schemas.openxmlformats.org/officeDocument/2006/relationships/image" Target="../media/image1164.png" /><Relationship Id="rId1166" Type="http://schemas.openxmlformats.org/officeDocument/2006/relationships/image" Target="../media/image1165.png" /><Relationship Id="rId1167" Type="http://schemas.openxmlformats.org/officeDocument/2006/relationships/image" Target="../media/image1166.png" /><Relationship Id="rId1168" Type="http://schemas.openxmlformats.org/officeDocument/2006/relationships/image" Target="../media/image1167.png" /><Relationship Id="rId1169" Type="http://schemas.openxmlformats.org/officeDocument/2006/relationships/image" Target="../media/image1168.png" /><Relationship Id="rId117" Type="http://schemas.openxmlformats.org/officeDocument/2006/relationships/image" Target="../media/image116.png" /><Relationship Id="rId1170" Type="http://schemas.openxmlformats.org/officeDocument/2006/relationships/image" Target="../media/image1169.png" /><Relationship Id="rId1171" Type="http://schemas.openxmlformats.org/officeDocument/2006/relationships/image" Target="../media/image1170.png" /><Relationship Id="rId1172" Type="http://schemas.openxmlformats.org/officeDocument/2006/relationships/image" Target="../media/image1171.png" /><Relationship Id="rId1173" Type="http://schemas.openxmlformats.org/officeDocument/2006/relationships/image" Target="../media/image1172.png" /><Relationship Id="rId1174" Type="http://schemas.openxmlformats.org/officeDocument/2006/relationships/image" Target="../media/image1173.png" /><Relationship Id="rId1175" Type="http://schemas.openxmlformats.org/officeDocument/2006/relationships/image" Target="../media/image1174.png" /><Relationship Id="rId1176" Type="http://schemas.openxmlformats.org/officeDocument/2006/relationships/image" Target="../media/image1175.png" /><Relationship Id="rId1177" Type="http://schemas.openxmlformats.org/officeDocument/2006/relationships/image" Target="../media/image1176.png" /><Relationship Id="rId1178" Type="http://schemas.openxmlformats.org/officeDocument/2006/relationships/image" Target="../media/image1177.png" /><Relationship Id="rId1179" Type="http://schemas.openxmlformats.org/officeDocument/2006/relationships/image" Target="../media/image1178.png" /><Relationship Id="rId118" Type="http://schemas.openxmlformats.org/officeDocument/2006/relationships/image" Target="../media/image117.png" /><Relationship Id="rId1180" Type="http://schemas.openxmlformats.org/officeDocument/2006/relationships/image" Target="../media/image1179.png" /><Relationship Id="rId1181" Type="http://schemas.openxmlformats.org/officeDocument/2006/relationships/image" Target="../media/image1180.png" /><Relationship Id="rId1182" Type="http://schemas.openxmlformats.org/officeDocument/2006/relationships/image" Target="../media/image1181.png" /><Relationship Id="rId1183" Type="http://schemas.openxmlformats.org/officeDocument/2006/relationships/image" Target="../media/image1182.png" /><Relationship Id="rId1184" Type="http://schemas.openxmlformats.org/officeDocument/2006/relationships/image" Target="../media/image1183.png" /><Relationship Id="rId1185" Type="http://schemas.openxmlformats.org/officeDocument/2006/relationships/image" Target="../media/image1184.png" /><Relationship Id="rId1186" Type="http://schemas.openxmlformats.org/officeDocument/2006/relationships/image" Target="../media/image1185.png" /><Relationship Id="rId1187" Type="http://schemas.openxmlformats.org/officeDocument/2006/relationships/image" Target="../media/image1186.png" /><Relationship Id="rId1188" Type="http://schemas.openxmlformats.org/officeDocument/2006/relationships/image" Target="../media/image1187.png" /><Relationship Id="rId1189" Type="http://schemas.openxmlformats.org/officeDocument/2006/relationships/image" Target="../media/image1188.png" /><Relationship Id="rId119" Type="http://schemas.openxmlformats.org/officeDocument/2006/relationships/image" Target="../media/image118.png" /><Relationship Id="rId1190" Type="http://schemas.openxmlformats.org/officeDocument/2006/relationships/image" Target="../media/image1189.png" /><Relationship Id="rId1191" Type="http://schemas.openxmlformats.org/officeDocument/2006/relationships/image" Target="../media/image1190.png" /><Relationship Id="rId1192" Type="http://schemas.openxmlformats.org/officeDocument/2006/relationships/image" Target="../media/image1191.png" /><Relationship Id="rId1193" Type="http://schemas.openxmlformats.org/officeDocument/2006/relationships/image" Target="../media/image1192.png" /><Relationship Id="rId1194" Type="http://schemas.openxmlformats.org/officeDocument/2006/relationships/image" Target="../media/image1193.png" /><Relationship Id="rId1195" Type="http://schemas.openxmlformats.org/officeDocument/2006/relationships/image" Target="../media/image1194.png" /><Relationship Id="rId1196" Type="http://schemas.openxmlformats.org/officeDocument/2006/relationships/image" Target="../media/image1195.png" /><Relationship Id="rId1197" Type="http://schemas.openxmlformats.org/officeDocument/2006/relationships/image" Target="../media/image1196.png" /><Relationship Id="rId1198" Type="http://schemas.openxmlformats.org/officeDocument/2006/relationships/image" Target="../media/image1197.png" /><Relationship Id="rId1199" Type="http://schemas.openxmlformats.org/officeDocument/2006/relationships/image" Target="../media/image1198.png" /><Relationship Id="rId12" Type="http://schemas.openxmlformats.org/officeDocument/2006/relationships/image" Target="../media/image11.png" /><Relationship Id="rId120" Type="http://schemas.openxmlformats.org/officeDocument/2006/relationships/image" Target="../media/image119.png" /><Relationship Id="rId1200" Type="http://schemas.openxmlformats.org/officeDocument/2006/relationships/image" Target="../media/image1199.png" /><Relationship Id="rId1201" Type="http://schemas.openxmlformats.org/officeDocument/2006/relationships/image" Target="../media/image1200.png" /><Relationship Id="rId1202" Type="http://schemas.openxmlformats.org/officeDocument/2006/relationships/image" Target="../media/image1201.png" /><Relationship Id="rId1203" Type="http://schemas.openxmlformats.org/officeDocument/2006/relationships/image" Target="../media/image1202.png" /><Relationship Id="rId1204" Type="http://schemas.openxmlformats.org/officeDocument/2006/relationships/image" Target="../media/image1203.png" /><Relationship Id="rId1205" Type="http://schemas.openxmlformats.org/officeDocument/2006/relationships/image" Target="../media/image1204.png" /><Relationship Id="rId1206" Type="http://schemas.openxmlformats.org/officeDocument/2006/relationships/image" Target="../media/image1205.png" /><Relationship Id="rId1207" Type="http://schemas.openxmlformats.org/officeDocument/2006/relationships/image" Target="../media/image1206.png" /><Relationship Id="rId1208" Type="http://schemas.openxmlformats.org/officeDocument/2006/relationships/image" Target="../media/image1207.png" /><Relationship Id="rId1209" Type="http://schemas.openxmlformats.org/officeDocument/2006/relationships/image" Target="../media/image1208.png" /><Relationship Id="rId121" Type="http://schemas.openxmlformats.org/officeDocument/2006/relationships/image" Target="../media/image120.png" /><Relationship Id="rId1210" Type="http://schemas.openxmlformats.org/officeDocument/2006/relationships/image" Target="../media/image1209.png" /><Relationship Id="rId1211" Type="http://schemas.openxmlformats.org/officeDocument/2006/relationships/image" Target="../media/image1210.png" /><Relationship Id="rId1212" Type="http://schemas.openxmlformats.org/officeDocument/2006/relationships/image" Target="../media/image1211.png" /><Relationship Id="rId1213" Type="http://schemas.openxmlformats.org/officeDocument/2006/relationships/image" Target="../media/image1212.png" /><Relationship Id="rId1214" Type="http://schemas.openxmlformats.org/officeDocument/2006/relationships/image" Target="../media/image1213.png" /><Relationship Id="rId1215" Type="http://schemas.openxmlformats.org/officeDocument/2006/relationships/image" Target="../media/image1214.png" /><Relationship Id="rId1216" Type="http://schemas.openxmlformats.org/officeDocument/2006/relationships/image" Target="../media/image1215.png" /><Relationship Id="rId1217" Type="http://schemas.openxmlformats.org/officeDocument/2006/relationships/image" Target="../media/image1216.png" /><Relationship Id="rId1218" Type="http://schemas.openxmlformats.org/officeDocument/2006/relationships/image" Target="../media/image1217.png" /><Relationship Id="rId1219" Type="http://schemas.openxmlformats.org/officeDocument/2006/relationships/image" Target="../media/image1218.png" /><Relationship Id="rId122" Type="http://schemas.openxmlformats.org/officeDocument/2006/relationships/image" Target="../media/image121.png" /><Relationship Id="rId1220" Type="http://schemas.openxmlformats.org/officeDocument/2006/relationships/image" Target="../media/image1219.png" /><Relationship Id="rId1221" Type="http://schemas.openxmlformats.org/officeDocument/2006/relationships/image" Target="../media/image1220.png" /><Relationship Id="rId1222" Type="http://schemas.openxmlformats.org/officeDocument/2006/relationships/image" Target="../media/image1221.png" /><Relationship Id="rId1223" Type="http://schemas.openxmlformats.org/officeDocument/2006/relationships/image" Target="../media/image1222.png" /><Relationship Id="rId1224" Type="http://schemas.openxmlformats.org/officeDocument/2006/relationships/image" Target="../media/image1223.png" /><Relationship Id="rId1225" Type="http://schemas.openxmlformats.org/officeDocument/2006/relationships/image" Target="../media/image1224.png" /><Relationship Id="rId1226" Type="http://schemas.openxmlformats.org/officeDocument/2006/relationships/image" Target="../media/image1225.png" /><Relationship Id="rId1227" Type="http://schemas.openxmlformats.org/officeDocument/2006/relationships/image" Target="../media/image1226.png" /><Relationship Id="rId1228" Type="http://schemas.openxmlformats.org/officeDocument/2006/relationships/image" Target="../media/image1227.png" /><Relationship Id="rId1229" Type="http://schemas.openxmlformats.org/officeDocument/2006/relationships/image" Target="../media/image1228.png" /><Relationship Id="rId123" Type="http://schemas.openxmlformats.org/officeDocument/2006/relationships/image" Target="../media/image122.png" /><Relationship Id="rId1230" Type="http://schemas.openxmlformats.org/officeDocument/2006/relationships/image" Target="../media/image1229.png" /><Relationship Id="rId1231" Type="http://schemas.openxmlformats.org/officeDocument/2006/relationships/image" Target="../media/image1230.png" /><Relationship Id="rId1232" Type="http://schemas.openxmlformats.org/officeDocument/2006/relationships/image" Target="../media/image1231.png" /><Relationship Id="rId1233" Type="http://schemas.openxmlformats.org/officeDocument/2006/relationships/image" Target="../media/image1232.png" /><Relationship Id="rId1234" Type="http://schemas.openxmlformats.org/officeDocument/2006/relationships/image" Target="../media/image1233.png" /><Relationship Id="rId1235" Type="http://schemas.openxmlformats.org/officeDocument/2006/relationships/image" Target="../media/image1234.png" /><Relationship Id="rId1236" Type="http://schemas.openxmlformats.org/officeDocument/2006/relationships/image" Target="../media/image1235.png" /><Relationship Id="rId1237" Type="http://schemas.openxmlformats.org/officeDocument/2006/relationships/image" Target="../media/image1236.png" /><Relationship Id="rId1238" Type="http://schemas.openxmlformats.org/officeDocument/2006/relationships/image" Target="../media/image1237.png" /><Relationship Id="rId1239" Type="http://schemas.openxmlformats.org/officeDocument/2006/relationships/image" Target="../media/image1238.png" /><Relationship Id="rId124" Type="http://schemas.openxmlformats.org/officeDocument/2006/relationships/image" Target="../media/image123.png" /><Relationship Id="rId1240" Type="http://schemas.openxmlformats.org/officeDocument/2006/relationships/image" Target="../media/image1239.png" /><Relationship Id="rId1241" Type="http://schemas.openxmlformats.org/officeDocument/2006/relationships/image" Target="../media/image1240.png" /><Relationship Id="rId1242" Type="http://schemas.openxmlformats.org/officeDocument/2006/relationships/image" Target="../media/image1241.png" /><Relationship Id="rId1243" Type="http://schemas.openxmlformats.org/officeDocument/2006/relationships/image" Target="../media/image1242.png" /><Relationship Id="rId1244" Type="http://schemas.openxmlformats.org/officeDocument/2006/relationships/image" Target="../media/image1243.png" /><Relationship Id="rId1245" Type="http://schemas.openxmlformats.org/officeDocument/2006/relationships/image" Target="../media/image1244.png" /><Relationship Id="rId1246" Type="http://schemas.openxmlformats.org/officeDocument/2006/relationships/image" Target="../media/image1245.png" /><Relationship Id="rId1247" Type="http://schemas.openxmlformats.org/officeDocument/2006/relationships/image" Target="../media/image1246.png" /><Relationship Id="rId1248" Type="http://schemas.openxmlformats.org/officeDocument/2006/relationships/image" Target="../media/image1247.png" /><Relationship Id="rId1249" Type="http://schemas.openxmlformats.org/officeDocument/2006/relationships/image" Target="../media/image1248.png" /><Relationship Id="rId125" Type="http://schemas.openxmlformats.org/officeDocument/2006/relationships/image" Target="../media/image124.png" /><Relationship Id="rId1250" Type="http://schemas.openxmlformats.org/officeDocument/2006/relationships/image" Target="../media/image1249.png" /><Relationship Id="rId1251" Type="http://schemas.openxmlformats.org/officeDocument/2006/relationships/image" Target="../media/image1250.png" /><Relationship Id="rId1252" Type="http://schemas.openxmlformats.org/officeDocument/2006/relationships/image" Target="../media/image1251.png" /><Relationship Id="rId1253" Type="http://schemas.openxmlformats.org/officeDocument/2006/relationships/image" Target="../media/image1252.png" /><Relationship Id="rId1254" Type="http://schemas.openxmlformats.org/officeDocument/2006/relationships/image" Target="../media/image1253.png" /><Relationship Id="rId1255" Type="http://schemas.openxmlformats.org/officeDocument/2006/relationships/image" Target="../media/image1254.png" /><Relationship Id="rId1256" Type="http://schemas.openxmlformats.org/officeDocument/2006/relationships/image" Target="../media/image1255.png" /><Relationship Id="rId1257" Type="http://schemas.openxmlformats.org/officeDocument/2006/relationships/image" Target="../media/image1256.png" /><Relationship Id="rId1258" Type="http://schemas.openxmlformats.org/officeDocument/2006/relationships/image" Target="../media/image1257.png" /><Relationship Id="rId1259" Type="http://schemas.openxmlformats.org/officeDocument/2006/relationships/image" Target="../media/image1258.png" /><Relationship Id="rId126" Type="http://schemas.openxmlformats.org/officeDocument/2006/relationships/image" Target="../media/image125.png" /><Relationship Id="rId1260" Type="http://schemas.openxmlformats.org/officeDocument/2006/relationships/image" Target="../media/image1259.png" /><Relationship Id="rId1261" Type="http://schemas.openxmlformats.org/officeDocument/2006/relationships/image" Target="../media/image1260.png" /><Relationship Id="rId1262" Type="http://schemas.openxmlformats.org/officeDocument/2006/relationships/image" Target="../media/image1261.png" /><Relationship Id="rId1263" Type="http://schemas.openxmlformats.org/officeDocument/2006/relationships/image" Target="../media/image1262.png" /><Relationship Id="rId1264" Type="http://schemas.openxmlformats.org/officeDocument/2006/relationships/image" Target="../media/image1263.png" /><Relationship Id="rId1265" Type="http://schemas.openxmlformats.org/officeDocument/2006/relationships/image" Target="../media/image1264.png" /><Relationship Id="rId1266" Type="http://schemas.openxmlformats.org/officeDocument/2006/relationships/image" Target="../media/image1265.png" /><Relationship Id="rId1267" Type="http://schemas.openxmlformats.org/officeDocument/2006/relationships/image" Target="../media/image1266.png" /><Relationship Id="rId1268" Type="http://schemas.openxmlformats.org/officeDocument/2006/relationships/image" Target="../media/image1267.png" /><Relationship Id="rId1269" Type="http://schemas.openxmlformats.org/officeDocument/2006/relationships/image" Target="../media/image1268.png" /><Relationship Id="rId127" Type="http://schemas.openxmlformats.org/officeDocument/2006/relationships/image" Target="../media/image126.png" /><Relationship Id="rId1270" Type="http://schemas.openxmlformats.org/officeDocument/2006/relationships/image" Target="../media/image1269.png" /><Relationship Id="rId1271" Type="http://schemas.openxmlformats.org/officeDocument/2006/relationships/image" Target="../media/image1270.png" /><Relationship Id="rId1272" Type="http://schemas.openxmlformats.org/officeDocument/2006/relationships/image" Target="../media/image1271.png" /><Relationship Id="rId1273" Type="http://schemas.openxmlformats.org/officeDocument/2006/relationships/image" Target="../media/image1272.png" /><Relationship Id="rId1274" Type="http://schemas.openxmlformats.org/officeDocument/2006/relationships/image" Target="../media/image1273.png" /><Relationship Id="rId1275" Type="http://schemas.openxmlformats.org/officeDocument/2006/relationships/image" Target="../media/image1274.png" /><Relationship Id="rId1276" Type="http://schemas.openxmlformats.org/officeDocument/2006/relationships/image" Target="../media/image1275.png" /><Relationship Id="rId1277" Type="http://schemas.openxmlformats.org/officeDocument/2006/relationships/image" Target="../media/image1276.png" /><Relationship Id="rId1278" Type="http://schemas.openxmlformats.org/officeDocument/2006/relationships/image" Target="../media/image1277.png" /><Relationship Id="rId1279" Type="http://schemas.openxmlformats.org/officeDocument/2006/relationships/image" Target="../media/image1278.png" /><Relationship Id="rId128" Type="http://schemas.openxmlformats.org/officeDocument/2006/relationships/image" Target="../media/image127.png" /><Relationship Id="rId1280" Type="http://schemas.openxmlformats.org/officeDocument/2006/relationships/image" Target="../media/image1279.png" /><Relationship Id="rId1281" Type="http://schemas.openxmlformats.org/officeDocument/2006/relationships/image" Target="../media/image1280.png" /><Relationship Id="rId1282" Type="http://schemas.openxmlformats.org/officeDocument/2006/relationships/image" Target="../media/image1281.png" /><Relationship Id="rId1283" Type="http://schemas.openxmlformats.org/officeDocument/2006/relationships/image" Target="../media/image1282.png" /><Relationship Id="rId1284" Type="http://schemas.openxmlformats.org/officeDocument/2006/relationships/image" Target="../media/image1283.png" /><Relationship Id="rId1285" Type="http://schemas.openxmlformats.org/officeDocument/2006/relationships/image" Target="../media/image1284.png" /><Relationship Id="rId1286" Type="http://schemas.openxmlformats.org/officeDocument/2006/relationships/image" Target="../media/image1285.png" /><Relationship Id="rId1287" Type="http://schemas.openxmlformats.org/officeDocument/2006/relationships/image" Target="../media/image1286.png" /><Relationship Id="rId1288" Type="http://schemas.openxmlformats.org/officeDocument/2006/relationships/image" Target="../media/image1287.png" /><Relationship Id="rId1289" Type="http://schemas.openxmlformats.org/officeDocument/2006/relationships/image" Target="../media/image1288.png" /><Relationship Id="rId129" Type="http://schemas.openxmlformats.org/officeDocument/2006/relationships/image" Target="../media/image128.png" /><Relationship Id="rId1290" Type="http://schemas.openxmlformats.org/officeDocument/2006/relationships/image" Target="../media/image1289.png" /><Relationship Id="rId1291" Type="http://schemas.openxmlformats.org/officeDocument/2006/relationships/image" Target="../media/image1290.png" /><Relationship Id="rId1292" Type="http://schemas.openxmlformats.org/officeDocument/2006/relationships/image" Target="../media/image1291.png" /><Relationship Id="rId1293" Type="http://schemas.openxmlformats.org/officeDocument/2006/relationships/image" Target="../media/image1292.png" /><Relationship Id="rId1294" Type="http://schemas.openxmlformats.org/officeDocument/2006/relationships/image" Target="../media/image1293.png" /><Relationship Id="rId1295" Type="http://schemas.openxmlformats.org/officeDocument/2006/relationships/image" Target="../media/image1294.png" /><Relationship Id="rId1296" Type="http://schemas.openxmlformats.org/officeDocument/2006/relationships/image" Target="../media/image1295.png" /><Relationship Id="rId1297" Type="http://schemas.openxmlformats.org/officeDocument/2006/relationships/image" Target="../media/image1296.png" /><Relationship Id="rId1298" Type="http://schemas.openxmlformats.org/officeDocument/2006/relationships/image" Target="../media/image1297.png" /><Relationship Id="rId1299" Type="http://schemas.openxmlformats.org/officeDocument/2006/relationships/image" Target="../media/image1298.png" /><Relationship Id="rId13" Type="http://schemas.openxmlformats.org/officeDocument/2006/relationships/image" Target="../media/image12.png" /><Relationship Id="rId130" Type="http://schemas.openxmlformats.org/officeDocument/2006/relationships/image" Target="../media/image129.png" /><Relationship Id="rId1300" Type="http://schemas.openxmlformats.org/officeDocument/2006/relationships/image" Target="../media/image1299.png" /><Relationship Id="rId1301" Type="http://schemas.openxmlformats.org/officeDocument/2006/relationships/image" Target="../media/image1300.png" /><Relationship Id="rId1302" Type="http://schemas.openxmlformats.org/officeDocument/2006/relationships/image" Target="../media/image1301.png" /><Relationship Id="rId1303" Type="http://schemas.openxmlformats.org/officeDocument/2006/relationships/image" Target="../media/image1302.png" /><Relationship Id="rId1304" Type="http://schemas.openxmlformats.org/officeDocument/2006/relationships/image" Target="../media/image1303.png" /><Relationship Id="rId1305" Type="http://schemas.openxmlformats.org/officeDocument/2006/relationships/image" Target="../media/image1304.png" /><Relationship Id="rId1306" Type="http://schemas.openxmlformats.org/officeDocument/2006/relationships/image" Target="../media/image1305.png" /><Relationship Id="rId1307" Type="http://schemas.openxmlformats.org/officeDocument/2006/relationships/image" Target="../media/image1306.png" /><Relationship Id="rId1308" Type="http://schemas.openxmlformats.org/officeDocument/2006/relationships/image" Target="../media/image1307.png" /><Relationship Id="rId1309" Type="http://schemas.openxmlformats.org/officeDocument/2006/relationships/image" Target="../media/image1308.png" /><Relationship Id="rId131" Type="http://schemas.openxmlformats.org/officeDocument/2006/relationships/image" Target="../media/image130.png" /><Relationship Id="rId1310" Type="http://schemas.openxmlformats.org/officeDocument/2006/relationships/image" Target="../media/image1309.png" /><Relationship Id="rId1311" Type="http://schemas.openxmlformats.org/officeDocument/2006/relationships/image" Target="../media/image1310.png" /><Relationship Id="rId1312" Type="http://schemas.openxmlformats.org/officeDocument/2006/relationships/image" Target="../media/image1311.png" /><Relationship Id="rId1313" Type="http://schemas.openxmlformats.org/officeDocument/2006/relationships/image" Target="../media/image1312.png" /><Relationship Id="rId1314" Type="http://schemas.openxmlformats.org/officeDocument/2006/relationships/image" Target="../media/image1313.png" /><Relationship Id="rId1315" Type="http://schemas.openxmlformats.org/officeDocument/2006/relationships/image" Target="../media/image1314.png" /><Relationship Id="rId1316" Type="http://schemas.openxmlformats.org/officeDocument/2006/relationships/image" Target="../media/image1315.png" /><Relationship Id="rId1317" Type="http://schemas.openxmlformats.org/officeDocument/2006/relationships/image" Target="../media/image1316.png" /><Relationship Id="rId1318" Type="http://schemas.openxmlformats.org/officeDocument/2006/relationships/image" Target="../media/image1317.png" /><Relationship Id="rId1319" Type="http://schemas.openxmlformats.org/officeDocument/2006/relationships/image" Target="../media/image1318.png" /><Relationship Id="rId132" Type="http://schemas.openxmlformats.org/officeDocument/2006/relationships/image" Target="../media/image131.png" /><Relationship Id="rId1320" Type="http://schemas.openxmlformats.org/officeDocument/2006/relationships/image" Target="../media/image1319.png" /><Relationship Id="rId1321" Type="http://schemas.openxmlformats.org/officeDocument/2006/relationships/image" Target="../media/image1320.png" /><Relationship Id="rId1322" Type="http://schemas.openxmlformats.org/officeDocument/2006/relationships/image" Target="../media/image1321.png" /><Relationship Id="rId1323" Type="http://schemas.openxmlformats.org/officeDocument/2006/relationships/image" Target="../media/image1322.png" /><Relationship Id="rId1324" Type="http://schemas.openxmlformats.org/officeDocument/2006/relationships/image" Target="../media/image1323.png" /><Relationship Id="rId1325" Type="http://schemas.openxmlformats.org/officeDocument/2006/relationships/image" Target="../media/image1324.png" /><Relationship Id="rId1326" Type="http://schemas.openxmlformats.org/officeDocument/2006/relationships/image" Target="../media/image1325.png" /><Relationship Id="rId1327" Type="http://schemas.openxmlformats.org/officeDocument/2006/relationships/image" Target="../media/image1326.png" /><Relationship Id="rId1328" Type="http://schemas.openxmlformats.org/officeDocument/2006/relationships/image" Target="../media/image1327.png" /><Relationship Id="rId1329" Type="http://schemas.openxmlformats.org/officeDocument/2006/relationships/image" Target="../media/image1328.png" /><Relationship Id="rId133" Type="http://schemas.openxmlformats.org/officeDocument/2006/relationships/image" Target="../media/image132.png" /><Relationship Id="rId1330" Type="http://schemas.openxmlformats.org/officeDocument/2006/relationships/image" Target="../media/image1329.png" /><Relationship Id="rId1331" Type="http://schemas.openxmlformats.org/officeDocument/2006/relationships/image" Target="../media/image1330.png" /><Relationship Id="rId1332" Type="http://schemas.openxmlformats.org/officeDocument/2006/relationships/image" Target="../media/image1331.png" /><Relationship Id="rId1333" Type="http://schemas.openxmlformats.org/officeDocument/2006/relationships/image" Target="../media/image1332.png" /><Relationship Id="rId1334" Type="http://schemas.openxmlformats.org/officeDocument/2006/relationships/image" Target="../media/image1333.png" /><Relationship Id="rId1335" Type="http://schemas.openxmlformats.org/officeDocument/2006/relationships/image" Target="../media/image1334.png" /><Relationship Id="rId1336" Type="http://schemas.openxmlformats.org/officeDocument/2006/relationships/image" Target="../media/image1335.png" /><Relationship Id="rId1337" Type="http://schemas.openxmlformats.org/officeDocument/2006/relationships/image" Target="../media/image1336.png" /><Relationship Id="rId1338" Type="http://schemas.openxmlformats.org/officeDocument/2006/relationships/image" Target="../media/image1337.png" /><Relationship Id="rId1339" Type="http://schemas.openxmlformats.org/officeDocument/2006/relationships/image" Target="../media/image1338.png" /><Relationship Id="rId134" Type="http://schemas.openxmlformats.org/officeDocument/2006/relationships/image" Target="../media/image133.png" /><Relationship Id="rId1340" Type="http://schemas.openxmlformats.org/officeDocument/2006/relationships/image" Target="../media/image1339.png" /><Relationship Id="rId1341" Type="http://schemas.openxmlformats.org/officeDocument/2006/relationships/image" Target="../media/image1340.png" /><Relationship Id="rId1342" Type="http://schemas.openxmlformats.org/officeDocument/2006/relationships/image" Target="../media/image1341.png" /><Relationship Id="rId1343" Type="http://schemas.openxmlformats.org/officeDocument/2006/relationships/image" Target="../media/image1342.png" /><Relationship Id="rId1344" Type="http://schemas.openxmlformats.org/officeDocument/2006/relationships/image" Target="../media/image1343.png" /><Relationship Id="rId1345" Type="http://schemas.openxmlformats.org/officeDocument/2006/relationships/image" Target="../media/image1344.png" /><Relationship Id="rId1346" Type="http://schemas.openxmlformats.org/officeDocument/2006/relationships/image" Target="../media/image1345.png" /><Relationship Id="rId1347" Type="http://schemas.openxmlformats.org/officeDocument/2006/relationships/image" Target="../media/image1346.png" /><Relationship Id="rId1348" Type="http://schemas.openxmlformats.org/officeDocument/2006/relationships/image" Target="../media/image1347.png" /><Relationship Id="rId1349" Type="http://schemas.openxmlformats.org/officeDocument/2006/relationships/image" Target="../media/image1348.png" /><Relationship Id="rId135" Type="http://schemas.openxmlformats.org/officeDocument/2006/relationships/image" Target="../media/image134.png" /><Relationship Id="rId1350" Type="http://schemas.openxmlformats.org/officeDocument/2006/relationships/image" Target="../media/image1349.png" /><Relationship Id="rId1351" Type="http://schemas.openxmlformats.org/officeDocument/2006/relationships/image" Target="../media/image1350.png" /><Relationship Id="rId1352" Type="http://schemas.openxmlformats.org/officeDocument/2006/relationships/image" Target="../media/image1351.png" /><Relationship Id="rId1353" Type="http://schemas.openxmlformats.org/officeDocument/2006/relationships/image" Target="../media/image1352.png" /><Relationship Id="rId1354" Type="http://schemas.openxmlformats.org/officeDocument/2006/relationships/image" Target="../media/image1353.png" /><Relationship Id="rId1355" Type="http://schemas.openxmlformats.org/officeDocument/2006/relationships/image" Target="../media/image1354.png" /><Relationship Id="rId1356" Type="http://schemas.openxmlformats.org/officeDocument/2006/relationships/image" Target="../media/image1355.png" /><Relationship Id="rId1357" Type="http://schemas.openxmlformats.org/officeDocument/2006/relationships/image" Target="../media/image1356.png" /><Relationship Id="rId1358" Type="http://schemas.openxmlformats.org/officeDocument/2006/relationships/image" Target="../media/image1357.png" /><Relationship Id="rId1359" Type="http://schemas.openxmlformats.org/officeDocument/2006/relationships/image" Target="../media/image1358.png" /><Relationship Id="rId136" Type="http://schemas.openxmlformats.org/officeDocument/2006/relationships/image" Target="../media/image135.png" /><Relationship Id="rId1360" Type="http://schemas.openxmlformats.org/officeDocument/2006/relationships/image" Target="../media/image1359.png" /><Relationship Id="rId1361" Type="http://schemas.openxmlformats.org/officeDocument/2006/relationships/image" Target="../media/image1360.png" /><Relationship Id="rId1362" Type="http://schemas.openxmlformats.org/officeDocument/2006/relationships/image" Target="../media/image1361.png" /><Relationship Id="rId1363" Type="http://schemas.openxmlformats.org/officeDocument/2006/relationships/image" Target="../media/image1362.png" /><Relationship Id="rId1364" Type="http://schemas.openxmlformats.org/officeDocument/2006/relationships/image" Target="../media/image1363.png" /><Relationship Id="rId1365" Type="http://schemas.openxmlformats.org/officeDocument/2006/relationships/image" Target="../media/image1364.png" /><Relationship Id="rId1366" Type="http://schemas.openxmlformats.org/officeDocument/2006/relationships/image" Target="../media/image1365.png" /><Relationship Id="rId1367" Type="http://schemas.openxmlformats.org/officeDocument/2006/relationships/image" Target="../media/image1366.png" /><Relationship Id="rId1368" Type="http://schemas.openxmlformats.org/officeDocument/2006/relationships/image" Target="../media/image1367.png" /><Relationship Id="rId1369" Type="http://schemas.openxmlformats.org/officeDocument/2006/relationships/image" Target="../media/image1368.png" /><Relationship Id="rId137" Type="http://schemas.openxmlformats.org/officeDocument/2006/relationships/image" Target="../media/image136.png" /><Relationship Id="rId1370" Type="http://schemas.openxmlformats.org/officeDocument/2006/relationships/image" Target="../media/image1369.png" /><Relationship Id="rId1371" Type="http://schemas.openxmlformats.org/officeDocument/2006/relationships/image" Target="../media/image1370.png" /><Relationship Id="rId1372" Type="http://schemas.openxmlformats.org/officeDocument/2006/relationships/image" Target="../media/image1371.png" /><Relationship Id="rId1373" Type="http://schemas.openxmlformats.org/officeDocument/2006/relationships/image" Target="../media/image1372.png" /><Relationship Id="rId1374" Type="http://schemas.openxmlformats.org/officeDocument/2006/relationships/image" Target="../media/image1373.png" /><Relationship Id="rId1375" Type="http://schemas.openxmlformats.org/officeDocument/2006/relationships/image" Target="../media/image1374.png" /><Relationship Id="rId1376" Type="http://schemas.openxmlformats.org/officeDocument/2006/relationships/image" Target="../media/image1375.png" /><Relationship Id="rId1377" Type="http://schemas.openxmlformats.org/officeDocument/2006/relationships/image" Target="../media/image1376.png" /><Relationship Id="rId1378" Type="http://schemas.openxmlformats.org/officeDocument/2006/relationships/image" Target="../media/image1377.png" /><Relationship Id="rId1379" Type="http://schemas.openxmlformats.org/officeDocument/2006/relationships/image" Target="../media/image1378.png" /><Relationship Id="rId138" Type="http://schemas.openxmlformats.org/officeDocument/2006/relationships/image" Target="../media/image137.png" /><Relationship Id="rId1380" Type="http://schemas.openxmlformats.org/officeDocument/2006/relationships/image" Target="../media/image1379.png" /><Relationship Id="rId1381" Type="http://schemas.openxmlformats.org/officeDocument/2006/relationships/image" Target="../media/image1380.png" /><Relationship Id="rId1382" Type="http://schemas.openxmlformats.org/officeDocument/2006/relationships/image" Target="../media/image1381.png" /><Relationship Id="rId1383" Type="http://schemas.openxmlformats.org/officeDocument/2006/relationships/image" Target="../media/image1382.png" /><Relationship Id="rId1384" Type="http://schemas.openxmlformats.org/officeDocument/2006/relationships/image" Target="../media/image1383.png" /><Relationship Id="rId1385" Type="http://schemas.openxmlformats.org/officeDocument/2006/relationships/image" Target="../media/image1384.png" /><Relationship Id="rId1386" Type="http://schemas.openxmlformats.org/officeDocument/2006/relationships/image" Target="../media/image1385.png" /><Relationship Id="rId1387" Type="http://schemas.openxmlformats.org/officeDocument/2006/relationships/image" Target="../media/image1386.png" /><Relationship Id="rId1388" Type="http://schemas.openxmlformats.org/officeDocument/2006/relationships/image" Target="../media/image1387.png" /><Relationship Id="rId1389" Type="http://schemas.openxmlformats.org/officeDocument/2006/relationships/image" Target="../media/image1388.png" /><Relationship Id="rId139" Type="http://schemas.openxmlformats.org/officeDocument/2006/relationships/image" Target="../media/image138.png" /><Relationship Id="rId1390" Type="http://schemas.openxmlformats.org/officeDocument/2006/relationships/image" Target="../media/image1389.png" /><Relationship Id="rId1391" Type="http://schemas.openxmlformats.org/officeDocument/2006/relationships/image" Target="../media/image1390.png" /><Relationship Id="rId1392" Type="http://schemas.openxmlformats.org/officeDocument/2006/relationships/image" Target="../media/image1391.png" /><Relationship Id="rId1393" Type="http://schemas.openxmlformats.org/officeDocument/2006/relationships/image" Target="../media/image1392.png" /><Relationship Id="rId1394" Type="http://schemas.openxmlformats.org/officeDocument/2006/relationships/image" Target="../media/image1393.png" /><Relationship Id="rId1395" Type="http://schemas.openxmlformats.org/officeDocument/2006/relationships/image" Target="../media/image1394.png" /><Relationship Id="rId1396" Type="http://schemas.openxmlformats.org/officeDocument/2006/relationships/image" Target="../media/image1395.png" /><Relationship Id="rId1397" Type="http://schemas.openxmlformats.org/officeDocument/2006/relationships/image" Target="../media/image1396.png" /><Relationship Id="rId1398" Type="http://schemas.openxmlformats.org/officeDocument/2006/relationships/image" Target="../media/image1397.png" /><Relationship Id="rId1399" Type="http://schemas.openxmlformats.org/officeDocument/2006/relationships/image" Target="../media/image1398.png" /><Relationship Id="rId14" Type="http://schemas.openxmlformats.org/officeDocument/2006/relationships/image" Target="../media/image13.png" /><Relationship Id="rId140" Type="http://schemas.openxmlformats.org/officeDocument/2006/relationships/image" Target="../media/image139.png" /><Relationship Id="rId1400" Type="http://schemas.openxmlformats.org/officeDocument/2006/relationships/image" Target="../media/image1399.png" /><Relationship Id="rId1401" Type="http://schemas.openxmlformats.org/officeDocument/2006/relationships/image" Target="../media/image1400.png" /><Relationship Id="rId1402" Type="http://schemas.openxmlformats.org/officeDocument/2006/relationships/image" Target="../media/image1401.png" /><Relationship Id="rId1403" Type="http://schemas.openxmlformats.org/officeDocument/2006/relationships/image" Target="../media/image1402.png" /><Relationship Id="rId141" Type="http://schemas.openxmlformats.org/officeDocument/2006/relationships/image" Target="../media/image140.png" /><Relationship Id="rId142" Type="http://schemas.openxmlformats.org/officeDocument/2006/relationships/image" Target="../media/image141.png" /><Relationship Id="rId143" Type="http://schemas.openxmlformats.org/officeDocument/2006/relationships/image" Target="../media/image142.png" /><Relationship Id="rId144" Type="http://schemas.openxmlformats.org/officeDocument/2006/relationships/image" Target="../media/image143.png" /><Relationship Id="rId145" Type="http://schemas.openxmlformats.org/officeDocument/2006/relationships/image" Target="../media/image144.png" /><Relationship Id="rId146" Type="http://schemas.openxmlformats.org/officeDocument/2006/relationships/image" Target="../media/image145.png" /><Relationship Id="rId147" Type="http://schemas.openxmlformats.org/officeDocument/2006/relationships/image" Target="../media/image146.png" /><Relationship Id="rId148" Type="http://schemas.openxmlformats.org/officeDocument/2006/relationships/image" Target="../media/image147.png" /><Relationship Id="rId149" Type="http://schemas.openxmlformats.org/officeDocument/2006/relationships/image" Target="../media/image148.png" /><Relationship Id="rId15" Type="http://schemas.openxmlformats.org/officeDocument/2006/relationships/image" Target="../media/image14.png" /><Relationship Id="rId150" Type="http://schemas.openxmlformats.org/officeDocument/2006/relationships/image" Target="../media/image149.png" /><Relationship Id="rId151" Type="http://schemas.openxmlformats.org/officeDocument/2006/relationships/image" Target="../media/image150.png" /><Relationship Id="rId152" Type="http://schemas.openxmlformats.org/officeDocument/2006/relationships/image" Target="../media/image151.png" /><Relationship Id="rId153" Type="http://schemas.openxmlformats.org/officeDocument/2006/relationships/image" Target="../media/image152.png" /><Relationship Id="rId154" Type="http://schemas.openxmlformats.org/officeDocument/2006/relationships/image" Target="../media/image153.png" /><Relationship Id="rId155" Type="http://schemas.openxmlformats.org/officeDocument/2006/relationships/image" Target="../media/image154.png" /><Relationship Id="rId156" Type="http://schemas.openxmlformats.org/officeDocument/2006/relationships/image" Target="../media/image155.png" /><Relationship Id="rId157" Type="http://schemas.openxmlformats.org/officeDocument/2006/relationships/image" Target="../media/image156.png" /><Relationship Id="rId158" Type="http://schemas.openxmlformats.org/officeDocument/2006/relationships/image" Target="../media/image157.png" /><Relationship Id="rId159" Type="http://schemas.openxmlformats.org/officeDocument/2006/relationships/image" Target="../media/image158.png" /><Relationship Id="rId16" Type="http://schemas.openxmlformats.org/officeDocument/2006/relationships/image" Target="../media/image15.png" /><Relationship Id="rId160" Type="http://schemas.openxmlformats.org/officeDocument/2006/relationships/image" Target="../media/image159.png" /><Relationship Id="rId161" Type="http://schemas.openxmlformats.org/officeDocument/2006/relationships/image" Target="../media/image160.png" /><Relationship Id="rId162" Type="http://schemas.openxmlformats.org/officeDocument/2006/relationships/image" Target="../media/image161.png" /><Relationship Id="rId163" Type="http://schemas.openxmlformats.org/officeDocument/2006/relationships/image" Target="../media/image162.png" /><Relationship Id="rId164" Type="http://schemas.openxmlformats.org/officeDocument/2006/relationships/image" Target="../media/image163.png" /><Relationship Id="rId165" Type="http://schemas.openxmlformats.org/officeDocument/2006/relationships/image" Target="../media/image164.png" /><Relationship Id="rId166" Type="http://schemas.openxmlformats.org/officeDocument/2006/relationships/image" Target="../media/image165.png" /><Relationship Id="rId167" Type="http://schemas.openxmlformats.org/officeDocument/2006/relationships/image" Target="../media/image166.png" /><Relationship Id="rId168" Type="http://schemas.openxmlformats.org/officeDocument/2006/relationships/image" Target="../media/image167.png" /><Relationship Id="rId169" Type="http://schemas.openxmlformats.org/officeDocument/2006/relationships/image" Target="../media/image168.png" /><Relationship Id="rId17" Type="http://schemas.openxmlformats.org/officeDocument/2006/relationships/image" Target="../media/image16.png" /><Relationship Id="rId170" Type="http://schemas.openxmlformats.org/officeDocument/2006/relationships/image" Target="../media/image169.png" /><Relationship Id="rId171" Type="http://schemas.openxmlformats.org/officeDocument/2006/relationships/image" Target="../media/image170.png" /><Relationship Id="rId172" Type="http://schemas.openxmlformats.org/officeDocument/2006/relationships/image" Target="../media/image171.png" /><Relationship Id="rId173" Type="http://schemas.openxmlformats.org/officeDocument/2006/relationships/image" Target="../media/image172.png" /><Relationship Id="rId174" Type="http://schemas.openxmlformats.org/officeDocument/2006/relationships/image" Target="../media/image173.png" /><Relationship Id="rId175" Type="http://schemas.openxmlformats.org/officeDocument/2006/relationships/image" Target="../media/image174.png" /><Relationship Id="rId176" Type="http://schemas.openxmlformats.org/officeDocument/2006/relationships/image" Target="../media/image175.png" /><Relationship Id="rId177" Type="http://schemas.openxmlformats.org/officeDocument/2006/relationships/image" Target="../media/image176.png" /><Relationship Id="rId178" Type="http://schemas.openxmlformats.org/officeDocument/2006/relationships/image" Target="../media/image177.png" /><Relationship Id="rId179" Type="http://schemas.openxmlformats.org/officeDocument/2006/relationships/image" Target="../media/image178.png" /><Relationship Id="rId18" Type="http://schemas.openxmlformats.org/officeDocument/2006/relationships/image" Target="../media/image17.png" /><Relationship Id="rId180" Type="http://schemas.openxmlformats.org/officeDocument/2006/relationships/image" Target="../media/image179.png" /><Relationship Id="rId181" Type="http://schemas.openxmlformats.org/officeDocument/2006/relationships/image" Target="../media/image180.png" /><Relationship Id="rId182" Type="http://schemas.openxmlformats.org/officeDocument/2006/relationships/image" Target="../media/image181.png" /><Relationship Id="rId183" Type="http://schemas.openxmlformats.org/officeDocument/2006/relationships/image" Target="../media/image182.png" /><Relationship Id="rId184" Type="http://schemas.openxmlformats.org/officeDocument/2006/relationships/image" Target="../media/image183.png" /><Relationship Id="rId185" Type="http://schemas.openxmlformats.org/officeDocument/2006/relationships/image" Target="../media/image184.png" /><Relationship Id="rId186" Type="http://schemas.openxmlformats.org/officeDocument/2006/relationships/image" Target="../media/image185.png" /><Relationship Id="rId187" Type="http://schemas.openxmlformats.org/officeDocument/2006/relationships/image" Target="../media/image186.png" /><Relationship Id="rId188" Type="http://schemas.openxmlformats.org/officeDocument/2006/relationships/image" Target="../media/image187.png" /><Relationship Id="rId189" Type="http://schemas.openxmlformats.org/officeDocument/2006/relationships/image" Target="../media/image188.png" /><Relationship Id="rId19" Type="http://schemas.openxmlformats.org/officeDocument/2006/relationships/image" Target="../media/image18.png" /><Relationship Id="rId190" Type="http://schemas.openxmlformats.org/officeDocument/2006/relationships/image" Target="../media/image189.png" /><Relationship Id="rId191" Type="http://schemas.openxmlformats.org/officeDocument/2006/relationships/image" Target="../media/image190.png" /><Relationship Id="rId192" Type="http://schemas.openxmlformats.org/officeDocument/2006/relationships/image" Target="../media/image191.png" /><Relationship Id="rId193" Type="http://schemas.openxmlformats.org/officeDocument/2006/relationships/image" Target="../media/image192.png" /><Relationship Id="rId194" Type="http://schemas.openxmlformats.org/officeDocument/2006/relationships/image" Target="../media/image193.png" /><Relationship Id="rId195" Type="http://schemas.openxmlformats.org/officeDocument/2006/relationships/image" Target="../media/image194.png" /><Relationship Id="rId196" Type="http://schemas.openxmlformats.org/officeDocument/2006/relationships/image" Target="../media/image195.png" /><Relationship Id="rId197" Type="http://schemas.openxmlformats.org/officeDocument/2006/relationships/image" Target="../media/image196.png" /><Relationship Id="rId198" Type="http://schemas.openxmlformats.org/officeDocument/2006/relationships/image" Target="../media/image197.png" /><Relationship Id="rId199" Type="http://schemas.openxmlformats.org/officeDocument/2006/relationships/image" Target="../media/image198.png" /><Relationship Id="rId2" Type="http://schemas.openxmlformats.org/officeDocument/2006/relationships/image" Target="../media/image1.png" /><Relationship Id="rId20" Type="http://schemas.openxmlformats.org/officeDocument/2006/relationships/image" Target="../media/image19.png" /><Relationship Id="rId200" Type="http://schemas.openxmlformats.org/officeDocument/2006/relationships/image" Target="../media/image199.png" /><Relationship Id="rId201" Type="http://schemas.openxmlformats.org/officeDocument/2006/relationships/image" Target="../media/image200.png" /><Relationship Id="rId202" Type="http://schemas.openxmlformats.org/officeDocument/2006/relationships/image" Target="../media/image201.png" /><Relationship Id="rId203" Type="http://schemas.openxmlformats.org/officeDocument/2006/relationships/image" Target="../media/image202.png" /><Relationship Id="rId204" Type="http://schemas.openxmlformats.org/officeDocument/2006/relationships/image" Target="../media/image203.png" /><Relationship Id="rId205" Type="http://schemas.openxmlformats.org/officeDocument/2006/relationships/image" Target="../media/image204.png" /><Relationship Id="rId206" Type="http://schemas.openxmlformats.org/officeDocument/2006/relationships/image" Target="../media/image205.png" /><Relationship Id="rId207" Type="http://schemas.openxmlformats.org/officeDocument/2006/relationships/image" Target="../media/image206.png" /><Relationship Id="rId208" Type="http://schemas.openxmlformats.org/officeDocument/2006/relationships/image" Target="../media/image207.png" /><Relationship Id="rId209" Type="http://schemas.openxmlformats.org/officeDocument/2006/relationships/image" Target="../media/image208.png" /><Relationship Id="rId21" Type="http://schemas.openxmlformats.org/officeDocument/2006/relationships/image" Target="../media/image20.png" /><Relationship Id="rId210" Type="http://schemas.openxmlformats.org/officeDocument/2006/relationships/image" Target="../media/image209.png" /><Relationship Id="rId211" Type="http://schemas.openxmlformats.org/officeDocument/2006/relationships/image" Target="../media/image210.png" /><Relationship Id="rId212" Type="http://schemas.openxmlformats.org/officeDocument/2006/relationships/image" Target="../media/image211.png" /><Relationship Id="rId213" Type="http://schemas.openxmlformats.org/officeDocument/2006/relationships/image" Target="../media/image212.png" /><Relationship Id="rId214" Type="http://schemas.openxmlformats.org/officeDocument/2006/relationships/image" Target="../media/image213.png" /><Relationship Id="rId215" Type="http://schemas.openxmlformats.org/officeDocument/2006/relationships/image" Target="../media/image214.png" /><Relationship Id="rId216" Type="http://schemas.openxmlformats.org/officeDocument/2006/relationships/image" Target="../media/image215.png" /><Relationship Id="rId217" Type="http://schemas.openxmlformats.org/officeDocument/2006/relationships/image" Target="../media/image216.png" /><Relationship Id="rId218" Type="http://schemas.openxmlformats.org/officeDocument/2006/relationships/image" Target="../media/image217.png" /><Relationship Id="rId219" Type="http://schemas.openxmlformats.org/officeDocument/2006/relationships/image" Target="../media/image218.png" /><Relationship Id="rId22" Type="http://schemas.openxmlformats.org/officeDocument/2006/relationships/image" Target="../media/image21.png" /><Relationship Id="rId220" Type="http://schemas.openxmlformats.org/officeDocument/2006/relationships/image" Target="../media/image219.png" /><Relationship Id="rId221" Type="http://schemas.openxmlformats.org/officeDocument/2006/relationships/image" Target="../media/image220.png" /><Relationship Id="rId222" Type="http://schemas.openxmlformats.org/officeDocument/2006/relationships/image" Target="../media/image221.png" /><Relationship Id="rId223" Type="http://schemas.openxmlformats.org/officeDocument/2006/relationships/image" Target="../media/image222.png" /><Relationship Id="rId224" Type="http://schemas.openxmlformats.org/officeDocument/2006/relationships/image" Target="../media/image223.png" /><Relationship Id="rId225" Type="http://schemas.openxmlformats.org/officeDocument/2006/relationships/image" Target="../media/image224.png" /><Relationship Id="rId226" Type="http://schemas.openxmlformats.org/officeDocument/2006/relationships/image" Target="../media/image225.png" /><Relationship Id="rId227" Type="http://schemas.openxmlformats.org/officeDocument/2006/relationships/image" Target="../media/image226.png" /><Relationship Id="rId228" Type="http://schemas.openxmlformats.org/officeDocument/2006/relationships/image" Target="../media/image227.png" /><Relationship Id="rId229" Type="http://schemas.openxmlformats.org/officeDocument/2006/relationships/image" Target="../media/image228.png" /><Relationship Id="rId23" Type="http://schemas.openxmlformats.org/officeDocument/2006/relationships/image" Target="../media/image22.png" /><Relationship Id="rId230" Type="http://schemas.openxmlformats.org/officeDocument/2006/relationships/image" Target="../media/image229.png" /><Relationship Id="rId231" Type="http://schemas.openxmlformats.org/officeDocument/2006/relationships/image" Target="../media/image230.png" /><Relationship Id="rId232" Type="http://schemas.openxmlformats.org/officeDocument/2006/relationships/image" Target="../media/image231.png" /><Relationship Id="rId233" Type="http://schemas.openxmlformats.org/officeDocument/2006/relationships/image" Target="../media/image232.png" /><Relationship Id="rId234" Type="http://schemas.openxmlformats.org/officeDocument/2006/relationships/image" Target="../media/image233.png" /><Relationship Id="rId235" Type="http://schemas.openxmlformats.org/officeDocument/2006/relationships/image" Target="../media/image234.png" /><Relationship Id="rId236" Type="http://schemas.openxmlformats.org/officeDocument/2006/relationships/image" Target="../media/image235.png" /><Relationship Id="rId237" Type="http://schemas.openxmlformats.org/officeDocument/2006/relationships/image" Target="../media/image236.png" /><Relationship Id="rId238" Type="http://schemas.openxmlformats.org/officeDocument/2006/relationships/image" Target="../media/image237.png" /><Relationship Id="rId239" Type="http://schemas.openxmlformats.org/officeDocument/2006/relationships/image" Target="../media/image238.png" /><Relationship Id="rId24" Type="http://schemas.openxmlformats.org/officeDocument/2006/relationships/image" Target="../media/image23.png" /><Relationship Id="rId240" Type="http://schemas.openxmlformats.org/officeDocument/2006/relationships/image" Target="../media/image239.png" /><Relationship Id="rId241" Type="http://schemas.openxmlformats.org/officeDocument/2006/relationships/image" Target="../media/image240.png" /><Relationship Id="rId242" Type="http://schemas.openxmlformats.org/officeDocument/2006/relationships/image" Target="../media/image241.png" /><Relationship Id="rId243" Type="http://schemas.openxmlformats.org/officeDocument/2006/relationships/image" Target="../media/image242.png" /><Relationship Id="rId244" Type="http://schemas.openxmlformats.org/officeDocument/2006/relationships/image" Target="../media/image243.png" /><Relationship Id="rId245" Type="http://schemas.openxmlformats.org/officeDocument/2006/relationships/image" Target="../media/image244.png" /><Relationship Id="rId246" Type="http://schemas.openxmlformats.org/officeDocument/2006/relationships/image" Target="../media/image245.png" /><Relationship Id="rId247" Type="http://schemas.openxmlformats.org/officeDocument/2006/relationships/image" Target="../media/image246.png" /><Relationship Id="rId248" Type="http://schemas.openxmlformats.org/officeDocument/2006/relationships/image" Target="../media/image247.png" /><Relationship Id="rId249" Type="http://schemas.openxmlformats.org/officeDocument/2006/relationships/image" Target="../media/image248.png" /><Relationship Id="rId25" Type="http://schemas.openxmlformats.org/officeDocument/2006/relationships/image" Target="../media/image24.png" /><Relationship Id="rId250" Type="http://schemas.openxmlformats.org/officeDocument/2006/relationships/image" Target="../media/image249.png" /><Relationship Id="rId251" Type="http://schemas.openxmlformats.org/officeDocument/2006/relationships/image" Target="../media/image250.png" /><Relationship Id="rId252" Type="http://schemas.openxmlformats.org/officeDocument/2006/relationships/image" Target="../media/image251.png" /><Relationship Id="rId253" Type="http://schemas.openxmlformats.org/officeDocument/2006/relationships/image" Target="../media/image252.png" /><Relationship Id="rId254" Type="http://schemas.openxmlformats.org/officeDocument/2006/relationships/image" Target="../media/image253.png" /><Relationship Id="rId255" Type="http://schemas.openxmlformats.org/officeDocument/2006/relationships/image" Target="../media/image254.png" /><Relationship Id="rId256" Type="http://schemas.openxmlformats.org/officeDocument/2006/relationships/image" Target="../media/image255.png" /><Relationship Id="rId257" Type="http://schemas.openxmlformats.org/officeDocument/2006/relationships/image" Target="../media/image256.png" /><Relationship Id="rId258" Type="http://schemas.openxmlformats.org/officeDocument/2006/relationships/image" Target="../media/image257.png" /><Relationship Id="rId259" Type="http://schemas.openxmlformats.org/officeDocument/2006/relationships/image" Target="../media/image258.png" /><Relationship Id="rId26" Type="http://schemas.openxmlformats.org/officeDocument/2006/relationships/image" Target="../media/image25.png" /><Relationship Id="rId260" Type="http://schemas.openxmlformats.org/officeDocument/2006/relationships/image" Target="../media/image259.png" /><Relationship Id="rId261" Type="http://schemas.openxmlformats.org/officeDocument/2006/relationships/image" Target="../media/image260.png" /><Relationship Id="rId262" Type="http://schemas.openxmlformats.org/officeDocument/2006/relationships/image" Target="../media/image261.png" /><Relationship Id="rId263" Type="http://schemas.openxmlformats.org/officeDocument/2006/relationships/image" Target="../media/image262.png" /><Relationship Id="rId264" Type="http://schemas.openxmlformats.org/officeDocument/2006/relationships/image" Target="../media/image263.png" /><Relationship Id="rId265" Type="http://schemas.openxmlformats.org/officeDocument/2006/relationships/image" Target="../media/image264.png" /><Relationship Id="rId266" Type="http://schemas.openxmlformats.org/officeDocument/2006/relationships/image" Target="../media/image265.png" /><Relationship Id="rId267" Type="http://schemas.openxmlformats.org/officeDocument/2006/relationships/image" Target="../media/image266.png" /><Relationship Id="rId268" Type="http://schemas.openxmlformats.org/officeDocument/2006/relationships/image" Target="../media/image267.png" /><Relationship Id="rId269" Type="http://schemas.openxmlformats.org/officeDocument/2006/relationships/image" Target="../media/image268.png" /><Relationship Id="rId27" Type="http://schemas.openxmlformats.org/officeDocument/2006/relationships/image" Target="../media/image26.png" /><Relationship Id="rId270" Type="http://schemas.openxmlformats.org/officeDocument/2006/relationships/image" Target="../media/image269.png" /><Relationship Id="rId271" Type="http://schemas.openxmlformats.org/officeDocument/2006/relationships/image" Target="../media/image270.png" /><Relationship Id="rId272" Type="http://schemas.openxmlformats.org/officeDocument/2006/relationships/image" Target="../media/image271.png" /><Relationship Id="rId273" Type="http://schemas.openxmlformats.org/officeDocument/2006/relationships/image" Target="../media/image272.png" /><Relationship Id="rId274" Type="http://schemas.openxmlformats.org/officeDocument/2006/relationships/image" Target="../media/image273.png" /><Relationship Id="rId275" Type="http://schemas.openxmlformats.org/officeDocument/2006/relationships/image" Target="../media/image274.png" /><Relationship Id="rId276" Type="http://schemas.openxmlformats.org/officeDocument/2006/relationships/image" Target="../media/image275.png" /><Relationship Id="rId277" Type="http://schemas.openxmlformats.org/officeDocument/2006/relationships/image" Target="../media/image276.png" /><Relationship Id="rId278" Type="http://schemas.openxmlformats.org/officeDocument/2006/relationships/image" Target="../media/image277.png" /><Relationship Id="rId279" Type="http://schemas.openxmlformats.org/officeDocument/2006/relationships/image" Target="../media/image278.png" /><Relationship Id="rId28" Type="http://schemas.openxmlformats.org/officeDocument/2006/relationships/image" Target="../media/image27.png" /><Relationship Id="rId280" Type="http://schemas.openxmlformats.org/officeDocument/2006/relationships/image" Target="../media/image279.png" /><Relationship Id="rId281" Type="http://schemas.openxmlformats.org/officeDocument/2006/relationships/image" Target="../media/image280.png" /><Relationship Id="rId282" Type="http://schemas.openxmlformats.org/officeDocument/2006/relationships/image" Target="../media/image281.png" /><Relationship Id="rId283" Type="http://schemas.openxmlformats.org/officeDocument/2006/relationships/image" Target="../media/image282.png" /><Relationship Id="rId284" Type="http://schemas.openxmlformats.org/officeDocument/2006/relationships/image" Target="../media/image283.png" /><Relationship Id="rId285" Type="http://schemas.openxmlformats.org/officeDocument/2006/relationships/image" Target="../media/image284.png" /><Relationship Id="rId286" Type="http://schemas.openxmlformats.org/officeDocument/2006/relationships/image" Target="../media/image285.png" /><Relationship Id="rId287" Type="http://schemas.openxmlformats.org/officeDocument/2006/relationships/image" Target="../media/image286.png" /><Relationship Id="rId288" Type="http://schemas.openxmlformats.org/officeDocument/2006/relationships/image" Target="../media/image287.png" /><Relationship Id="rId289" Type="http://schemas.openxmlformats.org/officeDocument/2006/relationships/image" Target="../media/image288.png" /><Relationship Id="rId29" Type="http://schemas.openxmlformats.org/officeDocument/2006/relationships/image" Target="../media/image28.png" /><Relationship Id="rId290" Type="http://schemas.openxmlformats.org/officeDocument/2006/relationships/image" Target="../media/image289.png" /><Relationship Id="rId291" Type="http://schemas.openxmlformats.org/officeDocument/2006/relationships/image" Target="../media/image290.png" /><Relationship Id="rId292" Type="http://schemas.openxmlformats.org/officeDocument/2006/relationships/image" Target="../media/image291.png" /><Relationship Id="rId293" Type="http://schemas.openxmlformats.org/officeDocument/2006/relationships/image" Target="../media/image292.png" /><Relationship Id="rId294" Type="http://schemas.openxmlformats.org/officeDocument/2006/relationships/image" Target="../media/image293.png" /><Relationship Id="rId295" Type="http://schemas.openxmlformats.org/officeDocument/2006/relationships/image" Target="../media/image294.png" /><Relationship Id="rId296" Type="http://schemas.openxmlformats.org/officeDocument/2006/relationships/image" Target="../media/image295.png" /><Relationship Id="rId297" Type="http://schemas.openxmlformats.org/officeDocument/2006/relationships/image" Target="../media/image296.png" /><Relationship Id="rId298" Type="http://schemas.openxmlformats.org/officeDocument/2006/relationships/image" Target="../media/image297.png" /><Relationship Id="rId299" Type="http://schemas.openxmlformats.org/officeDocument/2006/relationships/image" Target="../media/image298.png" /><Relationship Id="rId3" Type="http://schemas.openxmlformats.org/officeDocument/2006/relationships/image" Target="../media/image2.png" /><Relationship Id="rId30" Type="http://schemas.openxmlformats.org/officeDocument/2006/relationships/image" Target="../media/image29.png" /><Relationship Id="rId300" Type="http://schemas.openxmlformats.org/officeDocument/2006/relationships/image" Target="../media/image299.png" /><Relationship Id="rId301" Type="http://schemas.openxmlformats.org/officeDocument/2006/relationships/image" Target="../media/image300.png" /><Relationship Id="rId302" Type="http://schemas.openxmlformats.org/officeDocument/2006/relationships/image" Target="../media/image301.png" /><Relationship Id="rId303" Type="http://schemas.openxmlformats.org/officeDocument/2006/relationships/image" Target="../media/image302.png" /><Relationship Id="rId304" Type="http://schemas.openxmlformats.org/officeDocument/2006/relationships/image" Target="../media/image303.png" /><Relationship Id="rId305" Type="http://schemas.openxmlformats.org/officeDocument/2006/relationships/image" Target="../media/image304.png" /><Relationship Id="rId306" Type="http://schemas.openxmlformats.org/officeDocument/2006/relationships/image" Target="../media/image305.png" /><Relationship Id="rId307" Type="http://schemas.openxmlformats.org/officeDocument/2006/relationships/image" Target="../media/image306.png" /><Relationship Id="rId308" Type="http://schemas.openxmlformats.org/officeDocument/2006/relationships/image" Target="../media/image307.png" /><Relationship Id="rId309" Type="http://schemas.openxmlformats.org/officeDocument/2006/relationships/image" Target="../media/image308.png" /><Relationship Id="rId31" Type="http://schemas.openxmlformats.org/officeDocument/2006/relationships/image" Target="../media/image30.png" /><Relationship Id="rId310" Type="http://schemas.openxmlformats.org/officeDocument/2006/relationships/image" Target="../media/image309.png" /><Relationship Id="rId311" Type="http://schemas.openxmlformats.org/officeDocument/2006/relationships/image" Target="../media/image310.png" /><Relationship Id="rId312" Type="http://schemas.openxmlformats.org/officeDocument/2006/relationships/image" Target="../media/image311.png" /><Relationship Id="rId313" Type="http://schemas.openxmlformats.org/officeDocument/2006/relationships/image" Target="../media/image312.png" /><Relationship Id="rId314" Type="http://schemas.openxmlformats.org/officeDocument/2006/relationships/image" Target="../media/image313.png" /><Relationship Id="rId315" Type="http://schemas.openxmlformats.org/officeDocument/2006/relationships/image" Target="../media/image314.png" /><Relationship Id="rId316" Type="http://schemas.openxmlformats.org/officeDocument/2006/relationships/image" Target="../media/image315.png" /><Relationship Id="rId317" Type="http://schemas.openxmlformats.org/officeDocument/2006/relationships/image" Target="../media/image316.png" /><Relationship Id="rId318" Type="http://schemas.openxmlformats.org/officeDocument/2006/relationships/image" Target="../media/image317.png" /><Relationship Id="rId319" Type="http://schemas.openxmlformats.org/officeDocument/2006/relationships/image" Target="../media/image318.png" /><Relationship Id="rId32" Type="http://schemas.openxmlformats.org/officeDocument/2006/relationships/image" Target="../media/image31.png" /><Relationship Id="rId320" Type="http://schemas.openxmlformats.org/officeDocument/2006/relationships/image" Target="../media/image319.png" /><Relationship Id="rId321" Type="http://schemas.openxmlformats.org/officeDocument/2006/relationships/image" Target="../media/image320.png" /><Relationship Id="rId322" Type="http://schemas.openxmlformats.org/officeDocument/2006/relationships/image" Target="../media/image321.png" /><Relationship Id="rId323" Type="http://schemas.openxmlformats.org/officeDocument/2006/relationships/image" Target="../media/image322.png" /><Relationship Id="rId324" Type="http://schemas.openxmlformats.org/officeDocument/2006/relationships/image" Target="../media/image323.png" /><Relationship Id="rId325" Type="http://schemas.openxmlformats.org/officeDocument/2006/relationships/image" Target="../media/image324.png" /><Relationship Id="rId326" Type="http://schemas.openxmlformats.org/officeDocument/2006/relationships/image" Target="../media/image325.png" /><Relationship Id="rId327" Type="http://schemas.openxmlformats.org/officeDocument/2006/relationships/image" Target="../media/image326.png" /><Relationship Id="rId328" Type="http://schemas.openxmlformats.org/officeDocument/2006/relationships/image" Target="../media/image327.png" /><Relationship Id="rId329" Type="http://schemas.openxmlformats.org/officeDocument/2006/relationships/image" Target="../media/image328.png" /><Relationship Id="rId33" Type="http://schemas.openxmlformats.org/officeDocument/2006/relationships/image" Target="../media/image32.png" /><Relationship Id="rId330" Type="http://schemas.openxmlformats.org/officeDocument/2006/relationships/image" Target="../media/image329.png" /><Relationship Id="rId331" Type="http://schemas.openxmlformats.org/officeDocument/2006/relationships/image" Target="../media/image330.png" /><Relationship Id="rId332" Type="http://schemas.openxmlformats.org/officeDocument/2006/relationships/image" Target="../media/image331.png" /><Relationship Id="rId333" Type="http://schemas.openxmlformats.org/officeDocument/2006/relationships/image" Target="../media/image332.png" /><Relationship Id="rId334" Type="http://schemas.openxmlformats.org/officeDocument/2006/relationships/image" Target="../media/image333.png" /><Relationship Id="rId335" Type="http://schemas.openxmlformats.org/officeDocument/2006/relationships/image" Target="../media/image334.png" /><Relationship Id="rId336" Type="http://schemas.openxmlformats.org/officeDocument/2006/relationships/image" Target="../media/image335.png" /><Relationship Id="rId337" Type="http://schemas.openxmlformats.org/officeDocument/2006/relationships/image" Target="../media/image336.png" /><Relationship Id="rId338" Type="http://schemas.openxmlformats.org/officeDocument/2006/relationships/image" Target="../media/image337.png" /><Relationship Id="rId339" Type="http://schemas.openxmlformats.org/officeDocument/2006/relationships/image" Target="../media/image338.png" /><Relationship Id="rId34" Type="http://schemas.openxmlformats.org/officeDocument/2006/relationships/image" Target="../media/image33.png" /><Relationship Id="rId340" Type="http://schemas.openxmlformats.org/officeDocument/2006/relationships/image" Target="../media/image339.png" /><Relationship Id="rId341" Type="http://schemas.openxmlformats.org/officeDocument/2006/relationships/image" Target="../media/image340.png" /><Relationship Id="rId342" Type="http://schemas.openxmlformats.org/officeDocument/2006/relationships/image" Target="../media/image341.png" /><Relationship Id="rId343" Type="http://schemas.openxmlformats.org/officeDocument/2006/relationships/image" Target="../media/image342.png" /><Relationship Id="rId344" Type="http://schemas.openxmlformats.org/officeDocument/2006/relationships/image" Target="../media/image343.png" /><Relationship Id="rId345" Type="http://schemas.openxmlformats.org/officeDocument/2006/relationships/image" Target="../media/image344.png" /><Relationship Id="rId346" Type="http://schemas.openxmlformats.org/officeDocument/2006/relationships/image" Target="../media/image345.png" /><Relationship Id="rId347" Type="http://schemas.openxmlformats.org/officeDocument/2006/relationships/image" Target="../media/image346.png" /><Relationship Id="rId348" Type="http://schemas.openxmlformats.org/officeDocument/2006/relationships/image" Target="../media/image347.png" /><Relationship Id="rId349" Type="http://schemas.openxmlformats.org/officeDocument/2006/relationships/image" Target="../media/image348.png" /><Relationship Id="rId35" Type="http://schemas.openxmlformats.org/officeDocument/2006/relationships/image" Target="../media/image34.png" /><Relationship Id="rId350" Type="http://schemas.openxmlformats.org/officeDocument/2006/relationships/image" Target="../media/image349.png" /><Relationship Id="rId351" Type="http://schemas.openxmlformats.org/officeDocument/2006/relationships/image" Target="../media/image350.png" /><Relationship Id="rId352" Type="http://schemas.openxmlformats.org/officeDocument/2006/relationships/image" Target="../media/image351.png" /><Relationship Id="rId353" Type="http://schemas.openxmlformats.org/officeDocument/2006/relationships/image" Target="../media/image352.png" /><Relationship Id="rId354" Type="http://schemas.openxmlformats.org/officeDocument/2006/relationships/image" Target="../media/image353.png" /><Relationship Id="rId355" Type="http://schemas.openxmlformats.org/officeDocument/2006/relationships/image" Target="../media/image354.png" /><Relationship Id="rId356" Type="http://schemas.openxmlformats.org/officeDocument/2006/relationships/image" Target="../media/image355.png" /><Relationship Id="rId357" Type="http://schemas.openxmlformats.org/officeDocument/2006/relationships/image" Target="../media/image356.png" /><Relationship Id="rId358" Type="http://schemas.openxmlformats.org/officeDocument/2006/relationships/image" Target="../media/image357.png" /><Relationship Id="rId359" Type="http://schemas.openxmlformats.org/officeDocument/2006/relationships/image" Target="../media/image358.png" /><Relationship Id="rId36" Type="http://schemas.openxmlformats.org/officeDocument/2006/relationships/image" Target="../media/image35.png" /><Relationship Id="rId360" Type="http://schemas.openxmlformats.org/officeDocument/2006/relationships/image" Target="../media/image359.png" /><Relationship Id="rId361" Type="http://schemas.openxmlformats.org/officeDocument/2006/relationships/image" Target="../media/image360.png" /><Relationship Id="rId362" Type="http://schemas.openxmlformats.org/officeDocument/2006/relationships/image" Target="../media/image361.png" /><Relationship Id="rId363" Type="http://schemas.openxmlformats.org/officeDocument/2006/relationships/image" Target="../media/image362.png" /><Relationship Id="rId364" Type="http://schemas.openxmlformats.org/officeDocument/2006/relationships/image" Target="../media/image363.png" /><Relationship Id="rId365" Type="http://schemas.openxmlformats.org/officeDocument/2006/relationships/image" Target="../media/image364.png" /><Relationship Id="rId366" Type="http://schemas.openxmlformats.org/officeDocument/2006/relationships/image" Target="../media/image365.png" /><Relationship Id="rId367" Type="http://schemas.openxmlformats.org/officeDocument/2006/relationships/image" Target="../media/image366.png" /><Relationship Id="rId368" Type="http://schemas.openxmlformats.org/officeDocument/2006/relationships/image" Target="../media/image367.png" /><Relationship Id="rId369" Type="http://schemas.openxmlformats.org/officeDocument/2006/relationships/image" Target="../media/image368.png" /><Relationship Id="rId37" Type="http://schemas.openxmlformats.org/officeDocument/2006/relationships/image" Target="../media/image36.png" /><Relationship Id="rId370" Type="http://schemas.openxmlformats.org/officeDocument/2006/relationships/image" Target="../media/image369.png" /><Relationship Id="rId371" Type="http://schemas.openxmlformats.org/officeDocument/2006/relationships/image" Target="../media/image370.png" /><Relationship Id="rId372" Type="http://schemas.openxmlformats.org/officeDocument/2006/relationships/image" Target="../media/image371.png" /><Relationship Id="rId373" Type="http://schemas.openxmlformats.org/officeDocument/2006/relationships/image" Target="../media/image372.png" /><Relationship Id="rId374" Type="http://schemas.openxmlformats.org/officeDocument/2006/relationships/image" Target="../media/image373.png" /><Relationship Id="rId375" Type="http://schemas.openxmlformats.org/officeDocument/2006/relationships/image" Target="../media/image374.png" /><Relationship Id="rId376" Type="http://schemas.openxmlformats.org/officeDocument/2006/relationships/image" Target="../media/image375.png" /><Relationship Id="rId377" Type="http://schemas.openxmlformats.org/officeDocument/2006/relationships/image" Target="../media/image376.png" /><Relationship Id="rId378" Type="http://schemas.openxmlformats.org/officeDocument/2006/relationships/image" Target="../media/image377.png" /><Relationship Id="rId379" Type="http://schemas.openxmlformats.org/officeDocument/2006/relationships/image" Target="../media/image378.png" /><Relationship Id="rId38" Type="http://schemas.openxmlformats.org/officeDocument/2006/relationships/image" Target="../media/image37.png" /><Relationship Id="rId380" Type="http://schemas.openxmlformats.org/officeDocument/2006/relationships/image" Target="../media/image379.png" /><Relationship Id="rId381" Type="http://schemas.openxmlformats.org/officeDocument/2006/relationships/image" Target="../media/image380.png" /><Relationship Id="rId382" Type="http://schemas.openxmlformats.org/officeDocument/2006/relationships/image" Target="../media/image381.png" /><Relationship Id="rId383" Type="http://schemas.openxmlformats.org/officeDocument/2006/relationships/image" Target="../media/image382.png" /><Relationship Id="rId384" Type="http://schemas.openxmlformats.org/officeDocument/2006/relationships/image" Target="../media/image383.png" /><Relationship Id="rId385" Type="http://schemas.openxmlformats.org/officeDocument/2006/relationships/image" Target="../media/image384.png" /><Relationship Id="rId386" Type="http://schemas.openxmlformats.org/officeDocument/2006/relationships/image" Target="../media/image385.png" /><Relationship Id="rId387" Type="http://schemas.openxmlformats.org/officeDocument/2006/relationships/image" Target="../media/image386.png" /><Relationship Id="rId388" Type="http://schemas.openxmlformats.org/officeDocument/2006/relationships/image" Target="../media/image387.png" /><Relationship Id="rId389" Type="http://schemas.openxmlformats.org/officeDocument/2006/relationships/image" Target="../media/image388.png" /><Relationship Id="rId39" Type="http://schemas.openxmlformats.org/officeDocument/2006/relationships/image" Target="../media/image38.png" /><Relationship Id="rId390" Type="http://schemas.openxmlformats.org/officeDocument/2006/relationships/image" Target="../media/image389.png" /><Relationship Id="rId391" Type="http://schemas.openxmlformats.org/officeDocument/2006/relationships/image" Target="../media/image390.png" /><Relationship Id="rId392" Type="http://schemas.openxmlformats.org/officeDocument/2006/relationships/image" Target="../media/image391.png" /><Relationship Id="rId393" Type="http://schemas.openxmlformats.org/officeDocument/2006/relationships/image" Target="../media/image392.png" /><Relationship Id="rId394" Type="http://schemas.openxmlformats.org/officeDocument/2006/relationships/image" Target="../media/image393.png" /><Relationship Id="rId395" Type="http://schemas.openxmlformats.org/officeDocument/2006/relationships/image" Target="../media/image394.png" /><Relationship Id="rId396" Type="http://schemas.openxmlformats.org/officeDocument/2006/relationships/image" Target="../media/image395.png" /><Relationship Id="rId397" Type="http://schemas.openxmlformats.org/officeDocument/2006/relationships/image" Target="../media/image396.png" /><Relationship Id="rId398" Type="http://schemas.openxmlformats.org/officeDocument/2006/relationships/image" Target="../media/image397.png" /><Relationship Id="rId399" Type="http://schemas.openxmlformats.org/officeDocument/2006/relationships/image" Target="../media/image398.png" /><Relationship Id="rId4" Type="http://schemas.openxmlformats.org/officeDocument/2006/relationships/image" Target="../media/image3.png" /><Relationship Id="rId40" Type="http://schemas.openxmlformats.org/officeDocument/2006/relationships/image" Target="../media/image39.png" /><Relationship Id="rId400" Type="http://schemas.openxmlformats.org/officeDocument/2006/relationships/image" Target="../media/image399.png" /><Relationship Id="rId401" Type="http://schemas.openxmlformats.org/officeDocument/2006/relationships/image" Target="../media/image400.png" /><Relationship Id="rId402" Type="http://schemas.openxmlformats.org/officeDocument/2006/relationships/image" Target="../media/image401.png" /><Relationship Id="rId403" Type="http://schemas.openxmlformats.org/officeDocument/2006/relationships/image" Target="../media/image402.png" /><Relationship Id="rId404" Type="http://schemas.openxmlformats.org/officeDocument/2006/relationships/image" Target="../media/image403.png" /><Relationship Id="rId405" Type="http://schemas.openxmlformats.org/officeDocument/2006/relationships/image" Target="../media/image404.png" /><Relationship Id="rId406" Type="http://schemas.openxmlformats.org/officeDocument/2006/relationships/image" Target="../media/image405.png" /><Relationship Id="rId407" Type="http://schemas.openxmlformats.org/officeDocument/2006/relationships/image" Target="../media/image406.png" /><Relationship Id="rId408" Type="http://schemas.openxmlformats.org/officeDocument/2006/relationships/image" Target="../media/image407.png" /><Relationship Id="rId409" Type="http://schemas.openxmlformats.org/officeDocument/2006/relationships/image" Target="../media/image408.png" /><Relationship Id="rId41" Type="http://schemas.openxmlformats.org/officeDocument/2006/relationships/image" Target="../media/image40.png" /><Relationship Id="rId410" Type="http://schemas.openxmlformats.org/officeDocument/2006/relationships/image" Target="../media/image409.png" /><Relationship Id="rId411" Type="http://schemas.openxmlformats.org/officeDocument/2006/relationships/image" Target="../media/image410.png" /><Relationship Id="rId412" Type="http://schemas.openxmlformats.org/officeDocument/2006/relationships/image" Target="../media/image411.png" /><Relationship Id="rId413" Type="http://schemas.openxmlformats.org/officeDocument/2006/relationships/image" Target="../media/image412.png" /><Relationship Id="rId414" Type="http://schemas.openxmlformats.org/officeDocument/2006/relationships/image" Target="../media/image413.png" /><Relationship Id="rId415" Type="http://schemas.openxmlformats.org/officeDocument/2006/relationships/image" Target="../media/image414.png" /><Relationship Id="rId416" Type="http://schemas.openxmlformats.org/officeDocument/2006/relationships/image" Target="../media/image415.png" /><Relationship Id="rId417" Type="http://schemas.openxmlformats.org/officeDocument/2006/relationships/image" Target="../media/image416.png" /><Relationship Id="rId418" Type="http://schemas.openxmlformats.org/officeDocument/2006/relationships/image" Target="../media/image417.png" /><Relationship Id="rId419" Type="http://schemas.openxmlformats.org/officeDocument/2006/relationships/image" Target="../media/image418.png" /><Relationship Id="rId42" Type="http://schemas.openxmlformats.org/officeDocument/2006/relationships/image" Target="../media/image41.png" /><Relationship Id="rId420" Type="http://schemas.openxmlformats.org/officeDocument/2006/relationships/image" Target="../media/image419.png" /><Relationship Id="rId421" Type="http://schemas.openxmlformats.org/officeDocument/2006/relationships/image" Target="../media/image420.png" /><Relationship Id="rId422" Type="http://schemas.openxmlformats.org/officeDocument/2006/relationships/image" Target="../media/image421.png" /><Relationship Id="rId423" Type="http://schemas.openxmlformats.org/officeDocument/2006/relationships/image" Target="../media/image422.png" /><Relationship Id="rId424" Type="http://schemas.openxmlformats.org/officeDocument/2006/relationships/image" Target="../media/image423.png" /><Relationship Id="rId425" Type="http://schemas.openxmlformats.org/officeDocument/2006/relationships/image" Target="../media/image424.png" /><Relationship Id="rId426" Type="http://schemas.openxmlformats.org/officeDocument/2006/relationships/image" Target="../media/image425.png" /><Relationship Id="rId427" Type="http://schemas.openxmlformats.org/officeDocument/2006/relationships/image" Target="../media/image426.png" /><Relationship Id="rId428" Type="http://schemas.openxmlformats.org/officeDocument/2006/relationships/image" Target="../media/image427.png" /><Relationship Id="rId429" Type="http://schemas.openxmlformats.org/officeDocument/2006/relationships/image" Target="../media/image428.png" /><Relationship Id="rId43" Type="http://schemas.openxmlformats.org/officeDocument/2006/relationships/image" Target="../media/image42.png" /><Relationship Id="rId430" Type="http://schemas.openxmlformats.org/officeDocument/2006/relationships/image" Target="../media/image429.png" /><Relationship Id="rId431" Type="http://schemas.openxmlformats.org/officeDocument/2006/relationships/image" Target="../media/image430.png" /><Relationship Id="rId432" Type="http://schemas.openxmlformats.org/officeDocument/2006/relationships/image" Target="../media/image431.png" /><Relationship Id="rId433" Type="http://schemas.openxmlformats.org/officeDocument/2006/relationships/image" Target="../media/image432.png" /><Relationship Id="rId434" Type="http://schemas.openxmlformats.org/officeDocument/2006/relationships/image" Target="../media/image433.png" /><Relationship Id="rId435" Type="http://schemas.openxmlformats.org/officeDocument/2006/relationships/image" Target="../media/image434.png" /><Relationship Id="rId436" Type="http://schemas.openxmlformats.org/officeDocument/2006/relationships/image" Target="../media/image435.png" /><Relationship Id="rId437" Type="http://schemas.openxmlformats.org/officeDocument/2006/relationships/image" Target="../media/image436.png" /><Relationship Id="rId438" Type="http://schemas.openxmlformats.org/officeDocument/2006/relationships/image" Target="../media/image437.png" /><Relationship Id="rId439" Type="http://schemas.openxmlformats.org/officeDocument/2006/relationships/image" Target="../media/image438.png" /><Relationship Id="rId44" Type="http://schemas.openxmlformats.org/officeDocument/2006/relationships/image" Target="../media/image43.png" /><Relationship Id="rId440" Type="http://schemas.openxmlformats.org/officeDocument/2006/relationships/image" Target="../media/image439.png" /><Relationship Id="rId441" Type="http://schemas.openxmlformats.org/officeDocument/2006/relationships/image" Target="../media/image440.png" /><Relationship Id="rId442" Type="http://schemas.openxmlformats.org/officeDocument/2006/relationships/image" Target="../media/image441.png" /><Relationship Id="rId443" Type="http://schemas.openxmlformats.org/officeDocument/2006/relationships/image" Target="../media/image442.png" /><Relationship Id="rId444" Type="http://schemas.openxmlformats.org/officeDocument/2006/relationships/image" Target="../media/image443.png" /><Relationship Id="rId445" Type="http://schemas.openxmlformats.org/officeDocument/2006/relationships/image" Target="../media/image444.png" /><Relationship Id="rId446" Type="http://schemas.openxmlformats.org/officeDocument/2006/relationships/image" Target="../media/image445.png" /><Relationship Id="rId447" Type="http://schemas.openxmlformats.org/officeDocument/2006/relationships/image" Target="../media/image446.png" /><Relationship Id="rId448" Type="http://schemas.openxmlformats.org/officeDocument/2006/relationships/image" Target="../media/image447.png" /><Relationship Id="rId449" Type="http://schemas.openxmlformats.org/officeDocument/2006/relationships/image" Target="../media/image448.png" /><Relationship Id="rId45" Type="http://schemas.openxmlformats.org/officeDocument/2006/relationships/image" Target="../media/image44.png" /><Relationship Id="rId450" Type="http://schemas.openxmlformats.org/officeDocument/2006/relationships/image" Target="../media/image449.png" /><Relationship Id="rId451" Type="http://schemas.openxmlformats.org/officeDocument/2006/relationships/image" Target="../media/image450.png" /><Relationship Id="rId452" Type="http://schemas.openxmlformats.org/officeDocument/2006/relationships/image" Target="../media/image451.png" /><Relationship Id="rId453" Type="http://schemas.openxmlformats.org/officeDocument/2006/relationships/image" Target="../media/image452.png" /><Relationship Id="rId454" Type="http://schemas.openxmlformats.org/officeDocument/2006/relationships/image" Target="../media/image453.png" /><Relationship Id="rId455" Type="http://schemas.openxmlformats.org/officeDocument/2006/relationships/image" Target="../media/image454.png" /><Relationship Id="rId456" Type="http://schemas.openxmlformats.org/officeDocument/2006/relationships/image" Target="../media/image455.png" /><Relationship Id="rId457" Type="http://schemas.openxmlformats.org/officeDocument/2006/relationships/image" Target="../media/image456.png" /><Relationship Id="rId458" Type="http://schemas.openxmlformats.org/officeDocument/2006/relationships/image" Target="../media/image457.png" /><Relationship Id="rId459" Type="http://schemas.openxmlformats.org/officeDocument/2006/relationships/image" Target="../media/image458.png" /><Relationship Id="rId46" Type="http://schemas.openxmlformats.org/officeDocument/2006/relationships/image" Target="../media/image45.png" /><Relationship Id="rId460" Type="http://schemas.openxmlformats.org/officeDocument/2006/relationships/image" Target="../media/image459.png" /><Relationship Id="rId461" Type="http://schemas.openxmlformats.org/officeDocument/2006/relationships/image" Target="../media/image460.png" /><Relationship Id="rId462" Type="http://schemas.openxmlformats.org/officeDocument/2006/relationships/image" Target="../media/image461.png" /><Relationship Id="rId463" Type="http://schemas.openxmlformats.org/officeDocument/2006/relationships/image" Target="../media/image462.png" /><Relationship Id="rId464" Type="http://schemas.openxmlformats.org/officeDocument/2006/relationships/image" Target="../media/image463.png" /><Relationship Id="rId465" Type="http://schemas.openxmlformats.org/officeDocument/2006/relationships/image" Target="../media/image464.png" /><Relationship Id="rId466" Type="http://schemas.openxmlformats.org/officeDocument/2006/relationships/image" Target="../media/image465.png" /><Relationship Id="rId467" Type="http://schemas.openxmlformats.org/officeDocument/2006/relationships/image" Target="../media/image466.png" /><Relationship Id="rId468" Type="http://schemas.openxmlformats.org/officeDocument/2006/relationships/image" Target="../media/image467.png" /><Relationship Id="rId469" Type="http://schemas.openxmlformats.org/officeDocument/2006/relationships/image" Target="../media/image468.png" /><Relationship Id="rId47" Type="http://schemas.openxmlformats.org/officeDocument/2006/relationships/image" Target="../media/image46.png" /><Relationship Id="rId470" Type="http://schemas.openxmlformats.org/officeDocument/2006/relationships/image" Target="../media/image469.png" /><Relationship Id="rId471" Type="http://schemas.openxmlformats.org/officeDocument/2006/relationships/image" Target="../media/image470.png" /><Relationship Id="rId472" Type="http://schemas.openxmlformats.org/officeDocument/2006/relationships/image" Target="../media/image471.png" /><Relationship Id="rId473" Type="http://schemas.openxmlformats.org/officeDocument/2006/relationships/image" Target="../media/image472.png" /><Relationship Id="rId474" Type="http://schemas.openxmlformats.org/officeDocument/2006/relationships/image" Target="../media/image473.png" /><Relationship Id="rId475" Type="http://schemas.openxmlformats.org/officeDocument/2006/relationships/image" Target="../media/image474.png" /><Relationship Id="rId476" Type="http://schemas.openxmlformats.org/officeDocument/2006/relationships/image" Target="../media/image475.png" /><Relationship Id="rId477" Type="http://schemas.openxmlformats.org/officeDocument/2006/relationships/image" Target="../media/image476.png" /><Relationship Id="rId478" Type="http://schemas.openxmlformats.org/officeDocument/2006/relationships/image" Target="../media/image477.png" /><Relationship Id="rId479" Type="http://schemas.openxmlformats.org/officeDocument/2006/relationships/image" Target="../media/image478.png" /><Relationship Id="rId48" Type="http://schemas.openxmlformats.org/officeDocument/2006/relationships/image" Target="../media/image47.png" /><Relationship Id="rId480" Type="http://schemas.openxmlformats.org/officeDocument/2006/relationships/image" Target="../media/image479.png" /><Relationship Id="rId481" Type="http://schemas.openxmlformats.org/officeDocument/2006/relationships/image" Target="../media/image480.png" /><Relationship Id="rId482" Type="http://schemas.openxmlformats.org/officeDocument/2006/relationships/image" Target="../media/image481.png" /><Relationship Id="rId483" Type="http://schemas.openxmlformats.org/officeDocument/2006/relationships/image" Target="../media/image482.png" /><Relationship Id="rId484" Type="http://schemas.openxmlformats.org/officeDocument/2006/relationships/image" Target="../media/image483.png" /><Relationship Id="rId485" Type="http://schemas.openxmlformats.org/officeDocument/2006/relationships/image" Target="../media/image484.png" /><Relationship Id="rId486" Type="http://schemas.openxmlformats.org/officeDocument/2006/relationships/image" Target="../media/image485.png" /><Relationship Id="rId487" Type="http://schemas.openxmlformats.org/officeDocument/2006/relationships/image" Target="../media/image486.png" /><Relationship Id="rId488" Type="http://schemas.openxmlformats.org/officeDocument/2006/relationships/image" Target="../media/image487.png" /><Relationship Id="rId489" Type="http://schemas.openxmlformats.org/officeDocument/2006/relationships/image" Target="../media/image488.png" /><Relationship Id="rId49" Type="http://schemas.openxmlformats.org/officeDocument/2006/relationships/image" Target="../media/image48.png" /><Relationship Id="rId490" Type="http://schemas.openxmlformats.org/officeDocument/2006/relationships/image" Target="../media/image489.png" /><Relationship Id="rId491" Type="http://schemas.openxmlformats.org/officeDocument/2006/relationships/image" Target="../media/image490.png" /><Relationship Id="rId492" Type="http://schemas.openxmlformats.org/officeDocument/2006/relationships/image" Target="../media/image491.png" /><Relationship Id="rId493" Type="http://schemas.openxmlformats.org/officeDocument/2006/relationships/image" Target="../media/image492.png" /><Relationship Id="rId494" Type="http://schemas.openxmlformats.org/officeDocument/2006/relationships/image" Target="../media/image493.png" /><Relationship Id="rId495" Type="http://schemas.openxmlformats.org/officeDocument/2006/relationships/image" Target="../media/image494.png" /><Relationship Id="rId496" Type="http://schemas.openxmlformats.org/officeDocument/2006/relationships/image" Target="../media/image495.png" /><Relationship Id="rId497" Type="http://schemas.openxmlformats.org/officeDocument/2006/relationships/image" Target="../media/image496.png" /><Relationship Id="rId498" Type="http://schemas.openxmlformats.org/officeDocument/2006/relationships/image" Target="../media/image497.png" /><Relationship Id="rId499" Type="http://schemas.openxmlformats.org/officeDocument/2006/relationships/image" Target="../media/image498.png" /><Relationship Id="rId5" Type="http://schemas.openxmlformats.org/officeDocument/2006/relationships/image" Target="../media/image4.png" /><Relationship Id="rId50" Type="http://schemas.openxmlformats.org/officeDocument/2006/relationships/image" Target="../media/image49.png" /><Relationship Id="rId500" Type="http://schemas.openxmlformats.org/officeDocument/2006/relationships/image" Target="../media/image499.png" /><Relationship Id="rId501" Type="http://schemas.openxmlformats.org/officeDocument/2006/relationships/image" Target="../media/image500.png" /><Relationship Id="rId502" Type="http://schemas.openxmlformats.org/officeDocument/2006/relationships/image" Target="../media/image501.png" /><Relationship Id="rId503" Type="http://schemas.openxmlformats.org/officeDocument/2006/relationships/image" Target="../media/image502.png" /><Relationship Id="rId504" Type="http://schemas.openxmlformats.org/officeDocument/2006/relationships/image" Target="../media/image503.png" /><Relationship Id="rId505" Type="http://schemas.openxmlformats.org/officeDocument/2006/relationships/image" Target="../media/image504.png" /><Relationship Id="rId506" Type="http://schemas.openxmlformats.org/officeDocument/2006/relationships/image" Target="../media/image505.png" /><Relationship Id="rId507" Type="http://schemas.openxmlformats.org/officeDocument/2006/relationships/image" Target="../media/image506.png" /><Relationship Id="rId508" Type="http://schemas.openxmlformats.org/officeDocument/2006/relationships/image" Target="../media/image507.png" /><Relationship Id="rId509" Type="http://schemas.openxmlformats.org/officeDocument/2006/relationships/image" Target="../media/image508.png" /><Relationship Id="rId51" Type="http://schemas.openxmlformats.org/officeDocument/2006/relationships/image" Target="../media/image50.png" /><Relationship Id="rId510" Type="http://schemas.openxmlformats.org/officeDocument/2006/relationships/image" Target="../media/image509.png" /><Relationship Id="rId511" Type="http://schemas.openxmlformats.org/officeDocument/2006/relationships/image" Target="../media/image510.png" /><Relationship Id="rId512" Type="http://schemas.openxmlformats.org/officeDocument/2006/relationships/image" Target="../media/image511.png" /><Relationship Id="rId513" Type="http://schemas.openxmlformats.org/officeDocument/2006/relationships/image" Target="../media/image512.png" /><Relationship Id="rId514" Type="http://schemas.openxmlformats.org/officeDocument/2006/relationships/image" Target="../media/image513.png" /><Relationship Id="rId515" Type="http://schemas.openxmlformats.org/officeDocument/2006/relationships/image" Target="../media/image514.png" /><Relationship Id="rId516" Type="http://schemas.openxmlformats.org/officeDocument/2006/relationships/image" Target="../media/image515.png" /><Relationship Id="rId517" Type="http://schemas.openxmlformats.org/officeDocument/2006/relationships/image" Target="../media/image516.png" /><Relationship Id="rId518" Type="http://schemas.openxmlformats.org/officeDocument/2006/relationships/image" Target="../media/image517.png" /><Relationship Id="rId519" Type="http://schemas.openxmlformats.org/officeDocument/2006/relationships/image" Target="../media/image518.png" /><Relationship Id="rId52" Type="http://schemas.openxmlformats.org/officeDocument/2006/relationships/image" Target="../media/image51.png" /><Relationship Id="rId520" Type="http://schemas.openxmlformats.org/officeDocument/2006/relationships/image" Target="../media/image519.png" /><Relationship Id="rId521" Type="http://schemas.openxmlformats.org/officeDocument/2006/relationships/image" Target="../media/image520.png" /><Relationship Id="rId522" Type="http://schemas.openxmlformats.org/officeDocument/2006/relationships/image" Target="../media/image521.png" /><Relationship Id="rId523" Type="http://schemas.openxmlformats.org/officeDocument/2006/relationships/image" Target="../media/image522.png" /><Relationship Id="rId524" Type="http://schemas.openxmlformats.org/officeDocument/2006/relationships/image" Target="../media/image523.png" /><Relationship Id="rId525" Type="http://schemas.openxmlformats.org/officeDocument/2006/relationships/image" Target="../media/image524.png" /><Relationship Id="rId526" Type="http://schemas.openxmlformats.org/officeDocument/2006/relationships/image" Target="../media/image525.png" /><Relationship Id="rId527" Type="http://schemas.openxmlformats.org/officeDocument/2006/relationships/image" Target="../media/image526.png" /><Relationship Id="rId528" Type="http://schemas.openxmlformats.org/officeDocument/2006/relationships/image" Target="../media/image527.png" /><Relationship Id="rId529" Type="http://schemas.openxmlformats.org/officeDocument/2006/relationships/image" Target="../media/image528.png" /><Relationship Id="rId53" Type="http://schemas.openxmlformats.org/officeDocument/2006/relationships/image" Target="../media/image52.png" /><Relationship Id="rId530" Type="http://schemas.openxmlformats.org/officeDocument/2006/relationships/image" Target="../media/image529.png" /><Relationship Id="rId531" Type="http://schemas.openxmlformats.org/officeDocument/2006/relationships/image" Target="../media/image530.png" /><Relationship Id="rId532" Type="http://schemas.openxmlformats.org/officeDocument/2006/relationships/image" Target="../media/image531.png" /><Relationship Id="rId533" Type="http://schemas.openxmlformats.org/officeDocument/2006/relationships/image" Target="../media/image532.png" /><Relationship Id="rId534" Type="http://schemas.openxmlformats.org/officeDocument/2006/relationships/image" Target="../media/image533.png" /><Relationship Id="rId535" Type="http://schemas.openxmlformats.org/officeDocument/2006/relationships/image" Target="../media/image534.png" /><Relationship Id="rId536" Type="http://schemas.openxmlformats.org/officeDocument/2006/relationships/image" Target="../media/image535.png" /><Relationship Id="rId537" Type="http://schemas.openxmlformats.org/officeDocument/2006/relationships/image" Target="../media/image536.png" /><Relationship Id="rId538" Type="http://schemas.openxmlformats.org/officeDocument/2006/relationships/image" Target="../media/image537.png" /><Relationship Id="rId539" Type="http://schemas.openxmlformats.org/officeDocument/2006/relationships/image" Target="../media/image538.png" /><Relationship Id="rId54" Type="http://schemas.openxmlformats.org/officeDocument/2006/relationships/image" Target="../media/image53.png" /><Relationship Id="rId540" Type="http://schemas.openxmlformats.org/officeDocument/2006/relationships/image" Target="../media/image539.png" /><Relationship Id="rId541" Type="http://schemas.openxmlformats.org/officeDocument/2006/relationships/image" Target="../media/image540.png" /><Relationship Id="rId542" Type="http://schemas.openxmlformats.org/officeDocument/2006/relationships/image" Target="../media/image541.png" /><Relationship Id="rId543" Type="http://schemas.openxmlformats.org/officeDocument/2006/relationships/image" Target="../media/image542.png" /><Relationship Id="rId544" Type="http://schemas.openxmlformats.org/officeDocument/2006/relationships/image" Target="../media/image543.png" /><Relationship Id="rId545" Type="http://schemas.openxmlformats.org/officeDocument/2006/relationships/image" Target="../media/image544.png" /><Relationship Id="rId546" Type="http://schemas.openxmlformats.org/officeDocument/2006/relationships/image" Target="../media/image545.png" /><Relationship Id="rId547" Type="http://schemas.openxmlformats.org/officeDocument/2006/relationships/image" Target="../media/image546.png" /><Relationship Id="rId548" Type="http://schemas.openxmlformats.org/officeDocument/2006/relationships/image" Target="../media/image547.png" /><Relationship Id="rId549" Type="http://schemas.openxmlformats.org/officeDocument/2006/relationships/image" Target="../media/image548.png" /><Relationship Id="rId55" Type="http://schemas.openxmlformats.org/officeDocument/2006/relationships/image" Target="../media/image54.png" /><Relationship Id="rId550" Type="http://schemas.openxmlformats.org/officeDocument/2006/relationships/image" Target="../media/image549.png" /><Relationship Id="rId551" Type="http://schemas.openxmlformats.org/officeDocument/2006/relationships/image" Target="../media/image550.png" /><Relationship Id="rId552" Type="http://schemas.openxmlformats.org/officeDocument/2006/relationships/image" Target="../media/image551.png" /><Relationship Id="rId553" Type="http://schemas.openxmlformats.org/officeDocument/2006/relationships/image" Target="../media/image552.png" /><Relationship Id="rId554" Type="http://schemas.openxmlformats.org/officeDocument/2006/relationships/image" Target="../media/image553.png" /><Relationship Id="rId555" Type="http://schemas.openxmlformats.org/officeDocument/2006/relationships/image" Target="../media/image554.png" /><Relationship Id="rId556" Type="http://schemas.openxmlformats.org/officeDocument/2006/relationships/image" Target="../media/image555.png" /><Relationship Id="rId557" Type="http://schemas.openxmlformats.org/officeDocument/2006/relationships/image" Target="../media/image556.png" /><Relationship Id="rId558" Type="http://schemas.openxmlformats.org/officeDocument/2006/relationships/image" Target="../media/image557.png" /><Relationship Id="rId559" Type="http://schemas.openxmlformats.org/officeDocument/2006/relationships/image" Target="../media/image558.png" /><Relationship Id="rId56" Type="http://schemas.openxmlformats.org/officeDocument/2006/relationships/image" Target="../media/image55.png" /><Relationship Id="rId560" Type="http://schemas.openxmlformats.org/officeDocument/2006/relationships/image" Target="../media/image559.png" /><Relationship Id="rId561" Type="http://schemas.openxmlformats.org/officeDocument/2006/relationships/image" Target="../media/image560.png" /><Relationship Id="rId562" Type="http://schemas.openxmlformats.org/officeDocument/2006/relationships/image" Target="../media/image561.png" /><Relationship Id="rId563" Type="http://schemas.openxmlformats.org/officeDocument/2006/relationships/image" Target="../media/image562.png" /><Relationship Id="rId564" Type="http://schemas.openxmlformats.org/officeDocument/2006/relationships/image" Target="../media/image563.png" /><Relationship Id="rId565" Type="http://schemas.openxmlformats.org/officeDocument/2006/relationships/image" Target="../media/image564.png" /><Relationship Id="rId566" Type="http://schemas.openxmlformats.org/officeDocument/2006/relationships/image" Target="../media/image565.png" /><Relationship Id="rId567" Type="http://schemas.openxmlformats.org/officeDocument/2006/relationships/image" Target="../media/image566.png" /><Relationship Id="rId568" Type="http://schemas.openxmlformats.org/officeDocument/2006/relationships/image" Target="../media/image567.png" /><Relationship Id="rId569" Type="http://schemas.openxmlformats.org/officeDocument/2006/relationships/image" Target="../media/image568.png" /><Relationship Id="rId57" Type="http://schemas.openxmlformats.org/officeDocument/2006/relationships/image" Target="../media/image56.png" /><Relationship Id="rId570" Type="http://schemas.openxmlformats.org/officeDocument/2006/relationships/image" Target="../media/image569.png" /><Relationship Id="rId571" Type="http://schemas.openxmlformats.org/officeDocument/2006/relationships/image" Target="../media/image570.png" /><Relationship Id="rId572" Type="http://schemas.openxmlformats.org/officeDocument/2006/relationships/image" Target="../media/image571.png" /><Relationship Id="rId573" Type="http://schemas.openxmlformats.org/officeDocument/2006/relationships/image" Target="../media/image572.png" /><Relationship Id="rId574" Type="http://schemas.openxmlformats.org/officeDocument/2006/relationships/image" Target="../media/image573.png" /><Relationship Id="rId575" Type="http://schemas.openxmlformats.org/officeDocument/2006/relationships/image" Target="../media/image574.png" /><Relationship Id="rId576" Type="http://schemas.openxmlformats.org/officeDocument/2006/relationships/image" Target="../media/image575.png" /><Relationship Id="rId577" Type="http://schemas.openxmlformats.org/officeDocument/2006/relationships/image" Target="../media/image576.png" /><Relationship Id="rId578" Type="http://schemas.openxmlformats.org/officeDocument/2006/relationships/image" Target="../media/image577.png" /><Relationship Id="rId579" Type="http://schemas.openxmlformats.org/officeDocument/2006/relationships/image" Target="../media/image578.png" /><Relationship Id="rId58" Type="http://schemas.openxmlformats.org/officeDocument/2006/relationships/image" Target="../media/image57.png" /><Relationship Id="rId580" Type="http://schemas.openxmlformats.org/officeDocument/2006/relationships/image" Target="../media/image579.png" /><Relationship Id="rId581" Type="http://schemas.openxmlformats.org/officeDocument/2006/relationships/image" Target="../media/image580.png" /><Relationship Id="rId582" Type="http://schemas.openxmlformats.org/officeDocument/2006/relationships/image" Target="../media/image581.png" /><Relationship Id="rId583" Type="http://schemas.openxmlformats.org/officeDocument/2006/relationships/image" Target="../media/image582.png" /><Relationship Id="rId584" Type="http://schemas.openxmlformats.org/officeDocument/2006/relationships/image" Target="../media/image583.png" /><Relationship Id="rId585" Type="http://schemas.openxmlformats.org/officeDocument/2006/relationships/image" Target="../media/image584.png" /><Relationship Id="rId586" Type="http://schemas.openxmlformats.org/officeDocument/2006/relationships/image" Target="../media/image585.png" /><Relationship Id="rId587" Type="http://schemas.openxmlformats.org/officeDocument/2006/relationships/image" Target="../media/image586.png" /><Relationship Id="rId588" Type="http://schemas.openxmlformats.org/officeDocument/2006/relationships/image" Target="../media/image587.png" /><Relationship Id="rId589" Type="http://schemas.openxmlformats.org/officeDocument/2006/relationships/image" Target="../media/image588.png" /><Relationship Id="rId59" Type="http://schemas.openxmlformats.org/officeDocument/2006/relationships/image" Target="../media/image58.png" /><Relationship Id="rId590" Type="http://schemas.openxmlformats.org/officeDocument/2006/relationships/image" Target="../media/image589.png" /><Relationship Id="rId591" Type="http://schemas.openxmlformats.org/officeDocument/2006/relationships/image" Target="../media/image590.png" /><Relationship Id="rId592" Type="http://schemas.openxmlformats.org/officeDocument/2006/relationships/image" Target="../media/image591.png" /><Relationship Id="rId593" Type="http://schemas.openxmlformats.org/officeDocument/2006/relationships/image" Target="../media/image592.png" /><Relationship Id="rId594" Type="http://schemas.openxmlformats.org/officeDocument/2006/relationships/image" Target="../media/image593.png" /><Relationship Id="rId595" Type="http://schemas.openxmlformats.org/officeDocument/2006/relationships/image" Target="../media/image594.png" /><Relationship Id="rId596" Type="http://schemas.openxmlformats.org/officeDocument/2006/relationships/image" Target="../media/image595.png" /><Relationship Id="rId597" Type="http://schemas.openxmlformats.org/officeDocument/2006/relationships/image" Target="../media/image596.png" /><Relationship Id="rId598" Type="http://schemas.openxmlformats.org/officeDocument/2006/relationships/image" Target="../media/image597.png" /><Relationship Id="rId599" Type="http://schemas.openxmlformats.org/officeDocument/2006/relationships/image" Target="../media/image598.png" /><Relationship Id="rId6" Type="http://schemas.openxmlformats.org/officeDocument/2006/relationships/image" Target="../media/image5.png" /><Relationship Id="rId60" Type="http://schemas.openxmlformats.org/officeDocument/2006/relationships/image" Target="../media/image59.png" /><Relationship Id="rId600" Type="http://schemas.openxmlformats.org/officeDocument/2006/relationships/image" Target="../media/image599.png" /><Relationship Id="rId601" Type="http://schemas.openxmlformats.org/officeDocument/2006/relationships/image" Target="../media/image600.png" /><Relationship Id="rId602" Type="http://schemas.openxmlformats.org/officeDocument/2006/relationships/image" Target="../media/image601.png" /><Relationship Id="rId603" Type="http://schemas.openxmlformats.org/officeDocument/2006/relationships/image" Target="../media/image602.png" /><Relationship Id="rId604" Type="http://schemas.openxmlformats.org/officeDocument/2006/relationships/image" Target="../media/image603.png" /><Relationship Id="rId605" Type="http://schemas.openxmlformats.org/officeDocument/2006/relationships/image" Target="../media/image604.png" /><Relationship Id="rId606" Type="http://schemas.openxmlformats.org/officeDocument/2006/relationships/image" Target="../media/image605.png" /><Relationship Id="rId607" Type="http://schemas.openxmlformats.org/officeDocument/2006/relationships/image" Target="../media/image606.png" /><Relationship Id="rId608" Type="http://schemas.openxmlformats.org/officeDocument/2006/relationships/image" Target="../media/image607.png" /><Relationship Id="rId609" Type="http://schemas.openxmlformats.org/officeDocument/2006/relationships/image" Target="../media/image608.png" /><Relationship Id="rId61" Type="http://schemas.openxmlformats.org/officeDocument/2006/relationships/image" Target="../media/image60.png" /><Relationship Id="rId610" Type="http://schemas.openxmlformats.org/officeDocument/2006/relationships/image" Target="../media/image609.png" /><Relationship Id="rId611" Type="http://schemas.openxmlformats.org/officeDocument/2006/relationships/image" Target="../media/image610.png" /><Relationship Id="rId612" Type="http://schemas.openxmlformats.org/officeDocument/2006/relationships/image" Target="../media/image611.png" /><Relationship Id="rId613" Type="http://schemas.openxmlformats.org/officeDocument/2006/relationships/image" Target="../media/image612.png" /><Relationship Id="rId614" Type="http://schemas.openxmlformats.org/officeDocument/2006/relationships/image" Target="../media/image613.png" /><Relationship Id="rId615" Type="http://schemas.openxmlformats.org/officeDocument/2006/relationships/image" Target="../media/image614.png" /><Relationship Id="rId616" Type="http://schemas.openxmlformats.org/officeDocument/2006/relationships/image" Target="../media/image615.png" /><Relationship Id="rId617" Type="http://schemas.openxmlformats.org/officeDocument/2006/relationships/image" Target="../media/image616.png" /><Relationship Id="rId618" Type="http://schemas.openxmlformats.org/officeDocument/2006/relationships/image" Target="../media/image617.png" /><Relationship Id="rId619" Type="http://schemas.openxmlformats.org/officeDocument/2006/relationships/image" Target="../media/image618.png" /><Relationship Id="rId62" Type="http://schemas.openxmlformats.org/officeDocument/2006/relationships/image" Target="../media/image61.png" /><Relationship Id="rId620" Type="http://schemas.openxmlformats.org/officeDocument/2006/relationships/image" Target="../media/image619.png" /><Relationship Id="rId621" Type="http://schemas.openxmlformats.org/officeDocument/2006/relationships/image" Target="../media/image620.png" /><Relationship Id="rId622" Type="http://schemas.openxmlformats.org/officeDocument/2006/relationships/image" Target="../media/image621.png" /><Relationship Id="rId623" Type="http://schemas.openxmlformats.org/officeDocument/2006/relationships/image" Target="../media/image622.png" /><Relationship Id="rId624" Type="http://schemas.openxmlformats.org/officeDocument/2006/relationships/image" Target="../media/image623.png" /><Relationship Id="rId625" Type="http://schemas.openxmlformats.org/officeDocument/2006/relationships/image" Target="../media/image624.png" /><Relationship Id="rId626" Type="http://schemas.openxmlformats.org/officeDocument/2006/relationships/image" Target="../media/image625.png" /><Relationship Id="rId627" Type="http://schemas.openxmlformats.org/officeDocument/2006/relationships/image" Target="../media/image626.png" /><Relationship Id="rId628" Type="http://schemas.openxmlformats.org/officeDocument/2006/relationships/image" Target="../media/image627.png" /><Relationship Id="rId629" Type="http://schemas.openxmlformats.org/officeDocument/2006/relationships/image" Target="../media/image628.png" /><Relationship Id="rId63" Type="http://schemas.openxmlformats.org/officeDocument/2006/relationships/image" Target="../media/image62.png" /><Relationship Id="rId630" Type="http://schemas.openxmlformats.org/officeDocument/2006/relationships/image" Target="../media/image629.png" /><Relationship Id="rId631" Type="http://schemas.openxmlformats.org/officeDocument/2006/relationships/image" Target="../media/image630.png" /><Relationship Id="rId632" Type="http://schemas.openxmlformats.org/officeDocument/2006/relationships/image" Target="../media/image631.png" /><Relationship Id="rId633" Type="http://schemas.openxmlformats.org/officeDocument/2006/relationships/image" Target="../media/image632.png" /><Relationship Id="rId634" Type="http://schemas.openxmlformats.org/officeDocument/2006/relationships/image" Target="../media/image633.png" /><Relationship Id="rId635" Type="http://schemas.openxmlformats.org/officeDocument/2006/relationships/image" Target="../media/image634.png" /><Relationship Id="rId636" Type="http://schemas.openxmlformats.org/officeDocument/2006/relationships/image" Target="../media/image635.png" /><Relationship Id="rId637" Type="http://schemas.openxmlformats.org/officeDocument/2006/relationships/image" Target="../media/image636.png" /><Relationship Id="rId638" Type="http://schemas.openxmlformats.org/officeDocument/2006/relationships/image" Target="../media/image637.png" /><Relationship Id="rId639" Type="http://schemas.openxmlformats.org/officeDocument/2006/relationships/image" Target="../media/image638.png" /><Relationship Id="rId64" Type="http://schemas.openxmlformats.org/officeDocument/2006/relationships/image" Target="../media/image63.png" /><Relationship Id="rId640" Type="http://schemas.openxmlformats.org/officeDocument/2006/relationships/image" Target="../media/image639.png" /><Relationship Id="rId641" Type="http://schemas.openxmlformats.org/officeDocument/2006/relationships/image" Target="../media/image640.png" /><Relationship Id="rId642" Type="http://schemas.openxmlformats.org/officeDocument/2006/relationships/image" Target="../media/image641.png" /><Relationship Id="rId643" Type="http://schemas.openxmlformats.org/officeDocument/2006/relationships/image" Target="../media/image642.png" /><Relationship Id="rId644" Type="http://schemas.openxmlformats.org/officeDocument/2006/relationships/image" Target="../media/image643.png" /><Relationship Id="rId645" Type="http://schemas.openxmlformats.org/officeDocument/2006/relationships/image" Target="../media/image644.png" /><Relationship Id="rId646" Type="http://schemas.openxmlformats.org/officeDocument/2006/relationships/image" Target="../media/image645.png" /><Relationship Id="rId647" Type="http://schemas.openxmlformats.org/officeDocument/2006/relationships/image" Target="../media/image646.png" /><Relationship Id="rId648" Type="http://schemas.openxmlformats.org/officeDocument/2006/relationships/image" Target="../media/image647.png" /><Relationship Id="rId649" Type="http://schemas.openxmlformats.org/officeDocument/2006/relationships/image" Target="../media/image648.png" /><Relationship Id="rId65" Type="http://schemas.openxmlformats.org/officeDocument/2006/relationships/image" Target="../media/image64.png" /><Relationship Id="rId650" Type="http://schemas.openxmlformats.org/officeDocument/2006/relationships/image" Target="../media/image649.png" /><Relationship Id="rId651" Type="http://schemas.openxmlformats.org/officeDocument/2006/relationships/image" Target="../media/image650.png" /><Relationship Id="rId652" Type="http://schemas.openxmlformats.org/officeDocument/2006/relationships/image" Target="../media/image651.png" /><Relationship Id="rId653" Type="http://schemas.openxmlformats.org/officeDocument/2006/relationships/image" Target="../media/image652.png" /><Relationship Id="rId654" Type="http://schemas.openxmlformats.org/officeDocument/2006/relationships/image" Target="../media/image653.png" /><Relationship Id="rId655" Type="http://schemas.openxmlformats.org/officeDocument/2006/relationships/image" Target="../media/image654.png" /><Relationship Id="rId656" Type="http://schemas.openxmlformats.org/officeDocument/2006/relationships/image" Target="../media/image655.png" /><Relationship Id="rId657" Type="http://schemas.openxmlformats.org/officeDocument/2006/relationships/image" Target="../media/image656.png" /><Relationship Id="rId658" Type="http://schemas.openxmlformats.org/officeDocument/2006/relationships/image" Target="../media/image657.png" /><Relationship Id="rId659" Type="http://schemas.openxmlformats.org/officeDocument/2006/relationships/image" Target="../media/image658.png" /><Relationship Id="rId66" Type="http://schemas.openxmlformats.org/officeDocument/2006/relationships/image" Target="../media/image65.png" /><Relationship Id="rId660" Type="http://schemas.openxmlformats.org/officeDocument/2006/relationships/image" Target="../media/image659.png" /><Relationship Id="rId661" Type="http://schemas.openxmlformats.org/officeDocument/2006/relationships/image" Target="../media/image660.png" /><Relationship Id="rId662" Type="http://schemas.openxmlformats.org/officeDocument/2006/relationships/image" Target="../media/image661.png" /><Relationship Id="rId663" Type="http://schemas.openxmlformats.org/officeDocument/2006/relationships/image" Target="../media/image662.png" /><Relationship Id="rId664" Type="http://schemas.openxmlformats.org/officeDocument/2006/relationships/image" Target="../media/image663.png" /><Relationship Id="rId665" Type="http://schemas.openxmlformats.org/officeDocument/2006/relationships/image" Target="../media/image664.png" /><Relationship Id="rId666" Type="http://schemas.openxmlformats.org/officeDocument/2006/relationships/image" Target="../media/image665.png" /><Relationship Id="rId667" Type="http://schemas.openxmlformats.org/officeDocument/2006/relationships/image" Target="../media/image666.png" /><Relationship Id="rId668" Type="http://schemas.openxmlformats.org/officeDocument/2006/relationships/image" Target="../media/image667.png" /><Relationship Id="rId669" Type="http://schemas.openxmlformats.org/officeDocument/2006/relationships/image" Target="../media/image668.png" /><Relationship Id="rId67" Type="http://schemas.openxmlformats.org/officeDocument/2006/relationships/image" Target="../media/image66.png" /><Relationship Id="rId670" Type="http://schemas.openxmlformats.org/officeDocument/2006/relationships/image" Target="../media/image669.png" /><Relationship Id="rId671" Type="http://schemas.openxmlformats.org/officeDocument/2006/relationships/image" Target="../media/image670.png" /><Relationship Id="rId672" Type="http://schemas.openxmlformats.org/officeDocument/2006/relationships/image" Target="../media/image671.png" /><Relationship Id="rId673" Type="http://schemas.openxmlformats.org/officeDocument/2006/relationships/image" Target="../media/image672.png" /><Relationship Id="rId674" Type="http://schemas.openxmlformats.org/officeDocument/2006/relationships/image" Target="../media/image673.png" /><Relationship Id="rId675" Type="http://schemas.openxmlformats.org/officeDocument/2006/relationships/image" Target="../media/image674.png" /><Relationship Id="rId676" Type="http://schemas.openxmlformats.org/officeDocument/2006/relationships/image" Target="../media/image675.png" /><Relationship Id="rId677" Type="http://schemas.openxmlformats.org/officeDocument/2006/relationships/image" Target="../media/image676.png" /><Relationship Id="rId678" Type="http://schemas.openxmlformats.org/officeDocument/2006/relationships/image" Target="../media/image677.png" /><Relationship Id="rId679" Type="http://schemas.openxmlformats.org/officeDocument/2006/relationships/image" Target="../media/image678.png" /><Relationship Id="rId68" Type="http://schemas.openxmlformats.org/officeDocument/2006/relationships/image" Target="../media/image67.png" /><Relationship Id="rId680" Type="http://schemas.openxmlformats.org/officeDocument/2006/relationships/image" Target="../media/image679.png" /><Relationship Id="rId681" Type="http://schemas.openxmlformats.org/officeDocument/2006/relationships/image" Target="../media/image680.png" /><Relationship Id="rId682" Type="http://schemas.openxmlformats.org/officeDocument/2006/relationships/image" Target="../media/image681.png" /><Relationship Id="rId683" Type="http://schemas.openxmlformats.org/officeDocument/2006/relationships/image" Target="../media/image682.png" /><Relationship Id="rId684" Type="http://schemas.openxmlformats.org/officeDocument/2006/relationships/image" Target="../media/image683.png" /><Relationship Id="rId685" Type="http://schemas.openxmlformats.org/officeDocument/2006/relationships/image" Target="../media/image684.png" /><Relationship Id="rId686" Type="http://schemas.openxmlformats.org/officeDocument/2006/relationships/image" Target="../media/image685.png" /><Relationship Id="rId687" Type="http://schemas.openxmlformats.org/officeDocument/2006/relationships/image" Target="../media/image686.png" /><Relationship Id="rId688" Type="http://schemas.openxmlformats.org/officeDocument/2006/relationships/image" Target="../media/image687.png" /><Relationship Id="rId689" Type="http://schemas.openxmlformats.org/officeDocument/2006/relationships/image" Target="../media/image688.png" /><Relationship Id="rId69" Type="http://schemas.openxmlformats.org/officeDocument/2006/relationships/image" Target="../media/image68.png" /><Relationship Id="rId690" Type="http://schemas.openxmlformats.org/officeDocument/2006/relationships/image" Target="../media/image689.png" /><Relationship Id="rId691" Type="http://schemas.openxmlformats.org/officeDocument/2006/relationships/image" Target="../media/image690.png" /><Relationship Id="rId692" Type="http://schemas.openxmlformats.org/officeDocument/2006/relationships/image" Target="../media/image691.png" /><Relationship Id="rId693" Type="http://schemas.openxmlformats.org/officeDocument/2006/relationships/image" Target="../media/image692.png" /><Relationship Id="rId694" Type="http://schemas.openxmlformats.org/officeDocument/2006/relationships/image" Target="../media/image693.png" /><Relationship Id="rId695" Type="http://schemas.openxmlformats.org/officeDocument/2006/relationships/image" Target="../media/image694.png" /><Relationship Id="rId696" Type="http://schemas.openxmlformats.org/officeDocument/2006/relationships/image" Target="../media/image695.png" /><Relationship Id="rId697" Type="http://schemas.openxmlformats.org/officeDocument/2006/relationships/image" Target="../media/image696.png" /><Relationship Id="rId698" Type="http://schemas.openxmlformats.org/officeDocument/2006/relationships/image" Target="../media/image697.png" /><Relationship Id="rId699" Type="http://schemas.openxmlformats.org/officeDocument/2006/relationships/image" Target="../media/image698.png" /><Relationship Id="rId7" Type="http://schemas.openxmlformats.org/officeDocument/2006/relationships/image" Target="../media/image6.png" /><Relationship Id="rId70" Type="http://schemas.openxmlformats.org/officeDocument/2006/relationships/image" Target="../media/image69.png" /><Relationship Id="rId700" Type="http://schemas.openxmlformats.org/officeDocument/2006/relationships/image" Target="../media/image699.png" /><Relationship Id="rId701" Type="http://schemas.openxmlformats.org/officeDocument/2006/relationships/image" Target="../media/image700.png" /><Relationship Id="rId702" Type="http://schemas.openxmlformats.org/officeDocument/2006/relationships/image" Target="../media/image701.png" /><Relationship Id="rId703" Type="http://schemas.openxmlformats.org/officeDocument/2006/relationships/image" Target="../media/image702.png" /><Relationship Id="rId704" Type="http://schemas.openxmlformats.org/officeDocument/2006/relationships/image" Target="../media/image703.png" /><Relationship Id="rId705" Type="http://schemas.openxmlformats.org/officeDocument/2006/relationships/image" Target="../media/image704.png" /><Relationship Id="rId706" Type="http://schemas.openxmlformats.org/officeDocument/2006/relationships/image" Target="../media/image705.png" /><Relationship Id="rId707" Type="http://schemas.openxmlformats.org/officeDocument/2006/relationships/image" Target="../media/image706.png" /><Relationship Id="rId708" Type="http://schemas.openxmlformats.org/officeDocument/2006/relationships/image" Target="../media/image707.png" /><Relationship Id="rId709" Type="http://schemas.openxmlformats.org/officeDocument/2006/relationships/image" Target="../media/image708.png" /><Relationship Id="rId71" Type="http://schemas.openxmlformats.org/officeDocument/2006/relationships/image" Target="../media/image70.png" /><Relationship Id="rId710" Type="http://schemas.openxmlformats.org/officeDocument/2006/relationships/image" Target="../media/image709.png" /><Relationship Id="rId711" Type="http://schemas.openxmlformats.org/officeDocument/2006/relationships/image" Target="../media/image710.png" /><Relationship Id="rId712" Type="http://schemas.openxmlformats.org/officeDocument/2006/relationships/image" Target="../media/image711.png" /><Relationship Id="rId713" Type="http://schemas.openxmlformats.org/officeDocument/2006/relationships/image" Target="../media/image712.png" /><Relationship Id="rId714" Type="http://schemas.openxmlformats.org/officeDocument/2006/relationships/image" Target="../media/image713.png" /><Relationship Id="rId715" Type="http://schemas.openxmlformats.org/officeDocument/2006/relationships/image" Target="../media/image714.png" /><Relationship Id="rId716" Type="http://schemas.openxmlformats.org/officeDocument/2006/relationships/image" Target="../media/image715.png" /><Relationship Id="rId717" Type="http://schemas.openxmlformats.org/officeDocument/2006/relationships/image" Target="../media/image716.png" /><Relationship Id="rId718" Type="http://schemas.openxmlformats.org/officeDocument/2006/relationships/image" Target="../media/image717.png" /><Relationship Id="rId719" Type="http://schemas.openxmlformats.org/officeDocument/2006/relationships/image" Target="../media/image718.png" /><Relationship Id="rId72" Type="http://schemas.openxmlformats.org/officeDocument/2006/relationships/image" Target="../media/image71.png" /><Relationship Id="rId720" Type="http://schemas.openxmlformats.org/officeDocument/2006/relationships/image" Target="../media/image719.png" /><Relationship Id="rId721" Type="http://schemas.openxmlformats.org/officeDocument/2006/relationships/image" Target="../media/image720.png" /><Relationship Id="rId722" Type="http://schemas.openxmlformats.org/officeDocument/2006/relationships/image" Target="../media/image721.png" /><Relationship Id="rId723" Type="http://schemas.openxmlformats.org/officeDocument/2006/relationships/image" Target="../media/image722.png" /><Relationship Id="rId724" Type="http://schemas.openxmlformats.org/officeDocument/2006/relationships/image" Target="../media/image723.png" /><Relationship Id="rId725" Type="http://schemas.openxmlformats.org/officeDocument/2006/relationships/image" Target="../media/image724.png" /><Relationship Id="rId726" Type="http://schemas.openxmlformats.org/officeDocument/2006/relationships/image" Target="../media/image725.png" /><Relationship Id="rId727" Type="http://schemas.openxmlformats.org/officeDocument/2006/relationships/image" Target="../media/image726.png" /><Relationship Id="rId728" Type="http://schemas.openxmlformats.org/officeDocument/2006/relationships/image" Target="../media/image727.png" /><Relationship Id="rId729" Type="http://schemas.openxmlformats.org/officeDocument/2006/relationships/image" Target="../media/image728.png" /><Relationship Id="rId73" Type="http://schemas.openxmlformats.org/officeDocument/2006/relationships/image" Target="../media/image72.png" /><Relationship Id="rId730" Type="http://schemas.openxmlformats.org/officeDocument/2006/relationships/image" Target="../media/image729.png" /><Relationship Id="rId731" Type="http://schemas.openxmlformats.org/officeDocument/2006/relationships/image" Target="../media/image730.png" /><Relationship Id="rId732" Type="http://schemas.openxmlformats.org/officeDocument/2006/relationships/image" Target="../media/image731.png" /><Relationship Id="rId733" Type="http://schemas.openxmlformats.org/officeDocument/2006/relationships/image" Target="../media/image732.png" /><Relationship Id="rId734" Type="http://schemas.openxmlformats.org/officeDocument/2006/relationships/image" Target="../media/image733.png" /><Relationship Id="rId735" Type="http://schemas.openxmlformats.org/officeDocument/2006/relationships/image" Target="../media/image734.png" /><Relationship Id="rId736" Type="http://schemas.openxmlformats.org/officeDocument/2006/relationships/image" Target="../media/image735.png" /><Relationship Id="rId737" Type="http://schemas.openxmlformats.org/officeDocument/2006/relationships/image" Target="../media/image736.png" /><Relationship Id="rId738" Type="http://schemas.openxmlformats.org/officeDocument/2006/relationships/image" Target="../media/image737.png" /><Relationship Id="rId739" Type="http://schemas.openxmlformats.org/officeDocument/2006/relationships/image" Target="../media/image738.png" /><Relationship Id="rId74" Type="http://schemas.openxmlformats.org/officeDocument/2006/relationships/image" Target="../media/image73.png" /><Relationship Id="rId740" Type="http://schemas.openxmlformats.org/officeDocument/2006/relationships/image" Target="../media/image739.png" /><Relationship Id="rId741" Type="http://schemas.openxmlformats.org/officeDocument/2006/relationships/image" Target="../media/image740.png" /><Relationship Id="rId742" Type="http://schemas.openxmlformats.org/officeDocument/2006/relationships/image" Target="../media/image741.png" /><Relationship Id="rId743" Type="http://schemas.openxmlformats.org/officeDocument/2006/relationships/image" Target="../media/image742.png" /><Relationship Id="rId744" Type="http://schemas.openxmlformats.org/officeDocument/2006/relationships/image" Target="../media/image743.png" /><Relationship Id="rId745" Type="http://schemas.openxmlformats.org/officeDocument/2006/relationships/image" Target="../media/image744.png" /><Relationship Id="rId746" Type="http://schemas.openxmlformats.org/officeDocument/2006/relationships/image" Target="../media/image745.png" /><Relationship Id="rId747" Type="http://schemas.openxmlformats.org/officeDocument/2006/relationships/image" Target="../media/image746.png" /><Relationship Id="rId748" Type="http://schemas.openxmlformats.org/officeDocument/2006/relationships/image" Target="../media/image747.png" /><Relationship Id="rId749" Type="http://schemas.openxmlformats.org/officeDocument/2006/relationships/image" Target="../media/image748.png" /><Relationship Id="rId75" Type="http://schemas.openxmlformats.org/officeDocument/2006/relationships/image" Target="../media/image74.png" /><Relationship Id="rId750" Type="http://schemas.openxmlformats.org/officeDocument/2006/relationships/image" Target="../media/image749.png" /><Relationship Id="rId751" Type="http://schemas.openxmlformats.org/officeDocument/2006/relationships/image" Target="../media/image750.png" /><Relationship Id="rId752" Type="http://schemas.openxmlformats.org/officeDocument/2006/relationships/image" Target="../media/image751.png" /><Relationship Id="rId753" Type="http://schemas.openxmlformats.org/officeDocument/2006/relationships/image" Target="../media/image752.png" /><Relationship Id="rId754" Type="http://schemas.openxmlformats.org/officeDocument/2006/relationships/image" Target="../media/image753.png" /><Relationship Id="rId755" Type="http://schemas.openxmlformats.org/officeDocument/2006/relationships/image" Target="../media/image754.png" /><Relationship Id="rId756" Type="http://schemas.openxmlformats.org/officeDocument/2006/relationships/image" Target="../media/image755.png" /><Relationship Id="rId757" Type="http://schemas.openxmlformats.org/officeDocument/2006/relationships/image" Target="../media/image756.png" /><Relationship Id="rId758" Type="http://schemas.openxmlformats.org/officeDocument/2006/relationships/image" Target="../media/image757.png" /><Relationship Id="rId759" Type="http://schemas.openxmlformats.org/officeDocument/2006/relationships/image" Target="../media/image758.png" /><Relationship Id="rId76" Type="http://schemas.openxmlformats.org/officeDocument/2006/relationships/image" Target="../media/image75.png" /><Relationship Id="rId760" Type="http://schemas.openxmlformats.org/officeDocument/2006/relationships/image" Target="../media/image759.png" /><Relationship Id="rId761" Type="http://schemas.openxmlformats.org/officeDocument/2006/relationships/image" Target="../media/image760.png" /><Relationship Id="rId762" Type="http://schemas.openxmlformats.org/officeDocument/2006/relationships/image" Target="../media/image761.png" /><Relationship Id="rId763" Type="http://schemas.openxmlformats.org/officeDocument/2006/relationships/image" Target="../media/image762.png" /><Relationship Id="rId764" Type="http://schemas.openxmlformats.org/officeDocument/2006/relationships/image" Target="../media/image763.png" /><Relationship Id="rId765" Type="http://schemas.openxmlformats.org/officeDocument/2006/relationships/image" Target="../media/image764.png" /><Relationship Id="rId766" Type="http://schemas.openxmlformats.org/officeDocument/2006/relationships/image" Target="../media/image765.png" /><Relationship Id="rId767" Type="http://schemas.openxmlformats.org/officeDocument/2006/relationships/image" Target="../media/image766.png" /><Relationship Id="rId768" Type="http://schemas.openxmlformats.org/officeDocument/2006/relationships/image" Target="../media/image767.png" /><Relationship Id="rId769" Type="http://schemas.openxmlformats.org/officeDocument/2006/relationships/image" Target="../media/image768.png" /><Relationship Id="rId77" Type="http://schemas.openxmlformats.org/officeDocument/2006/relationships/image" Target="../media/image76.png" /><Relationship Id="rId770" Type="http://schemas.openxmlformats.org/officeDocument/2006/relationships/image" Target="../media/image769.png" /><Relationship Id="rId771" Type="http://schemas.openxmlformats.org/officeDocument/2006/relationships/image" Target="../media/image770.png" /><Relationship Id="rId772" Type="http://schemas.openxmlformats.org/officeDocument/2006/relationships/image" Target="../media/image771.png" /><Relationship Id="rId773" Type="http://schemas.openxmlformats.org/officeDocument/2006/relationships/image" Target="../media/image772.png" /><Relationship Id="rId774" Type="http://schemas.openxmlformats.org/officeDocument/2006/relationships/image" Target="../media/image773.png" /><Relationship Id="rId775" Type="http://schemas.openxmlformats.org/officeDocument/2006/relationships/image" Target="../media/image774.png" /><Relationship Id="rId776" Type="http://schemas.openxmlformats.org/officeDocument/2006/relationships/image" Target="../media/image775.png" /><Relationship Id="rId777" Type="http://schemas.openxmlformats.org/officeDocument/2006/relationships/image" Target="../media/image776.png" /><Relationship Id="rId778" Type="http://schemas.openxmlformats.org/officeDocument/2006/relationships/image" Target="../media/image777.png" /><Relationship Id="rId779" Type="http://schemas.openxmlformats.org/officeDocument/2006/relationships/image" Target="../media/image778.png" /><Relationship Id="rId78" Type="http://schemas.openxmlformats.org/officeDocument/2006/relationships/image" Target="../media/image77.png" /><Relationship Id="rId780" Type="http://schemas.openxmlformats.org/officeDocument/2006/relationships/image" Target="../media/image779.png" /><Relationship Id="rId781" Type="http://schemas.openxmlformats.org/officeDocument/2006/relationships/image" Target="../media/image780.png" /><Relationship Id="rId782" Type="http://schemas.openxmlformats.org/officeDocument/2006/relationships/image" Target="../media/image781.png" /><Relationship Id="rId783" Type="http://schemas.openxmlformats.org/officeDocument/2006/relationships/image" Target="../media/image782.png" /><Relationship Id="rId784" Type="http://schemas.openxmlformats.org/officeDocument/2006/relationships/image" Target="../media/image783.png" /><Relationship Id="rId785" Type="http://schemas.openxmlformats.org/officeDocument/2006/relationships/image" Target="../media/image784.png" /><Relationship Id="rId786" Type="http://schemas.openxmlformats.org/officeDocument/2006/relationships/image" Target="../media/image785.png" /><Relationship Id="rId787" Type="http://schemas.openxmlformats.org/officeDocument/2006/relationships/image" Target="../media/image786.png" /><Relationship Id="rId788" Type="http://schemas.openxmlformats.org/officeDocument/2006/relationships/image" Target="../media/image787.png" /><Relationship Id="rId789" Type="http://schemas.openxmlformats.org/officeDocument/2006/relationships/image" Target="../media/image788.png" /><Relationship Id="rId79" Type="http://schemas.openxmlformats.org/officeDocument/2006/relationships/image" Target="../media/image78.png" /><Relationship Id="rId790" Type="http://schemas.openxmlformats.org/officeDocument/2006/relationships/image" Target="../media/image789.png" /><Relationship Id="rId791" Type="http://schemas.openxmlformats.org/officeDocument/2006/relationships/image" Target="../media/image790.png" /><Relationship Id="rId792" Type="http://schemas.openxmlformats.org/officeDocument/2006/relationships/image" Target="../media/image791.png" /><Relationship Id="rId793" Type="http://schemas.openxmlformats.org/officeDocument/2006/relationships/image" Target="../media/image792.png" /><Relationship Id="rId794" Type="http://schemas.openxmlformats.org/officeDocument/2006/relationships/image" Target="../media/image793.png" /><Relationship Id="rId795" Type="http://schemas.openxmlformats.org/officeDocument/2006/relationships/image" Target="../media/image794.png" /><Relationship Id="rId796" Type="http://schemas.openxmlformats.org/officeDocument/2006/relationships/image" Target="../media/image795.png" /><Relationship Id="rId797" Type="http://schemas.openxmlformats.org/officeDocument/2006/relationships/image" Target="../media/image796.png" /><Relationship Id="rId798" Type="http://schemas.openxmlformats.org/officeDocument/2006/relationships/image" Target="../media/image797.png" /><Relationship Id="rId799" Type="http://schemas.openxmlformats.org/officeDocument/2006/relationships/image" Target="../media/image798.png" /><Relationship Id="rId8" Type="http://schemas.openxmlformats.org/officeDocument/2006/relationships/image" Target="../media/image7.png" /><Relationship Id="rId80" Type="http://schemas.openxmlformats.org/officeDocument/2006/relationships/image" Target="../media/image79.png" /><Relationship Id="rId800" Type="http://schemas.openxmlformats.org/officeDocument/2006/relationships/image" Target="../media/image799.png" /><Relationship Id="rId801" Type="http://schemas.openxmlformats.org/officeDocument/2006/relationships/image" Target="../media/image800.png" /><Relationship Id="rId802" Type="http://schemas.openxmlformats.org/officeDocument/2006/relationships/image" Target="../media/image801.png" /><Relationship Id="rId803" Type="http://schemas.openxmlformats.org/officeDocument/2006/relationships/image" Target="../media/image802.png" /><Relationship Id="rId804" Type="http://schemas.openxmlformats.org/officeDocument/2006/relationships/image" Target="../media/image803.png" /><Relationship Id="rId805" Type="http://schemas.openxmlformats.org/officeDocument/2006/relationships/image" Target="../media/image804.png" /><Relationship Id="rId806" Type="http://schemas.openxmlformats.org/officeDocument/2006/relationships/image" Target="../media/image805.png" /><Relationship Id="rId807" Type="http://schemas.openxmlformats.org/officeDocument/2006/relationships/image" Target="../media/image806.png" /><Relationship Id="rId808" Type="http://schemas.openxmlformats.org/officeDocument/2006/relationships/image" Target="../media/image807.png" /><Relationship Id="rId809" Type="http://schemas.openxmlformats.org/officeDocument/2006/relationships/image" Target="../media/image808.png" /><Relationship Id="rId81" Type="http://schemas.openxmlformats.org/officeDocument/2006/relationships/image" Target="../media/image80.png" /><Relationship Id="rId810" Type="http://schemas.openxmlformats.org/officeDocument/2006/relationships/image" Target="../media/image809.png" /><Relationship Id="rId811" Type="http://schemas.openxmlformats.org/officeDocument/2006/relationships/image" Target="../media/image810.png" /><Relationship Id="rId812" Type="http://schemas.openxmlformats.org/officeDocument/2006/relationships/image" Target="../media/image811.png" /><Relationship Id="rId813" Type="http://schemas.openxmlformats.org/officeDocument/2006/relationships/image" Target="../media/image812.png" /><Relationship Id="rId814" Type="http://schemas.openxmlformats.org/officeDocument/2006/relationships/image" Target="../media/image813.png" /><Relationship Id="rId815" Type="http://schemas.openxmlformats.org/officeDocument/2006/relationships/image" Target="../media/image814.png" /><Relationship Id="rId816" Type="http://schemas.openxmlformats.org/officeDocument/2006/relationships/image" Target="../media/image815.png" /><Relationship Id="rId817" Type="http://schemas.openxmlformats.org/officeDocument/2006/relationships/image" Target="../media/image816.png" /><Relationship Id="rId818" Type="http://schemas.openxmlformats.org/officeDocument/2006/relationships/image" Target="../media/image817.png" /><Relationship Id="rId819" Type="http://schemas.openxmlformats.org/officeDocument/2006/relationships/image" Target="../media/image818.png" /><Relationship Id="rId82" Type="http://schemas.openxmlformats.org/officeDocument/2006/relationships/image" Target="../media/image81.png" /><Relationship Id="rId820" Type="http://schemas.openxmlformats.org/officeDocument/2006/relationships/image" Target="../media/image819.png" /><Relationship Id="rId821" Type="http://schemas.openxmlformats.org/officeDocument/2006/relationships/image" Target="../media/image820.png" /><Relationship Id="rId822" Type="http://schemas.openxmlformats.org/officeDocument/2006/relationships/image" Target="../media/image821.png" /><Relationship Id="rId823" Type="http://schemas.openxmlformats.org/officeDocument/2006/relationships/image" Target="../media/image822.png" /><Relationship Id="rId824" Type="http://schemas.openxmlformats.org/officeDocument/2006/relationships/image" Target="../media/image823.png" /><Relationship Id="rId825" Type="http://schemas.openxmlformats.org/officeDocument/2006/relationships/image" Target="../media/image824.png" /><Relationship Id="rId826" Type="http://schemas.openxmlformats.org/officeDocument/2006/relationships/image" Target="../media/image825.png" /><Relationship Id="rId827" Type="http://schemas.openxmlformats.org/officeDocument/2006/relationships/image" Target="../media/image826.png" /><Relationship Id="rId828" Type="http://schemas.openxmlformats.org/officeDocument/2006/relationships/image" Target="../media/image827.png" /><Relationship Id="rId829" Type="http://schemas.openxmlformats.org/officeDocument/2006/relationships/image" Target="../media/image828.png" /><Relationship Id="rId83" Type="http://schemas.openxmlformats.org/officeDocument/2006/relationships/image" Target="../media/image82.png" /><Relationship Id="rId830" Type="http://schemas.openxmlformats.org/officeDocument/2006/relationships/image" Target="../media/image829.png" /><Relationship Id="rId831" Type="http://schemas.openxmlformats.org/officeDocument/2006/relationships/image" Target="../media/image830.png" /><Relationship Id="rId832" Type="http://schemas.openxmlformats.org/officeDocument/2006/relationships/image" Target="../media/image831.png" /><Relationship Id="rId833" Type="http://schemas.openxmlformats.org/officeDocument/2006/relationships/image" Target="../media/image832.png" /><Relationship Id="rId834" Type="http://schemas.openxmlformats.org/officeDocument/2006/relationships/image" Target="../media/image833.png" /><Relationship Id="rId835" Type="http://schemas.openxmlformats.org/officeDocument/2006/relationships/image" Target="../media/image834.png" /><Relationship Id="rId836" Type="http://schemas.openxmlformats.org/officeDocument/2006/relationships/image" Target="../media/image835.png" /><Relationship Id="rId837" Type="http://schemas.openxmlformats.org/officeDocument/2006/relationships/image" Target="../media/image836.png" /><Relationship Id="rId838" Type="http://schemas.openxmlformats.org/officeDocument/2006/relationships/image" Target="../media/image837.png" /><Relationship Id="rId839" Type="http://schemas.openxmlformats.org/officeDocument/2006/relationships/image" Target="../media/image838.png" /><Relationship Id="rId84" Type="http://schemas.openxmlformats.org/officeDocument/2006/relationships/image" Target="../media/image83.png" /><Relationship Id="rId840" Type="http://schemas.openxmlformats.org/officeDocument/2006/relationships/image" Target="../media/image839.png" /><Relationship Id="rId841" Type="http://schemas.openxmlformats.org/officeDocument/2006/relationships/image" Target="../media/image840.png" /><Relationship Id="rId842" Type="http://schemas.openxmlformats.org/officeDocument/2006/relationships/image" Target="../media/image841.png" /><Relationship Id="rId843" Type="http://schemas.openxmlformats.org/officeDocument/2006/relationships/image" Target="../media/image842.png" /><Relationship Id="rId844" Type="http://schemas.openxmlformats.org/officeDocument/2006/relationships/image" Target="../media/image843.png" /><Relationship Id="rId845" Type="http://schemas.openxmlformats.org/officeDocument/2006/relationships/image" Target="../media/image844.png" /><Relationship Id="rId846" Type="http://schemas.openxmlformats.org/officeDocument/2006/relationships/image" Target="../media/image845.png" /><Relationship Id="rId847" Type="http://schemas.openxmlformats.org/officeDocument/2006/relationships/image" Target="../media/image846.png" /><Relationship Id="rId848" Type="http://schemas.openxmlformats.org/officeDocument/2006/relationships/image" Target="../media/image847.png" /><Relationship Id="rId849" Type="http://schemas.openxmlformats.org/officeDocument/2006/relationships/image" Target="../media/image848.png" /><Relationship Id="rId85" Type="http://schemas.openxmlformats.org/officeDocument/2006/relationships/image" Target="../media/image84.png" /><Relationship Id="rId850" Type="http://schemas.openxmlformats.org/officeDocument/2006/relationships/image" Target="../media/image849.png" /><Relationship Id="rId851" Type="http://schemas.openxmlformats.org/officeDocument/2006/relationships/image" Target="../media/image850.png" /><Relationship Id="rId852" Type="http://schemas.openxmlformats.org/officeDocument/2006/relationships/image" Target="../media/image851.png" /><Relationship Id="rId853" Type="http://schemas.openxmlformats.org/officeDocument/2006/relationships/image" Target="../media/image852.png" /><Relationship Id="rId854" Type="http://schemas.openxmlformats.org/officeDocument/2006/relationships/image" Target="../media/image853.png" /><Relationship Id="rId855" Type="http://schemas.openxmlformats.org/officeDocument/2006/relationships/image" Target="../media/image854.png" /><Relationship Id="rId856" Type="http://schemas.openxmlformats.org/officeDocument/2006/relationships/image" Target="../media/image855.png" /><Relationship Id="rId857" Type="http://schemas.openxmlformats.org/officeDocument/2006/relationships/image" Target="../media/image856.png" /><Relationship Id="rId858" Type="http://schemas.openxmlformats.org/officeDocument/2006/relationships/image" Target="../media/image857.png" /><Relationship Id="rId859" Type="http://schemas.openxmlformats.org/officeDocument/2006/relationships/image" Target="../media/image858.png" /><Relationship Id="rId86" Type="http://schemas.openxmlformats.org/officeDocument/2006/relationships/image" Target="../media/image85.png" /><Relationship Id="rId860" Type="http://schemas.openxmlformats.org/officeDocument/2006/relationships/image" Target="../media/image859.png" /><Relationship Id="rId861" Type="http://schemas.openxmlformats.org/officeDocument/2006/relationships/image" Target="../media/image860.png" /><Relationship Id="rId862" Type="http://schemas.openxmlformats.org/officeDocument/2006/relationships/image" Target="../media/image861.png" /><Relationship Id="rId863" Type="http://schemas.openxmlformats.org/officeDocument/2006/relationships/image" Target="../media/image862.png" /><Relationship Id="rId864" Type="http://schemas.openxmlformats.org/officeDocument/2006/relationships/image" Target="../media/image863.png" /><Relationship Id="rId865" Type="http://schemas.openxmlformats.org/officeDocument/2006/relationships/image" Target="../media/image864.png" /><Relationship Id="rId866" Type="http://schemas.openxmlformats.org/officeDocument/2006/relationships/image" Target="../media/image865.png" /><Relationship Id="rId867" Type="http://schemas.openxmlformats.org/officeDocument/2006/relationships/image" Target="../media/image866.png" /><Relationship Id="rId868" Type="http://schemas.openxmlformats.org/officeDocument/2006/relationships/image" Target="../media/image867.png" /><Relationship Id="rId869" Type="http://schemas.openxmlformats.org/officeDocument/2006/relationships/image" Target="../media/image868.png" /><Relationship Id="rId87" Type="http://schemas.openxmlformats.org/officeDocument/2006/relationships/image" Target="../media/image86.png" /><Relationship Id="rId870" Type="http://schemas.openxmlformats.org/officeDocument/2006/relationships/image" Target="../media/image869.png" /><Relationship Id="rId871" Type="http://schemas.openxmlformats.org/officeDocument/2006/relationships/image" Target="../media/image870.png" /><Relationship Id="rId872" Type="http://schemas.openxmlformats.org/officeDocument/2006/relationships/image" Target="../media/image871.png" /><Relationship Id="rId873" Type="http://schemas.openxmlformats.org/officeDocument/2006/relationships/image" Target="../media/image872.png" /><Relationship Id="rId874" Type="http://schemas.openxmlformats.org/officeDocument/2006/relationships/image" Target="../media/image873.png" /><Relationship Id="rId875" Type="http://schemas.openxmlformats.org/officeDocument/2006/relationships/image" Target="../media/image874.png" /><Relationship Id="rId876" Type="http://schemas.openxmlformats.org/officeDocument/2006/relationships/image" Target="../media/image875.png" /><Relationship Id="rId877" Type="http://schemas.openxmlformats.org/officeDocument/2006/relationships/image" Target="../media/image876.png" /><Relationship Id="rId878" Type="http://schemas.openxmlformats.org/officeDocument/2006/relationships/image" Target="../media/image877.png" /><Relationship Id="rId879" Type="http://schemas.openxmlformats.org/officeDocument/2006/relationships/image" Target="../media/image878.png" /><Relationship Id="rId88" Type="http://schemas.openxmlformats.org/officeDocument/2006/relationships/image" Target="../media/image87.png" /><Relationship Id="rId880" Type="http://schemas.openxmlformats.org/officeDocument/2006/relationships/image" Target="../media/image879.png" /><Relationship Id="rId881" Type="http://schemas.openxmlformats.org/officeDocument/2006/relationships/image" Target="../media/image880.png" /><Relationship Id="rId882" Type="http://schemas.openxmlformats.org/officeDocument/2006/relationships/image" Target="../media/image881.png" /><Relationship Id="rId883" Type="http://schemas.openxmlformats.org/officeDocument/2006/relationships/image" Target="../media/image882.png" /><Relationship Id="rId884" Type="http://schemas.openxmlformats.org/officeDocument/2006/relationships/image" Target="../media/image883.png" /><Relationship Id="rId885" Type="http://schemas.openxmlformats.org/officeDocument/2006/relationships/image" Target="../media/image884.png" /><Relationship Id="rId886" Type="http://schemas.openxmlformats.org/officeDocument/2006/relationships/image" Target="../media/image885.png" /><Relationship Id="rId887" Type="http://schemas.openxmlformats.org/officeDocument/2006/relationships/image" Target="../media/image886.png" /><Relationship Id="rId888" Type="http://schemas.openxmlformats.org/officeDocument/2006/relationships/image" Target="../media/image887.png" /><Relationship Id="rId889" Type="http://schemas.openxmlformats.org/officeDocument/2006/relationships/image" Target="../media/image888.png" /><Relationship Id="rId89" Type="http://schemas.openxmlformats.org/officeDocument/2006/relationships/image" Target="../media/image88.png" /><Relationship Id="rId890" Type="http://schemas.openxmlformats.org/officeDocument/2006/relationships/image" Target="../media/image889.png" /><Relationship Id="rId891" Type="http://schemas.openxmlformats.org/officeDocument/2006/relationships/image" Target="../media/image890.png" /><Relationship Id="rId892" Type="http://schemas.openxmlformats.org/officeDocument/2006/relationships/image" Target="../media/image891.png" /><Relationship Id="rId893" Type="http://schemas.openxmlformats.org/officeDocument/2006/relationships/image" Target="../media/image892.png" /><Relationship Id="rId894" Type="http://schemas.openxmlformats.org/officeDocument/2006/relationships/image" Target="../media/image893.png" /><Relationship Id="rId895" Type="http://schemas.openxmlformats.org/officeDocument/2006/relationships/image" Target="../media/image894.png" /><Relationship Id="rId896" Type="http://schemas.openxmlformats.org/officeDocument/2006/relationships/image" Target="../media/image895.png" /><Relationship Id="rId897" Type="http://schemas.openxmlformats.org/officeDocument/2006/relationships/image" Target="../media/image896.png" /><Relationship Id="rId898" Type="http://schemas.openxmlformats.org/officeDocument/2006/relationships/image" Target="../media/image897.png" /><Relationship Id="rId899" Type="http://schemas.openxmlformats.org/officeDocument/2006/relationships/image" Target="../media/image898.png" /><Relationship Id="rId9" Type="http://schemas.openxmlformats.org/officeDocument/2006/relationships/image" Target="../media/image8.png" /><Relationship Id="rId90" Type="http://schemas.openxmlformats.org/officeDocument/2006/relationships/image" Target="../media/image89.png" /><Relationship Id="rId900" Type="http://schemas.openxmlformats.org/officeDocument/2006/relationships/image" Target="../media/image899.png" /><Relationship Id="rId901" Type="http://schemas.openxmlformats.org/officeDocument/2006/relationships/image" Target="../media/image900.png" /><Relationship Id="rId902" Type="http://schemas.openxmlformats.org/officeDocument/2006/relationships/image" Target="../media/image901.png" /><Relationship Id="rId903" Type="http://schemas.openxmlformats.org/officeDocument/2006/relationships/image" Target="../media/image902.png" /><Relationship Id="rId904" Type="http://schemas.openxmlformats.org/officeDocument/2006/relationships/image" Target="../media/image903.png" /><Relationship Id="rId905" Type="http://schemas.openxmlformats.org/officeDocument/2006/relationships/image" Target="../media/image904.png" /><Relationship Id="rId906" Type="http://schemas.openxmlformats.org/officeDocument/2006/relationships/image" Target="../media/image905.png" /><Relationship Id="rId907" Type="http://schemas.openxmlformats.org/officeDocument/2006/relationships/image" Target="../media/image906.png" /><Relationship Id="rId908" Type="http://schemas.openxmlformats.org/officeDocument/2006/relationships/image" Target="../media/image907.png" /><Relationship Id="rId909" Type="http://schemas.openxmlformats.org/officeDocument/2006/relationships/image" Target="../media/image908.png" /><Relationship Id="rId91" Type="http://schemas.openxmlformats.org/officeDocument/2006/relationships/image" Target="../media/image90.png" /><Relationship Id="rId910" Type="http://schemas.openxmlformats.org/officeDocument/2006/relationships/image" Target="../media/image909.png" /><Relationship Id="rId911" Type="http://schemas.openxmlformats.org/officeDocument/2006/relationships/image" Target="../media/image910.png" /><Relationship Id="rId912" Type="http://schemas.openxmlformats.org/officeDocument/2006/relationships/image" Target="../media/image911.png" /><Relationship Id="rId913" Type="http://schemas.openxmlformats.org/officeDocument/2006/relationships/image" Target="../media/image912.png" /><Relationship Id="rId914" Type="http://schemas.openxmlformats.org/officeDocument/2006/relationships/image" Target="../media/image913.png" /><Relationship Id="rId915" Type="http://schemas.openxmlformats.org/officeDocument/2006/relationships/image" Target="../media/image914.png" /><Relationship Id="rId916" Type="http://schemas.openxmlformats.org/officeDocument/2006/relationships/image" Target="../media/image915.png" /><Relationship Id="rId917" Type="http://schemas.openxmlformats.org/officeDocument/2006/relationships/image" Target="../media/image916.png" /><Relationship Id="rId918" Type="http://schemas.openxmlformats.org/officeDocument/2006/relationships/image" Target="../media/image917.png" /><Relationship Id="rId919" Type="http://schemas.openxmlformats.org/officeDocument/2006/relationships/image" Target="../media/image918.png" /><Relationship Id="rId92" Type="http://schemas.openxmlformats.org/officeDocument/2006/relationships/image" Target="../media/image91.png" /><Relationship Id="rId920" Type="http://schemas.openxmlformats.org/officeDocument/2006/relationships/image" Target="../media/image919.png" /><Relationship Id="rId921" Type="http://schemas.openxmlformats.org/officeDocument/2006/relationships/image" Target="../media/image920.png" /><Relationship Id="rId922" Type="http://schemas.openxmlformats.org/officeDocument/2006/relationships/image" Target="../media/image921.png" /><Relationship Id="rId923" Type="http://schemas.openxmlformats.org/officeDocument/2006/relationships/image" Target="../media/image922.png" /><Relationship Id="rId924" Type="http://schemas.openxmlformats.org/officeDocument/2006/relationships/image" Target="../media/image923.png" /><Relationship Id="rId925" Type="http://schemas.openxmlformats.org/officeDocument/2006/relationships/image" Target="../media/image924.png" /><Relationship Id="rId926" Type="http://schemas.openxmlformats.org/officeDocument/2006/relationships/image" Target="../media/image925.png" /><Relationship Id="rId927" Type="http://schemas.openxmlformats.org/officeDocument/2006/relationships/image" Target="../media/image926.png" /><Relationship Id="rId928" Type="http://schemas.openxmlformats.org/officeDocument/2006/relationships/image" Target="../media/image927.png" /><Relationship Id="rId929" Type="http://schemas.openxmlformats.org/officeDocument/2006/relationships/image" Target="../media/image928.png" /><Relationship Id="rId93" Type="http://schemas.openxmlformats.org/officeDocument/2006/relationships/image" Target="../media/image92.png" /><Relationship Id="rId930" Type="http://schemas.openxmlformats.org/officeDocument/2006/relationships/image" Target="../media/image929.png" /><Relationship Id="rId931" Type="http://schemas.openxmlformats.org/officeDocument/2006/relationships/image" Target="../media/image930.png" /><Relationship Id="rId932" Type="http://schemas.openxmlformats.org/officeDocument/2006/relationships/image" Target="../media/image931.png" /><Relationship Id="rId933" Type="http://schemas.openxmlformats.org/officeDocument/2006/relationships/image" Target="../media/image932.png" /><Relationship Id="rId934" Type="http://schemas.openxmlformats.org/officeDocument/2006/relationships/image" Target="../media/image933.png" /><Relationship Id="rId935" Type="http://schemas.openxmlformats.org/officeDocument/2006/relationships/image" Target="../media/image934.png" /><Relationship Id="rId936" Type="http://schemas.openxmlformats.org/officeDocument/2006/relationships/image" Target="../media/image935.png" /><Relationship Id="rId937" Type="http://schemas.openxmlformats.org/officeDocument/2006/relationships/image" Target="../media/image936.png" /><Relationship Id="rId938" Type="http://schemas.openxmlformats.org/officeDocument/2006/relationships/image" Target="../media/image937.png" /><Relationship Id="rId939" Type="http://schemas.openxmlformats.org/officeDocument/2006/relationships/image" Target="../media/image938.png" /><Relationship Id="rId94" Type="http://schemas.openxmlformats.org/officeDocument/2006/relationships/image" Target="../media/image93.png" /><Relationship Id="rId940" Type="http://schemas.openxmlformats.org/officeDocument/2006/relationships/image" Target="../media/image939.png" /><Relationship Id="rId941" Type="http://schemas.openxmlformats.org/officeDocument/2006/relationships/image" Target="../media/image940.png" /><Relationship Id="rId942" Type="http://schemas.openxmlformats.org/officeDocument/2006/relationships/image" Target="../media/image941.png" /><Relationship Id="rId943" Type="http://schemas.openxmlformats.org/officeDocument/2006/relationships/image" Target="../media/image942.png" /><Relationship Id="rId944" Type="http://schemas.openxmlformats.org/officeDocument/2006/relationships/image" Target="../media/image943.png" /><Relationship Id="rId945" Type="http://schemas.openxmlformats.org/officeDocument/2006/relationships/image" Target="../media/image944.png" /><Relationship Id="rId946" Type="http://schemas.openxmlformats.org/officeDocument/2006/relationships/image" Target="../media/image945.png" /><Relationship Id="rId947" Type="http://schemas.openxmlformats.org/officeDocument/2006/relationships/image" Target="../media/image946.png" /><Relationship Id="rId948" Type="http://schemas.openxmlformats.org/officeDocument/2006/relationships/image" Target="../media/image947.png" /><Relationship Id="rId949" Type="http://schemas.openxmlformats.org/officeDocument/2006/relationships/image" Target="../media/image948.png" /><Relationship Id="rId95" Type="http://schemas.openxmlformats.org/officeDocument/2006/relationships/image" Target="../media/image94.png" /><Relationship Id="rId950" Type="http://schemas.openxmlformats.org/officeDocument/2006/relationships/image" Target="../media/image949.png" /><Relationship Id="rId951" Type="http://schemas.openxmlformats.org/officeDocument/2006/relationships/image" Target="../media/image950.png" /><Relationship Id="rId952" Type="http://schemas.openxmlformats.org/officeDocument/2006/relationships/image" Target="../media/image951.png" /><Relationship Id="rId953" Type="http://schemas.openxmlformats.org/officeDocument/2006/relationships/image" Target="../media/image952.png" /><Relationship Id="rId954" Type="http://schemas.openxmlformats.org/officeDocument/2006/relationships/image" Target="../media/image953.png" /><Relationship Id="rId955" Type="http://schemas.openxmlformats.org/officeDocument/2006/relationships/image" Target="../media/image954.png" /><Relationship Id="rId956" Type="http://schemas.openxmlformats.org/officeDocument/2006/relationships/image" Target="../media/image955.png" /><Relationship Id="rId957" Type="http://schemas.openxmlformats.org/officeDocument/2006/relationships/image" Target="../media/image956.png" /><Relationship Id="rId958" Type="http://schemas.openxmlformats.org/officeDocument/2006/relationships/image" Target="../media/image957.png" /><Relationship Id="rId959" Type="http://schemas.openxmlformats.org/officeDocument/2006/relationships/image" Target="../media/image958.png" /><Relationship Id="rId96" Type="http://schemas.openxmlformats.org/officeDocument/2006/relationships/image" Target="../media/image95.png" /><Relationship Id="rId960" Type="http://schemas.openxmlformats.org/officeDocument/2006/relationships/image" Target="../media/image959.png" /><Relationship Id="rId961" Type="http://schemas.openxmlformats.org/officeDocument/2006/relationships/image" Target="../media/image960.png" /><Relationship Id="rId962" Type="http://schemas.openxmlformats.org/officeDocument/2006/relationships/image" Target="../media/image961.png" /><Relationship Id="rId963" Type="http://schemas.openxmlformats.org/officeDocument/2006/relationships/image" Target="../media/image962.png" /><Relationship Id="rId964" Type="http://schemas.openxmlformats.org/officeDocument/2006/relationships/image" Target="../media/image963.png" /><Relationship Id="rId965" Type="http://schemas.openxmlformats.org/officeDocument/2006/relationships/image" Target="../media/image964.png" /><Relationship Id="rId966" Type="http://schemas.openxmlformats.org/officeDocument/2006/relationships/image" Target="../media/image965.png" /><Relationship Id="rId967" Type="http://schemas.openxmlformats.org/officeDocument/2006/relationships/image" Target="../media/image966.png" /><Relationship Id="rId968" Type="http://schemas.openxmlformats.org/officeDocument/2006/relationships/image" Target="../media/image967.png" /><Relationship Id="rId969" Type="http://schemas.openxmlformats.org/officeDocument/2006/relationships/image" Target="../media/image968.png" /><Relationship Id="rId97" Type="http://schemas.openxmlformats.org/officeDocument/2006/relationships/image" Target="../media/image96.png" /><Relationship Id="rId970" Type="http://schemas.openxmlformats.org/officeDocument/2006/relationships/image" Target="../media/image969.png" /><Relationship Id="rId971" Type="http://schemas.openxmlformats.org/officeDocument/2006/relationships/image" Target="../media/image970.png" /><Relationship Id="rId972" Type="http://schemas.openxmlformats.org/officeDocument/2006/relationships/image" Target="../media/image971.png" /><Relationship Id="rId973" Type="http://schemas.openxmlformats.org/officeDocument/2006/relationships/image" Target="../media/image972.png" /><Relationship Id="rId974" Type="http://schemas.openxmlformats.org/officeDocument/2006/relationships/image" Target="../media/image973.png" /><Relationship Id="rId975" Type="http://schemas.openxmlformats.org/officeDocument/2006/relationships/image" Target="../media/image974.png" /><Relationship Id="rId976" Type="http://schemas.openxmlformats.org/officeDocument/2006/relationships/image" Target="../media/image975.png" /><Relationship Id="rId977" Type="http://schemas.openxmlformats.org/officeDocument/2006/relationships/image" Target="../media/image976.png" /><Relationship Id="rId978" Type="http://schemas.openxmlformats.org/officeDocument/2006/relationships/image" Target="../media/image977.png" /><Relationship Id="rId979" Type="http://schemas.openxmlformats.org/officeDocument/2006/relationships/image" Target="../media/image978.png" /><Relationship Id="rId98" Type="http://schemas.openxmlformats.org/officeDocument/2006/relationships/image" Target="../media/image97.png" /><Relationship Id="rId980" Type="http://schemas.openxmlformats.org/officeDocument/2006/relationships/image" Target="../media/image979.png" /><Relationship Id="rId981" Type="http://schemas.openxmlformats.org/officeDocument/2006/relationships/image" Target="../media/image980.png" /><Relationship Id="rId982" Type="http://schemas.openxmlformats.org/officeDocument/2006/relationships/image" Target="../media/image981.png" /><Relationship Id="rId983" Type="http://schemas.openxmlformats.org/officeDocument/2006/relationships/image" Target="../media/image982.png" /><Relationship Id="rId984" Type="http://schemas.openxmlformats.org/officeDocument/2006/relationships/image" Target="../media/image983.png" /><Relationship Id="rId985" Type="http://schemas.openxmlformats.org/officeDocument/2006/relationships/image" Target="../media/image984.png" /><Relationship Id="rId986" Type="http://schemas.openxmlformats.org/officeDocument/2006/relationships/image" Target="../media/image985.png" /><Relationship Id="rId987" Type="http://schemas.openxmlformats.org/officeDocument/2006/relationships/image" Target="../media/image986.png" /><Relationship Id="rId988" Type="http://schemas.openxmlformats.org/officeDocument/2006/relationships/image" Target="../media/image987.png" /><Relationship Id="rId989" Type="http://schemas.openxmlformats.org/officeDocument/2006/relationships/image" Target="../media/image988.png" /><Relationship Id="rId99" Type="http://schemas.openxmlformats.org/officeDocument/2006/relationships/image" Target="../media/image98.png" /><Relationship Id="rId990" Type="http://schemas.openxmlformats.org/officeDocument/2006/relationships/image" Target="../media/image989.png" /><Relationship Id="rId991" Type="http://schemas.openxmlformats.org/officeDocument/2006/relationships/image" Target="../media/image990.png" /><Relationship Id="rId992" Type="http://schemas.openxmlformats.org/officeDocument/2006/relationships/image" Target="../media/image991.png" /><Relationship Id="rId993" Type="http://schemas.openxmlformats.org/officeDocument/2006/relationships/image" Target="../media/image992.png" /><Relationship Id="rId994" Type="http://schemas.openxmlformats.org/officeDocument/2006/relationships/image" Target="../media/image993.png" /><Relationship Id="rId995" Type="http://schemas.openxmlformats.org/officeDocument/2006/relationships/image" Target="../media/image994.png" /><Relationship Id="rId996" Type="http://schemas.openxmlformats.org/officeDocument/2006/relationships/image" Target="../media/image995.png" /><Relationship Id="rId997" Type="http://schemas.openxmlformats.org/officeDocument/2006/relationships/image" Target="../media/image996.png" /><Relationship Id="rId998" Type="http://schemas.openxmlformats.org/officeDocument/2006/relationships/image" Target="../media/image997.png" /><Relationship Id="rId999" Type="http://schemas.openxmlformats.org/officeDocument/2006/relationships/image" Target="../media/image99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image" Target="../media/image1411.png" /><Relationship Id="rId100" Type="http://schemas.openxmlformats.org/officeDocument/2006/relationships/image" Target="../media/image1501.png" /><Relationship Id="rId1000" Type="http://schemas.openxmlformats.org/officeDocument/2006/relationships/image" Target="../media/image2401.png" /><Relationship Id="rId1001" Type="http://schemas.openxmlformats.org/officeDocument/2006/relationships/image" Target="../media/image2402.png" /><Relationship Id="rId1002" Type="http://schemas.openxmlformats.org/officeDocument/2006/relationships/image" Target="../media/image2403.png" /><Relationship Id="rId1003" Type="http://schemas.openxmlformats.org/officeDocument/2006/relationships/image" Target="../media/image2404.png" /><Relationship Id="rId1004" Type="http://schemas.openxmlformats.org/officeDocument/2006/relationships/image" Target="../media/image2405.png" /><Relationship Id="rId1005" Type="http://schemas.openxmlformats.org/officeDocument/2006/relationships/image" Target="../media/image2406.png" /><Relationship Id="rId1006" Type="http://schemas.openxmlformats.org/officeDocument/2006/relationships/image" Target="../media/image2407.png" /><Relationship Id="rId1007" Type="http://schemas.openxmlformats.org/officeDocument/2006/relationships/image" Target="../media/image2408.png" /><Relationship Id="rId1008" Type="http://schemas.openxmlformats.org/officeDocument/2006/relationships/image" Target="../media/image2409.png" /><Relationship Id="rId1009" Type="http://schemas.openxmlformats.org/officeDocument/2006/relationships/image" Target="../media/image2410.png" /><Relationship Id="rId101" Type="http://schemas.openxmlformats.org/officeDocument/2006/relationships/image" Target="../media/image1502.png" /><Relationship Id="rId1010" Type="http://schemas.openxmlformats.org/officeDocument/2006/relationships/image" Target="../media/image2411.png" /><Relationship Id="rId1011" Type="http://schemas.openxmlformats.org/officeDocument/2006/relationships/image" Target="../media/image2412.png" /><Relationship Id="rId1012" Type="http://schemas.openxmlformats.org/officeDocument/2006/relationships/image" Target="../media/image2413.png" /><Relationship Id="rId1013" Type="http://schemas.openxmlformats.org/officeDocument/2006/relationships/image" Target="../media/image2414.png" /><Relationship Id="rId1014" Type="http://schemas.openxmlformats.org/officeDocument/2006/relationships/image" Target="../media/image2415.png" /><Relationship Id="rId1015" Type="http://schemas.openxmlformats.org/officeDocument/2006/relationships/image" Target="../media/image2416.png" /><Relationship Id="rId1016" Type="http://schemas.openxmlformats.org/officeDocument/2006/relationships/image" Target="../media/image2417.png" /><Relationship Id="rId1017" Type="http://schemas.openxmlformats.org/officeDocument/2006/relationships/image" Target="../media/image2418.png" /><Relationship Id="rId1018" Type="http://schemas.openxmlformats.org/officeDocument/2006/relationships/image" Target="../media/image2419.png" /><Relationship Id="rId1019" Type="http://schemas.openxmlformats.org/officeDocument/2006/relationships/image" Target="../media/image2420.png" /><Relationship Id="rId102" Type="http://schemas.openxmlformats.org/officeDocument/2006/relationships/image" Target="../media/image1503.png" /><Relationship Id="rId1020" Type="http://schemas.openxmlformats.org/officeDocument/2006/relationships/image" Target="../media/image2421.png" /><Relationship Id="rId1021" Type="http://schemas.openxmlformats.org/officeDocument/2006/relationships/image" Target="../media/image2422.png" /><Relationship Id="rId1022" Type="http://schemas.openxmlformats.org/officeDocument/2006/relationships/image" Target="../media/image2423.png" /><Relationship Id="rId1023" Type="http://schemas.openxmlformats.org/officeDocument/2006/relationships/image" Target="../media/image2424.png" /><Relationship Id="rId1024" Type="http://schemas.openxmlformats.org/officeDocument/2006/relationships/image" Target="../media/image2425.png" /><Relationship Id="rId1025" Type="http://schemas.openxmlformats.org/officeDocument/2006/relationships/image" Target="../media/image2426.png" /><Relationship Id="rId1026" Type="http://schemas.openxmlformats.org/officeDocument/2006/relationships/image" Target="../media/image2427.png" /><Relationship Id="rId1027" Type="http://schemas.openxmlformats.org/officeDocument/2006/relationships/image" Target="../media/image2428.png" /><Relationship Id="rId1028" Type="http://schemas.openxmlformats.org/officeDocument/2006/relationships/image" Target="../media/image2429.png" /><Relationship Id="rId1029" Type="http://schemas.openxmlformats.org/officeDocument/2006/relationships/image" Target="../media/image2430.png" /><Relationship Id="rId103" Type="http://schemas.openxmlformats.org/officeDocument/2006/relationships/image" Target="../media/image1504.png" /><Relationship Id="rId1030" Type="http://schemas.openxmlformats.org/officeDocument/2006/relationships/image" Target="../media/image2431.png" /><Relationship Id="rId1031" Type="http://schemas.openxmlformats.org/officeDocument/2006/relationships/image" Target="../media/image2432.png" /><Relationship Id="rId1032" Type="http://schemas.openxmlformats.org/officeDocument/2006/relationships/image" Target="../media/image2433.png" /><Relationship Id="rId1033" Type="http://schemas.openxmlformats.org/officeDocument/2006/relationships/image" Target="../media/image2434.png" /><Relationship Id="rId1034" Type="http://schemas.openxmlformats.org/officeDocument/2006/relationships/image" Target="../media/image2435.png" /><Relationship Id="rId1035" Type="http://schemas.openxmlformats.org/officeDocument/2006/relationships/image" Target="../media/image2436.png" /><Relationship Id="rId1036" Type="http://schemas.openxmlformats.org/officeDocument/2006/relationships/image" Target="../media/image2437.png" /><Relationship Id="rId1037" Type="http://schemas.openxmlformats.org/officeDocument/2006/relationships/image" Target="../media/image2438.png" /><Relationship Id="rId1038" Type="http://schemas.openxmlformats.org/officeDocument/2006/relationships/image" Target="../media/image2439.png" /><Relationship Id="rId1039" Type="http://schemas.openxmlformats.org/officeDocument/2006/relationships/image" Target="../media/image2440.png" /><Relationship Id="rId104" Type="http://schemas.openxmlformats.org/officeDocument/2006/relationships/image" Target="../media/image1505.png" /><Relationship Id="rId1040" Type="http://schemas.openxmlformats.org/officeDocument/2006/relationships/image" Target="../media/image2441.png" /><Relationship Id="rId1041" Type="http://schemas.openxmlformats.org/officeDocument/2006/relationships/image" Target="../media/image2442.png" /><Relationship Id="rId1042" Type="http://schemas.openxmlformats.org/officeDocument/2006/relationships/image" Target="../media/image2443.png" /><Relationship Id="rId1043" Type="http://schemas.openxmlformats.org/officeDocument/2006/relationships/image" Target="../media/image2444.png" /><Relationship Id="rId1044" Type="http://schemas.openxmlformats.org/officeDocument/2006/relationships/image" Target="../media/image2445.png" /><Relationship Id="rId1045" Type="http://schemas.openxmlformats.org/officeDocument/2006/relationships/image" Target="../media/image2446.png" /><Relationship Id="rId1046" Type="http://schemas.openxmlformats.org/officeDocument/2006/relationships/image" Target="../media/image2447.png" /><Relationship Id="rId1047" Type="http://schemas.openxmlformats.org/officeDocument/2006/relationships/image" Target="../media/image2448.png" /><Relationship Id="rId1048" Type="http://schemas.openxmlformats.org/officeDocument/2006/relationships/image" Target="../media/image2449.png" /><Relationship Id="rId1049" Type="http://schemas.openxmlformats.org/officeDocument/2006/relationships/image" Target="../media/image2450.png" /><Relationship Id="rId105" Type="http://schemas.openxmlformats.org/officeDocument/2006/relationships/image" Target="../media/image1506.png" /><Relationship Id="rId1050" Type="http://schemas.openxmlformats.org/officeDocument/2006/relationships/image" Target="../media/image2451.png" /><Relationship Id="rId1051" Type="http://schemas.openxmlformats.org/officeDocument/2006/relationships/image" Target="../media/image2452.png" /><Relationship Id="rId1052" Type="http://schemas.openxmlformats.org/officeDocument/2006/relationships/image" Target="../media/image2453.png" /><Relationship Id="rId1053" Type="http://schemas.openxmlformats.org/officeDocument/2006/relationships/image" Target="../media/image2454.png" /><Relationship Id="rId1054" Type="http://schemas.openxmlformats.org/officeDocument/2006/relationships/image" Target="../media/image2455.png" /><Relationship Id="rId1055" Type="http://schemas.openxmlformats.org/officeDocument/2006/relationships/image" Target="../media/image2456.png" /><Relationship Id="rId1056" Type="http://schemas.openxmlformats.org/officeDocument/2006/relationships/image" Target="../media/image2457.png" /><Relationship Id="rId1057" Type="http://schemas.openxmlformats.org/officeDocument/2006/relationships/image" Target="../media/image2458.png" /><Relationship Id="rId1058" Type="http://schemas.openxmlformats.org/officeDocument/2006/relationships/image" Target="../media/image2459.png" /><Relationship Id="rId1059" Type="http://schemas.openxmlformats.org/officeDocument/2006/relationships/image" Target="../media/image2460.png" /><Relationship Id="rId106" Type="http://schemas.openxmlformats.org/officeDocument/2006/relationships/image" Target="../media/image1507.png" /><Relationship Id="rId1060" Type="http://schemas.openxmlformats.org/officeDocument/2006/relationships/image" Target="../media/image2461.png" /><Relationship Id="rId1061" Type="http://schemas.openxmlformats.org/officeDocument/2006/relationships/image" Target="../media/image2462.png" /><Relationship Id="rId1062" Type="http://schemas.openxmlformats.org/officeDocument/2006/relationships/image" Target="../media/image2463.png" /><Relationship Id="rId1063" Type="http://schemas.openxmlformats.org/officeDocument/2006/relationships/image" Target="../media/image2464.png" /><Relationship Id="rId1064" Type="http://schemas.openxmlformats.org/officeDocument/2006/relationships/image" Target="../media/image2465.png" /><Relationship Id="rId1065" Type="http://schemas.openxmlformats.org/officeDocument/2006/relationships/image" Target="../media/image2466.png" /><Relationship Id="rId1066" Type="http://schemas.openxmlformats.org/officeDocument/2006/relationships/image" Target="../media/image2467.png" /><Relationship Id="rId1067" Type="http://schemas.openxmlformats.org/officeDocument/2006/relationships/image" Target="../media/image2468.png" /><Relationship Id="rId1068" Type="http://schemas.openxmlformats.org/officeDocument/2006/relationships/image" Target="../media/image2469.png" /><Relationship Id="rId1069" Type="http://schemas.openxmlformats.org/officeDocument/2006/relationships/image" Target="../media/image2470.png" /><Relationship Id="rId107" Type="http://schemas.openxmlformats.org/officeDocument/2006/relationships/image" Target="../media/image1508.png" /><Relationship Id="rId1070" Type="http://schemas.openxmlformats.org/officeDocument/2006/relationships/image" Target="../media/image2471.png" /><Relationship Id="rId1071" Type="http://schemas.openxmlformats.org/officeDocument/2006/relationships/image" Target="../media/image2472.png" /><Relationship Id="rId1072" Type="http://schemas.openxmlformats.org/officeDocument/2006/relationships/image" Target="../media/image2473.png" /><Relationship Id="rId1073" Type="http://schemas.openxmlformats.org/officeDocument/2006/relationships/image" Target="../media/image2474.png" /><Relationship Id="rId1074" Type="http://schemas.openxmlformats.org/officeDocument/2006/relationships/image" Target="../media/image2475.png" /><Relationship Id="rId1075" Type="http://schemas.openxmlformats.org/officeDocument/2006/relationships/image" Target="../media/image2476.png" /><Relationship Id="rId1076" Type="http://schemas.openxmlformats.org/officeDocument/2006/relationships/image" Target="../media/image2477.png" /><Relationship Id="rId1077" Type="http://schemas.openxmlformats.org/officeDocument/2006/relationships/image" Target="../media/image2478.png" /><Relationship Id="rId1078" Type="http://schemas.openxmlformats.org/officeDocument/2006/relationships/image" Target="../media/image2479.png" /><Relationship Id="rId1079" Type="http://schemas.openxmlformats.org/officeDocument/2006/relationships/image" Target="../media/image2480.png" /><Relationship Id="rId108" Type="http://schemas.openxmlformats.org/officeDocument/2006/relationships/image" Target="../media/image1509.png" /><Relationship Id="rId1080" Type="http://schemas.openxmlformats.org/officeDocument/2006/relationships/image" Target="../media/image2481.png" /><Relationship Id="rId1081" Type="http://schemas.openxmlformats.org/officeDocument/2006/relationships/image" Target="../media/image2482.png" /><Relationship Id="rId1082" Type="http://schemas.openxmlformats.org/officeDocument/2006/relationships/image" Target="../media/image2483.png" /><Relationship Id="rId1083" Type="http://schemas.openxmlformats.org/officeDocument/2006/relationships/image" Target="../media/image2484.png" /><Relationship Id="rId1084" Type="http://schemas.openxmlformats.org/officeDocument/2006/relationships/image" Target="../media/image2485.png" /><Relationship Id="rId1085" Type="http://schemas.openxmlformats.org/officeDocument/2006/relationships/image" Target="../media/image2486.png" /><Relationship Id="rId1086" Type="http://schemas.openxmlformats.org/officeDocument/2006/relationships/image" Target="../media/image2487.png" /><Relationship Id="rId1087" Type="http://schemas.openxmlformats.org/officeDocument/2006/relationships/image" Target="../media/image2488.png" /><Relationship Id="rId1088" Type="http://schemas.openxmlformats.org/officeDocument/2006/relationships/image" Target="../media/image2489.png" /><Relationship Id="rId1089" Type="http://schemas.openxmlformats.org/officeDocument/2006/relationships/image" Target="../media/image2490.png" /><Relationship Id="rId109" Type="http://schemas.openxmlformats.org/officeDocument/2006/relationships/image" Target="../media/image1510.png" /><Relationship Id="rId1090" Type="http://schemas.openxmlformats.org/officeDocument/2006/relationships/image" Target="../media/image2491.png" /><Relationship Id="rId1091" Type="http://schemas.openxmlformats.org/officeDocument/2006/relationships/image" Target="../media/image2492.png" /><Relationship Id="rId1092" Type="http://schemas.openxmlformats.org/officeDocument/2006/relationships/image" Target="../media/image2493.png" /><Relationship Id="rId1093" Type="http://schemas.openxmlformats.org/officeDocument/2006/relationships/image" Target="../media/image2494.png" /><Relationship Id="rId1094" Type="http://schemas.openxmlformats.org/officeDocument/2006/relationships/image" Target="../media/image2495.png" /><Relationship Id="rId1095" Type="http://schemas.openxmlformats.org/officeDocument/2006/relationships/image" Target="../media/image2496.png" /><Relationship Id="rId1096" Type="http://schemas.openxmlformats.org/officeDocument/2006/relationships/image" Target="../media/image2497.png" /><Relationship Id="rId1097" Type="http://schemas.openxmlformats.org/officeDocument/2006/relationships/image" Target="../media/image2498.png" /><Relationship Id="rId1098" Type="http://schemas.openxmlformats.org/officeDocument/2006/relationships/image" Target="../media/image2499.png" /><Relationship Id="rId1099" Type="http://schemas.openxmlformats.org/officeDocument/2006/relationships/image" Target="../media/image2500.png" /><Relationship Id="rId11" Type="http://schemas.openxmlformats.org/officeDocument/2006/relationships/image" Target="../media/image1412.png" /><Relationship Id="rId110" Type="http://schemas.openxmlformats.org/officeDocument/2006/relationships/image" Target="../media/image1511.png" /><Relationship Id="rId1100" Type="http://schemas.openxmlformats.org/officeDocument/2006/relationships/image" Target="../media/image2501.png" /><Relationship Id="rId1101" Type="http://schemas.openxmlformats.org/officeDocument/2006/relationships/image" Target="../media/image2502.png" /><Relationship Id="rId1102" Type="http://schemas.openxmlformats.org/officeDocument/2006/relationships/image" Target="../media/image2503.png" /><Relationship Id="rId1103" Type="http://schemas.openxmlformats.org/officeDocument/2006/relationships/image" Target="../media/image2504.png" /><Relationship Id="rId1104" Type="http://schemas.openxmlformats.org/officeDocument/2006/relationships/image" Target="../media/image2505.png" /><Relationship Id="rId1105" Type="http://schemas.openxmlformats.org/officeDocument/2006/relationships/image" Target="../media/image2506.png" /><Relationship Id="rId1106" Type="http://schemas.openxmlformats.org/officeDocument/2006/relationships/image" Target="../media/image2507.png" /><Relationship Id="rId1107" Type="http://schemas.openxmlformats.org/officeDocument/2006/relationships/image" Target="../media/image2508.png" /><Relationship Id="rId1108" Type="http://schemas.openxmlformats.org/officeDocument/2006/relationships/image" Target="../media/image2509.png" /><Relationship Id="rId1109" Type="http://schemas.openxmlformats.org/officeDocument/2006/relationships/image" Target="../media/image2510.png" /><Relationship Id="rId111" Type="http://schemas.openxmlformats.org/officeDocument/2006/relationships/image" Target="../media/image1512.png" /><Relationship Id="rId1110" Type="http://schemas.openxmlformats.org/officeDocument/2006/relationships/image" Target="../media/image2511.png" /><Relationship Id="rId1111" Type="http://schemas.openxmlformats.org/officeDocument/2006/relationships/image" Target="../media/image2512.png" /><Relationship Id="rId1112" Type="http://schemas.openxmlformats.org/officeDocument/2006/relationships/image" Target="../media/image2513.png" /><Relationship Id="rId1113" Type="http://schemas.openxmlformats.org/officeDocument/2006/relationships/image" Target="../media/image2514.png" /><Relationship Id="rId1114" Type="http://schemas.openxmlformats.org/officeDocument/2006/relationships/image" Target="../media/image2515.png" /><Relationship Id="rId1115" Type="http://schemas.openxmlformats.org/officeDocument/2006/relationships/image" Target="../media/image2516.png" /><Relationship Id="rId1116" Type="http://schemas.openxmlformats.org/officeDocument/2006/relationships/image" Target="../media/image2517.png" /><Relationship Id="rId1117" Type="http://schemas.openxmlformats.org/officeDocument/2006/relationships/image" Target="../media/image2518.png" /><Relationship Id="rId1118" Type="http://schemas.openxmlformats.org/officeDocument/2006/relationships/image" Target="../media/image2519.png" /><Relationship Id="rId1119" Type="http://schemas.openxmlformats.org/officeDocument/2006/relationships/image" Target="../media/image2520.png" /><Relationship Id="rId112" Type="http://schemas.openxmlformats.org/officeDocument/2006/relationships/image" Target="../media/image1513.png" /><Relationship Id="rId1120" Type="http://schemas.openxmlformats.org/officeDocument/2006/relationships/image" Target="../media/image2521.png" /><Relationship Id="rId1121" Type="http://schemas.openxmlformats.org/officeDocument/2006/relationships/image" Target="../media/image2522.png" /><Relationship Id="rId1122" Type="http://schemas.openxmlformats.org/officeDocument/2006/relationships/image" Target="../media/image2523.png" /><Relationship Id="rId1123" Type="http://schemas.openxmlformats.org/officeDocument/2006/relationships/image" Target="../media/image2524.png" /><Relationship Id="rId1124" Type="http://schemas.openxmlformats.org/officeDocument/2006/relationships/image" Target="../media/image2525.png" /><Relationship Id="rId1125" Type="http://schemas.openxmlformats.org/officeDocument/2006/relationships/image" Target="../media/image2526.png" /><Relationship Id="rId1126" Type="http://schemas.openxmlformats.org/officeDocument/2006/relationships/image" Target="../media/image2527.png" /><Relationship Id="rId1127" Type="http://schemas.openxmlformats.org/officeDocument/2006/relationships/image" Target="../media/image2528.png" /><Relationship Id="rId1128" Type="http://schemas.openxmlformats.org/officeDocument/2006/relationships/image" Target="../media/image2529.png" /><Relationship Id="rId1129" Type="http://schemas.openxmlformats.org/officeDocument/2006/relationships/image" Target="../media/image2530.png" /><Relationship Id="rId113" Type="http://schemas.openxmlformats.org/officeDocument/2006/relationships/image" Target="../media/image1514.png" /><Relationship Id="rId1130" Type="http://schemas.openxmlformats.org/officeDocument/2006/relationships/image" Target="../media/image2531.png" /><Relationship Id="rId1131" Type="http://schemas.openxmlformats.org/officeDocument/2006/relationships/image" Target="../media/image2532.png" /><Relationship Id="rId1132" Type="http://schemas.openxmlformats.org/officeDocument/2006/relationships/image" Target="../media/image2533.png" /><Relationship Id="rId1133" Type="http://schemas.openxmlformats.org/officeDocument/2006/relationships/image" Target="../media/image2534.png" /><Relationship Id="rId1134" Type="http://schemas.openxmlformats.org/officeDocument/2006/relationships/image" Target="../media/image2535.png" /><Relationship Id="rId1135" Type="http://schemas.openxmlformats.org/officeDocument/2006/relationships/image" Target="../media/image2536.png" /><Relationship Id="rId1136" Type="http://schemas.openxmlformats.org/officeDocument/2006/relationships/image" Target="../media/image2537.png" /><Relationship Id="rId1137" Type="http://schemas.openxmlformats.org/officeDocument/2006/relationships/image" Target="../media/image2538.png" /><Relationship Id="rId1138" Type="http://schemas.openxmlformats.org/officeDocument/2006/relationships/image" Target="../media/image2539.png" /><Relationship Id="rId1139" Type="http://schemas.openxmlformats.org/officeDocument/2006/relationships/image" Target="../media/image2540.png" /><Relationship Id="rId114" Type="http://schemas.openxmlformats.org/officeDocument/2006/relationships/image" Target="../media/image1515.png" /><Relationship Id="rId1140" Type="http://schemas.openxmlformats.org/officeDocument/2006/relationships/image" Target="../media/image2541.png" /><Relationship Id="rId1141" Type="http://schemas.openxmlformats.org/officeDocument/2006/relationships/image" Target="../media/image2542.png" /><Relationship Id="rId1142" Type="http://schemas.openxmlformats.org/officeDocument/2006/relationships/image" Target="../media/image2543.png" /><Relationship Id="rId1143" Type="http://schemas.openxmlformats.org/officeDocument/2006/relationships/image" Target="../media/image2544.png" /><Relationship Id="rId1144" Type="http://schemas.openxmlformats.org/officeDocument/2006/relationships/image" Target="../media/image2545.png" /><Relationship Id="rId1145" Type="http://schemas.openxmlformats.org/officeDocument/2006/relationships/image" Target="../media/image2546.png" /><Relationship Id="rId1146" Type="http://schemas.openxmlformats.org/officeDocument/2006/relationships/image" Target="../media/image2547.png" /><Relationship Id="rId1147" Type="http://schemas.openxmlformats.org/officeDocument/2006/relationships/image" Target="../media/image2548.png" /><Relationship Id="rId1148" Type="http://schemas.openxmlformats.org/officeDocument/2006/relationships/image" Target="../media/image2549.png" /><Relationship Id="rId1149" Type="http://schemas.openxmlformats.org/officeDocument/2006/relationships/image" Target="../media/image2550.png" /><Relationship Id="rId115" Type="http://schemas.openxmlformats.org/officeDocument/2006/relationships/image" Target="../media/image1516.png" /><Relationship Id="rId1150" Type="http://schemas.openxmlformats.org/officeDocument/2006/relationships/image" Target="../media/image2551.png" /><Relationship Id="rId1151" Type="http://schemas.openxmlformats.org/officeDocument/2006/relationships/image" Target="../media/image2552.png" /><Relationship Id="rId1152" Type="http://schemas.openxmlformats.org/officeDocument/2006/relationships/image" Target="../media/image2553.png" /><Relationship Id="rId1153" Type="http://schemas.openxmlformats.org/officeDocument/2006/relationships/image" Target="../media/image2554.png" /><Relationship Id="rId1154" Type="http://schemas.openxmlformats.org/officeDocument/2006/relationships/image" Target="../media/image2555.png" /><Relationship Id="rId1155" Type="http://schemas.openxmlformats.org/officeDocument/2006/relationships/image" Target="../media/image2556.png" /><Relationship Id="rId1156" Type="http://schemas.openxmlformats.org/officeDocument/2006/relationships/image" Target="../media/image2557.png" /><Relationship Id="rId1157" Type="http://schemas.openxmlformats.org/officeDocument/2006/relationships/image" Target="../media/image2558.png" /><Relationship Id="rId1158" Type="http://schemas.openxmlformats.org/officeDocument/2006/relationships/image" Target="../media/image2559.png" /><Relationship Id="rId1159" Type="http://schemas.openxmlformats.org/officeDocument/2006/relationships/image" Target="../media/image2560.png" /><Relationship Id="rId116" Type="http://schemas.openxmlformats.org/officeDocument/2006/relationships/image" Target="../media/image1517.png" /><Relationship Id="rId1160" Type="http://schemas.openxmlformats.org/officeDocument/2006/relationships/image" Target="../media/image2561.png" /><Relationship Id="rId1161" Type="http://schemas.openxmlformats.org/officeDocument/2006/relationships/image" Target="../media/image2562.png" /><Relationship Id="rId1162" Type="http://schemas.openxmlformats.org/officeDocument/2006/relationships/image" Target="../media/image2563.png" /><Relationship Id="rId1163" Type="http://schemas.openxmlformats.org/officeDocument/2006/relationships/image" Target="../media/image2564.png" /><Relationship Id="rId1164" Type="http://schemas.openxmlformats.org/officeDocument/2006/relationships/image" Target="../media/image2565.png" /><Relationship Id="rId1165" Type="http://schemas.openxmlformats.org/officeDocument/2006/relationships/image" Target="../media/image2566.png" /><Relationship Id="rId1166" Type="http://schemas.openxmlformats.org/officeDocument/2006/relationships/image" Target="../media/image2567.png" /><Relationship Id="rId1167" Type="http://schemas.openxmlformats.org/officeDocument/2006/relationships/image" Target="../media/image2568.png" /><Relationship Id="rId1168" Type="http://schemas.openxmlformats.org/officeDocument/2006/relationships/image" Target="../media/image2569.png" /><Relationship Id="rId1169" Type="http://schemas.openxmlformats.org/officeDocument/2006/relationships/image" Target="../media/image2570.png" /><Relationship Id="rId117" Type="http://schemas.openxmlformats.org/officeDocument/2006/relationships/image" Target="../media/image1518.png" /><Relationship Id="rId1170" Type="http://schemas.openxmlformats.org/officeDocument/2006/relationships/image" Target="../media/image2571.png" /><Relationship Id="rId1171" Type="http://schemas.openxmlformats.org/officeDocument/2006/relationships/image" Target="../media/image2572.png" /><Relationship Id="rId1172" Type="http://schemas.openxmlformats.org/officeDocument/2006/relationships/image" Target="../media/image2573.png" /><Relationship Id="rId1173" Type="http://schemas.openxmlformats.org/officeDocument/2006/relationships/image" Target="../media/image2574.png" /><Relationship Id="rId1174" Type="http://schemas.openxmlformats.org/officeDocument/2006/relationships/image" Target="../media/image2575.png" /><Relationship Id="rId1175" Type="http://schemas.openxmlformats.org/officeDocument/2006/relationships/image" Target="../media/image2576.png" /><Relationship Id="rId1176" Type="http://schemas.openxmlformats.org/officeDocument/2006/relationships/image" Target="../media/image2577.png" /><Relationship Id="rId1177" Type="http://schemas.openxmlformats.org/officeDocument/2006/relationships/image" Target="../media/image2578.png" /><Relationship Id="rId1178" Type="http://schemas.openxmlformats.org/officeDocument/2006/relationships/image" Target="../media/image2579.png" /><Relationship Id="rId1179" Type="http://schemas.openxmlformats.org/officeDocument/2006/relationships/image" Target="../media/image2580.png" /><Relationship Id="rId118" Type="http://schemas.openxmlformats.org/officeDocument/2006/relationships/image" Target="../media/image1519.png" /><Relationship Id="rId1180" Type="http://schemas.openxmlformats.org/officeDocument/2006/relationships/image" Target="../media/image2581.png" /><Relationship Id="rId1181" Type="http://schemas.openxmlformats.org/officeDocument/2006/relationships/image" Target="../media/image2582.png" /><Relationship Id="rId1182" Type="http://schemas.openxmlformats.org/officeDocument/2006/relationships/image" Target="../media/image2583.png" /><Relationship Id="rId1183" Type="http://schemas.openxmlformats.org/officeDocument/2006/relationships/image" Target="../media/image2584.png" /><Relationship Id="rId1184" Type="http://schemas.openxmlformats.org/officeDocument/2006/relationships/image" Target="../media/image2585.png" /><Relationship Id="rId1185" Type="http://schemas.openxmlformats.org/officeDocument/2006/relationships/image" Target="../media/image2586.png" /><Relationship Id="rId1186" Type="http://schemas.openxmlformats.org/officeDocument/2006/relationships/image" Target="../media/image2587.png" /><Relationship Id="rId1187" Type="http://schemas.openxmlformats.org/officeDocument/2006/relationships/image" Target="../media/image2588.png" /><Relationship Id="rId1188" Type="http://schemas.openxmlformats.org/officeDocument/2006/relationships/image" Target="../media/image2589.png" /><Relationship Id="rId1189" Type="http://schemas.openxmlformats.org/officeDocument/2006/relationships/image" Target="../media/image2590.png" /><Relationship Id="rId119" Type="http://schemas.openxmlformats.org/officeDocument/2006/relationships/image" Target="../media/image1520.png" /><Relationship Id="rId1190" Type="http://schemas.openxmlformats.org/officeDocument/2006/relationships/image" Target="../media/image2591.png" /><Relationship Id="rId1191" Type="http://schemas.openxmlformats.org/officeDocument/2006/relationships/image" Target="../media/image2592.png" /><Relationship Id="rId1192" Type="http://schemas.openxmlformats.org/officeDocument/2006/relationships/image" Target="../media/image2593.png" /><Relationship Id="rId1193" Type="http://schemas.openxmlformats.org/officeDocument/2006/relationships/image" Target="../media/image2594.png" /><Relationship Id="rId1194" Type="http://schemas.openxmlformats.org/officeDocument/2006/relationships/image" Target="../media/image2595.png" /><Relationship Id="rId1195" Type="http://schemas.openxmlformats.org/officeDocument/2006/relationships/image" Target="../media/image2596.png" /><Relationship Id="rId1196" Type="http://schemas.openxmlformats.org/officeDocument/2006/relationships/image" Target="../media/image2597.png" /><Relationship Id="rId1197" Type="http://schemas.openxmlformats.org/officeDocument/2006/relationships/image" Target="../media/image2598.png" /><Relationship Id="rId1198" Type="http://schemas.openxmlformats.org/officeDocument/2006/relationships/image" Target="../media/image2599.png" /><Relationship Id="rId1199" Type="http://schemas.openxmlformats.org/officeDocument/2006/relationships/image" Target="../media/image2600.png" /><Relationship Id="rId12" Type="http://schemas.openxmlformats.org/officeDocument/2006/relationships/image" Target="../media/image1413.png" /><Relationship Id="rId120" Type="http://schemas.openxmlformats.org/officeDocument/2006/relationships/image" Target="../media/image1521.png" /><Relationship Id="rId1200" Type="http://schemas.openxmlformats.org/officeDocument/2006/relationships/image" Target="../media/image2601.png" /><Relationship Id="rId1201" Type="http://schemas.openxmlformats.org/officeDocument/2006/relationships/image" Target="../media/image2602.png" /><Relationship Id="rId1202" Type="http://schemas.openxmlformats.org/officeDocument/2006/relationships/image" Target="../media/image2603.png" /><Relationship Id="rId1203" Type="http://schemas.openxmlformats.org/officeDocument/2006/relationships/image" Target="../media/image2604.png" /><Relationship Id="rId1204" Type="http://schemas.openxmlformats.org/officeDocument/2006/relationships/image" Target="../media/image2605.png" /><Relationship Id="rId1205" Type="http://schemas.openxmlformats.org/officeDocument/2006/relationships/image" Target="../media/image2606.png" /><Relationship Id="rId1206" Type="http://schemas.openxmlformats.org/officeDocument/2006/relationships/image" Target="../media/image2607.png" /><Relationship Id="rId1207" Type="http://schemas.openxmlformats.org/officeDocument/2006/relationships/image" Target="../media/image2608.png" /><Relationship Id="rId1208" Type="http://schemas.openxmlformats.org/officeDocument/2006/relationships/image" Target="../media/image2609.png" /><Relationship Id="rId1209" Type="http://schemas.openxmlformats.org/officeDocument/2006/relationships/image" Target="../media/image2610.png" /><Relationship Id="rId121" Type="http://schemas.openxmlformats.org/officeDocument/2006/relationships/image" Target="../media/image1522.png" /><Relationship Id="rId1210" Type="http://schemas.openxmlformats.org/officeDocument/2006/relationships/image" Target="../media/image2611.png" /><Relationship Id="rId1211" Type="http://schemas.openxmlformats.org/officeDocument/2006/relationships/image" Target="../media/image2612.png" /><Relationship Id="rId1212" Type="http://schemas.openxmlformats.org/officeDocument/2006/relationships/image" Target="../media/image2613.png" /><Relationship Id="rId1213" Type="http://schemas.openxmlformats.org/officeDocument/2006/relationships/image" Target="../media/image2614.png" /><Relationship Id="rId1214" Type="http://schemas.openxmlformats.org/officeDocument/2006/relationships/image" Target="../media/image2615.png" /><Relationship Id="rId1215" Type="http://schemas.openxmlformats.org/officeDocument/2006/relationships/image" Target="../media/image2616.png" /><Relationship Id="rId1216" Type="http://schemas.openxmlformats.org/officeDocument/2006/relationships/image" Target="../media/image2617.png" /><Relationship Id="rId1217" Type="http://schemas.openxmlformats.org/officeDocument/2006/relationships/image" Target="../media/image2618.png" /><Relationship Id="rId1218" Type="http://schemas.openxmlformats.org/officeDocument/2006/relationships/image" Target="../media/image2619.png" /><Relationship Id="rId1219" Type="http://schemas.openxmlformats.org/officeDocument/2006/relationships/image" Target="../media/image2620.png" /><Relationship Id="rId122" Type="http://schemas.openxmlformats.org/officeDocument/2006/relationships/image" Target="../media/image1523.png" /><Relationship Id="rId1220" Type="http://schemas.openxmlformats.org/officeDocument/2006/relationships/image" Target="../media/image2621.png" /><Relationship Id="rId1221" Type="http://schemas.openxmlformats.org/officeDocument/2006/relationships/image" Target="../media/image2622.png" /><Relationship Id="rId1222" Type="http://schemas.openxmlformats.org/officeDocument/2006/relationships/image" Target="../media/image2623.png" /><Relationship Id="rId1223" Type="http://schemas.openxmlformats.org/officeDocument/2006/relationships/image" Target="../media/image2624.png" /><Relationship Id="rId1224" Type="http://schemas.openxmlformats.org/officeDocument/2006/relationships/image" Target="../media/image2625.png" /><Relationship Id="rId1225" Type="http://schemas.openxmlformats.org/officeDocument/2006/relationships/image" Target="../media/image2626.png" /><Relationship Id="rId1226" Type="http://schemas.openxmlformats.org/officeDocument/2006/relationships/image" Target="../media/image2627.png" /><Relationship Id="rId1227" Type="http://schemas.openxmlformats.org/officeDocument/2006/relationships/image" Target="../media/image2628.png" /><Relationship Id="rId1228" Type="http://schemas.openxmlformats.org/officeDocument/2006/relationships/image" Target="../media/image2629.png" /><Relationship Id="rId1229" Type="http://schemas.openxmlformats.org/officeDocument/2006/relationships/image" Target="../media/image2630.png" /><Relationship Id="rId123" Type="http://schemas.openxmlformats.org/officeDocument/2006/relationships/image" Target="../media/image1524.png" /><Relationship Id="rId1230" Type="http://schemas.openxmlformats.org/officeDocument/2006/relationships/image" Target="../media/image2631.png" /><Relationship Id="rId1231" Type="http://schemas.openxmlformats.org/officeDocument/2006/relationships/image" Target="../media/image2632.png" /><Relationship Id="rId1232" Type="http://schemas.openxmlformats.org/officeDocument/2006/relationships/image" Target="../media/image2633.png" /><Relationship Id="rId1233" Type="http://schemas.openxmlformats.org/officeDocument/2006/relationships/image" Target="../media/image2634.png" /><Relationship Id="rId1234" Type="http://schemas.openxmlformats.org/officeDocument/2006/relationships/image" Target="../media/image2635.png" /><Relationship Id="rId1235" Type="http://schemas.openxmlformats.org/officeDocument/2006/relationships/image" Target="../media/image2636.png" /><Relationship Id="rId1236" Type="http://schemas.openxmlformats.org/officeDocument/2006/relationships/image" Target="../media/image2637.png" /><Relationship Id="rId1237" Type="http://schemas.openxmlformats.org/officeDocument/2006/relationships/image" Target="../media/image2638.png" /><Relationship Id="rId1238" Type="http://schemas.openxmlformats.org/officeDocument/2006/relationships/image" Target="../media/image2639.png" /><Relationship Id="rId1239" Type="http://schemas.openxmlformats.org/officeDocument/2006/relationships/image" Target="../media/image2640.png" /><Relationship Id="rId124" Type="http://schemas.openxmlformats.org/officeDocument/2006/relationships/image" Target="../media/image1525.png" /><Relationship Id="rId1240" Type="http://schemas.openxmlformats.org/officeDocument/2006/relationships/image" Target="../media/image2641.png" /><Relationship Id="rId1241" Type="http://schemas.openxmlformats.org/officeDocument/2006/relationships/image" Target="../media/image2642.png" /><Relationship Id="rId1242" Type="http://schemas.openxmlformats.org/officeDocument/2006/relationships/image" Target="../media/image2643.png" /><Relationship Id="rId1243" Type="http://schemas.openxmlformats.org/officeDocument/2006/relationships/image" Target="../media/image2644.png" /><Relationship Id="rId1244" Type="http://schemas.openxmlformats.org/officeDocument/2006/relationships/image" Target="../media/image2645.png" /><Relationship Id="rId1245" Type="http://schemas.openxmlformats.org/officeDocument/2006/relationships/image" Target="../media/image2646.png" /><Relationship Id="rId1246" Type="http://schemas.openxmlformats.org/officeDocument/2006/relationships/image" Target="../media/image2647.png" /><Relationship Id="rId1247" Type="http://schemas.openxmlformats.org/officeDocument/2006/relationships/image" Target="../media/image2648.png" /><Relationship Id="rId1248" Type="http://schemas.openxmlformats.org/officeDocument/2006/relationships/image" Target="../media/image2649.png" /><Relationship Id="rId1249" Type="http://schemas.openxmlformats.org/officeDocument/2006/relationships/image" Target="../media/image2650.png" /><Relationship Id="rId125" Type="http://schemas.openxmlformats.org/officeDocument/2006/relationships/image" Target="../media/image1526.png" /><Relationship Id="rId1250" Type="http://schemas.openxmlformats.org/officeDocument/2006/relationships/image" Target="../media/image2651.png" /><Relationship Id="rId1251" Type="http://schemas.openxmlformats.org/officeDocument/2006/relationships/image" Target="../media/image2652.png" /><Relationship Id="rId1252" Type="http://schemas.openxmlformats.org/officeDocument/2006/relationships/image" Target="../media/image2653.png" /><Relationship Id="rId1253" Type="http://schemas.openxmlformats.org/officeDocument/2006/relationships/image" Target="../media/image2654.png" /><Relationship Id="rId1254" Type="http://schemas.openxmlformats.org/officeDocument/2006/relationships/image" Target="../media/image2655.png" /><Relationship Id="rId1255" Type="http://schemas.openxmlformats.org/officeDocument/2006/relationships/image" Target="../media/image2656.png" /><Relationship Id="rId1256" Type="http://schemas.openxmlformats.org/officeDocument/2006/relationships/image" Target="../media/image2657.png" /><Relationship Id="rId1257" Type="http://schemas.openxmlformats.org/officeDocument/2006/relationships/image" Target="../media/image2658.png" /><Relationship Id="rId1258" Type="http://schemas.openxmlformats.org/officeDocument/2006/relationships/image" Target="../media/image2659.png" /><Relationship Id="rId1259" Type="http://schemas.openxmlformats.org/officeDocument/2006/relationships/image" Target="../media/image2660.png" /><Relationship Id="rId126" Type="http://schemas.openxmlformats.org/officeDocument/2006/relationships/image" Target="../media/image1527.png" /><Relationship Id="rId1260" Type="http://schemas.openxmlformats.org/officeDocument/2006/relationships/image" Target="../media/image2661.png" /><Relationship Id="rId1261" Type="http://schemas.openxmlformats.org/officeDocument/2006/relationships/image" Target="../media/image2662.png" /><Relationship Id="rId1262" Type="http://schemas.openxmlformats.org/officeDocument/2006/relationships/image" Target="../media/image2663.png" /><Relationship Id="rId1263" Type="http://schemas.openxmlformats.org/officeDocument/2006/relationships/image" Target="../media/image2664.png" /><Relationship Id="rId1264" Type="http://schemas.openxmlformats.org/officeDocument/2006/relationships/image" Target="../media/image2665.png" /><Relationship Id="rId1265" Type="http://schemas.openxmlformats.org/officeDocument/2006/relationships/image" Target="../media/image2666.png" /><Relationship Id="rId1266" Type="http://schemas.openxmlformats.org/officeDocument/2006/relationships/image" Target="../media/image2667.png" /><Relationship Id="rId1267" Type="http://schemas.openxmlformats.org/officeDocument/2006/relationships/image" Target="../media/image2668.png" /><Relationship Id="rId1268" Type="http://schemas.openxmlformats.org/officeDocument/2006/relationships/image" Target="../media/image2669.png" /><Relationship Id="rId1269" Type="http://schemas.openxmlformats.org/officeDocument/2006/relationships/image" Target="../media/image2670.png" /><Relationship Id="rId127" Type="http://schemas.openxmlformats.org/officeDocument/2006/relationships/image" Target="../media/image1528.png" /><Relationship Id="rId1270" Type="http://schemas.openxmlformats.org/officeDocument/2006/relationships/image" Target="../media/image2671.png" /><Relationship Id="rId1271" Type="http://schemas.openxmlformats.org/officeDocument/2006/relationships/image" Target="../media/image2672.png" /><Relationship Id="rId1272" Type="http://schemas.openxmlformats.org/officeDocument/2006/relationships/image" Target="../media/image2673.png" /><Relationship Id="rId1273" Type="http://schemas.openxmlformats.org/officeDocument/2006/relationships/image" Target="../media/image2674.png" /><Relationship Id="rId1274" Type="http://schemas.openxmlformats.org/officeDocument/2006/relationships/image" Target="../media/image2675.png" /><Relationship Id="rId1275" Type="http://schemas.openxmlformats.org/officeDocument/2006/relationships/image" Target="../media/image2676.png" /><Relationship Id="rId1276" Type="http://schemas.openxmlformats.org/officeDocument/2006/relationships/image" Target="../media/image2677.png" /><Relationship Id="rId1277" Type="http://schemas.openxmlformats.org/officeDocument/2006/relationships/image" Target="../media/image2678.png" /><Relationship Id="rId1278" Type="http://schemas.openxmlformats.org/officeDocument/2006/relationships/image" Target="../media/image2679.png" /><Relationship Id="rId1279" Type="http://schemas.openxmlformats.org/officeDocument/2006/relationships/image" Target="../media/image2680.png" /><Relationship Id="rId128" Type="http://schemas.openxmlformats.org/officeDocument/2006/relationships/image" Target="../media/image1529.png" /><Relationship Id="rId1280" Type="http://schemas.openxmlformats.org/officeDocument/2006/relationships/image" Target="../media/image2681.png" /><Relationship Id="rId1281" Type="http://schemas.openxmlformats.org/officeDocument/2006/relationships/image" Target="../media/image2682.png" /><Relationship Id="rId1282" Type="http://schemas.openxmlformats.org/officeDocument/2006/relationships/image" Target="../media/image2683.png" /><Relationship Id="rId1283" Type="http://schemas.openxmlformats.org/officeDocument/2006/relationships/image" Target="../media/image2684.png" /><Relationship Id="rId1284" Type="http://schemas.openxmlformats.org/officeDocument/2006/relationships/image" Target="../media/image2685.png" /><Relationship Id="rId1285" Type="http://schemas.openxmlformats.org/officeDocument/2006/relationships/image" Target="../media/image2686.png" /><Relationship Id="rId1286" Type="http://schemas.openxmlformats.org/officeDocument/2006/relationships/image" Target="../media/image2687.png" /><Relationship Id="rId1287" Type="http://schemas.openxmlformats.org/officeDocument/2006/relationships/image" Target="../media/image2688.png" /><Relationship Id="rId1288" Type="http://schemas.openxmlformats.org/officeDocument/2006/relationships/image" Target="../media/image2689.png" /><Relationship Id="rId1289" Type="http://schemas.openxmlformats.org/officeDocument/2006/relationships/image" Target="../media/image2690.png" /><Relationship Id="rId129" Type="http://schemas.openxmlformats.org/officeDocument/2006/relationships/image" Target="../media/image1530.png" /><Relationship Id="rId1290" Type="http://schemas.openxmlformats.org/officeDocument/2006/relationships/image" Target="../media/image2691.png" /><Relationship Id="rId1291" Type="http://schemas.openxmlformats.org/officeDocument/2006/relationships/image" Target="../media/image2692.png" /><Relationship Id="rId1292" Type="http://schemas.openxmlformats.org/officeDocument/2006/relationships/image" Target="../media/image2693.png" /><Relationship Id="rId1293" Type="http://schemas.openxmlformats.org/officeDocument/2006/relationships/image" Target="../media/image2694.png" /><Relationship Id="rId1294" Type="http://schemas.openxmlformats.org/officeDocument/2006/relationships/image" Target="../media/image2695.png" /><Relationship Id="rId1295" Type="http://schemas.openxmlformats.org/officeDocument/2006/relationships/image" Target="../media/image2696.png" /><Relationship Id="rId1296" Type="http://schemas.openxmlformats.org/officeDocument/2006/relationships/image" Target="../media/image2697.png" /><Relationship Id="rId1297" Type="http://schemas.openxmlformats.org/officeDocument/2006/relationships/image" Target="../media/image2698.png" /><Relationship Id="rId1298" Type="http://schemas.openxmlformats.org/officeDocument/2006/relationships/image" Target="../media/image2699.png" /><Relationship Id="rId1299" Type="http://schemas.openxmlformats.org/officeDocument/2006/relationships/image" Target="../media/image2700.png" /><Relationship Id="rId13" Type="http://schemas.openxmlformats.org/officeDocument/2006/relationships/image" Target="../media/image1414.png" /><Relationship Id="rId130" Type="http://schemas.openxmlformats.org/officeDocument/2006/relationships/image" Target="../media/image1531.png" /><Relationship Id="rId1300" Type="http://schemas.openxmlformats.org/officeDocument/2006/relationships/image" Target="../media/image2701.png" /><Relationship Id="rId1301" Type="http://schemas.openxmlformats.org/officeDocument/2006/relationships/image" Target="../media/image2702.png" /><Relationship Id="rId1302" Type="http://schemas.openxmlformats.org/officeDocument/2006/relationships/image" Target="../media/image2703.png" /><Relationship Id="rId1303" Type="http://schemas.openxmlformats.org/officeDocument/2006/relationships/image" Target="../media/image2704.png" /><Relationship Id="rId1304" Type="http://schemas.openxmlformats.org/officeDocument/2006/relationships/image" Target="../media/image2705.png" /><Relationship Id="rId1305" Type="http://schemas.openxmlformats.org/officeDocument/2006/relationships/image" Target="../media/image2706.png" /><Relationship Id="rId1306" Type="http://schemas.openxmlformats.org/officeDocument/2006/relationships/image" Target="../media/image2707.png" /><Relationship Id="rId1307" Type="http://schemas.openxmlformats.org/officeDocument/2006/relationships/image" Target="../media/image2708.png" /><Relationship Id="rId1308" Type="http://schemas.openxmlformats.org/officeDocument/2006/relationships/image" Target="../media/image2709.png" /><Relationship Id="rId1309" Type="http://schemas.openxmlformats.org/officeDocument/2006/relationships/image" Target="../media/image2710.png" /><Relationship Id="rId131" Type="http://schemas.openxmlformats.org/officeDocument/2006/relationships/image" Target="../media/image1532.png" /><Relationship Id="rId1310" Type="http://schemas.openxmlformats.org/officeDocument/2006/relationships/image" Target="../media/image2711.png" /><Relationship Id="rId1311" Type="http://schemas.openxmlformats.org/officeDocument/2006/relationships/image" Target="../media/image2712.png" /><Relationship Id="rId1312" Type="http://schemas.openxmlformats.org/officeDocument/2006/relationships/image" Target="../media/image2713.png" /><Relationship Id="rId1313" Type="http://schemas.openxmlformats.org/officeDocument/2006/relationships/image" Target="../media/image2714.png" /><Relationship Id="rId1314" Type="http://schemas.openxmlformats.org/officeDocument/2006/relationships/image" Target="../media/image2715.png" /><Relationship Id="rId1315" Type="http://schemas.openxmlformats.org/officeDocument/2006/relationships/image" Target="../media/image2716.png" /><Relationship Id="rId1316" Type="http://schemas.openxmlformats.org/officeDocument/2006/relationships/image" Target="../media/image2717.png" /><Relationship Id="rId1317" Type="http://schemas.openxmlformats.org/officeDocument/2006/relationships/image" Target="../media/image2718.png" /><Relationship Id="rId1318" Type="http://schemas.openxmlformats.org/officeDocument/2006/relationships/image" Target="../media/image2719.png" /><Relationship Id="rId1319" Type="http://schemas.openxmlformats.org/officeDocument/2006/relationships/image" Target="../media/image2720.png" /><Relationship Id="rId132" Type="http://schemas.openxmlformats.org/officeDocument/2006/relationships/image" Target="../media/image1533.png" /><Relationship Id="rId1320" Type="http://schemas.openxmlformats.org/officeDocument/2006/relationships/image" Target="../media/image2721.png" /><Relationship Id="rId1321" Type="http://schemas.openxmlformats.org/officeDocument/2006/relationships/image" Target="../media/image2722.png" /><Relationship Id="rId1322" Type="http://schemas.openxmlformats.org/officeDocument/2006/relationships/image" Target="../media/image2723.png" /><Relationship Id="rId1323" Type="http://schemas.openxmlformats.org/officeDocument/2006/relationships/image" Target="../media/image2724.png" /><Relationship Id="rId1324" Type="http://schemas.openxmlformats.org/officeDocument/2006/relationships/image" Target="../media/image2725.png" /><Relationship Id="rId1325" Type="http://schemas.openxmlformats.org/officeDocument/2006/relationships/image" Target="../media/image2726.png" /><Relationship Id="rId1326" Type="http://schemas.openxmlformats.org/officeDocument/2006/relationships/image" Target="../media/image2727.png" /><Relationship Id="rId1327" Type="http://schemas.openxmlformats.org/officeDocument/2006/relationships/image" Target="../media/image2728.png" /><Relationship Id="rId1328" Type="http://schemas.openxmlformats.org/officeDocument/2006/relationships/image" Target="../media/image2729.png" /><Relationship Id="rId1329" Type="http://schemas.openxmlformats.org/officeDocument/2006/relationships/image" Target="../media/image2730.png" /><Relationship Id="rId133" Type="http://schemas.openxmlformats.org/officeDocument/2006/relationships/image" Target="../media/image1534.png" /><Relationship Id="rId1330" Type="http://schemas.openxmlformats.org/officeDocument/2006/relationships/image" Target="../media/image2731.png" /><Relationship Id="rId1331" Type="http://schemas.openxmlformats.org/officeDocument/2006/relationships/image" Target="../media/image2732.png" /><Relationship Id="rId1332" Type="http://schemas.openxmlformats.org/officeDocument/2006/relationships/image" Target="../media/image2733.png" /><Relationship Id="rId1333" Type="http://schemas.openxmlformats.org/officeDocument/2006/relationships/image" Target="../media/image2734.png" /><Relationship Id="rId1334" Type="http://schemas.openxmlformats.org/officeDocument/2006/relationships/image" Target="../media/image2735.png" /><Relationship Id="rId1335" Type="http://schemas.openxmlformats.org/officeDocument/2006/relationships/image" Target="../media/image2736.png" /><Relationship Id="rId1336" Type="http://schemas.openxmlformats.org/officeDocument/2006/relationships/image" Target="../media/image2737.png" /><Relationship Id="rId1337" Type="http://schemas.openxmlformats.org/officeDocument/2006/relationships/image" Target="../media/image2738.png" /><Relationship Id="rId1338" Type="http://schemas.openxmlformats.org/officeDocument/2006/relationships/image" Target="../media/image2739.png" /><Relationship Id="rId1339" Type="http://schemas.openxmlformats.org/officeDocument/2006/relationships/image" Target="../media/image2740.png" /><Relationship Id="rId134" Type="http://schemas.openxmlformats.org/officeDocument/2006/relationships/image" Target="../media/image1535.png" /><Relationship Id="rId1340" Type="http://schemas.openxmlformats.org/officeDocument/2006/relationships/image" Target="../media/image2741.png" /><Relationship Id="rId1341" Type="http://schemas.openxmlformats.org/officeDocument/2006/relationships/image" Target="../media/image2742.png" /><Relationship Id="rId1342" Type="http://schemas.openxmlformats.org/officeDocument/2006/relationships/image" Target="../media/image2743.png" /><Relationship Id="rId1343" Type="http://schemas.openxmlformats.org/officeDocument/2006/relationships/image" Target="../media/image2744.png" /><Relationship Id="rId1344" Type="http://schemas.openxmlformats.org/officeDocument/2006/relationships/image" Target="../media/image2745.png" /><Relationship Id="rId1345" Type="http://schemas.openxmlformats.org/officeDocument/2006/relationships/image" Target="../media/image2746.png" /><Relationship Id="rId1346" Type="http://schemas.openxmlformats.org/officeDocument/2006/relationships/image" Target="../media/image2747.png" /><Relationship Id="rId1347" Type="http://schemas.openxmlformats.org/officeDocument/2006/relationships/image" Target="../media/image2748.png" /><Relationship Id="rId1348" Type="http://schemas.openxmlformats.org/officeDocument/2006/relationships/image" Target="../media/image2749.png" /><Relationship Id="rId1349" Type="http://schemas.openxmlformats.org/officeDocument/2006/relationships/image" Target="../media/image2750.png" /><Relationship Id="rId135" Type="http://schemas.openxmlformats.org/officeDocument/2006/relationships/image" Target="../media/image1536.png" /><Relationship Id="rId1350" Type="http://schemas.openxmlformats.org/officeDocument/2006/relationships/image" Target="../media/image2751.png" /><Relationship Id="rId1351" Type="http://schemas.openxmlformats.org/officeDocument/2006/relationships/image" Target="../media/image2752.png" /><Relationship Id="rId1352" Type="http://schemas.openxmlformats.org/officeDocument/2006/relationships/image" Target="../media/image2753.png" /><Relationship Id="rId1353" Type="http://schemas.openxmlformats.org/officeDocument/2006/relationships/image" Target="../media/image2754.png" /><Relationship Id="rId1354" Type="http://schemas.openxmlformats.org/officeDocument/2006/relationships/image" Target="../media/image2755.png" /><Relationship Id="rId1355" Type="http://schemas.openxmlformats.org/officeDocument/2006/relationships/image" Target="../media/image2756.png" /><Relationship Id="rId1356" Type="http://schemas.openxmlformats.org/officeDocument/2006/relationships/image" Target="../media/image2757.png" /><Relationship Id="rId1357" Type="http://schemas.openxmlformats.org/officeDocument/2006/relationships/image" Target="../media/image2758.png" /><Relationship Id="rId1358" Type="http://schemas.openxmlformats.org/officeDocument/2006/relationships/image" Target="../media/image2759.png" /><Relationship Id="rId1359" Type="http://schemas.openxmlformats.org/officeDocument/2006/relationships/image" Target="../media/image2760.png" /><Relationship Id="rId136" Type="http://schemas.openxmlformats.org/officeDocument/2006/relationships/image" Target="../media/image1537.png" /><Relationship Id="rId1360" Type="http://schemas.openxmlformats.org/officeDocument/2006/relationships/image" Target="../media/image2761.png" /><Relationship Id="rId1361" Type="http://schemas.openxmlformats.org/officeDocument/2006/relationships/image" Target="../media/image2762.png" /><Relationship Id="rId1362" Type="http://schemas.openxmlformats.org/officeDocument/2006/relationships/image" Target="../media/image2763.png" /><Relationship Id="rId1363" Type="http://schemas.openxmlformats.org/officeDocument/2006/relationships/image" Target="../media/image2764.png" /><Relationship Id="rId1364" Type="http://schemas.openxmlformats.org/officeDocument/2006/relationships/image" Target="../media/image2765.png" /><Relationship Id="rId1365" Type="http://schemas.openxmlformats.org/officeDocument/2006/relationships/image" Target="../media/image2766.png" /><Relationship Id="rId1366" Type="http://schemas.openxmlformats.org/officeDocument/2006/relationships/image" Target="../media/image2767.png" /><Relationship Id="rId1367" Type="http://schemas.openxmlformats.org/officeDocument/2006/relationships/image" Target="../media/image2768.png" /><Relationship Id="rId1368" Type="http://schemas.openxmlformats.org/officeDocument/2006/relationships/image" Target="../media/image2769.png" /><Relationship Id="rId1369" Type="http://schemas.openxmlformats.org/officeDocument/2006/relationships/image" Target="../media/image2770.png" /><Relationship Id="rId137" Type="http://schemas.openxmlformats.org/officeDocument/2006/relationships/image" Target="../media/image1538.png" /><Relationship Id="rId1370" Type="http://schemas.openxmlformats.org/officeDocument/2006/relationships/image" Target="../media/image2771.png" /><Relationship Id="rId1371" Type="http://schemas.openxmlformats.org/officeDocument/2006/relationships/image" Target="../media/image2772.png" /><Relationship Id="rId1372" Type="http://schemas.openxmlformats.org/officeDocument/2006/relationships/image" Target="../media/image2773.png" /><Relationship Id="rId1373" Type="http://schemas.openxmlformats.org/officeDocument/2006/relationships/image" Target="../media/image2774.png" /><Relationship Id="rId1374" Type="http://schemas.openxmlformats.org/officeDocument/2006/relationships/image" Target="../media/image2775.png" /><Relationship Id="rId1375" Type="http://schemas.openxmlformats.org/officeDocument/2006/relationships/image" Target="../media/image2776.png" /><Relationship Id="rId1376" Type="http://schemas.openxmlformats.org/officeDocument/2006/relationships/image" Target="../media/image2777.png" /><Relationship Id="rId1377" Type="http://schemas.openxmlformats.org/officeDocument/2006/relationships/image" Target="../media/image2778.png" /><Relationship Id="rId1378" Type="http://schemas.openxmlformats.org/officeDocument/2006/relationships/image" Target="../media/image2779.png" /><Relationship Id="rId1379" Type="http://schemas.openxmlformats.org/officeDocument/2006/relationships/image" Target="../media/image2780.png" /><Relationship Id="rId138" Type="http://schemas.openxmlformats.org/officeDocument/2006/relationships/image" Target="../media/image1539.png" /><Relationship Id="rId1380" Type="http://schemas.openxmlformats.org/officeDocument/2006/relationships/image" Target="../media/image2781.png" /><Relationship Id="rId1381" Type="http://schemas.openxmlformats.org/officeDocument/2006/relationships/image" Target="../media/image2782.png" /><Relationship Id="rId1382" Type="http://schemas.openxmlformats.org/officeDocument/2006/relationships/image" Target="../media/image2783.png" /><Relationship Id="rId1383" Type="http://schemas.openxmlformats.org/officeDocument/2006/relationships/image" Target="../media/image2784.png" /><Relationship Id="rId1384" Type="http://schemas.openxmlformats.org/officeDocument/2006/relationships/image" Target="../media/image2785.png" /><Relationship Id="rId1385" Type="http://schemas.openxmlformats.org/officeDocument/2006/relationships/image" Target="../media/image2786.png" /><Relationship Id="rId1386" Type="http://schemas.openxmlformats.org/officeDocument/2006/relationships/image" Target="../media/image2787.png" /><Relationship Id="rId1387" Type="http://schemas.openxmlformats.org/officeDocument/2006/relationships/image" Target="../media/image2788.png" /><Relationship Id="rId1388" Type="http://schemas.openxmlformats.org/officeDocument/2006/relationships/image" Target="../media/image2789.png" /><Relationship Id="rId1389" Type="http://schemas.openxmlformats.org/officeDocument/2006/relationships/image" Target="../media/image2790.png" /><Relationship Id="rId139" Type="http://schemas.openxmlformats.org/officeDocument/2006/relationships/image" Target="../media/image1540.png" /><Relationship Id="rId1390" Type="http://schemas.openxmlformats.org/officeDocument/2006/relationships/image" Target="../media/image2791.png" /><Relationship Id="rId1391" Type="http://schemas.openxmlformats.org/officeDocument/2006/relationships/image" Target="../media/image2792.png" /><Relationship Id="rId1392" Type="http://schemas.openxmlformats.org/officeDocument/2006/relationships/image" Target="../media/image2793.png" /><Relationship Id="rId1393" Type="http://schemas.openxmlformats.org/officeDocument/2006/relationships/image" Target="../media/image2794.png" /><Relationship Id="rId1394" Type="http://schemas.openxmlformats.org/officeDocument/2006/relationships/image" Target="../media/image2795.png" /><Relationship Id="rId1395" Type="http://schemas.openxmlformats.org/officeDocument/2006/relationships/image" Target="../media/image2796.png" /><Relationship Id="rId1396" Type="http://schemas.openxmlformats.org/officeDocument/2006/relationships/image" Target="../media/image2797.png" /><Relationship Id="rId1397" Type="http://schemas.openxmlformats.org/officeDocument/2006/relationships/image" Target="../media/image2798.png" /><Relationship Id="rId1398" Type="http://schemas.openxmlformats.org/officeDocument/2006/relationships/image" Target="../media/image2799.png" /><Relationship Id="rId1399" Type="http://schemas.openxmlformats.org/officeDocument/2006/relationships/image" Target="../media/image2800.png" /><Relationship Id="rId14" Type="http://schemas.openxmlformats.org/officeDocument/2006/relationships/image" Target="../media/image1415.png" /><Relationship Id="rId140" Type="http://schemas.openxmlformats.org/officeDocument/2006/relationships/image" Target="../media/image1541.png" /><Relationship Id="rId1400" Type="http://schemas.openxmlformats.org/officeDocument/2006/relationships/image" Target="../media/image2801.png" /><Relationship Id="rId1401" Type="http://schemas.openxmlformats.org/officeDocument/2006/relationships/image" Target="../media/image2802.png" /><Relationship Id="rId1402" Type="http://schemas.openxmlformats.org/officeDocument/2006/relationships/image" Target="../media/image2803.png" /><Relationship Id="rId1403" Type="http://schemas.openxmlformats.org/officeDocument/2006/relationships/image" Target="../media/image2804.png" /><Relationship Id="rId1404" Type="http://schemas.openxmlformats.org/officeDocument/2006/relationships/image" Target="../media/image2805.png" /><Relationship Id="rId1405" Type="http://schemas.openxmlformats.org/officeDocument/2006/relationships/image" Target="../media/image2806.png" /><Relationship Id="rId1406" Type="http://schemas.openxmlformats.org/officeDocument/2006/relationships/image" Target="../media/image2807.png" /><Relationship Id="rId1407" Type="http://schemas.openxmlformats.org/officeDocument/2006/relationships/image" Target="../media/image2808.png" /><Relationship Id="rId1408" Type="http://schemas.openxmlformats.org/officeDocument/2006/relationships/image" Target="../media/image2809.png" /><Relationship Id="rId1409" Type="http://schemas.openxmlformats.org/officeDocument/2006/relationships/image" Target="../media/image2810.png" /><Relationship Id="rId141" Type="http://schemas.openxmlformats.org/officeDocument/2006/relationships/image" Target="../media/image1542.png" /><Relationship Id="rId1410" Type="http://schemas.openxmlformats.org/officeDocument/2006/relationships/image" Target="../media/image2811.png" /><Relationship Id="rId1411" Type="http://schemas.openxmlformats.org/officeDocument/2006/relationships/image" Target="../media/image2812.png" /><Relationship Id="rId1412" Type="http://schemas.openxmlformats.org/officeDocument/2006/relationships/image" Target="../media/image2813.png" /><Relationship Id="rId1413" Type="http://schemas.openxmlformats.org/officeDocument/2006/relationships/image" Target="../media/image2814.png" /><Relationship Id="rId1414" Type="http://schemas.openxmlformats.org/officeDocument/2006/relationships/image" Target="../media/image2815.png" /><Relationship Id="rId1415" Type="http://schemas.openxmlformats.org/officeDocument/2006/relationships/image" Target="../media/image2816.png" /><Relationship Id="rId1416" Type="http://schemas.openxmlformats.org/officeDocument/2006/relationships/image" Target="../media/image2817.png" /><Relationship Id="rId1417" Type="http://schemas.openxmlformats.org/officeDocument/2006/relationships/image" Target="../media/image2818.png" /><Relationship Id="rId1418" Type="http://schemas.openxmlformats.org/officeDocument/2006/relationships/image" Target="../media/image2819.png" /><Relationship Id="rId1419" Type="http://schemas.openxmlformats.org/officeDocument/2006/relationships/image" Target="../media/image2820.png" /><Relationship Id="rId142" Type="http://schemas.openxmlformats.org/officeDocument/2006/relationships/image" Target="../media/image1543.png" /><Relationship Id="rId1420" Type="http://schemas.openxmlformats.org/officeDocument/2006/relationships/image" Target="../media/image2821.png" /><Relationship Id="rId1421" Type="http://schemas.openxmlformats.org/officeDocument/2006/relationships/image" Target="../media/image2822.png" /><Relationship Id="rId1422" Type="http://schemas.openxmlformats.org/officeDocument/2006/relationships/image" Target="../media/image2823.png" /><Relationship Id="rId1423" Type="http://schemas.openxmlformats.org/officeDocument/2006/relationships/image" Target="../media/image2824.png" /><Relationship Id="rId1424" Type="http://schemas.openxmlformats.org/officeDocument/2006/relationships/image" Target="../media/image2825.png" /><Relationship Id="rId1425" Type="http://schemas.openxmlformats.org/officeDocument/2006/relationships/image" Target="../media/image2826.png" /><Relationship Id="rId1426" Type="http://schemas.openxmlformats.org/officeDocument/2006/relationships/image" Target="../media/image2827.png" /><Relationship Id="rId1427" Type="http://schemas.openxmlformats.org/officeDocument/2006/relationships/image" Target="../media/image2828.png" /><Relationship Id="rId1428" Type="http://schemas.openxmlformats.org/officeDocument/2006/relationships/image" Target="../media/image2829.png" /><Relationship Id="rId1429" Type="http://schemas.openxmlformats.org/officeDocument/2006/relationships/image" Target="../media/image2830.png" /><Relationship Id="rId143" Type="http://schemas.openxmlformats.org/officeDocument/2006/relationships/image" Target="../media/image1544.png" /><Relationship Id="rId1430" Type="http://schemas.openxmlformats.org/officeDocument/2006/relationships/image" Target="../media/image2831.png" /><Relationship Id="rId1431" Type="http://schemas.openxmlformats.org/officeDocument/2006/relationships/image" Target="../media/image2832.png" /><Relationship Id="rId1432" Type="http://schemas.openxmlformats.org/officeDocument/2006/relationships/image" Target="../media/image2833.png" /><Relationship Id="rId1433" Type="http://schemas.openxmlformats.org/officeDocument/2006/relationships/image" Target="../media/image2834.png" /><Relationship Id="rId1434" Type="http://schemas.openxmlformats.org/officeDocument/2006/relationships/image" Target="../media/image2835.png" /><Relationship Id="rId1435" Type="http://schemas.openxmlformats.org/officeDocument/2006/relationships/image" Target="../media/image2836.png" /><Relationship Id="rId1436" Type="http://schemas.openxmlformats.org/officeDocument/2006/relationships/image" Target="../media/image2837.png" /><Relationship Id="rId1437" Type="http://schemas.openxmlformats.org/officeDocument/2006/relationships/image" Target="../media/image2838.png" /><Relationship Id="rId1438" Type="http://schemas.openxmlformats.org/officeDocument/2006/relationships/image" Target="../media/image2839.png" /><Relationship Id="rId1439" Type="http://schemas.openxmlformats.org/officeDocument/2006/relationships/image" Target="../media/image2840.png" /><Relationship Id="rId144" Type="http://schemas.openxmlformats.org/officeDocument/2006/relationships/image" Target="../media/image1545.png" /><Relationship Id="rId1440" Type="http://schemas.openxmlformats.org/officeDocument/2006/relationships/image" Target="../media/image2841.png" /><Relationship Id="rId1441" Type="http://schemas.openxmlformats.org/officeDocument/2006/relationships/image" Target="../media/image2842.png" /><Relationship Id="rId1442" Type="http://schemas.openxmlformats.org/officeDocument/2006/relationships/image" Target="../media/image2843.png" /><Relationship Id="rId1443" Type="http://schemas.openxmlformats.org/officeDocument/2006/relationships/image" Target="../media/image2844.png" /><Relationship Id="rId1444" Type="http://schemas.openxmlformats.org/officeDocument/2006/relationships/image" Target="../media/image2845.png" /><Relationship Id="rId1445" Type="http://schemas.openxmlformats.org/officeDocument/2006/relationships/image" Target="../media/image2846.png" /><Relationship Id="rId1446" Type="http://schemas.openxmlformats.org/officeDocument/2006/relationships/image" Target="../media/image2847.png" /><Relationship Id="rId1447" Type="http://schemas.openxmlformats.org/officeDocument/2006/relationships/image" Target="../media/image2848.png" /><Relationship Id="rId1448" Type="http://schemas.openxmlformats.org/officeDocument/2006/relationships/image" Target="../media/image2849.png" /><Relationship Id="rId1449" Type="http://schemas.openxmlformats.org/officeDocument/2006/relationships/image" Target="../media/image2850.png" /><Relationship Id="rId145" Type="http://schemas.openxmlformats.org/officeDocument/2006/relationships/image" Target="../media/image1546.png" /><Relationship Id="rId1450" Type="http://schemas.openxmlformats.org/officeDocument/2006/relationships/image" Target="../media/image2851.png" /><Relationship Id="rId1451" Type="http://schemas.openxmlformats.org/officeDocument/2006/relationships/image" Target="../media/image2852.png" /><Relationship Id="rId1452" Type="http://schemas.openxmlformats.org/officeDocument/2006/relationships/image" Target="../media/image2853.png" /><Relationship Id="rId1453" Type="http://schemas.openxmlformats.org/officeDocument/2006/relationships/image" Target="../media/image2854.png" /><Relationship Id="rId1454" Type="http://schemas.openxmlformats.org/officeDocument/2006/relationships/image" Target="../media/image2855.png" /><Relationship Id="rId1455" Type="http://schemas.openxmlformats.org/officeDocument/2006/relationships/image" Target="../media/image2856.png" /><Relationship Id="rId1456" Type="http://schemas.openxmlformats.org/officeDocument/2006/relationships/image" Target="../media/image2857.png" /><Relationship Id="rId1457" Type="http://schemas.openxmlformats.org/officeDocument/2006/relationships/image" Target="../media/image2858.png" /><Relationship Id="rId1458" Type="http://schemas.openxmlformats.org/officeDocument/2006/relationships/image" Target="../media/image2859.png" /><Relationship Id="rId1459" Type="http://schemas.openxmlformats.org/officeDocument/2006/relationships/image" Target="../media/image2860.png" /><Relationship Id="rId146" Type="http://schemas.openxmlformats.org/officeDocument/2006/relationships/image" Target="../media/image1547.png" /><Relationship Id="rId1460" Type="http://schemas.openxmlformats.org/officeDocument/2006/relationships/image" Target="../media/image2861.png" /><Relationship Id="rId1461" Type="http://schemas.openxmlformats.org/officeDocument/2006/relationships/image" Target="../media/image2862.png" /><Relationship Id="rId1462" Type="http://schemas.openxmlformats.org/officeDocument/2006/relationships/image" Target="../media/image2863.png" /><Relationship Id="rId1463" Type="http://schemas.openxmlformats.org/officeDocument/2006/relationships/image" Target="../media/image2864.png" /><Relationship Id="rId1464" Type="http://schemas.openxmlformats.org/officeDocument/2006/relationships/image" Target="../media/image2865.png" /><Relationship Id="rId1465" Type="http://schemas.openxmlformats.org/officeDocument/2006/relationships/image" Target="../media/image2866.png" /><Relationship Id="rId1466" Type="http://schemas.openxmlformats.org/officeDocument/2006/relationships/image" Target="../media/image2867.png" /><Relationship Id="rId1467" Type="http://schemas.openxmlformats.org/officeDocument/2006/relationships/image" Target="../media/image2868.png" /><Relationship Id="rId1468" Type="http://schemas.openxmlformats.org/officeDocument/2006/relationships/image" Target="../media/image2869.png" /><Relationship Id="rId1469" Type="http://schemas.openxmlformats.org/officeDocument/2006/relationships/image" Target="../media/image2870.png" /><Relationship Id="rId147" Type="http://schemas.openxmlformats.org/officeDocument/2006/relationships/image" Target="../media/image1548.png" /><Relationship Id="rId1470" Type="http://schemas.openxmlformats.org/officeDocument/2006/relationships/image" Target="../media/image2871.png" /><Relationship Id="rId1471" Type="http://schemas.openxmlformats.org/officeDocument/2006/relationships/image" Target="../media/image2872.png" /><Relationship Id="rId1472" Type="http://schemas.openxmlformats.org/officeDocument/2006/relationships/image" Target="../media/image2873.png" /><Relationship Id="rId1473" Type="http://schemas.openxmlformats.org/officeDocument/2006/relationships/image" Target="../media/image2874.png" /><Relationship Id="rId1474" Type="http://schemas.openxmlformats.org/officeDocument/2006/relationships/image" Target="../media/image2875.png" /><Relationship Id="rId1475" Type="http://schemas.openxmlformats.org/officeDocument/2006/relationships/image" Target="../media/image2876.png" /><Relationship Id="rId1476" Type="http://schemas.openxmlformats.org/officeDocument/2006/relationships/image" Target="../media/image2877.png" /><Relationship Id="rId1477" Type="http://schemas.openxmlformats.org/officeDocument/2006/relationships/image" Target="../media/image2878.png" /><Relationship Id="rId1478" Type="http://schemas.openxmlformats.org/officeDocument/2006/relationships/image" Target="../media/image2879.png" /><Relationship Id="rId1479" Type="http://schemas.openxmlformats.org/officeDocument/2006/relationships/image" Target="../media/image2880.png" /><Relationship Id="rId148" Type="http://schemas.openxmlformats.org/officeDocument/2006/relationships/image" Target="../media/image1549.png" /><Relationship Id="rId1480" Type="http://schemas.openxmlformats.org/officeDocument/2006/relationships/image" Target="../media/image2881.png" /><Relationship Id="rId1481" Type="http://schemas.openxmlformats.org/officeDocument/2006/relationships/image" Target="../media/image2882.png" /><Relationship Id="rId1482" Type="http://schemas.openxmlformats.org/officeDocument/2006/relationships/image" Target="../media/image2883.png" /><Relationship Id="rId1483" Type="http://schemas.openxmlformats.org/officeDocument/2006/relationships/image" Target="../media/image2884.png" /><Relationship Id="rId1484" Type="http://schemas.openxmlformats.org/officeDocument/2006/relationships/image" Target="../media/image2885.png" /><Relationship Id="rId1485" Type="http://schemas.openxmlformats.org/officeDocument/2006/relationships/image" Target="../media/image2886.png" /><Relationship Id="rId1486" Type="http://schemas.openxmlformats.org/officeDocument/2006/relationships/image" Target="../media/image2887.png" /><Relationship Id="rId1487" Type="http://schemas.openxmlformats.org/officeDocument/2006/relationships/image" Target="../media/image2888.png" /><Relationship Id="rId1488" Type="http://schemas.openxmlformats.org/officeDocument/2006/relationships/image" Target="../media/image2889.png" /><Relationship Id="rId1489" Type="http://schemas.openxmlformats.org/officeDocument/2006/relationships/image" Target="../media/image2890.png" /><Relationship Id="rId149" Type="http://schemas.openxmlformats.org/officeDocument/2006/relationships/image" Target="../media/image1550.png" /><Relationship Id="rId1490" Type="http://schemas.openxmlformats.org/officeDocument/2006/relationships/image" Target="../media/image2891.png" /><Relationship Id="rId1491" Type="http://schemas.openxmlformats.org/officeDocument/2006/relationships/image" Target="../media/image2892.png" /><Relationship Id="rId1492" Type="http://schemas.openxmlformats.org/officeDocument/2006/relationships/image" Target="../media/image2893.png" /><Relationship Id="rId1493" Type="http://schemas.openxmlformats.org/officeDocument/2006/relationships/image" Target="../media/image2894.png" /><Relationship Id="rId1494" Type="http://schemas.openxmlformats.org/officeDocument/2006/relationships/image" Target="../media/image2895.png" /><Relationship Id="rId1495" Type="http://schemas.openxmlformats.org/officeDocument/2006/relationships/image" Target="../media/image2896.png" /><Relationship Id="rId1496" Type="http://schemas.openxmlformats.org/officeDocument/2006/relationships/image" Target="../media/image2897.png" /><Relationship Id="rId1497" Type="http://schemas.openxmlformats.org/officeDocument/2006/relationships/image" Target="../media/image2898.png" /><Relationship Id="rId1498" Type="http://schemas.openxmlformats.org/officeDocument/2006/relationships/image" Target="../media/image2899.png" /><Relationship Id="rId1499" Type="http://schemas.openxmlformats.org/officeDocument/2006/relationships/image" Target="../media/image2900.png" /><Relationship Id="rId15" Type="http://schemas.openxmlformats.org/officeDocument/2006/relationships/image" Target="../media/image1416.png" /><Relationship Id="rId150" Type="http://schemas.openxmlformats.org/officeDocument/2006/relationships/image" Target="../media/image1551.png" /><Relationship Id="rId1500" Type="http://schemas.openxmlformats.org/officeDocument/2006/relationships/image" Target="../media/image2901.png" /><Relationship Id="rId1501" Type="http://schemas.openxmlformats.org/officeDocument/2006/relationships/image" Target="../media/image2902.png" /><Relationship Id="rId1502" Type="http://schemas.openxmlformats.org/officeDocument/2006/relationships/image" Target="../media/image2903.png" /><Relationship Id="rId1503" Type="http://schemas.openxmlformats.org/officeDocument/2006/relationships/image" Target="../media/image2904.png" /><Relationship Id="rId1504" Type="http://schemas.openxmlformats.org/officeDocument/2006/relationships/image" Target="../media/image2905.png" /><Relationship Id="rId1505" Type="http://schemas.openxmlformats.org/officeDocument/2006/relationships/image" Target="../media/image2906.png" /><Relationship Id="rId1506" Type="http://schemas.openxmlformats.org/officeDocument/2006/relationships/image" Target="../media/image2907.png" /><Relationship Id="rId1507" Type="http://schemas.openxmlformats.org/officeDocument/2006/relationships/image" Target="../media/image2908.png" /><Relationship Id="rId1508" Type="http://schemas.openxmlformats.org/officeDocument/2006/relationships/image" Target="../media/image2909.png" /><Relationship Id="rId1509" Type="http://schemas.openxmlformats.org/officeDocument/2006/relationships/image" Target="../media/image2910.png" /><Relationship Id="rId151" Type="http://schemas.openxmlformats.org/officeDocument/2006/relationships/image" Target="../media/image1552.png" /><Relationship Id="rId1510" Type="http://schemas.openxmlformats.org/officeDocument/2006/relationships/image" Target="../media/image2911.png" /><Relationship Id="rId1511" Type="http://schemas.openxmlformats.org/officeDocument/2006/relationships/image" Target="../media/image2912.png" /><Relationship Id="rId1512" Type="http://schemas.openxmlformats.org/officeDocument/2006/relationships/image" Target="../media/image2913.png" /><Relationship Id="rId1513" Type="http://schemas.openxmlformats.org/officeDocument/2006/relationships/image" Target="../media/image2914.png" /><Relationship Id="rId1514" Type="http://schemas.openxmlformats.org/officeDocument/2006/relationships/image" Target="../media/image2915.png" /><Relationship Id="rId1515" Type="http://schemas.openxmlformats.org/officeDocument/2006/relationships/image" Target="../media/image2916.png" /><Relationship Id="rId1516" Type="http://schemas.openxmlformats.org/officeDocument/2006/relationships/image" Target="../media/image2917.png" /><Relationship Id="rId1517" Type="http://schemas.openxmlformats.org/officeDocument/2006/relationships/image" Target="../media/image2918.png" /><Relationship Id="rId1518" Type="http://schemas.openxmlformats.org/officeDocument/2006/relationships/image" Target="../media/image2919.png" /><Relationship Id="rId1519" Type="http://schemas.openxmlformats.org/officeDocument/2006/relationships/image" Target="../media/image2920.png" /><Relationship Id="rId152" Type="http://schemas.openxmlformats.org/officeDocument/2006/relationships/image" Target="../media/image1553.png" /><Relationship Id="rId1520" Type="http://schemas.openxmlformats.org/officeDocument/2006/relationships/image" Target="../media/image2921.png" /><Relationship Id="rId1521" Type="http://schemas.openxmlformats.org/officeDocument/2006/relationships/image" Target="../media/image2922.png" /><Relationship Id="rId1522" Type="http://schemas.openxmlformats.org/officeDocument/2006/relationships/image" Target="../media/image2923.png" /><Relationship Id="rId1523" Type="http://schemas.openxmlformats.org/officeDocument/2006/relationships/image" Target="../media/image2924.png" /><Relationship Id="rId1524" Type="http://schemas.openxmlformats.org/officeDocument/2006/relationships/image" Target="../media/image2925.png" /><Relationship Id="rId1525" Type="http://schemas.openxmlformats.org/officeDocument/2006/relationships/image" Target="../media/image2926.png" /><Relationship Id="rId1526" Type="http://schemas.openxmlformats.org/officeDocument/2006/relationships/image" Target="../media/image2927.png" /><Relationship Id="rId1527" Type="http://schemas.openxmlformats.org/officeDocument/2006/relationships/image" Target="../media/image2928.png" /><Relationship Id="rId1528" Type="http://schemas.openxmlformats.org/officeDocument/2006/relationships/image" Target="../media/image2929.png" /><Relationship Id="rId1529" Type="http://schemas.openxmlformats.org/officeDocument/2006/relationships/image" Target="../media/image2930.png" /><Relationship Id="rId153" Type="http://schemas.openxmlformats.org/officeDocument/2006/relationships/image" Target="../media/image1554.png" /><Relationship Id="rId1530" Type="http://schemas.openxmlformats.org/officeDocument/2006/relationships/image" Target="../media/image2931.png" /><Relationship Id="rId1531" Type="http://schemas.openxmlformats.org/officeDocument/2006/relationships/image" Target="../media/image2932.png" /><Relationship Id="rId1532" Type="http://schemas.openxmlformats.org/officeDocument/2006/relationships/image" Target="../media/image2933.png" /><Relationship Id="rId1533" Type="http://schemas.openxmlformats.org/officeDocument/2006/relationships/image" Target="../media/image2934.png" /><Relationship Id="rId1534" Type="http://schemas.openxmlformats.org/officeDocument/2006/relationships/image" Target="../media/image2935.png" /><Relationship Id="rId1535" Type="http://schemas.openxmlformats.org/officeDocument/2006/relationships/image" Target="../media/image2936.png" /><Relationship Id="rId1536" Type="http://schemas.openxmlformats.org/officeDocument/2006/relationships/image" Target="../media/image2937.png" /><Relationship Id="rId1537" Type="http://schemas.openxmlformats.org/officeDocument/2006/relationships/image" Target="../media/image2938.png" /><Relationship Id="rId1538" Type="http://schemas.openxmlformats.org/officeDocument/2006/relationships/image" Target="../media/image2939.png" /><Relationship Id="rId1539" Type="http://schemas.openxmlformats.org/officeDocument/2006/relationships/image" Target="../media/image2940.png" /><Relationship Id="rId154" Type="http://schemas.openxmlformats.org/officeDocument/2006/relationships/image" Target="../media/image1555.png" /><Relationship Id="rId1540" Type="http://schemas.openxmlformats.org/officeDocument/2006/relationships/image" Target="../media/image2941.png" /><Relationship Id="rId1541" Type="http://schemas.openxmlformats.org/officeDocument/2006/relationships/image" Target="../media/image2942.png" /><Relationship Id="rId1542" Type="http://schemas.openxmlformats.org/officeDocument/2006/relationships/image" Target="../media/image2943.png" /><Relationship Id="rId1543" Type="http://schemas.openxmlformats.org/officeDocument/2006/relationships/image" Target="../media/image2944.png" /><Relationship Id="rId1544" Type="http://schemas.openxmlformats.org/officeDocument/2006/relationships/image" Target="../media/image2945.png" /><Relationship Id="rId1545" Type="http://schemas.openxmlformats.org/officeDocument/2006/relationships/image" Target="../media/image2946.png" /><Relationship Id="rId1546" Type="http://schemas.openxmlformats.org/officeDocument/2006/relationships/image" Target="../media/image2947.png" /><Relationship Id="rId1547" Type="http://schemas.openxmlformats.org/officeDocument/2006/relationships/image" Target="../media/image2948.png" /><Relationship Id="rId1548" Type="http://schemas.openxmlformats.org/officeDocument/2006/relationships/image" Target="../media/image2949.png" /><Relationship Id="rId1549" Type="http://schemas.openxmlformats.org/officeDocument/2006/relationships/image" Target="../media/image2950.png" /><Relationship Id="rId155" Type="http://schemas.openxmlformats.org/officeDocument/2006/relationships/image" Target="../media/image1556.png" /><Relationship Id="rId1550" Type="http://schemas.openxmlformats.org/officeDocument/2006/relationships/image" Target="../media/image2951.png" /><Relationship Id="rId1551" Type="http://schemas.openxmlformats.org/officeDocument/2006/relationships/image" Target="../media/image2952.png" /><Relationship Id="rId1552" Type="http://schemas.openxmlformats.org/officeDocument/2006/relationships/image" Target="../media/image2953.png" /><Relationship Id="rId1553" Type="http://schemas.openxmlformats.org/officeDocument/2006/relationships/image" Target="../media/image2954.png" /><Relationship Id="rId1554" Type="http://schemas.openxmlformats.org/officeDocument/2006/relationships/image" Target="../media/image2955.png" /><Relationship Id="rId1555" Type="http://schemas.openxmlformats.org/officeDocument/2006/relationships/image" Target="../media/image2956.png" /><Relationship Id="rId1556" Type="http://schemas.openxmlformats.org/officeDocument/2006/relationships/image" Target="../media/image2957.png" /><Relationship Id="rId1557" Type="http://schemas.openxmlformats.org/officeDocument/2006/relationships/image" Target="../media/image2958.png" /><Relationship Id="rId1558" Type="http://schemas.openxmlformats.org/officeDocument/2006/relationships/image" Target="../media/image2959.png" /><Relationship Id="rId1559" Type="http://schemas.openxmlformats.org/officeDocument/2006/relationships/image" Target="../media/image2960.png" /><Relationship Id="rId156" Type="http://schemas.openxmlformats.org/officeDocument/2006/relationships/image" Target="../media/image1557.png" /><Relationship Id="rId1560" Type="http://schemas.openxmlformats.org/officeDocument/2006/relationships/image" Target="../media/image2961.png" /><Relationship Id="rId1561" Type="http://schemas.openxmlformats.org/officeDocument/2006/relationships/image" Target="../media/image2962.png" /><Relationship Id="rId1562" Type="http://schemas.openxmlformats.org/officeDocument/2006/relationships/image" Target="../media/image2963.png" /><Relationship Id="rId1563" Type="http://schemas.openxmlformats.org/officeDocument/2006/relationships/image" Target="../media/image2964.png" /><Relationship Id="rId1564" Type="http://schemas.openxmlformats.org/officeDocument/2006/relationships/image" Target="../media/image2965.png" /><Relationship Id="rId1565" Type="http://schemas.openxmlformats.org/officeDocument/2006/relationships/image" Target="../media/image2966.png" /><Relationship Id="rId1566" Type="http://schemas.openxmlformats.org/officeDocument/2006/relationships/image" Target="../media/image2967.png" /><Relationship Id="rId1567" Type="http://schemas.openxmlformats.org/officeDocument/2006/relationships/image" Target="../media/image2968.png" /><Relationship Id="rId1568" Type="http://schemas.openxmlformats.org/officeDocument/2006/relationships/image" Target="../media/image2969.png" /><Relationship Id="rId1569" Type="http://schemas.openxmlformats.org/officeDocument/2006/relationships/image" Target="../media/image2970.png" /><Relationship Id="rId157" Type="http://schemas.openxmlformats.org/officeDocument/2006/relationships/image" Target="../media/image1558.png" /><Relationship Id="rId1570" Type="http://schemas.openxmlformats.org/officeDocument/2006/relationships/image" Target="../media/image2971.png" /><Relationship Id="rId1571" Type="http://schemas.openxmlformats.org/officeDocument/2006/relationships/image" Target="../media/image2972.png" /><Relationship Id="rId1572" Type="http://schemas.openxmlformats.org/officeDocument/2006/relationships/image" Target="../media/image2973.png" /><Relationship Id="rId1573" Type="http://schemas.openxmlformats.org/officeDocument/2006/relationships/image" Target="../media/image2974.png" /><Relationship Id="rId1574" Type="http://schemas.openxmlformats.org/officeDocument/2006/relationships/image" Target="../media/image2975.png" /><Relationship Id="rId158" Type="http://schemas.openxmlformats.org/officeDocument/2006/relationships/image" Target="../media/image1559.png" /><Relationship Id="rId159" Type="http://schemas.openxmlformats.org/officeDocument/2006/relationships/image" Target="../media/image1560.png" /><Relationship Id="rId16" Type="http://schemas.openxmlformats.org/officeDocument/2006/relationships/image" Target="../media/image1417.png" /><Relationship Id="rId160" Type="http://schemas.openxmlformats.org/officeDocument/2006/relationships/image" Target="../media/image1561.png" /><Relationship Id="rId161" Type="http://schemas.openxmlformats.org/officeDocument/2006/relationships/image" Target="../media/image1562.png" /><Relationship Id="rId162" Type="http://schemas.openxmlformats.org/officeDocument/2006/relationships/image" Target="../media/image1563.png" /><Relationship Id="rId163" Type="http://schemas.openxmlformats.org/officeDocument/2006/relationships/image" Target="../media/image1564.png" /><Relationship Id="rId164" Type="http://schemas.openxmlformats.org/officeDocument/2006/relationships/image" Target="../media/image1565.png" /><Relationship Id="rId165" Type="http://schemas.openxmlformats.org/officeDocument/2006/relationships/image" Target="../media/image1566.png" /><Relationship Id="rId166" Type="http://schemas.openxmlformats.org/officeDocument/2006/relationships/image" Target="../media/image1567.png" /><Relationship Id="rId167" Type="http://schemas.openxmlformats.org/officeDocument/2006/relationships/image" Target="../media/image1568.png" /><Relationship Id="rId168" Type="http://schemas.openxmlformats.org/officeDocument/2006/relationships/image" Target="../media/image1569.png" /><Relationship Id="rId169" Type="http://schemas.openxmlformats.org/officeDocument/2006/relationships/image" Target="../media/image1570.png" /><Relationship Id="rId17" Type="http://schemas.openxmlformats.org/officeDocument/2006/relationships/image" Target="../media/image1418.png" /><Relationship Id="rId170" Type="http://schemas.openxmlformats.org/officeDocument/2006/relationships/image" Target="../media/image1571.png" /><Relationship Id="rId171" Type="http://schemas.openxmlformats.org/officeDocument/2006/relationships/image" Target="../media/image1572.png" /><Relationship Id="rId172" Type="http://schemas.openxmlformats.org/officeDocument/2006/relationships/image" Target="../media/image1573.png" /><Relationship Id="rId173" Type="http://schemas.openxmlformats.org/officeDocument/2006/relationships/image" Target="../media/image1574.png" /><Relationship Id="rId174" Type="http://schemas.openxmlformats.org/officeDocument/2006/relationships/image" Target="../media/image1575.png" /><Relationship Id="rId175" Type="http://schemas.openxmlformats.org/officeDocument/2006/relationships/image" Target="../media/image1576.png" /><Relationship Id="rId176" Type="http://schemas.openxmlformats.org/officeDocument/2006/relationships/image" Target="../media/image1577.png" /><Relationship Id="rId177" Type="http://schemas.openxmlformats.org/officeDocument/2006/relationships/image" Target="../media/image1578.png" /><Relationship Id="rId178" Type="http://schemas.openxmlformats.org/officeDocument/2006/relationships/image" Target="../media/image1579.png" /><Relationship Id="rId179" Type="http://schemas.openxmlformats.org/officeDocument/2006/relationships/image" Target="../media/image1580.png" /><Relationship Id="rId18" Type="http://schemas.openxmlformats.org/officeDocument/2006/relationships/image" Target="../media/image1419.png" /><Relationship Id="rId180" Type="http://schemas.openxmlformats.org/officeDocument/2006/relationships/image" Target="../media/image1581.png" /><Relationship Id="rId181" Type="http://schemas.openxmlformats.org/officeDocument/2006/relationships/image" Target="../media/image1582.png" /><Relationship Id="rId182" Type="http://schemas.openxmlformats.org/officeDocument/2006/relationships/image" Target="../media/image1583.png" /><Relationship Id="rId183" Type="http://schemas.openxmlformats.org/officeDocument/2006/relationships/image" Target="../media/image1584.png" /><Relationship Id="rId184" Type="http://schemas.openxmlformats.org/officeDocument/2006/relationships/image" Target="../media/image1585.png" /><Relationship Id="rId185" Type="http://schemas.openxmlformats.org/officeDocument/2006/relationships/image" Target="../media/image1586.png" /><Relationship Id="rId186" Type="http://schemas.openxmlformats.org/officeDocument/2006/relationships/image" Target="../media/image1587.png" /><Relationship Id="rId187" Type="http://schemas.openxmlformats.org/officeDocument/2006/relationships/image" Target="../media/image1588.png" /><Relationship Id="rId188" Type="http://schemas.openxmlformats.org/officeDocument/2006/relationships/image" Target="../media/image1589.png" /><Relationship Id="rId189" Type="http://schemas.openxmlformats.org/officeDocument/2006/relationships/image" Target="../media/image1590.png" /><Relationship Id="rId19" Type="http://schemas.openxmlformats.org/officeDocument/2006/relationships/image" Target="../media/image1420.png" /><Relationship Id="rId190" Type="http://schemas.openxmlformats.org/officeDocument/2006/relationships/image" Target="../media/image1591.png" /><Relationship Id="rId191" Type="http://schemas.openxmlformats.org/officeDocument/2006/relationships/image" Target="../media/image1592.png" /><Relationship Id="rId192" Type="http://schemas.openxmlformats.org/officeDocument/2006/relationships/image" Target="../media/image1593.png" /><Relationship Id="rId193" Type="http://schemas.openxmlformats.org/officeDocument/2006/relationships/image" Target="../media/image1594.png" /><Relationship Id="rId194" Type="http://schemas.openxmlformats.org/officeDocument/2006/relationships/image" Target="../media/image1595.png" /><Relationship Id="rId195" Type="http://schemas.openxmlformats.org/officeDocument/2006/relationships/image" Target="../media/image1596.png" /><Relationship Id="rId196" Type="http://schemas.openxmlformats.org/officeDocument/2006/relationships/image" Target="../media/image1597.png" /><Relationship Id="rId197" Type="http://schemas.openxmlformats.org/officeDocument/2006/relationships/image" Target="../media/image1598.png" /><Relationship Id="rId198" Type="http://schemas.openxmlformats.org/officeDocument/2006/relationships/image" Target="../media/image1599.png" /><Relationship Id="rId199" Type="http://schemas.openxmlformats.org/officeDocument/2006/relationships/image" Target="../media/image1600.png" /><Relationship Id="rId2" Type="http://schemas.openxmlformats.org/officeDocument/2006/relationships/image" Target="../media/image1403.png" /><Relationship Id="rId20" Type="http://schemas.openxmlformats.org/officeDocument/2006/relationships/image" Target="../media/image1421.png" /><Relationship Id="rId200" Type="http://schemas.openxmlformats.org/officeDocument/2006/relationships/image" Target="../media/image1601.png" /><Relationship Id="rId201" Type="http://schemas.openxmlformats.org/officeDocument/2006/relationships/image" Target="../media/image1602.png" /><Relationship Id="rId202" Type="http://schemas.openxmlformats.org/officeDocument/2006/relationships/image" Target="../media/image1603.png" /><Relationship Id="rId203" Type="http://schemas.openxmlformats.org/officeDocument/2006/relationships/image" Target="../media/image1604.png" /><Relationship Id="rId204" Type="http://schemas.openxmlformats.org/officeDocument/2006/relationships/image" Target="../media/image1605.png" /><Relationship Id="rId205" Type="http://schemas.openxmlformats.org/officeDocument/2006/relationships/image" Target="../media/image1606.png" /><Relationship Id="rId206" Type="http://schemas.openxmlformats.org/officeDocument/2006/relationships/image" Target="../media/image1607.png" /><Relationship Id="rId207" Type="http://schemas.openxmlformats.org/officeDocument/2006/relationships/image" Target="../media/image1608.png" /><Relationship Id="rId208" Type="http://schemas.openxmlformats.org/officeDocument/2006/relationships/image" Target="../media/image1609.png" /><Relationship Id="rId209" Type="http://schemas.openxmlformats.org/officeDocument/2006/relationships/image" Target="../media/image1610.png" /><Relationship Id="rId21" Type="http://schemas.openxmlformats.org/officeDocument/2006/relationships/image" Target="../media/image1422.png" /><Relationship Id="rId210" Type="http://schemas.openxmlformats.org/officeDocument/2006/relationships/image" Target="../media/image1611.png" /><Relationship Id="rId211" Type="http://schemas.openxmlformats.org/officeDocument/2006/relationships/image" Target="../media/image1612.png" /><Relationship Id="rId212" Type="http://schemas.openxmlformats.org/officeDocument/2006/relationships/image" Target="../media/image1613.png" /><Relationship Id="rId213" Type="http://schemas.openxmlformats.org/officeDocument/2006/relationships/image" Target="../media/image1614.png" /><Relationship Id="rId214" Type="http://schemas.openxmlformats.org/officeDocument/2006/relationships/image" Target="../media/image1615.png" /><Relationship Id="rId215" Type="http://schemas.openxmlformats.org/officeDocument/2006/relationships/image" Target="../media/image1616.png" /><Relationship Id="rId216" Type="http://schemas.openxmlformats.org/officeDocument/2006/relationships/image" Target="../media/image1617.png" /><Relationship Id="rId217" Type="http://schemas.openxmlformats.org/officeDocument/2006/relationships/image" Target="../media/image1618.png" /><Relationship Id="rId218" Type="http://schemas.openxmlformats.org/officeDocument/2006/relationships/image" Target="../media/image1619.png" /><Relationship Id="rId219" Type="http://schemas.openxmlformats.org/officeDocument/2006/relationships/image" Target="../media/image1620.png" /><Relationship Id="rId22" Type="http://schemas.openxmlformats.org/officeDocument/2006/relationships/image" Target="../media/image1423.png" /><Relationship Id="rId220" Type="http://schemas.openxmlformats.org/officeDocument/2006/relationships/image" Target="../media/image1621.png" /><Relationship Id="rId221" Type="http://schemas.openxmlformats.org/officeDocument/2006/relationships/image" Target="../media/image1622.png" /><Relationship Id="rId222" Type="http://schemas.openxmlformats.org/officeDocument/2006/relationships/image" Target="../media/image1623.png" /><Relationship Id="rId223" Type="http://schemas.openxmlformats.org/officeDocument/2006/relationships/image" Target="../media/image1624.png" /><Relationship Id="rId224" Type="http://schemas.openxmlformats.org/officeDocument/2006/relationships/image" Target="../media/image1625.png" /><Relationship Id="rId225" Type="http://schemas.openxmlformats.org/officeDocument/2006/relationships/image" Target="../media/image1626.png" /><Relationship Id="rId226" Type="http://schemas.openxmlformats.org/officeDocument/2006/relationships/image" Target="../media/image1627.png" /><Relationship Id="rId227" Type="http://schemas.openxmlformats.org/officeDocument/2006/relationships/image" Target="../media/image1628.png" /><Relationship Id="rId228" Type="http://schemas.openxmlformats.org/officeDocument/2006/relationships/image" Target="../media/image1629.png" /><Relationship Id="rId229" Type="http://schemas.openxmlformats.org/officeDocument/2006/relationships/image" Target="../media/image1630.png" /><Relationship Id="rId23" Type="http://schemas.openxmlformats.org/officeDocument/2006/relationships/image" Target="../media/image1424.png" /><Relationship Id="rId230" Type="http://schemas.openxmlformats.org/officeDocument/2006/relationships/image" Target="../media/image1631.png" /><Relationship Id="rId231" Type="http://schemas.openxmlformats.org/officeDocument/2006/relationships/image" Target="../media/image1632.png" /><Relationship Id="rId232" Type="http://schemas.openxmlformats.org/officeDocument/2006/relationships/image" Target="../media/image1633.png" /><Relationship Id="rId233" Type="http://schemas.openxmlformats.org/officeDocument/2006/relationships/image" Target="../media/image1634.png" /><Relationship Id="rId234" Type="http://schemas.openxmlformats.org/officeDocument/2006/relationships/image" Target="../media/image1635.png" /><Relationship Id="rId235" Type="http://schemas.openxmlformats.org/officeDocument/2006/relationships/image" Target="../media/image1636.png" /><Relationship Id="rId236" Type="http://schemas.openxmlformats.org/officeDocument/2006/relationships/image" Target="../media/image1637.png" /><Relationship Id="rId237" Type="http://schemas.openxmlformats.org/officeDocument/2006/relationships/image" Target="../media/image1638.png" /><Relationship Id="rId238" Type="http://schemas.openxmlformats.org/officeDocument/2006/relationships/image" Target="../media/image1639.png" /><Relationship Id="rId239" Type="http://schemas.openxmlformats.org/officeDocument/2006/relationships/image" Target="../media/image1640.png" /><Relationship Id="rId24" Type="http://schemas.openxmlformats.org/officeDocument/2006/relationships/image" Target="../media/image1425.png" /><Relationship Id="rId240" Type="http://schemas.openxmlformats.org/officeDocument/2006/relationships/image" Target="../media/image1641.png" /><Relationship Id="rId241" Type="http://schemas.openxmlformats.org/officeDocument/2006/relationships/image" Target="../media/image1642.png" /><Relationship Id="rId242" Type="http://schemas.openxmlformats.org/officeDocument/2006/relationships/image" Target="../media/image1643.png" /><Relationship Id="rId243" Type="http://schemas.openxmlformats.org/officeDocument/2006/relationships/image" Target="../media/image1644.png" /><Relationship Id="rId244" Type="http://schemas.openxmlformats.org/officeDocument/2006/relationships/image" Target="../media/image1645.png" /><Relationship Id="rId245" Type="http://schemas.openxmlformats.org/officeDocument/2006/relationships/image" Target="../media/image1646.png" /><Relationship Id="rId246" Type="http://schemas.openxmlformats.org/officeDocument/2006/relationships/image" Target="../media/image1647.png" /><Relationship Id="rId247" Type="http://schemas.openxmlformats.org/officeDocument/2006/relationships/image" Target="../media/image1648.png" /><Relationship Id="rId248" Type="http://schemas.openxmlformats.org/officeDocument/2006/relationships/image" Target="../media/image1649.png" /><Relationship Id="rId249" Type="http://schemas.openxmlformats.org/officeDocument/2006/relationships/image" Target="../media/image1650.png" /><Relationship Id="rId25" Type="http://schemas.openxmlformats.org/officeDocument/2006/relationships/image" Target="../media/image1426.png" /><Relationship Id="rId250" Type="http://schemas.openxmlformats.org/officeDocument/2006/relationships/image" Target="../media/image1651.png" /><Relationship Id="rId251" Type="http://schemas.openxmlformats.org/officeDocument/2006/relationships/image" Target="../media/image1652.png" /><Relationship Id="rId252" Type="http://schemas.openxmlformats.org/officeDocument/2006/relationships/image" Target="../media/image1653.png" /><Relationship Id="rId253" Type="http://schemas.openxmlformats.org/officeDocument/2006/relationships/image" Target="../media/image1654.png" /><Relationship Id="rId254" Type="http://schemas.openxmlformats.org/officeDocument/2006/relationships/image" Target="../media/image1655.png" /><Relationship Id="rId255" Type="http://schemas.openxmlformats.org/officeDocument/2006/relationships/image" Target="../media/image1656.png" /><Relationship Id="rId256" Type="http://schemas.openxmlformats.org/officeDocument/2006/relationships/image" Target="../media/image1657.png" /><Relationship Id="rId257" Type="http://schemas.openxmlformats.org/officeDocument/2006/relationships/image" Target="../media/image1658.png" /><Relationship Id="rId258" Type="http://schemas.openxmlformats.org/officeDocument/2006/relationships/image" Target="../media/image1659.png" /><Relationship Id="rId259" Type="http://schemas.openxmlformats.org/officeDocument/2006/relationships/image" Target="../media/image1660.png" /><Relationship Id="rId26" Type="http://schemas.openxmlformats.org/officeDocument/2006/relationships/image" Target="../media/image1427.png" /><Relationship Id="rId260" Type="http://schemas.openxmlformats.org/officeDocument/2006/relationships/image" Target="../media/image1661.png" /><Relationship Id="rId261" Type="http://schemas.openxmlformats.org/officeDocument/2006/relationships/image" Target="../media/image1662.png" /><Relationship Id="rId262" Type="http://schemas.openxmlformats.org/officeDocument/2006/relationships/image" Target="../media/image1663.png" /><Relationship Id="rId263" Type="http://schemas.openxmlformats.org/officeDocument/2006/relationships/image" Target="../media/image1664.png" /><Relationship Id="rId264" Type="http://schemas.openxmlformats.org/officeDocument/2006/relationships/image" Target="../media/image1665.png" /><Relationship Id="rId265" Type="http://schemas.openxmlformats.org/officeDocument/2006/relationships/image" Target="../media/image1666.png" /><Relationship Id="rId266" Type="http://schemas.openxmlformats.org/officeDocument/2006/relationships/image" Target="../media/image1667.png" /><Relationship Id="rId267" Type="http://schemas.openxmlformats.org/officeDocument/2006/relationships/image" Target="../media/image1668.png" /><Relationship Id="rId268" Type="http://schemas.openxmlformats.org/officeDocument/2006/relationships/image" Target="../media/image1669.png" /><Relationship Id="rId269" Type="http://schemas.openxmlformats.org/officeDocument/2006/relationships/image" Target="../media/image1670.png" /><Relationship Id="rId27" Type="http://schemas.openxmlformats.org/officeDocument/2006/relationships/image" Target="../media/image1428.png" /><Relationship Id="rId270" Type="http://schemas.openxmlformats.org/officeDocument/2006/relationships/image" Target="../media/image1671.png" /><Relationship Id="rId271" Type="http://schemas.openxmlformats.org/officeDocument/2006/relationships/image" Target="../media/image1672.png" /><Relationship Id="rId272" Type="http://schemas.openxmlformats.org/officeDocument/2006/relationships/image" Target="../media/image1673.png" /><Relationship Id="rId273" Type="http://schemas.openxmlformats.org/officeDocument/2006/relationships/image" Target="../media/image1674.png" /><Relationship Id="rId274" Type="http://schemas.openxmlformats.org/officeDocument/2006/relationships/image" Target="../media/image1675.png" /><Relationship Id="rId275" Type="http://schemas.openxmlformats.org/officeDocument/2006/relationships/image" Target="../media/image1676.png" /><Relationship Id="rId276" Type="http://schemas.openxmlformats.org/officeDocument/2006/relationships/image" Target="../media/image1677.png" /><Relationship Id="rId277" Type="http://schemas.openxmlformats.org/officeDocument/2006/relationships/image" Target="../media/image1678.png" /><Relationship Id="rId278" Type="http://schemas.openxmlformats.org/officeDocument/2006/relationships/image" Target="../media/image1679.png" /><Relationship Id="rId279" Type="http://schemas.openxmlformats.org/officeDocument/2006/relationships/image" Target="../media/image1680.png" /><Relationship Id="rId28" Type="http://schemas.openxmlformats.org/officeDocument/2006/relationships/image" Target="../media/image1429.png" /><Relationship Id="rId280" Type="http://schemas.openxmlformats.org/officeDocument/2006/relationships/image" Target="../media/image1681.png" /><Relationship Id="rId281" Type="http://schemas.openxmlformats.org/officeDocument/2006/relationships/image" Target="../media/image1682.png" /><Relationship Id="rId282" Type="http://schemas.openxmlformats.org/officeDocument/2006/relationships/image" Target="../media/image1683.png" /><Relationship Id="rId283" Type="http://schemas.openxmlformats.org/officeDocument/2006/relationships/image" Target="../media/image1684.png" /><Relationship Id="rId284" Type="http://schemas.openxmlformats.org/officeDocument/2006/relationships/image" Target="../media/image1685.png" /><Relationship Id="rId285" Type="http://schemas.openxmlformats.org/officeDocument/2006/relationships/image" Target="../media/image1686.png" /><Relationship Id="rId286" Type="http://schemas.openxmlformats.org/officeDocument/2006/relationships/image" Target="../media/image1687.png" /><Relationship Id="rId287" Type="http://schemas.openxmlformats.org/officeDocument/2006/relationships/image" Target="../media/image1688.png" /><Relationship Id="rId288" Type="http://schemas.openxmlformats.org/officeDocument/2006/relationships/image" Target="../media/image1689.png" /><Relationship Id="rId289" Type="http://schemas.openxmlformats.org/officeDocument/2006/relationships/image" Target="../media/image1690.png" /><Relationship Id="rId29" Type="http://schemas.openxmlformats.org/officeDocument/2006/relationships/image" Target="../media/image1430.png" /><Relationship Id="rId290" Type="http://schemas.openxmlformats.org/officeDocument/2006/relationships/image" Target="../media/image1691.png" /><Relationship Id="rId291" Type="http://schemas.openxmlformats.org/officeDocument/2006/relationships/image" Target="../media/image1692.png" /><Relationship Id="rId292" Type="http://schemas.openxmlformats.org/officeDocument/2006/relationships/image" Target="../media/image1693.png" /><Relationship Id="rId293" Type="http://schemas.openxmlformats.org/officeDocument/2006/relationships/image" Target="../media/image1694.png" /><Relationship Id="rId294" Type="http://schemas.openxmlformats.org/officeDocument/2006/relationships/image" Target="../media/image1695.png" /><Relationship Id="rId295" Type="http://schemas.openxmlformats.org/officeDocument/2006/relationships/image" Target="../media/image1696.png" /><Relationship Id="rId296" Type="http://schemas.openxmlformats.org/officeDocument/2006/relationships/image" Target="../media/image1697.png" /><Relationship Id="rId297" Type="http://schemas.openxmlformats.org/officeDocument/2006/relationships/image" Target="../media/image1698.png" /><Relationship Id="rId298" Type="http://schemas.openxmlformats.org/officeDocument/2006/relationships/image" Target="../media/image1699.png" /><Relationship Id="rId299" Type="http://schemas.openxmlformats.org/officeDocument/2006/relationships/image" Target="../media/image1700.png" /><Relationship Id="rId3" Type="http://schemas.openxmlformats.org/officeDocument/2006/relationships/image" Target="../media/image1404.png" /><Relationship Id="rId30" Type="http://schemas.openxmlformats.org/officeDocument/2006/relationships/image" Target="../media/image1431.png" /><Relationship Id="rId300" Type="http://schemas.openxmlformats.org/officeDocument/2006/relationships/image" Target="../media/image1701.png" /><Relationship Id="rId301" Type="http://schemas.openxmlformats.org/officeDocument/2006/relationships/image" Target="../media/image1702.png" /><Relationship Id="rId302" Type="http://schemas.openxmlformats.org/officeDocument/2006/relationships/image" Target="../media/image1703.png" /><Relationship Id="rId303" Type="http://schemas.openxmlformats.org/officeDocument/2006/relationships/image" Target="../media/image1704.png" /><Relationship Id="rId304" Type="http://schemas.openxmlformats.org/officeDocument/2006/relationships/image" Target="../media/image1705.png" /><Relationship Id="rId305" Type="http://schemas.openxmlformats.org/officeDocument/2006/relationships/image" Target="../media/image1706.png" /><Relationship Id="rId306" Type="http://schemas.openxmlformats.org/officeDocument/2006/relationships/image" Target="../media/image1707.png" /><Relationship Id="rId307" Type="http://schemas.openxmlformats.org/officeDocument/2006/relationships/image" Target="../media/image1708.png" /><Relationship Id="rId308" Type="http://schemas.openxmlformats.org/officeDocument/2006/relationships/image" Target="../media/image1709.png" /><Relationship Id="rId309" Type="http://schemas.openxmlformats.org/officeDocument/2006/relationships/image" Target="../media/image1710.png" /><Relationship Id="rId31" Type="http://schemas.openxmlformats.org/officeDocument/2006/relationships/image" Target="../media/image1432.png" /><Relationship Id="rId310" Type="http://schemas.openxmlformats.org/officeDocument/2006/relationships/image" Target="../media/image1711.png" /><Relationship Id="rId311" Type="http://schemas.openxmlformats.org/officeDocument/2006/relationships/image" Target="../media/image1712.png" /><Relationship Id="rId312" Type="http://schemas.openxmlformats.org/officeDocument/2006/relationships/image" Target="../media/image1713.png" /><Relationship Id="rId313" Type="http://schemas.openxmlformats.org/officeDocument/2006/relationships/image" Target="../media/image1714.png" /><Relationship Id="rId314" Type="http://schemas.openxmlformats.org/officeDocument/2006/relationships/image" Target="../media/image1715.png" /><Relationship Id="rId315" Type="http://schemas.openxmlformats.org/officeDocument/2006/relationships/image" Target="../media/image1716.png" /><Relationship Id="rId316" Type="http://schemas.openxmlformats.org/officeDocument/2006/relationships/image" Target="../media/image1717.png" /><Relationship Id="rId317" Type="http://schemas.openxmlformats.org/officeDocument/2006/relationships/image" Target="../media/image1718.png" /><Relationship Id="rId318" Type="http://schemas.openxmlformats.org/officeDocument/2006/relationships/image" Target="../media/image1719.png" /><Relationship Id="rId319" Type="http://schemas.openxmlformats.org/officeDocument/2006/relationships/image" Target="../media/image1720.png" /><Relationship Id="rId32" Type="http://schemas.openxmlformats.org/officeDocument/2006/relationships/image" Target="../media/image1433.png" /><Relationship Id="rId320" Type="http://schemas.openxmlformats.org/officeDocument/2006/relationships/image" Target="../media/image1721.png" /><Relationship Id="rId321" Type="http://schemas.openxmlformats.org/officeDocument/2006/relationships/image" Target="../media/image1722.png" /><Relationship Id="rId322" Type="http://schemas.openxmlformats.org/officeDocument/2006/relationships/image" Target="../media/image1723.png" /><Relationship Id="rId323" Type="http://schemas.openxmlformats.org/officeDocument/2006/relationships/image" Target="../media/image1724.png" /><Relationship Id="rId324" Type="http://schemas.openxmlformats.org/officeDocument/2006/relationships/image" Target="../media/image1725.png" /><Relationship Id="rId325" Type="http://schemas.openxmlformats.org/officeDocument/2006/relationships/image" Target="../media/image1726.png" /><Relationship Id="rId326" Type="http://schemas.openxmlformats.org/officeDocument/2006/relationships/image" Target="../media/image1727.png" /><Relationship Id="rId327" Type="http://schemas.openxmlformats.org/officeDocument/2006/relationships/image" Target="../media/image1728.png" /><Relationship Id="rId328" Type="http://schemas.openxmlformats.org/officeDocument/2006/relationships/image" Target="../media/image1729.png" /><Relationship Id="rId329" Type="http://schemas.openxmlformats.org/officeDocument/2006/relationships/image" Target="../media/image1730.png" /><Relationship Id="rId33" Type="http://schemas.openxmlformats.org/officeDocument/2006/relationships/image" Target="../media/image1434.png" /><Relationship Id="rId330" Type="http://schemas.openxmlformats.org/officeDocument/2006/relationships/image" Target="../media/image1731.png" /><Relationship Id="rId331" Type="http://schemas.openxmlformats.org/officeDocument/2006/relationships/image" Target="../media/image1732.png" /><Relationship Id="rId332" Type="http://schemas.openxmlformats.org/officeDocument/2006/relationships/image" Target="../media/image1733.png" /><Relationship Id="rId333" Type="http://schemas.openxmlformats.org/officeDocument/2006/relationships/image" Target="../media/image1734.png" /><Relationship Id="rId334" Type="http://schemas.openxmlformats.org/officeDocument/2006/relationships/image" Target="../media/image1735.png" /><Relationship Id="rId335" Type="http://schemas.openxmlformats.org/officeDocument/2006/relationships/image" Target="../media/image1736.png" /><Relationship Id="rId336" Type="http://schemas.openxmlformats.org/officeDocument/2006/relationships/image" Target="../media/image1737.png" /><Relationship Id="rId337" Type="http://schemas.openxmlformats.org/officeDocument/2006/relationships/image" Target="../media/image1738.png" /><Relationship Id="rId338" Type="http://schemas.openxmlformats.org/officeDocument/2006/relationships/image" Target="../media/image1739.png" /><Relationship Id="rId339" Type="http://schemas.openxmlformats.org/officeDocument/2006/relationships/image" Target="../media/image1740.png" /><Relationship Id="rId34" Type="http://schemas.openxmlformats.org/officeDocument/2006/relationships/image" Target="../media/image1435.png" /><Relationship Id="rId340" Type="http://schemas.openxmlformats.org/officeDocument/2006/relationships/image" Target="../media/image1741.png" /><Relationship Id="rId341" Type="http://schemas.openxmlformats.org/officeDocument/2006/relationships/image" Target="../media/image1742.png" /><Relationship Id="rId342" Type="http://schemas.openxmlformats.org/officeDocument/2006/relationships/image" Target="../media/image1743.png" /><Relationship Id="rId343" Type="http://schemas.openxmlformats.org/officeDocument/2006/relationships/image" Target="../media/image1744.png" /><Relationship Id="rId344" Type="http://schemas.openxmlformats.org/officeDocument/2006/relationships/image" Target="../media/image1745.png" /><Relationship Id="rId345" Type="http://schemas.openxmlformats.org/officeDocument/2006/relationships/image" Target="../media/image1746.png" /><Relationship Id="rId346" Type="http://schemas.openxmlformats.org/officeDocument/2006/relationships/image" Target="../media/image1747.png" /><Relationship Id="rId347" Type="http://schemas.openxmlformats.org/officeDocument/2006/relationships/image" Target="../media/image1748.png" /><Relationship Id="rId348" Type="http://schemas.openxmlformats.org/officeDocument/2006/relationships/image" Target="../media/image1749.png" /><Relationship Id="rId349" Type="http://schemas.openxmlformats.org/officeDocument/2006/relationships/image" Target="../media/image1750.png" /><Relationship Id="rId35" Type="http://schemas.openxmlformats.org/officeDocument/2006/relationships/image" Target="../media/image1436.png" /><Relationship Id="rId350" Type="http://schemas.openxmlformats.org/officeDocument/2006/relationships/image" Target="../media/image1751.png" /><Relationship Id="rId351" Type="http://schemas.openxmlformats.org/officeDocument/2006/relationships/image" Target="../media/image1752.png" /><Relationship Id="rId352" Type="http://schemas.openxmlformats.org/officeDocument/2006/relationships/image" Target="../media/image1753.png" /><Relationship Id="rId353" Type="http://schemas.openxmlformats.org/officeDocument/2006/relationships/image" Target="../media/image1754.png" /><Relationship Id="rId354" Type="http://schemas.openxmlformats.org/officeDocument/2006/relationships/image" Target="../media/image1755.png" /><Relationship Id="rId355" Type="http://schemas.openxmlformats.org/officeDocument/2006/relationships/image" Target="../media/image1756.png" /><Relationship Id="rId356" Type="http://schemas.openxmlformats.org/officeDocument/2006/relationships/image" Target="../media/image1757.png" /><Relationship Id="rId357" Type="http://schemas.openxmlformats.org/officeDocument/2006/relationships/image" Target="../media/image1758.png" /><Relationship Id="rId358" Type="http://schemas.openxmlformats.org/officeDocument/2006/relationships/image" Target="../media/image1759.png" /><Relationship Id="rId359" Type="http://schemas.openxmlformats.org/officeDocument/2006/relationships/image" Target="../media/image1760.png" /><Relationship Id="rId36" Type="http://schemas.openxmlformats.org/officeDocument/2006/relationships/image" Target="../media/image1437.png" /><Relationship Id="rId360" Type="http://schemas.openxmlformats.org/officeDocument/2006/relationships/image" Target="../media/image1761.png" /><Relationship Id="rId361" Type="http://schemas.openxmlformats.org/officeDocument/2006/relationships/image" Target="../media/image1762.png" /><Relationship Id="rId362" Type="http://schemas.openxmlformats.org/officeDocument/2006/relationships/image" Target="../media/image1763.png" /><Relationship Id="rId363" Type="http://schemas.openxmlformats.org/officeDocument/2006/relationships/image" Target="../media/image1764.png" /><Relationship Id="rId364" Type="http://schemas.openxmlformats.org/officeDocument/2006/relationships/image" Target="../media/image1765.png" /><Relationship Id="rId365" Type="http://schemas.openxmlformats.org/officeDocument/2006/relationships/image" Target="../media/image1766.png" /><Relationship Id="rId366" Type="http://schemas.openxmlformats.org/officeDocument/2006/relationships/image" Target="../media/image1767.png" /><Relationship Id="rId367" Type="http://schemas.openxmlformats.org/officeDocument/2006/relationships/image" Target="../media/image1768.png" /><Relationship Id="rId368" Type="http://schemas.openxmlformats.org/officeDocument/2006/relationships/image" Target="../media/image1769.png" /><Relationship Id="rId369" Type="http://schemas.openxmlformats.org/officeDocument/2006/relationships/image" Target="../media/image1770.png" /><Relationship Id="rId37" Type="http://schemas.openxmlformats.org/officeDocument/2006/relationships/image" Target="../media/image1438.png" /><Relationship Id="rId370" Type="http://schemas.openxmlformats.org/officeDocument/2006/relationships/image" Target="../media/image1771.png" /><Relationship Id="rId371" Type="http://schemas.openxmlformats.org/officeDocument/2006/relationships/image" Target="../media/image1772.png" /><Relationship Id="rId372" Type="http://schemas.openxmlformats.org/officeDocument/2006/relationships/image" Target="../media/image1773.png" /><Relationship Id="rId373" Type="http://schemas.openxmlformats.org/officeDocument/2006/relationships/image" Target="../media/image1774.png" /><Relationship Id="rId374" Type="http://schemas.openxmlformats.org/officeDocument/2006/relationships/image" Target="../media/image1775.png" /><Relationship Id="rId375" Type="http://schemas.openxmlformats.org/officeDocument/2006/relationships/image" Target="../media/image1776.png" /><Relationship Id="rId376" Type="http://schemas.openxmlformats.org/officeDocument/2006/relationships/image" Target="../media/image1777.png" /><Relationship Id="rId377" Type="http://schemas.openxmlformats.org/officeDocument/2006/relationships/image" Target="../media/image1778.png" /><Relationship Id="rId378" Type="http://schemas.openxmlformats.org/officeDocument/2006/relationships/image" Target="../media/image1779.png" /><Relationship Id="rId379" Type="http://schemas.openxmlformats.org/officeDocument/2006/relationships/image" Target="../media/image1780.png" /><Relationship Id="rId38" Type="http://schemas.openxmlformats.org/officeDocument/2006/relationships/image" Target="../media/image1439.png" /><Relationship Id="rId380" Type="http://schemas.openxmlformats.org/officeDocument/2006/relationships/image" Target="../media/image1781.png" /><Relationship Id="rId381" Type="http://schemas.openxmlformats.org/officeDocument/2006/relationships/image" Target="../media/image1782.png" /><Relationship Id="rId382" Type="http://schemas.openxmlformats.org/officeDocument/2006/relationships/image" Target="../media/image1783.png" /><Relationship Id="rId383" Type="http://schemas.openxmlformats.org/officeDocument/2006/relationships/image" Target="../media/image1784.png" /><Relationship Id="rId384" Type="http://schemas.openxmlformats.org/officeDocument/2006/relationships/image" Target="../media/image1785.png" /><Relationship Id="rId385" Type="http://schemas.openxmlformats.org/officeDocument/2006/relationships/image" Target="../media/image1786.png" /><Relationship Id="rId386" Type="http://schemas.openxmlformats.org/officeDocument/2006/relationships/image" Target="../media/image1787.png" /><Relationship Id="rId387" Type="http://schemas.openxmlformats.org/officeDocument/2006/relationships/image" Target="../media/image1788.png" /><Relationship Id="rId388" Type="http://schemas.openxmlformats.org/officeDocument/2006/relationships/image" Target="../media/image1789.png" /><Relationship Id="rId389" Type="http://schemas.openxmlformats.org/officeDocument/2006/relationships/image" Target="../media/image1790.png" /><Relationship Id="rId39" Type="http://schemas.openxmlformats.org/officeDocument/2006/relationships/image" Target="../media/image1440.png" /><Relationship Id="rId390" Type="http://schemas.openxmlformats.org/officeDocument/2006/relationships/image" Target="../media/image1791.png" /><Relationship Id="rId391" Type="http://schemas.openxmlformats.org/officeDocument/2006/relationships/image" Target="../media/image1792.png" /><Relationship Id="rId392" Type="http://schemas.openxmlformats.org/officeDocument/2006/relationships/image" Target="../media/image1793.png" /><Relationship Id="rId393" Type="http://schemas.openxmlformats.org/officeDocument/2006/relationships/image" Target="../media/image1794.png" /><Relationship Id="rId394" Type="http://schemas.openxmlformats.org/officeDocument/2006/relationships/image" Target="../media/image1795.png" /><Relationship Id="rId395" Type="http://schemas.openxmlformats.org/officeDocument/2006/relationships/image" Target="../media/image1796.png" /><Relationship Id="rId396" Type="http://schemas.openxmlformats.org/officeDocument/2006/relationships/image" Target="../media/image1797.png" /><Relationship Id="rId397" Type="http://schemas.openxmlformats.org/officeDocument/2006/relationships/image" Target="../media/image1798.png" /><Relationship Id="rId398" Type="http://schemas.openxmlformats.org/officeDocument/2006/relationships/image" Target="../media/image1799.png" /><Relationship Id="rId399" Type="http://schemas.openxmlformats.org/officeDocument/2006/relationships/image" Target="../media/image1800.png" /><Relationship Id="rId4" Type="http://schemas.openxmlformats.org/officeDocument/2006/relationships/image" Target="../media/image1405.png" /><Relationship Id="rId40" Type="http://schemas.openxmlformats.org/officeDocument/2006/relationships/image" Target="../media/image1441.png" /><Relationship Id="rId400" Type="http://schemas.openxmlformats.org/officeDocument/2006/relationships/image" Target="../media/image1801.png" /><Relationship Id="rId401" Type="http://schemas.openxmlformats.org/officeDocument/2006/relationships/image" Target="../media/image1802.png" /><Relationship Id="rId402" Type="http://schemas.openxmlformats.org/officeDocument/2006/relationships/image" Target="../media/image1803.png" /><Relationship Id="rId403" Type="http://schemas.openxmlformats.org/officeDocument/2006/relationships/image" Target="../media/image1804.png" /><Relationship Id="rId404" Type="http://schemas.openxmlformats.org/officeDocument/2006/relationships/image" Target="../media/image1805.png" /><Relationship Id="rId405" Type="http://schemas.openxmlformats.org/officeDocument/2006/relationships/image" Target="../media/image1806.png" /><Relationship Id="rId406" Type="http://schemas.openxmlformats.org/officeDocument/2006/relationships/image" Target="../media/image1807.png" /><Relationship Id="rId407" Type="http://schemas.openxmlformats.org/officeDocument/2006/relationships/image" Target="../media/image1808.png" /><Relationship Id="rId408" Type="http://schemas.openxmlformats.org/officeDocument/2006/relationships/image" Target="../media/image1809.png" /><Relationship Id="rId409" Type="http://schemas.openxmlformats.org/officeDocument/2006/relationships/image" Target="../media/image1810.png" /><Relationship Id="rId41" Type="http://schemas.openxmlformats.org/officeDocument/2006/relationships/image" Target="../media/image1442.png" /><Relationship Id="rId410" Type="http://schemas.openxmlformats.org/officeDocument/2006/relationships/image" Target="../media/image1811.png" /><Relationship Id="rId411" Type="http://schemas.openxmlformats.org/officeDocument/2006/relationships/image" Target="../media/image1812.png" /><Relationship Id="rId412" Type="http://schemas.openxmlformats.org/officeDocument/2006/relationships/image" Target="../media/image1813.png" /><Relationship Id="rId413" Type="http://schemas.openxmlformats.org/officeDocument/2006/relationships/image" Target="../media/image1814.png" /><Relationship Id="rId414" Type="http://schemas.openxmlformats.org/officeDocument/2006/relationships/image" Target="../media/image1815.png" /><Relationship Id="rId415" Type="http://schemas.openxmlformats.org/officeDocument/2006/relationships/image" Target="../media/image1816.png" /><Relationship Id="rId416" Type="http://schemas.openxmlformats.org/officeDocument/2006/relationships/image" Target="../media/image1817.png" /><Relationship Id="rId417" Type="http://schemas.openxmlformats.org/officeDocument/2006/relationships/image" Target="../media/image1818.png" /><Relationship Id="rId418" Type="http://schemas.openxmlformats.org/officeDocument/2006/relationships/image" Target="../media/image1819.png" /><Relationship Id="rId419" Type="http://schemas.openxmlformats.org/officeDocument/2006/relationships/image" Target="../media/image1820.png" /><Relationship Id="rId42" Type="http://schemas.openxmlformats.org/officeDocument/2006/relationships/image" Target="../media/image1443.png" /><Relationship Id="rId420" Type="http://schemas.openxmlformats.org/officeDocument/2006/relationships/image" Target="../media/image1821.png" /><Relationship Id="rId421" Type="http://schemas.openxmlformats.org/officeDocument/2006/relationships/image" Target="../media/image1822.png" /><Relationship Id="rId422" Type="http://schemas.openxmlformats.org/officeDocument/2006/relationships/image" Target="../media/image1823.png" /><Relationship Id="rId423" Type="http://schemas.openxmlformats.org/officeDocument/2006/relationships/image" Target="../media/image1824.png" /><Relationship Id="rId424" Type="http://schemas.openxmlformats.org/officeDocument/2006/relationships/image" Target="../media/image1825.png" /><Relationship Id="rId425" Type="http://schemas.openxmlformats.org/officeDocument/2006/relationships/image" Target="../media/image1826.png" /><Relationship Id="rId426" Type="http://schemas.openxmlformats.org/officeDocument/2006/relationships/image" Target="../media/image1827.png" /><Relationship Id="rId427" Type="http://schemas.openxmlformats.org/officeDocument/2006/relationships/image" Target="../media/image1828.png" /><Relationship Id="rId428" Type="http://schemas.openxmlformats.org/officeDocument/2006/relationships/image" Target="../media/image1829.png" /><Relationship Id="rId429" Type="http://schemas.openxmlformats.org/officeDocument/2006/relationships/image" Target="../media/image1830.png" /><Relationship Id="rId43" Type="http://schemas.openxmlformats.org/officeDocument/2006/relationships/image" Target="../media/image1444.png" /><Relationship Id="rId430" Type="http://schemas.openxmlformats.org/officeDocument/2006/relationships/image" Target="../media/image1831.png" /><Relationship Id="rId431" Type="http://schemas.openxmlformats.org/officeDocument/2006/relationships/image" Target="../media/image1832.png" /><Relationship Id="rId432" Type="http://schemas.openxmlformats.org/officeDocument/2006/relationships/image" Target="../media/image1833.png" /><Relationship Id="rId433" Type="http://schemas.openxmlformats.org/officeDocument/2006/relationships/image" Target="../media/image1834.png" /><Relationship Id="rId434" Type="http://schemas.openxmlformats.org/officeDocument/2006/relationships/image" Target="../media/image1835.png" /><Relationship Id="rId435" Type="http://schemas.openxmlformats.org/officeDocument/2006/relationships/image" Target="../media/image1836.png" /><Relationship Id="rId436" Type="http://schemas.openxmlformats.org/officeDocument/2006/relationships/image" Target="../media/image1837.png" /><Relationship Id="rId437" Type="http://schemas.openxmlformats.org/officeDocument/2006/relationships/image" Target="../media/image1838.png" /><Relationship Id="rId438" Type="http://schemas.openxmlformats.org/officeDocument/2006/relationships/image" Target="../media/image1839.png" /><Relationship Id="rId439" Type="http://schemas.openxmlformats.org/officeDocument/2006/relationships/image" Target="../media/image1840.png" /><Relationship Id="rId44" Type="http://schemas.openxmlformats.org/officeDocument/2006/relationships/image" Target="../media/image1445.png" /><Relationship Id="rId440" Type="http://schemas.openxmlformats.org/officeDocument/2006/relationships/image" Target="../media/image1841.png" /><Relationship Id="rId441" Type="http://schemas.openxmlformats.org/officeDocument/2006/relationships/image" Target="../media/image1842.png" /><Relationship Id="rId442" Type="http://schemas.openxmlformats.org/officeDocument/2006/relationships/image" Target="../media/image1843.png" /><Relationship Id="rId443" Type="http://schemas.openxmlformats.org/officeDocument/2006/relationships/image" Target="../media/image1844.png" /><Relationship Id="rId444" Type="http://schemas.openxmlformats.org/officeDocument/2006/relationships/image" Target="../media/image1845.png" /><Relationship Id="rId445" Type="http://schemas.openxmlformats.org/officeDocument/2006/relationships/image" Target="../media/image1846.png" /><Relationship Id="rId446" Type="http://schemas.openxmlformats.org/officeDocument/2006/relationships/image" Target="../media/image1847.png" /><Relationship Id="rId447" Type="http://schemas.openxmlformats.org/officeDocument/2006/relationships/image" Target="../media/image1848.png" /><Relationship Id="rId448" Type="http://schemas.openxmlformats.org/officeDocument/2006/relationships/image" Target="../media/image1849.png" /><Relationship Id="rId449" Type="http://schemas.openxmlformats.org/officeDocument/2006/relationships/image" Target="../media/image1850.png" /><Relationship Id="rId45" Type="http://schemas.openxmlformats.org/officeDocument/2006/relationships/image" Target="../media/image1446.png" /><Relationship Id="rId450" Type="http://schemas.openxmlformats.org/officeDocument/2006/relationships/image" Target="../media/image1851.png" /><Relationship Id="rId451" Type="http://schemas.openxmlformats.org/officeDocument/2006/relationships/image" Target="../media/image1852.png" /><Relationship Id="rId452" Type="http://schemas.openxmlformats.org/officeDocument/2006/relationships/image" Target="../media/image1853.png" /><Relationship Id="rId453" Type="http://schemas.openxmlformats.org/officeDocument/2006/relationships/image" Target="../media/image1854.png" /><Relationship Id="rId454" Type="http://schemas.openxmlformats.org/officeDocument/2006/relationships/image" Target="../media/image1855.png" /><Relationship Id="rId455" Type="http://schemas.openxmlformats.org/officeDocument/2006/relationships/image" Target="../media/image1856.png" /><Relationship Id="rId456" Type="http://schemas.openxmlformats.org/officeDocument/2006/relationships/image" Target="../media/image1857.png" /><Relationship Id="rId457" Type="http://schemas.openxmlformats.org/officeDocument/2006/relationships/image" Target="../media/image1858.png" /><Relationship Id="rId458" Type="http://schemas.openxmlformats.org/officeDocument/2006/relationships/image" Target="../media/image1859.png" /><Relationship Id="rId459" Type="http://schemas.openxmlformats.org/officeDocument/2006/relationships/image" Target="../media/image1860.png" /><Relationship Id="rId46" Type="http://schemas.openxmlformats.org/officeDocument/2006/relationships/image" Target="../media/image1447.png" /><Relationship Id="rId460" Type="http://schemas.openxmlformats.org/officeDocument/2006/relationships/image" Target="../media/image1861.png" /><Relationship Id="rId461" Type="http://schemas.openxmlformats.org/officeDocument/2006/relationships/image" Target="../media/image1862.png" /><Relationship Id="rId462" Type="http://schemas.openxmlformats.org/officeDocument/2006/relationships/image" Target="../media/image1863.png" /><Relationship Id="rId463" Type="http://schemas.openxmlformats.org/officeDocument/2006/relationships/image" Target="../media/image1864.png" /><Relationship Id="rId464" Type="http://schemas.openxmlformats.org/officeDocument/2006/relationships/image" Target="../media/image1865.png" /><Relationship Id="rId465" Type="http://schemas.openxmlformats.org/officeDocument/2006/relationships/image" Target="../media/image1866.png" /><Relationship Id="rId466" Type="http://schemas.openxmlformats.org/officeDocument/2006/relationships/image" Target="../media/image1867.png" /><Relationship Id="rId467" Type="http://schemas.openxmlformats.org/officeDocument/2006/relationships/image" Target="../media/image1868.png" /><Relationship Id="rId468" Type="http://schemas.openxmlformats.org/officeDocument/2006/relationships/image" Target="../media/image1869.png" /><Relationship Id="rId469" Type="http://schemas.openxmlformats.org/officeDocument/2006/relationships/image" Target="../media/image1870.png" /><Relationship Id="rId47" Type="http://schemas.openxmlformats.org/officeDocument/2006/relationships/image" Target="../media/image1448.png" /><Relationship Id="rId470" Type="http://schemas.openxmlformats.org/officeDocument/2006/relationships/image" Target="../media/image1871.png" /><Relationship Id="rId471" Type="http://schemas.openxmlformats.org/officeDocument/2006/relationships/image" Target="../media/image1872.png" /><Relationship Id="rId472" Type="http://schemas.openxmlformats.org/officeDocument/2006/relationships/image" Target="../media/image1873.png" /><Relationship Id="rId473" Type="http://schemas.openxmlformats.org/officeDocument/2006/relationships/image" Target="../media/image1874.png" /><Relationship Id="rId474" Type="http://schemas.openxmlformats.org/officeDocument/2006/relationships/image" Target="../media/image1875.png" /><Relationship Id="rId475" Type="http://schemas.openxmlformats.org/officeDocument/2006/relationships/image" Target="../media/image1876.png" /><Relationship Id="rId476" Type="http://schemas.openxmlformats.org/officeDocument/2006/relationships/image" Target="../media/image1877.png" /><Relationship Id="rId477" Type="http://schemas.openxmlformats.org/officeDocument/2006/relationships/image" Target="../media/image1878.png" /><Relationship Id="rId478" Type="http://schemas.openxmlformats.org/officeDocument/2006/relationships/image" Target="../media/image1879.png" /><Relationship Id="rId479" Type="http://schemas.openxmlformats.org/officeDocument/2006/relationships/image" Target="../media/image1880.png" /><Relationship Id="rId48" Type="http://schemas.openxmlformats.org/officeDocument/2006/relationships/image" Target="../media/image1449.png" /><Relationship Id="rId480" Type="http://schemas.openxmlformats.org/officeDocument/2006/relationships/image" Target="../media/image1881.png" /><Relationship Id="rId481" Type="http://schemas.openxmlformats.org/officeDocument/2006/relationships/image" Target="../media/image1882.png" /><Relationship Id="rId482" Type="http://schemas.openxmlformats.org/officeDocument/2006/relationships/image" Target="../media/image1883.png" /><Relationship Id="rId483" Type="http://schemas.openxmlformats.org/officeDocument/2006/relationships/image" Target="../media/image1884.png" /><Relationship Id="rId484" Type="http://schemas.openxmlformats.org/officeDocument/2006/relationships/image" Target="../media/image1885.png" /><Relationship Id="rId485" Type="http://schemas.openxmlformats.org/officeDocument/2006/relationships/image" Target="../media/image1886.png" /><Relationship Id="rId486" Type="http://schemas.openxmlformats.org/officeDocument/2006/relationships/image" Target="../media/image1887.png" /><Relationship Id="rId487" Type="http://schemas.openxmlformats.org/officeDocument/2006/relationships/image" Target="../media/image1888.png" /><Relationship Id="rId488" Type="http://schemas.openxmlformats.org/officeDocument/2006/relationships/image" Target="../media/image1889.png" /><Relationship Id="rId489" Type="http://schemas.openxmlformats.org/officeDocument/2006/relationships/image" Target="../media/image1890.png" /><Relationship Id="rId49" Type="http://schemas.openxmlformats.org/officeDocument/2006/relationships/image" Target="../media/image1450.png" /><Relationship Id="rId490" Type="http://schemas.openxmlformats.org/officeDocument/2006/relationships/image" Target="../media/image1891.png" /><Relationship Id="rId491" Type="http://schemas.openxmlformats.org/officeDocument/2006/relationships/image" Target="../media/image1892.png" /><Relationship Id="rId492" Type="http://schemas.openxmlformats.org/officeDocument/2006/relationships/image" Target="../media/image1893.png" /><Relationship Id="rId493" Type="http://schemas.openxmlformats.org/officeDocument/2006/relationships/image" Target="../media/image1894.png" /><Relationship Id="rId494" Type="http://schemas.openxmlformats.org/officeDocument/2006/relationships/image" Target="../media/image1895.png" /><Relationship Id="rId495" Type="http://schemas.openxmlformats.org/officeDocument/2006/relationships/image" Target="../media/image1896.png" /><Relationship Id="rId496" Type="http://schemas.openxmlformats.org/officeDocument/2006/relationships/image" Target="../media/image1897.png" /><Relationship Id="rId497" Type="http://schemas.openxmlformats.org/officeDocument/2006/relationships/image" Target="../media/image1898.png" /><Relationship Id="rId498" Type="http://schemas.openxmlformats.org/officeDocument/2006/relationships/image" Target="../media/image1899.png" /><Relationship Id="rId499" Type="http://schemas.openxmlformats.org/officeDocument/2006/relationships/image" Target="../media/image1900.png" /><Relationship Id="rId5" Type="http://schemas.openxmlformats.org/officeDocument/2006/relationships/image" Target="../media/image1406.png" /><Relationship Id="rId50" Type="http://schemas.openxmlformats.org/officeDocument/2006/relationships/image" Target="../media/image1451.png" /><Relationship Id="rId500" Type="http://schemas.openxmlformats.org/officeDocument/2006/relationships/image" Target="../media/image1901.png" /><Relationship Id="rId501" Type="http://schemas.openxmlformats.org/officeDocument/2006/relationships/image" Target="../media/image1902.png" /><Relationship Id="rId502" Type="http://schemas.openxmlformats.org/officeDocument/2006/relationships/image" Target="../media/image1903.png" /><Relationship Id="rId503" Type="http://schemas.openxmlformats.org/officeDocument/2006/relationships/image" Target="../media/image1904.png" /><Relationship Id="rId504" Type="http://schemas.openxmlformats.org/officeDocument/2006/relationships/image" Target="../media/image1905.png" /><Relationship Id="rId505" Type="http://schemas.openxmlformats.org/officeDocument/2006/relationships/image" Target="../media/image1906.png" /><Relationship Id="rId506" Type="http://schemas.openxmlformats.org/officeDocument/2006/relationships/image" Target="../media/image1907.png" /><Relationship Id="rId507" Type="http://schemas.openxmlformats.org/officeDocument/2006/relationships/image" Target="../media/image1908.png" /><Relationship Id="rId508" Type="http://schemas.openxmlformats.org/officeDocument/2006/relationships/image" Target="../media/image1909.png" /><Relationship Id="rId509" Type="http://schemas.openxmlformats.org/officeDocument/2006/relationships/image" Target="../media/image1910.png" /><Relationship Id="rId51" Type="http://schemas.openxmlformats.org/officeDocument/2006/relationships/image" Target="../media/image1452.png" /><Relationship Id="rId510" Type="http://schemas.openxmlformats.org/officeDocument/2006/relationships/image" Target="../media/image1911.png" /><Relationship Id="rId511" Type="http://schemas.openxmlformats.org/officeDocument/2006/relationships/image" Target="../media/image1912.png" /><Relationship Id="rId512" Type="http://schemas.openxmlformats.org/officeDocument/2006/relationships/image" Target="../media/image1913.png" /><Relationship Id="rId513" Type="http://schemas.openxmlformats.org/officeDocument/2006/relationships/image" Target="../media/image1914.png" /><Relationship Id="rId514" Type="http://schemas.openxmlformats.org/officeDocument/2006/relationships/image" Target="../media/image1915.png" /><Relationship Id="rId515" Type="http://schemas.openxmlformats.org/officeDocument/2006/relationships/image" Target="../media/image1916.png" /><Relationship Id="rId516" Type="http://schemas.openxmlformats.org/officeDocument/2006/relationships/image" Target="../media/image1917.png" /><Relationship Id="rId517" Type="http://schemas.openxmlformats.org/officeDocument/2006/relationships/image" Target="../media/image1918.png" /><Relationship Id="rId518" Type="http://schemas.openxmlformats.org/officeDocument/2006/relationships/image" Target="../media/image1919.png" /><Relationship Id="rId519" Type="http://schemas.openxmlformats.org/officeDocument/2006/relationships/image" Target="../media/image1920.png" /><Relationship Id="rId52" Type="http://schemas.openxmlformats.org/officeDocument/2006/relationships/image" Target="../media/image1453.png" /><Relationship Id="rId520" Type="http://schemas.openxmlformats.org/officeDocument/2006/relationships/image" Target="../media/image1921.png" /><Relationship Id="rId521" Type="http://schemas.openxmlformats.org/officeDocument/2006/relationships/image" Target="../media/image1922.png" /><Relationship Id="rId522" Type="http://schemas.openxmlformats.org/officeDocument/2006/relationships/image" Target="../media/image1923.png" /><Relationship Id="rId523" Type="http://schemas.openxmlformats.org/officeDocument/2006/relationships/image" Target="../media/image1924.png" /><Relationship Id="rId524" Type="http://schemas.openxmlformats.org/officeDocument/2006/relationships/image" Target="../media/image1925.png" /><Relationship Id="rId525" Type="http://schemas.openxmlformats.org/officeDocument/2006/relationships/image" Target="../media/image1926.png" /><Relationship Id="rId526" Type="http://schemas.openxmlformats.org/officeDocument/2006/relationships/image" Target="../media/image1927.png" /><Relationship Id="rId527" Type="http://schemas.openxmlformats.org/officeDocument/2006/relationships/image" Target="../media/image1928.png" /><Relationship Id="rId528" Type="http://schemas.openxmlformats.org/officeDocument/2006/relationships/image" Target="../media/image1929.png" /><Relationship Id="rId529" Type="http://schemas.openxmlformats.org/officeDocument/2006/relationships/image" Target="../media/image1930.png" /><Relationship Id="rId53" Type="http://schemas.openxmlformats.org/officeDocument/2006/relationships/image" Target="../media/image1454.png" /><Relationship Id="rId530" Type="http://schemas.openxmlformats.org/officeDocument/2006/relationships/image" Target="../media/image1931.png" /><Relationship Id="rId531" Type="http://schemas.openxmlformats.org/officeDocument/2006/relationships/image" Target="../media/image1932.png" /><Relationship Id="rId532" Type="http://schemas.openxmlformats.org/officeDocument/2006/relationships/image" Target="../media/image1933.png" /><Relationship Id="rId533" Type="http://schemas.openxmlformats.org/officeDocument/2006/relationships/image" Target="../media/image1934.png" /><Relationship Id="rId534" Type="http://schemas.openxmlformats.org/officeDocument/2006/relationships/image" Target="../media/image1935.png" /><Relationship Id="rId535" Type="http://schemas.openxmlformats.org/officeDocument/2006/relationships/image" Target="../media/image1936.png" /><Relationship Id="rId536" Type="http://schemas.openxmlformats.org/officeDocument/2006/relationships/image" Target="../media/image1937.png" /><Relationship Id="rId537" Type="http://schemas.openxmlformats.org/officeDocument/2006/relationships/image" Target="../media/image1938.png" /><Relationship Id="rId538" Type="http://schemas.openxmlformats.org/officeDocument/2006/relationships/image" Target="../media/image1939.png" /><Relationship Id="rId539" Type="http://schemas.openxmlformats.org/officeDocument/2006/relationships/image" Target="../media/image1940.png" /><Relationship Id="rId54" Type="http://schemas.openxmlformats.org/officeDocument/2006/relationships/image" Target="../media/image1455.png" /><Relationship Id="rId540" Type="http://schemas.openxmlformats.org/officeDocument/2006/relationships/image" Target="../media/image1941.png" /><Relationship Id="rId541" Type="http://schemas.openxmlformats.org/officeDocument/2006/relationships/image" Target="../media/image1942.png" /><Relationship Id="rId542" Type="http://schemas.openxmlformats.org/officeDocument/2006/relationships/image" Target="../media/image1943.png" /><Relationship Id="rId543" Type="http://schemas.openxmlformats.org/officeDocument/2006/relationships/image" Target="../media/image1944.png" /><Relationship Id="rId544" Type="http://schemas.openxmlformats.org/officeDocument/2006/relationships/image" Target="../media/image1945.png" /><Relationship Id="rId545" Type="http://schemas.openxmlformats.org/officeDocument/2006/relationships/image" Target="../media/image1946.png" /><Relationship Id="rId546" Type="http://schemas.openxmlformats.org/officeDocument/2006/relationships/image" Target="../media/image1947.png" /><Relationship Id="rId547" Type="http://schemas.openxmlformats.org/officeDocument/2006/relationships/image" Target="../media/image1948.png" /><Relationship Id="rId548" Type="http://schemas.openxmlformats.org/officeDocument/2006/relationships/image" Target="../media/image1949.png" /><Relationship Id="rId549" Type="http://schemas.openxmlformats.org/officeDocument/2006/relationships/image" Target="../media/image1950.png" /><Relationship Id="rId55" Type="http://schemas.openxmlformats.org/officeDocument/2006/relationships/image" Target="../media/image1456.png" /><Relationship Id="rId550" Type="http://schemas.openxmlformats.org/officeDocument/2006/relationships/image" Target="../media/image1951.png" /><Relationship Id="rId551" Type="http://schemas.openxmlformats.org/officeDocument/2006/relationships/image" Target="../media/image1952.png" /><Relationship Id="rId552" Type="http://schemas.openxmlformats.org/officeDocument/2006/relationships/image" Target="../media/image1953.png" /><Relationship Id="rId553" Type="http://schemas.openxmlformats.org/officeDocument/2006/relationships/image" Target="../media/image1954.png" /><Relationship Id="rId554" Type="http://schemas.openxmlformats.org/officeDocument/2006/relationships/image" Target="../media/image1955.png" /><Relationship Id="rId555" Type="http://schemas.openxmlformats.org/officeDocument/2006/relationships/image" Target="../media/image1956.png" /><Relationship Id="rId556" Type="http://schemas.openxmlformats.org/officeDocument/2006/relationships/image" Target="../media/image1957.png" /><Relationship Id="rId557" Type="http://schemas.openxmlformats.org/officeDocument/2006/relationships/image" Target="../media/image1958.png" /><Relationship Id="rId558" Type="http://schemas.openxmlformats.org/officeDocument/2006/relationships/image" Target="../media/image1959.png" /><Relationship Id="rId559" Type="http://schemas.openxmlformats.org/officeDocument/2006/relationships/image" Target="../media/image1960.png" /><Relationship Id="rId56" Type="http://schemas.openxmlformats.org/officeDocument/2006/relationships/image" Target="../media/image1457.png" /><Relationship Id="rId560" Type="http://schemas.openxmlformats.org/officeDocument/2006/relationships/image" Target="../media/image1961.png" /><Relationship Id="rId561" Type="http://schemas.openxmlformats.org/officeDocument/2006/relationships/image" Target="../media/image1962.png" /><Relationship Id="rId562" Type="http://schemas.openxmlformats.org/officeDocument/2006/relationships/image" Target="../media/image1963.png" /><Relationship Id="rId563" Type="http://schemas.openxmlformats.org/officeDocument/2006/relationships/image" Target="../media/image1964.png" /><Relationship Id="rId564" Type="http://schemas.openxmlformats.org/officeDocument/2006/relationships/image" Target="../media/image1965.png" /><Relationship Id="rId565" Type="http://schemas.openxmlformats.org/officeDocument/2006/relationships/image" Target="../media/image1966.png" /><Relationship Id="rId566" Type="http://schemas.openxmlformats.org/officeDocument/2006/relationships/image" Target="../media/image1967.png" /><Relationship Id="rId567" Type="http://schemas.openxmlformats.org/officeDocument/2006/relationships/image" Target="../media/image1968.png" /><Relationship Id="rId568" Type="http://schemas.openxmlformats.org/officeDocument/2006/relationships/image" Target="../media/image1969.png" /><Relationship Id="rId569" Type="http://schemas.openxmlformats.org/officeDocument/2006/relationships/image" Target="../media/image1970.png" /><Relationship Id="rId57" Type="http://schemas.openxmlformats.org/officeDocument/2006/relationships/image" Target="../media/image1458.png" /><Relationship Id="rId570" Type="http://schemas.openxmlformats.org/officeDocument/2006/relationships/image" Target="../media/image1971.png" /><Relationship Id="rId571" Type="http://schemas.openxmlformats.org/officeDocument/2006/relationships/image" Target="../media/image1972.png" /><Relationship Id="rId572" Type="http://schemas.openxmlformats.org/officeDocument/2006/relationships/image" Target="../media/image1973.png" /><Relationship Id="rId573" Type="http://schemas.openxmlformats.org/officeDocument/2006/relationships/image" Target="../media/image1974.png" /><Relationship Id="rId574" Type="http://schemas.openxmlformats.org/officeDocument/2006/relationships/image" Target="../media/image1975.png" /><Relationship Id="rId575" Type="http://schemas.openxmlformats.org/officeDocument/2006/relationships/image" Target="../media/image1976.png" /><Relationship Id="rId576" Type="http://schemas.openxmlformats.org/officeDocument/2006/relationships/image" Target="../media/image1977.png" /><Relationship Id="rId577" Type="http://schemas.openxmlformats.org/officeDocument/2006/relationships/image" Target="../media/image1978.png" /><Relationship Id="rId578" Type="http://schemas.openxmlformats.org/officeDocument/2006/relationships/image" Target="../media/image1979.png" /><Relationship Id="rId579" Type="http://schemas.openxmlformats.org/officeDocument/2006/relationships/image" Target="../media/image1980.png" /><Relationship Id="rId58" Type="http://schemas.openxmlformats.org/officeDocument/2006/relationships/image" Target="../media/image1459.png" /><Relationship Id="rId580" Type="http://schemas.openxmlformats.org/officeDocument/2006/relationships/image" Target="../media/image1981.png" /><Relationship Id="rId581" Type="http://schemas.openxmlformats.org/officeDocument/2006/relationships/image" Target="../media/image1982.png" /><Relationship Id="rId582" Type="http://schemas.openxmlformats.org/officeDocument/2006/relationships/image" Target="../media/image1983.png" /><Relationship Id="rId583" Type="http://schemas.openxmlformats.org/officeDocument/2006/relationships/image" Target="../media/image1984.png" /><Relationship Id="rId584" Type="http://schemas.openxmlformats.org/officeDocument/2006/relationships/image" Target="../media/image1985.png" /><Relationship Id="rId585" Type="http://schemas.openxmlformats.org/officeDocument/2006/relationships/image" Target="../media/image1986.png" /><Relationship Id="rId586" Type="http://schemas.openxmlformats.org/officeDocument/2006/relationships/image" Target="../media/image1987.png" /><Relationship Id="rId587" Type="http://schemas.openxmlformats.org/officeDocument/2006/relationships/image" Target="../media/image1988.png" /><Relationship Id="rId588" Type="http://schemas.openxmlformats.org/officeDocument/2006/relationships/image" Target="../media/image1989.png" /><Relationship Id="rId589" Type="http://schemas.openxmlformats.org/officeDocument/2006/relationships/image" Target="../media/image1990.png" /><Relationship Id="rId59" Type="http://schemas.openxmlformats.org/officeDocument/2006/relationships/image" Target="../media/image1460.png" /><Relationship Id="rId590" Type="http://schemas.openxmlformats.org/officeDocument/2006/relationships/image" Target="../media/image1991.png" /><Relationship Id="rId591" Type="http://schemas.openxmlformats.org/officeDocument/2006/relationships/image" Target="../media/image1992.png" /><Relationship Id="rId592" Type="http://schemas.openxmlformats.org/officeDocument/2006/relationships/image" Target="../media/image1993.png" /><Relationship Id="rId593" Type="http://schemas.openxmlformats.org/officeDocument/2006/relationships/image" Target="../media/image1994.png" /><Relationship Id="rId594" Type="http://schemas.openxmlformats.org/officeDocument/2006/relationships/image" Target="../media/image1995.png" /><Relationship Id="rId595" Type="http://schemas.openxmlformats.org/officeDocument/2006/relationships/image" Target="../media/image1996.png" /><Relationship Id="rId596" Type="http://schemas.openxmlformats.org/officeDocument/2006/relationships/image" Target="../media/image1997.png" /><Relationship Id="rId597" Type="http://schemas.openxmlformats.org/officeDocument/2006/relationships/image" Target="../media/image1998.png" /><Relationship Id="rId598" Type="http://schemas.openxmlformats.org/officeDocument/2006/relationships/image" Target="../media/image1999.png" /><Relationship Id="rId599" Type="http://schemas.openxmlformats.org/officeDocument/2006/relationships/image" Target="../media/image2000.png" /><Relationship Id="rId6" Type="http://schemas.openxmlformats.org/officeDocument/2006/relationships/image" Target="../media/image1407.png" /><Relationship Id="rId60" Type="http://schemas.openxmlformats.org/officeDocument/2006/relationships/image" Target="../media/image1461.png" /><Relationship Id="rId600" Type="http://schemas.openxmlformats.org/officeDocument/2006/relationships/image" Target="../media/image2001.png" /><Relationship Id="rId601" Type="http://schemas.openxmlformats.org/officeDocument/2006/relationships/image" Target="../media/image2002.png" /><Relationship Id="rId602" Type="http://schemas.openxmlformats.org/officeDocument/2006/relationships/image" Target="../media/image2003.png" /><Relationship Id="rId603" Type="http://schemas.openxmlformats.org/officeDocument/2006/relationships/image" Target="../media/image2004.png" /><Relationship Id="rId604" Type="http://schemas.openxmlformats.org/officeDocument/2006/relationships/image" Target="../media/image2005.png" /><Relationship Id="rId605" Type="http://schemas.openxmlformats.org/officeDocument/2006/relationships/image" Target="../media/image2006.png" /><Relationship Id="rId606" Type="http://schemas.openxmlformats.org/officeDocument/2006/relationships/image" Target="../media/image2007.png" /><Relationship Id="rId607" Type="http://schemas.openxmlformats.org/officeDocument/2006/relationships/image" Target="../media/image2008.png" /><Relationship Id="rId608" Type="http://schemas.openxmlformats.org/officeDocument/2006/relationships/image" Target="../media/image2009.png" /><Relationship Id="rId609" Type="http://schemas.openxmlformats.org/officeDocument/2006/relationships/image" Target="../media/image2010.png" /><Relationship Id="rId61" Type="http://schemas.openxmlformats.org/officeDocument/2006/relationships/image" Target="../media/image1462.png" /><Relationship Id="rId610" Type="http://schemas.openxmlformats.org/officeDocument/2006/relationships/image" Target="../media/image2011.png" /><Relationship Id="rId611" Type="http://schemas.openxmlformats.org/officeDocument/2006/relationships/image" Target="../media/image2012.png" /><Relationship Id="rId612" Type="http://schemas.openxmlformats.org/officeDocument/2006/relationships/image" Target="../media/image2013.png" /><Relationship Id="rId613" Type="http://schemas.openxmlformats.org/officeDocument/2006/relationships/image" Target="../media/image2014.png" /><Relationship Id="rId614" Type="http://schemas.openxmlformats.org/officeDocument/2006/relationships/image" Target="../media/image2015.png" /><Relationship Id="rId615" Type="http://schemas.openxmlformats.org/officeDocument/2006/relationships/image" Target="../media/image2016.png" /><Relationship Id="rId616" Type="http://schemas.openxmlformats.org/officeDocument/2006/relationships/image" Target="../media/image2017.png" /><Relationship Id="rId617" Type="http://schemas.openxmlformats.org/officeDocument/2006/relationships/image" Target="../media/image2018.png" /><Relationship Id="rId618" Type="http://schemas.openxmlformats.org/officeDocument/2006/relationships/image" Target="../media/image2019.png" /><Relationship Id="rId619" Type="http://schemas.openxmlformats.org/officeDocument/2006/relationships/image" Target="../media/image2020.png" /><Relationship Id="rId62" Type="http://schemas.openxmlformats.org/officeDocument/2006/relationships/image" Target="../media/image1463.png" /><Relationship Id="rId620" Type="http://schemas.openxmlformats.org/officeDocument/2006/relationships/image" Target="../media/image2021.png" /><Relationship Id="rId621" Type="http://schemas.openxmlformats.org/officeDocument/2006/relationships/image" Target="../media/image2022.png" /><Relationship Id="rId622" Type="http://schemas.openxmlformats.org/officeDocument/2006/relationships/image" Target="../media/image2023.png" /><Relationship Id="rId623" Type="http://schemas.openxmlformats.org/officeDocument/2006/relationships/image" Target="../media/image2024.png" /><Relationship Id="rId624" Type="http://schemas.openxmlformats.org/officeDocument/2006/relationships/image" Target="../media/image2025.png" /><Relationship Id="rId625" Type="http://schemas.openxmlformats.org/officeDocument/2006/relationships/image" Target="../media/image2026.png" /><Relationship Id="rId626" Type="http://schemas.openxmlformats.org/officeDocument/2006/relationships/image" Target="../media/image2027.png" /><Relationship Id="rId627" Type="http://schemas.openxmlformats.org/officeDocument/2006/relationships/image" Target="../media/image2028.png" /><Relationship Id="rId628" Type="http://schemas.openxmlformats.org/officeDocument/2006/relationships/image" Target="../media/image2029.png" /><Relationship Id="rId629" Type="http://schemas.openxmlformats.org/officeDocument/2006/relationships/image" Target="../media/image2030.png" /><Relationship Id="rId63" Type="http://schemas.openxmlformats.org/officeDocument/2006/relationships/image" Target="../media/image1464.png" /><Relationship Id="rId630" Type="http://schemas.openxmlformats.org/officeDocument/2006/relationships/image" Target="../media/image2031.png" /><Relationship Id="rId631" Type="http://schemas.openxmlformats.org/officeDocument/2006/relationships/image" Target="../media/image2032.png" /><Relationship Id="rId632" Type="http://schemas.openxmlformats.org/officeDocument/2006/relationships/image" Target="../media/image2033.png" /><Relationship Id="rId633" Type="http://schemas.openxmlformats.org/officeDocument/2006/relationships/image" Target="../media/image2034.png" /><Relationship Id="rId634" Type="http://schemas.openxmlformats.org/officeDocument/2006/relationships/image" Target="../media/image2035.png" /><Relationship Id="rId635" Type="http://schemas.openxmlformats.org/officeDocument/2006/relationships/image" Target="../media/image2036.png" /><Relationship Id="rId636" Type="http://schemas.openxmlformats.org/officeDocument/2006/relationships/image" Target="../media/image2037.png" /><Relationship Id="rId637" Type="http://schemas.openxmlformats.org/officeDocument/2006/relationships/image" Target="../media/image2038.png" /><Relationship Id="rId638" Type="http://schemas.openxmlformats.org/officeDocument/2006/relationships/image" Target="../media/image2039.png" /><Relationship Id="rId639" Type="http://schemas.openxmlformats.org/officeDocument/2006/relationships/image" Target="../media/image2040.png" /><Relationship Id="rId64" Type="http://schemas.openxmlformats.org/officeDocument/2006/relationships/image" Target="../media/image1465.png" /><Relationship Id="rId640" Type="http://schemas.openxmlformats.org/officeDocument/2006/relationships/image" Target="../media/image2041.png" /><Relationship Id="rId641" Type="http://schemas.openxmlformats.org/officeDocument/2006/relationships/image" Target="../media/image2042.png" /><Relationship Id="rId642" Type="http://schemas.openxmlformats.org/officeDocument/2006/relationships/image" Target="../media/image2043.png" /><Relationship Id="rId643" Type="http://schemas.openxmlformats.org/officeDocument/2006/relationships/image" Target="../media/image2044.png" /><Relationship Id="rId644" Type="http://schemas.openxmlformats.org/officeDocument/2006/relationships/image" Target="../media/image2045.png" /><Relationship Id="rId645" Type="http://schemas.openxmlformats.org/officeDocument/2006/relationships/image" Target="../media/image2046.png" /><Relationship Id="rId646" Type="http://schemas.openxmlformats.org/officeDocument/2006/relationships/image" Target="../media/image2047.png" /><Relationship Id="rId647" Type="http://schemas.openxmlformats.org/officeDocument/2006/relationships/image" Target="../media/image2048.png" /><Relationship Id="rId648" Type="http://schemas.openxmlformats.org/officeDocument/2006/relationships/image" Target="../media/image2049.png" /><Relationship Id="rId649" Type="http://schemas.openxmlformats.org/officeDocument/2006/relationships/image" Target="../media/image2050.png" /><Relationship Id="rId65" Type="http://schemas.openxmlformats.org/officeDocument/2006/relationships/image" Target="../media/image1466.png" /><Relationship Id="rId650" Type="http://schemas.openxmlformats.org/officeDocument/2006/relationships/image" Target="../media/image2051.png" /><Relationship Id="rId651" Type="http://schemas.openxmlformats.org/officeDocument/2006/relationships/image" Target="../media/image2052.png" /><Relationship Id="rId652" Type="http://schemas.openxmlformats.org/officeDocument/2006/relationships/image" Target="../media/image2053.png" /><Relationship Id="rId653" Type="http://schemas.openxmlformats.org/officeDocument/2006/relationships/image" Target="../media/image2054.png" /><Relationship Id="rId654" Type="http://schemas.openxmlformats.org/officeDocument/2006/relationships/image" Target="../media/image2055.png" /><Relationship Id="rId655" Type="http://schemas.openxmlformats.org/officeDocument/2006/relationships/image" Target="../media/image2056.png" /><Relationship Id="rId656" Type="http://schemas.openxmlformats.org/officeDocument/2006/relationships/image" Target="../media/image2057.png" /><Relationship Id="rId657" Type="http://schemas.openxmlformats.org/officeDocument/2006/relationships/image" Target="../media/image2058.png" /><Relationship Id="rId658" Type="http://schemas.openxmlformats.org/officeDocument/2006/relationships/image" Target="../media/image2059.png" /><Relationship Id="rId659" Type="http://schemas.openxmlformats.org/officeDocument/2006/relationships/image" Target="../media/image2060.png" /><Relationship Id="rId66" Type="http://schemas.openxmlformats.org/officeDocument/2006/relationships/image" Target="../media/image1467.png" /><Relationship Id="rId660" Type="http://schemas.openxmlformats.org/officeDocument/2006/relationships/image" Target="../media/image2061.png" /><Relationship Id="rId661" Type="http://schemas.openxmlformats.org/officeDocument/2006/relationships/image" Target="../media/image2062.png" /><Relationship Id="rId662" Type="http://schemas.openxmlformats.org/officeDocument/2006/relationships/image" Target="../media/image2063.png" /><Relationship Id="rId663" Type="http://schemas.openxmlformats.org/officeDocument/2006/relationships/image" Target="../media/image2064.png" /><Relationship Id="rId664" Type="http://schemas.openxmlformats.org/officeDocument/2006/relationships/image" Target="../media/image2065.png" /><Relationship Id="rId665" Type="http://schemas.openxmlformats.org/officeDocument/2006/relationships/image" Target="../media/image2066.png" /><Relationship Id="rId666" Type="http://schemas.openxmlformats.org/officeDocument/2006/relationships/image" Target="../media/image2067.png" /><Relationship Id="rId667" Type="http://schemas.openxmlformats.org/officeDocument/2006/relationships/image" Target="../media/image2068.png" /><Relationship Id="rId668" Type="http://schemas.openxmlformats.org/officeDocument/2006/relationships/image" Target="../media/image2069.png" /><Relationship Id="rId669" Type="http://schemas.openxmlformats.org/officeDocument/2006/relationships/image" Target="../media/image2070.png" /><Relationship Id="rId67" Type="http://schemas.openxmlformats.org/officeDocument/2006/relationships/image" Target="../media/image1468.png" /><Relationship Id="rId670" Type="http://schemas.openxmlformats.org/officeDocument/2006/relationships/image" Target="../media/image2071.png" /><Relationship Id="rId671" Type="http://schemas.openxmlformats.org/officeDocument/2006/relationships/image" Target="../media/image2072.png" /><Relationship Id="rId672" Type="http://schemas.openxmlformats.org/officeDocument/2006/relationships/image" Target="../media/image2073.png" /><Relationship Id="rId673" Type="http://schemas.openxmlformats.org/officeDocument/2006/relationships/image" Target="../media/image2074.png" /><Relationship Id="rId674" Type="http://schemas.openxmlformats.org/officeDocument/2006/relationships/image" Target="../media/image2075.png" /><Relationship Id="rId675" Type="http://schemas.openxmlformats.org/officeDocument/2006/relationships/image" Target="../media/image2076.png" /><Relationship Id="rId676" Type="http://schemas.openxmlformats.org/officeDocument/2006/relationships/image" Target="../media/image2077.png" /><Relationship Id="rId677" Type="http://schemas.openxmlformats.org/officeDocument/2006/relationships/image" Target="../media/image2078.png" /><Relationship Id="rId678" Type="http://schemas.openxmlformats.org/officeDocument/2006/relationships/image" Target="../media/image2079.png" /><Relationship Id="rId679" Type="http://schemas.openxmlformats.org/officeDocument/2006/relationships/image" Target="../media/image2080.png" /><Relationship Id="rId68" Type="http://schemas.openxmlformats.org/officeDocument/2006/relationships/image" Target="../media/image1469.png" /><Relationship Id="rId680" Type="http://schemas.openxmlformats.org/officeDocument/2006/relationships/image" Target="../media/image2081.png" /><Relationship Id="rId681" Type="http://schemas.openxmlformats.org/officeDocument/2006/relationships/image" Target="../media/image2082.png" /><Relationship Id="rId682" Type="http://schemas.openxmlformats.org/officeDocument/2006/relationships/image" Target="../media/image2083.png" /><Relationship Id="rId683" Type="http://schemas.openxmlformats.org/officeDocument/2006/relationships/image" Target="../media/image2084.png" /><Relationship Id="rId684" Type="http://schemas.openxmlformats.org/officeDocument/2006/relationships/image" Target="../media/image2085.png" /><Relationship Id="rId685" Type="http://schemas.openxmlformats.org/officeDocument/2006/relationships/image" Target="../media/image2086.png" /><Relationship Id="rId686" Type="http://schemas.openxmlformats.org/officeDocument/2006/relationships/image" Target="../media/image2087.png" /><Relationship Id="rId687" Type="http://schemas.openxmlformats.org/officeDocument/2006/relationships/image" Target="../media/image2088.png" /><Relationship Id="rId688" Type="http://schemas.openxmlformats.org/officeDocument/2006/relationships/image" Target="../media/image2089.png" /><Relationship Id="rId689" Type="http://schemas.openxmlformats.org/officeDocument/2006/relationships/image" Target="../media/image2090.png" /><Relationship Id="rId69" Type="http://schemas.openxmlformats.org/officeDocument/2006/relationships/image" Target="../media/image1470.png" /><Relationship Id="rId690" Type="http://schemas.openxmlformats.org/officeDocument/2006/relationships/image" Target="../media/image2091.png" /><Relationship Id="rId691" Type="http://schemas.openxmlformats.org/officeDocument/2006/relationships/image" Target="../media/image2092.png" /><Relationship Id="rId692" Type="http://schemas.openxmlformats.org/officeDocument/2006/relationships/image" Target="../media/image2093.png" /><Relationship Id="rId693" Type="http://schemas.openxmlformats.org/officeDocument/2006/relationships/image" Target="../media/image2094.png" /><Relationship Id="rId694" Type="http://schemas.openxmlformats.org/officeDocument/2006/relationships/image" Target="../media/image2095.png" /><Relationship Id="rId695" Type="http://schemas.openxmlformats.org/officeDocument/2006/relationships/image" Target="../media/image2096.png" /><Relationship Id="rId696" Type="http://schemas.openxmlformats.org/officeDocument/2006/relationships/image" Target="../media/image2097.png" /><Relationship Id="rId697" Type="http://schemas.openxmlformats.org/officeDocument/2006/relationships/image" Target="../media/image2098.png" /><Relationship Id="rId698" Type="http://schemas.openxmlformats.org/officeDocument/2006/relationships/image" Target="../media/image2099.png" /><Relationship Id="rId699" Type="http://schemas.openxmlformats.org/officeDocument/2006/relationships/image" Target="../media/image2100.png" /><Relationship Id="rId7" Type="http://schemas.openxmlformats.org/officeDocument/2006/relationships/image" Target="../media/image1408.png" /><Relationship Id="rId70" Type="http://schemas.openxmlformats.org/officeDocument/2006/relationships/image" Target="../media/image1471.png" /><Relationship Id="rId700" Type="http://schemas.openxmlformats.org/officeDocument/2006/relationships/image" Target="../media/image2101.png" /><Relationship Id="rId701" Type="http://schemas.openxmlformats.org/officeDocument/2006/relationships/image" Target="../media/image2102.png" /><Relationship Id="rId702" Type="http://schemas.openxmlformats.org/officeDocument/2006/relationships/image" Target="../media/image2103.png" /><Relationship Id="rId703" Type="http://schemas.openxmlformats.org/officeDocument/2006/relationships/image" Target="../media/image2104.png" /><Relationship Id="rId704" Type="http://schemas.openxmlformats.org/officeDocument/2006/relationships/image" Target="../media/image2105.png" /><Relationship Id="rId705" Type="http://schemas.openxmlformats.org/officeDocument/2006/relationships/image" Target="../media/image2106.png" /><Relationship Id="rId706" Type="http://schemas.openxmlformats.org/officeDocument/2006/relationships/image" Target="../media/image2107.png" /><Relationship Id="rId707" Type="http://schemas.openxmlformats.org/officeDocument/2006/relationships/image" Target="../media/image2108.png" /><Relationship Id="rId708" Type="http://schemas.openxmlformats.org/officeDocument/2006/relationships/image" Target="../media/image2109.png" /><Relationship Id="rId709" Type="http://schemas.openxmlformats.org/officeDocument/2006/relationships/image" Target="../media/image2110.png" /><Relationship Id="rId71" Type="http://schemas.openxmlformats.org/officeDocument/2006/relationships/image" Target="../media/image1472.png" /><Relationship Id="rId710" Type="http://schemas.openxmlformats.org/officeDocument/2006/relationships/image" Target="../media/image2111.png" /><Relationship Id="rId711" Type="http://schemas.openxmlformats.org/officeDocument/2006/relationships/image" Target="../media/image2112.png" /><Relationship Id="rId712" Type="http://schemas.openxmlformats.org/officeDocument/2006/relationships/image" Target="../media/image2113.png" /><Relationship Id="rId713" Type="http://schemas.openxmlformats.org/officeDocument/2006/relationships/image" Target="../media/image2114.png" /><Relationship Id="rId714" Type="http://schemas.openxmlformats.org/officeDocument/2006/relationships/image" Target="../media/image2115.png" /><Relationship Id="rId715" Type="http://schemas.openxmlformats.org/officeDocument/2006/relationships/image" Target="../media/image2116.png" /><Relationship Id="rId716" Type="http://schemas.openxmlformats.org/officeDocument/2006/relationships/image" Target="../media/image2117.png" /><Relationship Id="rId717" Type="http://schemas.openxmlformats.org/officeDocument/2006/relationships/image" Target="../media/image2118.png" /><Relationship Id="rId718" Type="http://schemas.openxmlformats.org/officeDocument/2006/relationships/image" Target="../media/image2119.png" /><Relationship Id="rId719" Type="http://schemas.openxmlformats.org/officeDocument/2006/relationships/image" Target="../media/image2120.png" /><Relationship Id="rId72" Type="http://schemas.openxmlformats.org/officeDocument/2006/relationships/image" Target="../media/image1473.png" /><Relationship Id="rId720" Type="http://schemas.openxmlformats.org/officeDocument/2006/relationships/image" Target="../media/image2121.png" /><Relationship Id="rId721" Type="http://schemas.openxmlformats.org/officeDocument/2006/relationships/image" Target="../media/image2122.png" /><Relationship Id="rId722" Type="http://schemas.openxmlformats.org/officeDocument/2006/relationships/image" Target="../media/image2123.png" /><Relationship Id="rId723" Type="http://schemas.openxmlformats.org/officeDocument/2006/relationships/image" Target="../media/image2124.png" /><Relationship Id="rId724" Type="http://schemas.openxmlformats.org/officeDocument/2006/relationships/image" Target="../media/image2125.png" /><Relationship Id="rId725" Type="http://schemas.openxmlformats.org/officeDocument/2006/relationships/image" Target="../media/image2126.png" /><Relationship Id="rId726" Type="http://schemas.openxmlformats.org/officeDocument/2006/relationships/image" Target="../media/image2127.png" /><Relationship Id="rId727" Type="http://schemas.openxmlformats.org/officeDocument/2006/relationships/image" Target="../media/image2128.png" /><Relationship Id="rId728" Type="http://schemas.openxmlformats.org/officeDocument/2006/relationships/image" Target="../media/image2129.png" /><Relationship Id="rId729" Type="http://schemas.openxmlformats.org/officeDocument/2006/relationships/image" Target="../media/image2130.png" /><Relationship Id="rId73" Type="http://schemas.openxmlformats.org/officeDocument/2006/relationships/image" Target="../media/image1474.png" /><Relationship Id="rId730" Type="http://schemas.openxmlformats.org/officeDocument/2006/relationships/image" Target="../media/image2131.png" /><Relationship Id="rId731" Type="http://schemas.openxmlformats.org/officeDocument/2006/relationships/image" Target="../media/image2132.png" /><Relationship Id="rId732" Type="http://schemas.openxmlformats.org/officeDocument/2006/relationships/image" Target="../media/image2133.png" /><Relationship Id="rId733" Type="http://schemas.openxmlformats.org/officeDocument/2006/relationships/image" Target="../media/image2134.png" /><Relationship Id="rId734" Type="http://schemas.openxmlformats.org/officeDocument/2006/relationships/image" Target="../media/image2135.png" /><Relationship Id="rId735" Type="http://schemas.openxmlformats.org/officeDocument/2006/relationships/image" Target="../media/image2136.png" /><Relationship Id="rId736" Type="http://schemas.openxmlformats.org/officeDocument/2006/relationships/image" Target="../media/image2137.png" /><Relationship Id="rId737" Type="http://schemas.openxmlformats.org/officeDocument/2006/relationships/image" Target="../media/image2138.png" /><Relationship Id="rId738" Type="http://schemas.openxmlformats.org/officeDocument/2006/relationships/image" Target="../media/image2139.png" /><Relationship Id="rId739" Type="http://schemas.openxmlformats.org/officeDocument/2006/relationships/image" Target="../media/image2140.png" /><Relationship Id="rId74" Type="http://schemas.openxmlformats.org/officeDocument/2006/relationships/image" Target="../media/image1475.png" /><Relationship Id="rId740" Type="http://schemas.openxmlformats.org/officeDocument/2006/relationships/image" Target="../media/image2141.png" /><Relationship Id="rId741" Type="http://schemas.openxmlformats.org/officeDocument/2006/relationships/image" Target="../media/image2142.png" /><Relationship Id="rId742" Type="http://schemas.openxmlformats.org/officeDocument/2006/relationships/image" Target="../media/image2143.png" /><Relationship Id="rId743" Type="http://schemas.openxmlformats.org/officeDocument/2006/relationships/image" Target="../media/image2144.png" /><Relationship Id="rId744" Type="http://schemas.openxmlformats.org/officeDocument/2006/relationships/image" Target="../media/image2145.png" /><Relationship Id="rId745" Type="http://schemas.openxmlformats.org/officeDocument/2006/relationships/image" Target="../media/image2146.png" /><Relationship Id="rId746" Type="http://schemas.openxmlformats.org/officeDocument/2006/relationships/image" Target="../media/image2147.png" /><Relationship Id="rId747" Type="http://schemas.openxmlformats.org/officeDocument/2006/relationships/image" Target="../media/image2148.png" /><Relationship Id="rId748" Type="http://schemas.openxmlformats.org/officeDocument/2006/relationships/image" Target="../media/image2149.png" /><Relationship Id="rId749" Type="http://schemas.openxmlformats.org/officeDocument/2006/relationships/image" Target="../media/image2150.png" /><Relationship Id="rId75" Type="http://schemas.openxmlformats.org/officeDocument/2006/relationships/image" Target="../media/image1476.png" /><Relationship Id="rId750" Type="http://schemas.openxmlformats.org/officeDocument/2006/relationships/image" Target="../media/image2151.png" /><Relationship Id="rId751" Type="http://schemas.openxmlformats.org/officeDocument/2006/relationships/image" Target="../media/image2152.png" /><Relationship Id="rId752" Type="http://schemas.openxmlformats.org/officeDocument/2006/relationships/image" Target="../media/image2153.png" /><Relationship Id="rId753" Type="http://schemas.openxmlformats.org/officeDocument/2006/relationships/image" Target="../media/image2154.png" /><Relationship Id="rId754" Type="http://schemas.openxmlformats.org/officeDocument/2006/relationships/image" Target="../media/image2155.png" /><Relationship Id="rId755" Type="http://schemas.openxmlformats.org/officeDocument/2006/relationships/image" Target="../media/image2156.png" /><Relationship Id="rId756" Type="http://schemas.openxmlformats.org/officeDocument/2006/relationships/image" Target="../media/image2157.png" /><Relationship Id="rId757" Type="http://schemas.openxmlformats.org/officeDocument/2006/relationships/image" Target="../media/image2158.png" /><Relationship Id="rId758" Type="http://schemas.openxmlformats.org/officeDocument/2006/relationships/image" Target="../media/image2159.png" /><Relationship Id="rId759" Type="http://schemas.openxmlformats.org/officeDocument/2006/relationships/image" Target="../media/image2160.png" /><Relationship Id="rId76" Type="http://schemas.openxmlformats.org/officeDocument/2006/relationships/image" Target="../media/image1477.png" /><Relationship Id="rId760" Type="http://schemas.openxmlformats.org/officeDocument/2006/relationships/image" Target="../media/image2161.png" /><Relationship Id="rId761" Type="http://schemas.openxmlformats.org/officeDocument/2006/relationships/image" Target="../media/image2162.png" /><Relationship Id="rId762" Type="http://schemas.openxmlformats.org/officeDocument/2006/relationships/image" Target="../media/image2163.png" /><Relationship Id="rId763" Type="http://schemas.openxmlformats.org/officeDocument/2006/relationships/image" Target="../media/image2164.png" /><Relationship Id="rId764" Type="http://schemas.openxmlformats.org/officeDocument/2006/relationships/image" Target="../media/image2165.png" /><Relationship Id="rId765" Type="http://schemas.openxmlformats.org/officeDocument/2006/relationships/image" Target="../media/image2166.png" /><Relationship Id="rId766" Type="http://schemas.openxmlformats.org/officeDocument/2006/relationships/image" Target="../media/image2167.png" /><Relationship Id="rId767" Type="http://schemas.openxmlformats.org/officeDocument/2006/relationships/image" Target="../media/image2168.png" /><Relationship Id="rId768" Type="http://schemas.openxmlformats.org/officeDocument/2006/relationships/image" Target="../media/image2169.png" /><Relationship Id="rId769" Type="http://schemas.openxmlformats.org/officeDocument/2006/relationships/image" Target="../media/image2170.png" /><Relationship Id="rId77" Type="http://schemas.openxmlformats.org/officeDocument/2006/relationships/image" Target="../media/image1478.png" /><Relationship Id="rId770" Type="http://schemas.openxmlformats.org/officeDocument/2006/relationships/image" Target="../media/image2171.png" /><Relationship Id="rId771" Type="http://schemas.openxmlformats.org/officeDocument/2006/relationships/image" Target="../media/image2172.png" /><Relationship Id="rId772" Type="http://schemas.openxmlformats.org/officeDocument/2006/relationships/image" Target="../media/image2173.png" /><Relationship Id="rId773" Type="http://schemas.openxmlformats.org/officeDocument/2006/relationships/image" Target="../media/image2174.png" /><Relationship Id="rId774" Type="http://schemas.openxmlformats.org/officeDocument/2006/relationships/image" Target="../media/image2175.png" /><Relationship Id="rId775" Type="http://schemas.openxmlformats.org/officeDocument/2006/relationships/image" Target="../media/image2176.png" /><Relationship Id="rId776" Type="http://schemas.openxmlformats.org/officeDocument/2006/relationships/image" Target="../media/image2177.png" /><Relationship Id="rId777" Type="http://schemas.openxmlformats.org/officeDocument/2006/relationships/image" Target="../media/image2178.png" /><Relationship Id="rId778" Type="http://schemas.openxmlformats.org/officeDocument/2006/relationships/image" Target="../media/image2179.png" /><Relationship Id="rId779" Type="http://schemas.openxmlformats.org/officeDocument/2006/relationships/image" Target="../media/image2180.png" /><Relationship Id="rId78" Type="http://schemas.openxmlformats.org/officeDocument/2006/relationships/image" Target="../media/image1479.png" /><Relationship Id="rId780" Type="http://schemas.openxmlformats.org/officeDocument/2006/relationships/image" Target="../media/image2181.png" /><Relationship Id="rId781" Type="http://schemas.openxmlformats.org/officeDocument/2006/relationships/image" Target="../media/image2182.png" /><Relationship Id="rId782" Type="http://schemas.openxmlformats.org/officeDocument/2006/relationships/image" Target="../media/image2183.png" /><Relationship Id="rId783" Type="http://schemas.openxmlformats.org/officeDocument/2006/relationships/image" Target="../media/image2184.png" /><Relationship Id="rId784" Type="http://schemas.openxmlformats.org/officeDocument/2006/relationships/image" Target="../media/image2185.png" /><Relationship Id="rId785" Type="http://schemas.openxmlformats.org/officeDocument/2006/relationships/image" Target="../media/image2186.png" /><Relationship Id="rId786" Type="http://schemas.openxmlformats.org/officeDocument/2006/relationships/image" Target="../media/image2187.png" /><Relationship Id="rId787" Type="http://schemas.openxmlformats.org/officeDocument/2006/relationships/image" Target="../media/image2188.png" /><Relationship Id="rId788" Type="http://schemas.openxmlformats.org/officeDocument/2006/relationships/image" Target="../media/image2189.png" /><Relationship Id="rId789" Type="http://schemas.openxmlformats.org/officeDocument/2006/relationships/image" Target="../media/image2190.png" /><Relationship Id="rId79" Type="http://schemas.openxmlformats.org/officeDocument/2006/relationships/image" Target="../media/image1480.png" /><Relationship Id="rId790" Type="http://schemas.openxmlformats.org/officeDocument/2006/relationships/image" Target="../media/image2191.png" /><Relationship Id="rId791" Type="http://schemas.openxmlformats.org/officeDocument/2006/relationships/image" Target="../media/image2192.png" /><Relationship Id="rId792" Type="http://schemas.openxmlformats.org/officeDocument/2006/relationships/image" Target="../media/image2193.png" /><Relationship Id="rId793" Type="http://schemas.openxmlformats.org/officeDocument/2006/relationships/image" Target="../media/image2194.png" /><Relationship Id="rId794" Type="http://schemas.openxmlformats.org/officeDocument/2006/relationships/image" Target="../media/image2195.png" /><Relationship Id="rId795" Type="http://schemas.openxmlformats.org/officeDocument/2006/relationships/image" Target="../media/image2196.png" /><Relationship Id="rId796" Type="http://schemas.openxmlformats.org/officeDocument/2006/relationships/image" Target="../media/image2197.png" /><Relationship Id="rId797" Type="http://schemas.openxmlformats.org/officeDocument/2006/relationships/image" Target="../media/image2198.png" /><Relationship Id="rId798" Type="http://schemas.openxmlformats.org/officeDocument/2006/relationships/image" Target="../media/image2199.png" /><Relationship Id="rId799" Type="http://schemas.openxmlformats.org/officeDocument/2006/relationships/image" Target="../media/image2200.png" /><Relationship Id="rId8" Type="http://schemas.openxmlformats.org/officeDocument/2006/relationships/image" Target="../media/image1409.png" /><Relationship Id="rId80" Type="http://schemas.openxmlformats.org/officeDocument/2006/relationships/image" Target="../media/image1481.png" /><Relationship Id="rId800" Type="http://schemas.openxmlformats.org/officeDocument/2006/relationships/image" Target="../media/image2201.png" /><Relationship Id="rId801" Type="http://schemas.openxmlformats.org/officeDocument/2006/relationships/image" Target="../media/image2202.png" /><Relationship Id="rId802" Type="http://schemas.openxmlformats.org/officeDocument/2006/relationships/image" Target="../media/image2203.png" /><Relationship Id="rId803" Type="http://schemas.openxmlformats.org/officeDocument/2006/relationships/image" Target="../media/image2204.png" /><Relationship Id="rId804" Type="http://schemas.openxmlformats.org/officeDocument/2006/relationships/image" Target="../media/image2205.png" /><Relationship Id="rId805" Type="http://schemas.openxmlformats.org/officeDocument/2006/relationships/image" Target="../media/image2206.png" /><Relationship Id="rId806" Type="http://schemas.openxmlformats.org/officeDocument/2006/relationships/image" Target="../media/image2207.png" /><Relationship Id="rId807" Type="http://schemas.openxmlformats.org/officeDocument/2006/relationships/image" Target="../media/image2208.png" /><Relationship Id="rId808" Type="http://schemas.openxmlformats.org/officeDocument/2006/relationships/image" Target="../media/image2209.png" /><Relationship Id="rId809" Type="http://schemas.openxmlformats.org/officeDocument/2006/relationships/image" Target="../media/image2210.png" /><Relationship Id="rId81" Type="http://schemas.openxmlformats.org/officeDocument/2006/relationships/image" Target="../media/image1482.png" /><Relationship Id="rId810" Type="http://schemas.openxmlformats.org/officeDocument/2006/relationships/image" Target="../media/image2211.png" /><Relationship Id="rId811" Type="http://schemas.openxmlformats.org/officeDocument/2006/relationships/image" Target="../media/image2212.png" /><Relationship Id="rId812" Type="http://schemas.openxmlformats.org/officeDocument/2006/relationships/image" Target="../media/image2213.png" /><Relationship Id="rId813" Type="http://schemas.openxmlformats.org/officeDocument/2006/relationships/image" Target="../media/image2214.png" /><Relationship Id="rId814" Type="http://schemas.openxmlformats.org/officeDocument/2006/relationships/image" Target="../media/image2215.png" /><Relationship Id="rId815" Type="http://schemas.openxmlformats.org/officeDocument/2006/relationships/image" Target="../media/image2216.png" /><Relationship Id="rId816" Type="http://schemas.openxmlformats.org/officeDocument/2006/relationships/image" Target="../media/image2217.png" /><Relationship Id="rId817" Type="http://schemas.openxmlformats.org/officeDocument/2006/relationships/image" Target="../media/image2218.png" /><Relationship Id="rId818" Type="http://schemas.openxmlformats.org/officeDocument/2006/relationships/image" Target="../media/image2219.png" /><Relationship Id="rId819" Type="http://schemas.openxmlformats.org/officeDocument/2006/relationships/image" Target="../media/image2220.png" /><Relationship Id="rId82" Type="http://schemas.openxmlformats.org/officeDocument/2006/relationships/image" Target="../media/image1483.png" /><Relationship Id="rId820" Type="http://schemas.openxmlformats.org/officeDocument/2006/relationships/image" Target="../media/image2221.png" /><Relationship Id="rId821" Type="http://schemas.openxmlformats.org/officeDocument/2006/relationships/image" Target="../media/image2222.png" /><Relationship Id="rId822" Type="http://schemas.openxmlformats.org/officeDocument/2006/relationships/image" Target="../media/image2223.png" /><Relationship Id="rId823" Type="http://schemas.openxmlformats.org/officeDocument/2006/relationships/image" Target="../media/image2224.png" /><Relationship Id="rId824" Type="http://schemas.openxmlformats.org/officeDocument/2006/relationships/image" Target="../media/image2225.png" /><Relationship Id="rId825" Type="http://schemas.openxmlformats.org/officeDocument/2006/relationships/image" Target="../media/image2226.png" /><Relationship Id="rId826" Type="http://schemas.openxmlformats.org/officeDocument/2006/relationships/image" Target="../media/image2227.png" /><Relationship Id="rId827" Type="http://schemas.openxmlformats.org/officeDocument/2006/relationships/image" Target="../media/image2228.png" /><Relationship Id="rId828" Type="http://schemas.openxmlformats.org/officeDocument/2006/relationships/image" Target="../media/image2229.png" /><Relationship Id="rId829" Type="http://schemas.openxmlformats.org/officeDocument/2006/relationships/image" Target="../media/image2230.png" /><Relationship Id="rId83" Type="http://schemas.openxmlformats.org/officeDocument/2006/relationships/image" Target="../media/image1484.png" /><Relationship Id="rId830" Type="http://schemas.openxmlformats.org/officeDocument/2006/relationships/image" Target="../media/image2231.png" /><Relationship Id="rId831" Type="http://schemas.openxmlformats.org/officeDocument/2006/relationships/image" Target="../media/image2232.png" /><Relationship Id="rId832" Type="http://schemas.openxmlformats.org/officeDocument/2006/relationships/image" Target="../media/image2233.png" /><Relationship Id="rId833" Type="http://schemas.openxmlformats.org/officeDocument/2006/relationships/image" Target="../media/image2234.png" /><Relationship Id="rId834" Type="http://schemas.openxmlformats.org/officeDocument/2006/relationships/image" Target="../media/image2235.png" /><Relationship Id="rId835" Type="http://schemas.openxmlformats.org/officeDocument/2006/relationships/image" Target="../media/image2236.png" /><Relationship Id="rId836" Type="http://schemas.openxmlformats.org/officeDocument/2006/relationships/image" Target="../media/image2237.png" /><Relationship Id="rId837" Type="http://schemas.openxmlformats.org/officeDocument/2006/relationships/image" Target="../media/image2238.png" /><Relationship Id="rId838" Type="http://schemas.openxmlformats.org/officeDocument/2006/relationships/image" Target="../media/image2239.png" /><Relationship Id="rId839" Type="http://schemas.openxmlformats.org/officeDocument/2006/relationships/image" Target="../media/image2240.png" /><Relationship Id="rId84" Type="http://schemas.openxmlformats.org/officeDocument/2006/relationships/image" Target="../media/image1485.png" /><Relationship Id="rId840" Type="http://schemas.openxmlformats.org/officeDocument/2006/relationships/image" Target="../media/image2241.png" /><Relationship Id="rId841" Type="http://schemas.openxmlformats.org/officeDocument/2006/relationships/image" Target="../media/image2242.png" /><Relationship Id="rId842" Type="http://schemas.openxmlformats.org/officeDocument/2006/relationships/image" Target="../media/image2243.png" /><Relationship Id="rId843" Type="http://schemas.openxmlformats.org/officeDocument/2006/relationships/image" Target="../media/image2244.png" /><Relationship Id="rId844" Type="http://schemas.openxmlformats.org/officeDocument/2006/relationships/image" Target="../media/image2245.png" /><Relationship Id="rId845" Type="http://schemas.openxmlformats.org/officeDocument/2006/relationships/image" Target="../media/image2246.png" /><Relationship Id="rId846" Type="http://schemas.openxmlformats.org/officeDocument/2006/relationships/image" Target="../media/image2247.png" /><Relationship Id="rId847" Type="http://schemas.openxmlformats.org/officeDocument/2006/relationships/image" Target="../media/image2248.png" /><Relationship Id="rId848" Type="http://schemas.openxmlformats.org/officeDocument/2006/relationships/image" Target="../media/image2249.png" /><Relationship Id="rId849" Type="http://schemas.openxmlformats.org/officeDocument/2006/relationships/image" Target="../media/image2250.png" /><Relationship Id="rId85" Type="http://schemas.openxmlformats.org/officeDocument/2006/relationships/image" Target="../media/image1486.png" /><Relationship Id="rId850" Type="http://schemas.openxmlformats.org/officeDocument/2006/relationships/image" Target="../media/image2251.png" /><Relationship Id="rId851" Type="http://schemas.openxmlformats.org/officeDocument/2006/relationships/image" Target="../media/image2252.png" /><Relationship Id="rId852" Type="http://schemas.openxmlformats.org/officeDocument/2006/relationships/image" Target="../media/image2253.png" /><Relationship Id="rId853" Type="http://schemas.openxmlformats.org/officeDocument/2006/relationships/image" Target="../media/image2254.png" /><Relationship Id="rId854" Type="http://schemas.openxmlformats.org/officeDocument/2006/relationships/image" Target="../media/image2255.png" /><Relationship Id="rId855" Type="http://schemas.openxmlformats.org/officeDocument/2006/relationships/image" Target="../media/image2256.png" /><Relationship Id="rId856" Type="http://schemas.openxmlformats.org/officeDocument/2006/relationships/image" Target="../media/image2257.png" /><Relationship Id="rId857" Type="http://schemas.openxmlformats.org/officeDocument/2006/relationships/image" Target="../media/image2258.png" /><Relationship Id="rId858" Type="http://schemas.openxmlformats.org/officeDocument/2006/relationships/image" Target="../media/image2259.png" /><Relationship Id="rId859" Type="http://schemas.openxmlformats.org/officeDocument/2006/relationships/image" Target="../media/image2260.png" /><Relationship Id="rId86" Type="http://schemas.openxmlformats.org/officeDocument/2006/relationships/image" Target="../media/image1487.png" /><Relationship Id="rId860" Type="http://schemas.openxmlformats.org/officeDocument/2006/relationships/image" Target="../media/image2261.png" /><Relationship Id="rId861" Type="http://schemas.openxmlformats.org/officeDocument/2006/relationships/image" Target="../media/image2262.png" /><Relationship Id="rId862" Type="http://schemas.openxmlformats.org/officeDocument/2006/relationships/image" Target="../media/image2263.png" /><Relationship Id="rId863" Type="http://schemas.openxmlformats.org/officeDocument/2006/relationships/image" Target="../media/image2264.png" /><Relationship Id="rId864" Type="http://schemas.openxmlformats.org/officeDocument/2006/relationships/image" Target="../media/image2265.png" /><Relationship Id="rId865" Type="http://schemas.openxmlformats.org/officeDocument/2006/relationships/image" Target="../media/image2266.png" /><Relationship Id="rId866" Type="http://schemas.openxmlformats.org/officeDocument/2006/relationships/image" Target="../media/image2267.png" /><Relationship Id="rId867" Type="http://schemas.openxmlformats.org/officeDocument/2006/relationships/image" Target="../media/image2268.png" /><Relationship Id="rId868" Type="http://schemas.openxmlformats.org/officeDocument/2006/relationships/image" Target="../media/image2269.png" /><Relationship Id="rId869" Type="http://schemas.openxmlformats.org/officeDocument/2006/relationships/image" Target="../media/image2270.png" /><Relationship Id="rId87" Type="http://schemas.openxmlformats.org/officeDocument/2006/relationships/image" Target="../media/image1488.png" /><Relationship Id="rId870" Type="http://schemas.openxmlformats.org/officeDocument/2006/relationships/image" Target="../media/image2271.png" /><Relationship Id="rId871" Type="http://schemas.openxmlformats.org/officeDocument/2006/relationships/image" Target="../media/image2272.png" /><Relationship Id="rId872" Type="http://schemas.openxmlformats.org/officeDocument/2006/relationships/image" Target="../media/image2273.png" /><Relationship Id="rId873" Type="http://schemas.openxmlformats.org/officeDocument/2006/relationships/image" Target="../media/image2274.png" /><Relationship Id="rId874" Type="http://schemas.openxmlformats.org/officeDocument/2006/relationships/image" Target="../media/image2275.png" /><Relationship Id="rId875" Type="http://schemas.openxmlformats.org/officeDocument/2006/relationships/image" Target="../media/image2276.png" /><Relationship Id="rId876" Type="http://schemas.openxmlformats.org/officeDocument/2006/relationships/image" Target="../media/image2277.png" /><Relationship Id="rId877" Type="http://schemas.openxmlformats.org/officeDocument/2006/relationships/image" Target="../media/image2278.png" /><Relationship Id="rId878" Type="http://schemas.openxmlformats.org/officeDocument/2006/relationships/image" Target="../media/image2279.png" /><Relationship Id="rId879" Type="http://schemas.openxmlformats.org/officeDocument/2006/relationships/image" Target="../media/image2280.png" /><Relationship Id="rId88" Type="http://schemas.openxmlformats.org/officeDocument/2006/relationships/image" Target="../media/image1489.png" /><Relationship Id="rId880" Type="http://schemas.openxmlformats.org/officeDocument/2006/relationships/image" Target="../media/image2281.png" /><Relationship Id="rId881" Type="http://schemas.openxmlformats.org/officeDocument/2006/relationships/image" Target="../media/image2282.png" /><Relationship Id="rId882" Type="http://schemas.openxmlformats.org/officeDocument/2006/relationships/image" Target="../media/image2283.png" /><Relationship Id="rId883" Type="http://schemas.openxmlformats.org/officeDocument/2006/relationships/image" Target="../media/image2284.png" /><Relationship Id="rId884" Type="http://schemas.openxmlformats.org/officeDocument/2006/relationships/image" Target="../media/image2285.png" /><Relationship Id="rId885" Type="http://schemas.openxmlformats.org/officeDocument/2006/relationships/image" Target="../media/image2286.png" /><Relationship Id="rId886" Type="http://schemas.openxmlformats.org/officeDocument/2006/relationships/image" Target="../media/image2287.png" /><Relationship Id="rId887" Type="http://schemas.openxmlformats.org/officeDocument/2006/relationships/image" Target="../media/image2288.png" /><Relationship Id="rId888" Type="http://schemas.openxmlformats.org/officeDocument/2006/relationships/image" Target="../media/image2289.png" /><Relationship Id="rId889" Type="http://schemas.openxmlformats.org/officeDocument/2006/relationships/image" Target="../media/image2290.png" /><Relationship Id="rId89" Type="http://schemas.openxmlformats.org/officeDocument/2006/relationships/image" Target="../media/image1490.png" /><Relationship Id="rId890" Type="http://schemas.openxmlformats.org/officeDocument/2006/relationships/image" Target="../media/image2291.png" /><Relationship Id="rId891" Type="http://schemas.openxmlformats.org/officeDocument/2006/relationships/image" Target="../media/image2292.png" /><Relationship Id="rId892" Type="http://schemas.openxmlformats.org/officeDocument/2006/relationships/image" Target="../media/image2293.png" /><Relationship Id="rId893" Type="http://schemas.openxmlformats.org/officeDocument/2006/relationships/image" Target="../media/image2294.png" /><Relationship Id="rId894" Type="http://schemas.openxmlformats.org/officeDocument/2006/relationships/image" Target="../media/image2295.png" /><Relationship Id="rId895" Type="http://schemas.openxmlformats.org/officeDocument/2006/relationships/image" Target="../media/image2296.png" /><Relationship Id="rId896" Type="http://schemas.openxmlformats.org/officeDocument/2006/relationships/image" Target="../media/image2297.png" /><Relationship Id="rId897" Type="http://schemas.openxmlformats.org/officeDocument/2006/relationships/image" Target="../media/image2298.png" /><Relationship Id="rId898" Type="http://schemas.openxmlformats.org/officeDocument/2006/relationships/image" Target="../media/image2299.png" /><Relationship Id="rId899" Type="http://schemas.openxmlformats.org/officeDocument/2006/relationships/image" Target="../media/image2300.png" /><Relationship Id="rId9" Type="http://schemas.openxmlformats.org/officeDocument/2006/relationships/image" Target="../media/image1410.png" /><Relationship Id="rId90" Type="http://schemas.openxmlformats.org/officeDocument/2006/relationships/image" Target="../media/image1491.png" /><Relationship Id="rId900" Type="http://schemas.openxmlformats.org/officeDocument/2006/relationships/image" Target="../media/image2301.png" /><Relationship Id="rId901" Type="http://schemas.openxmlformats.org/officeDocument/2006/relationships/image" Target="../media/image2302.png" /><Relationship Id="rId902" Type="http://schemas.openxmlformats.org/officeDocument/2006/relationships/image" Target="../media/image2303.png" /><Relationship Id="rId903" Type="http://schemas.openxmlformats.org/officeDocument/2006/relationships/image" Target="../media/image2304.png" /><Relationship Id="rId904" Type="http://schemas.openxmlformats.org/officeDocument/2006/relationships/image" Target="../media/image2305.png" /><Relationship Id="rId905" Type="http://schemas.openxmlformats.org/officeDocument/2006/relationships/image" Target="../media/image2306.png" /><Relationship Id="rId906" Type="http://schemas.openxmlformats.org/officeDocument/2006/relationships/image" Target="../media/image2307.png" /><Relationship Id="rId907" Type="http://schemas.openxmlformats.org/officeDocument/2006/relationships/image" Target="../media/image2308.png" /><Relationship Id="rId908" Type="http://schemas.openxmlformats.org/officeDocument/2006/relationships/image" Target="../media/image2309.png" /><Relationship Id="rId909" Type="http://schemas.openxmlformats.org/officeDocument/2006/relationships/image" Target="../media/image2310.png" /><Relationship Id="rId91" Type="http://schemas.openxmlformats.org/officeDocument/2006/relationships/image" Target="../media/image1492.png" /><Relationship Id="rId910" Type="http://schemas.openxmlformats.org/officeDocument/2006/relationships/image" Target="../media/image2311.png" /><Relationship Id="rId911" Type="http://schemas.openxmlformats.org/officeDocument/2006/relationships/image" Target="../media/image2312.png" /><Relationship Id="rId912" Type="http://schemas.openxmlformats.org/officeDocument/2006/relationships/image" Target="../media/image2313.png" /><Relationship Id="rId913" Type="http://schemas.openxmlformats.org/officeDocument/2006/relationships/image" Target="../media/image2314.png" /><Relationship Id="rId914" Type="http://schemas.openxmlformats.org/officeDocument/2006/relationships/image" Target="../media/image2315.png" /><Relationship Id="rId915" Type="http://schemas.openxmlformats.org/officeDocument/2006/relationships/image" Target="../media/image2316.png" /><Relationship Id="rId916" Type="http://schemas.openxmlformats.org/officeDocument/2006/relationships/image" Target="../media/image2317.png" /><Relationship Id="rId917" Type="http://schemas.openxmlformats.org/officeDocument/2006/relationships/image" Target="../media/image2318.png" /><Relationship Id="rId918" Type="http://schemas.openxmlformats.org/officeDocument/2006/relationships/image" Target="../media/image2319.png" /><Relationship Id="rId919" Type="http://schemas.openxmlformats.org/officeDocument/2006/relationships/image" Target="../media/image2320.png" /><Relationship Id="rId92" Type="http://schemas.openxmlformats.org/officeDocument/2006/relationships/image" Target="../media/image1493.png" /><Relationship Id="rId920" Type="http://schemas.openxmlformats.org/officeDocument/2006/relationships/image" Target="../media/image2321.png" /><Relationship Id="rId921" Type="http://schemas.openxmlformats.org/officeDocument/2006/relationships/image" Target="../media/image2322.png" /><Relationship Id="rId922" Type="http://schemas.openxmlformats.org/officeDocument/2006/relationships/image" Target="../media/image2323.png" /><Relationship Id="rId923" Type="http://schemas.openxmlformats.org/officeDocument/2006/relationships/image" Target="../media/image2324.png" /><Relationship Id="rId924" Type="http://schemas.openxmlformats.org/officeDocument/2006/relationships/image" Target="../media/image2325.png" /><Relationship Id="rId925" Type="http://schemas.openxmlformats.org/officeDocument/2006/relationships/image" Target="../media/image2326.png" /><Relationship Id="rId926" Type="http://schemas.openxmlformats.org/officeDocument/2006/relationships/image" Target="../media/image2327.png" /><Relationship Id="rId927" Type="http://schemas.openxmlformats.org/officeDocument/2006/relationships/image" Target="../media/image2328.png" /><Relationship Id="rId928" Type="http://schemas.openxmlformats.org/officeDocument/2006/relationships/image" Target="../media/image2329.png" /><Relationship Id="rId929" Type="http://schemas.openxmlformats.org/officeDocument/2006/relationships/image" Target="../media/image2330.png" /><Relationship Id="rId93" Type="http://schemas.openxmlformats.org/officeDocument/2006/relationships/image" Target="../media/image1494.png" /><Relationship Id="rId930" Type="http://schemas.openxmlformats.org/officeDocument/2006/relationships/image" Target="../media/image2331.png" /><Relationship Id="rId931" Type="http://schemas.openxmlformats.org/officeDocument/2006/relationships/image" Target="../media/image2332.png" /><Relationship Id="rId932" Type="http://schemas.openxmlformats.org/officeDocument/2006/relationships/image" Target="../media/image2333.png" /><Relationship Id="rId933" Type="http://schemas.openxmlformats.org/officeDocument/2006/relationships/image" Target="../media/image2334.png" /><Relationship Id="rId934" Type="http://schemas.openxmlformats.org/officeDocument/2006/relationships/image" Target="../media/image2335.png" /><Relationship Id="rId935" Type="http://schemas.openxmlformats.org/officeDocument/2006/relationships/image" Target="../media/image2336.png" /><Relationship Id="rId936" Type="http://schemas.openxmlformats.org/officeDocument/2006/relationships/image" Target="../media/image2337.png" /><Relationship Id="rId937" Type="http://schemas.openxmlformats.org/officeDocument/2006/relationships/image" Target="../media/image2338.png" /><Relationship Id="rId938" Type="http://schemas.openxmlformats.org/officeDocument/2006/relationships/image" Target="../media/image2339.png" /><Relationship Id="rId939" Type="http://schemas.openxmlformats.org/officeDocument/2006/relationships/image" Target="../media/image2340.png" /><Relationship Id="rId94" Type="http://schemas.openxmlformats.org/officeDocument/2006/relationships/image" Target="../media/image1495.png" /><Relationship Id="rId940" Type="http://schemas.openxmlformats.org/officeDocument/2006/relationships/image" Target="../media/image2341.png" /><Relationship Id="rId941" Type="http://schemas.openxmlformats.org/officeDocument/2006/relationships/image" Target="../media/image2342.png" /><Relationship Id="rId942" Type="http://schemas.openxmlformats.org/officeDocument/2006/relationships/image" Target="../media/image2343.png" /><Relationship Id="rId943" Type="http://schemas.openxmlformats.org/officeDocument/2006/relationships/image" Target="../media/image2344.png" /><Relationship Id="rId944" Type="http://schemas.openxmlformats.org/officeDocument/2006/relationships/image" Target="../media/image2345.png" /><Relationship Id="rId945" Type="http://schemas.openxmlformats.org/officeDocument/2006/relationships/image" Target="../media/image2346.png" /><Relationship Id="rId946" Type="http://schemas.openxmlformats.org/officeDocument/2006/relationships/image" Target="../media/image2347.png" /><Relationship Id="rId947" Type="http://schemas.openxmlformats.org/officeDocument/2006/relationships/image" Target="../media/image2348.png" /><Relationship Id="rId948" Type="http://schemas.openxmlformats.org/officeDocument/2006/relationships/image" Target="../media/image2349.png" /><Relationship Id="rId949" Type="http://schemas.openxmlformats.org/officeDocument/2006/relationships/image" Target="../media/image2350.png" /><Relationship Id="rId95" Type="http://schemas.openxmlformats.org/officeDocument/2006/relationships/image" Target="../media/image1496.png" /><Relationship Id="rId950" Type="http://schemas.openxmlformats.org/officeDocument/2006/relationships/image" Target="../media/image2351.png" /><Relationship Id="rId951" Type="http://schemas.openxmlformats.org/officeDocument/2006/relationships/image" Target="../media/image2352.png" /><Relationship Id="rId952" Type="http://schemas.openxmlformats.org/officeDocument/2006/relationships/image" Target="../media/image2353.png" /><Relationship Id="rId953" Type="http://schemas.openxmlformats.org/officeDocument/2006/relationships/image" Target="../media/image2354.png" /><Relationship Id="rId954" Type="http://schemas.openxmlformats.org/officeDocument/2006/relationships/image" Target="../media/image2355.png" /><Relationship Id="rId955" Type="http://schemas.openxmlformats.org/officeDocument/2006/relationships/image" Target="../media/image2356.png" /><Relationship Id="rId956" Type="http://schemas.openxmlformats.org/officeDocument/2006/relationships/image" Target="../media/image2357.png" /><Relationship Id="rId957" Type="http://schemas.openxmlformats.org/officeDocument/2006/relationships/image" Target="../media/image2358.png" /><Relationship Id="rId958" Type="http://schemas.openxmlformats.org/officeDocument/2006/relationships/image" Target="../media/image2359.png" /><Relationship Id="rId959" Type="http://schemas.openxmlformats.org/officeDocument/2006/relationships/image" Target="../media/image2360.png" /><Relationship Id="rId96" Type="http://schemas.openxmlformats.org/officeDocument/2006/relationships/image" Target="../media/image1497.png" /><Relationship Id="rId960" Type="http://schemas.openxmlformats.org/officeDocument/2006/relationships/image" Target="../media/image2361.png" /><Relationship Id="rId961" Type="http://schemas.openxmlformats.org/officeDocument/2006/relationships/image" Target="../media/image2362.png" /><Relationship Id="rId962" Type="http://schemas.openxmlformats.org/officeDocument/2006/relationships/image" Target="../media/image2363.png" /><Relationship Id="rId963" Type="http://schemas.openxmlformats.org/officeDocument/2006/relationships/image" Target="../media/image2364.png" /><Relationship Id="rId964" Type="http://schemas.openxmlformats.org/officeDocument/2006/relationships/image" Target="../media/image2365.png" /><Relationship Id="rId965" Type="http://schemas.openxmlformats.org/officeDocument/2006/relationships/image" Target="../media/image2366.png" /><Relationship Id="rId966" Type="http://schemas.openxmlformats.org/officeDocument/2006/relationships/image" Target="../media/image2367.png" /><Relationship Id="rId967" Type="http://schemas.openxmlformats.org/officeDocument/2006/relationships/image" Target="../media/image2368.png" /><Relationship Id="rId968" Type="http://schemas.openxmlformats.org/officeDocument/2006/relationships/image" Target="../media/image2369.png" /><Relationship Id="rId969" Type="http://schemas.openxmlformats.org/officeDocument/2006/relationships/image" Target="../media/image2370.png" /><Relationship Id="rId97" Type="http://schemas.openxmlformats.org/officeDocument/2006/relationships/image" Target="../media/image1498.png" /><Relationship Id="rId970" Type="http://schemas.openxmlformats.org/officeDocument/2006/relationships/image" Target="../media/image2371.png" /><Relationship Id="rId971" Type="http://schemas.openxmlformats.org/officeDocument/2006/relationships/image" Target="../media/image2372.png" /><Relationship Id="rId972" Type="http://schemas.openxmlformats.org/officeDocument/2006/relationships/image" Target="../media/image2373.png" /><Relationship Id="rId973" Type="http://schemas.openxmlformats.org/officeDocument/2006/relationships/image" Target="../media/image2374.png" /><Relationship Id="rId974" Type="http://schemas.openxmlformats.org/officeDocument/2006/relationships/image" Target="../media/image2375.png" /><Relationship Id="rId975" Type="http://schemas.openxmlformats.org/officeDocument/2006/relationships/image" Target="../media/image2376.png" /><Relationship Id="rId976" Type="http://schemas.openxmlformats.org/officeDocument/2006/relationships/image" Target="../media/image2377.png" /><Relationship Id="rId977" Type="http://schemas.openxmlformats.org/officeDocument/2006/relationships/image" Target="../media/image2378.png" /><Relationship Id="rId978" Type="http://schemas.openxmlformats.org/officeDocument/2006/relationships/image" Target="../media/image2379.png" /><Relationship Id="rId979" Type="http://schemas.openxmlformats.org/officeDocument/2006/relationships/image" Target="../media/image2380.png" /><Relationship Id="rId98" Type="http://schemas.openxmlformats.org/officeDocument/2006/relationships/image" Target="../media/image1499.png" /><Relationship Id="rId980" Type="http://schemas.openxmlformats.org/officeDocument/2006/relationships/image" Target="../media/image2381.png" /><Relationship Id="rId981" Type="http://schemas.openxmlformats.org/officeDocument/2006/relationships/image" Target="../media/image2382.png" /><Relationship Id="rId982" Type="http://schemas.openxmlformats.org/officeDocument/2006/relationships/image" Target="../media/image2383.png" /><Relationship Id="rId983" Type="http://schemas.openxmlformats.org/officeDocument/2006/relationships/image" Target="../media/image2384.png" /><Relationship Id="rId984" Type="http://schemas.openxmlformats.org/officeDocument/2006/relationships/image" Target="../media/image2385.png" /><Relationship Id="rId985" Type="http://schemas.openxmlformats.org/officeDocument/2006/relationships/image" Target="../media/image2386.png" /><Relationship Id="rId986" Type="http://schemas.openxmlformats.org/officeDocument/2006/relationships/image" Target="../media/image2387.png" /><Relationship Id="rId987" Type="http://schemas.openxmlformats.org/officeDocument/2006/relationships/image" Target="../media/image2388.png" /><Relationship Id="rId988" Type="http://schemas.openxmlformats.org/officeDocument/2006/relationships/image" Target="../media/image2389.png" /><Relationship Id="rId989" Type="http://schemas.openxmlformats.org/officeDocument/2006/relationships/image" Target="../media/image2390.png" /><Relationship Id="rId99" Type="http://schemas.openxmlformats.org/officeDocument/2006/relationships/image" Target="../media/image1500.png" /><Relationship Id="rId990" Type="http://schemas.openxmlformats.org/officeDocument/2006/relationships/image" Target="../media/image2391.png" /><Relationship Id="rId991" Type="http://schemas.openxmlformats.org/officeDocument/2006/relationships/image" Target="../media/image2392.png" /><Relationship Id="rId992" Type="http://schemas.openxmlformats.org/officeDocument/2006/relationships/image" Target="../media/image2393.png" /><Relationship Id="rId993" Type="http://schemas.openxmlformats.org/officeDocument/2006/relationships/image" Target="../media/image2394.png" /><Relationship Id="rId994" Type="http://schemas.openxmlformats.org/officeDocument/2006/relationships/image" Target="../media/image2395.png" /><Relationship Id="rId995" Type="http://schemas.openxmlformats.org/officeDocument/2006/relationships/image" Target="../media/image2396.png" /><Relationship Id="rId996" Type="http://schemas.openxmlformats.org/officeDocument/2006/relationships/image" Target="../media/image2397.png" /><Relationship Id="rId997" Type="http://schemas.openxmlformats.org/officeDocument/2006/relationships/image" Target="../media/image2398.png" /><Relationship Id="rId998" Type="http://schemas.openxmlformats.org/officeDocument/2006/relationships/image" Target="../media/image2399.png" /><Relationship Id="rId999" Type="http://schemas.openxmlformats.org/officeDocument/2006/relationships/image" Target="../media/image240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image" Target="../media/image2984.png" /><Relationship Id="rId100" Type="http://schemas.openxmlformats.org/officeDocument/2006/relationships/image" Target="../media/image3074.png" /><Relationship Id="rId1000" Type="http://schemas.openxmlformats.org/officeDocument/2006/relationships/image" Target="../media/image3974.png" /><Relationship Id="rId1001" Type="http://schemas.openxmlformats.org/officeDocument/2006/relationships/image" Target="../media/image3975.png" /><Relationship Id="rId1002" Type="http://schemas.openxmlformats.org/officeDocument/2006/relationships/image" Target="../media/image3976.png" /><Relationship Id="rId1003" Type="http://schemas.openxmlformats.org/officeDocument/2006/relationships/image" Target="../media/image3977.png" /><Relationship Id="rId1004" Type="http://schemas.openxmlformats.org/officeDocument/2006/relationships/image" Target="../media/image3978.png" /><Relationship Id="rId1005" Type="http://schemas.openxmlformats.org/officeDocument/2006/relationships/image" Target="../media/image3979.png" /><Relationship Id="rId1006" Type="http://schemas.openxmlformats.org/officeDocument/2006/relationships/image" Target="../media/image3980.png" /><Relationship Id="rId1007" Type="http://schemas.openxmlformats.org/officeDocument/2006/relationships/image" Target="../media/image3981.png" /><Relationship Id="rId1008" Type="http://schemas.openxmlformats.org/officeDocument/2006/relationships/image" Target="../media/image3982.png" /><Relationship Id="rId1009" Type="http://schemas.openxmlformats.org/officeDocument/2006/relationships/image" Target="../media/image3983.png" /><Relationship Id="rId101" Type="http://schemas.openxmlformats.org/officeDocument/2006/relationships/image" Target="../media/image3075.png" /><Relationship Id="rId1010" Type="http://schemas.openxmlformats.org/officeDocument/2006/relationships/image" Target="../media/image3984.png" /><Relationship Id="rId1011" Type="http://schemas.openxmlformats.org/officeDocument/2006/relationships/image" Target="../media/image3985.png" /><Relationship Id="rId1012" Type="http://schemas.openxmlformats.org/officeDocument/2006/relationships/image" Target="../media/image3986.png" /><Relationship Id="rId1013" Type="http://schemas.openxmlformats.org/officeDocument/2006/relationships/image" Target="../media/image3987.png" /><Relationship Id="rId1014" Type="http://schemas.openxmlformats.org/officeDocument/2006/relationships/image" Target="../media/image3988.png" /><Relationship Id="rId1015" Type="http://schemas.openxmlformats.org/officeDocument/2006/relationships/image" Target="../media/image3989.png" /><Relationship Id="rId1016" Type="http://schemas.openxmlformats.org/officeDocument/2006/relationships/image" Target="../media/image3990.png" /><Relationship Id="rId1017" Type="http://schemas.openxmlformats.org/officeDocument/2006/relationships/image" Target="../media/image3991.png" /><Relationship Id="rId1018" Type="http://schemas.openxmlformats.org/officeDocument/2006/relationships/image" Target="../media/image3992.png" /><Relationship Id="rId1019" Type="http://schemas.openxmlformats.org/officeDocument/2006/relationships/image" Target="../media/image3993.png" /><Relationship Id="rId102" Type="http://schemas.openxmlformats.org/officeDocument/2006/relationships/image" Target="../media/image3076.png" /><Relationship Id="rId1020" Type="http://schemas.openxmlformats.org/officeDocument/2006/relationships/image" Target="../media/image3994.png" /><Relationship Id="rId1021" Type="http://schemas.openxmlformats.org/officeDocument/2006/relationships/image" Target="../media/image3995.png" /><Relationship Id="rId1022" Type="http://schemas.openxmlformats.org/officeDocument/2006/relationships/image" Target="../media/image3996.png" /><Relationship Id="rId1023" Type="http://schemas.openxmlformats.org/officeDocument/2006/relationships/image" Target="../media/image3997.png" /><Relationship Id="rId1024" Type="http://schemas.openxmlformats.org/officeDocument/2006/relationships/image" Target="../media/image3998.png" /><Relationship Id="rId1025" Type="http://schemas.openxmlformats.org/officeDocument/2006/relationships/image" Target="../media/image3999.png" /><Relationship Id="rId1026" Type="http://schemas.openxmlformats.org/officeDocument/2006/relationships/image" Target="../media/image4000.png" /><Relationship Id="rId1027" Type="http://schemas.openxmlformats.org/officeDocument/2006/relationships/image" Target="../media/image4001.png" /><Relationship Id="rId1028" Type="http://schemas.openxmlformats.org/officeDocument/2006/relationships/image" Target="../media/image4002.png" /><Relationship Id="rId1029" Type="http://schemas.openxmlformats.org/officeDocument/2006/relationships/image" Target="../media/image4003.png" /><Relationship Id="rId103" Type="http://schemas.openxmlformats.org/officeDocument/2006/relationships/image" Target="../media/image3077.png" /><Relationship Id="rId1030" Type="http://schemas.openxmlformats.org/officeDocument/2006/relationships/image" Target="../media/image4004.png" /><Relationship Id="rId1031" Type="http://schemas.openxmlformats.org/officeDocument/2006/relationships/image" Target="../media/image4005.png" /><Relationship Id="rId1032" Type="http://schemas.openxmlformats.org/officeDocument/2006/relationships/image" Target="../media/image4006.png" /><Relationship Id="rId1033" Type="http://schemas.openxmlformats.org/officeDocument/2006/relationships/image" Target="../media/image4007.png" /><Relationship Id="rId1034" Type="http://schemas.openxmlformats.org/officeDocument/2006/relationships/image" Target="../media/image4008.png" /><Relationship Id="rId1035" Type="http://schemas.openxmlformats.org/officeDocument/2006/relationships/image" Target="../media/image4009.png" /><Relationship Id="rId1036" Type="http://schemas.openxmlformats.org/officeDocument/2006/relationships/image" Target="../media/image4010.png" /><Relationship Id="rId1037" Type="http://schemas.openxmlformats.org/officeDocument/2006/relationships/image" Target="../media/image4011.png" /><Relationship Id="rId1038" Type="http://schemas.openxmlformats.org/officeDocument/2006/relationships/image" Target="../media/image4012.png" /><Relationship Id="rId1039" Type="http://schemas.openxmlformats.org/officeDocument/2006/relationships/image" Target="../media/image4013.png" /><Relationship Id="rId104" Type="http://schemas.openxmlformats.org/officeDocument/2006/relationships/image" Target="../media/image3078.png" /><Relationship Id="rId1040" Type="http://schemas.openxmlformats.org/officeDocument/2006/relationships/image" Target="../media/image4014.png" /><Relationship Id="rId1041" Type="http://schemas.openxmlformats.org/officeDocument/2006/relationships/image" Target="../media/image4015.png" /><Relationship Id="rId1042" Type="http://schemas.openxmlformats.org/officeDocument/2006/relationships/image" Target="../media/image4016.png" /><Relationship Id="rId1043" Type="http://schemas.openxmlformats.org/officeDocument/2006/relationships/image" Target="../media/image4017.png" /><Relationship Id="rId1044" Type="http://schemas.openxmlformats.org/officeDocument/2006/relationships/image" Target="../media/image4018.png" /><Relationship Id="rId1045" Type="http://schemas.openxmlformats.org/officeDocument/2006/relationships/image" Target="../media/image4019.png" /><Relationship Id="rId1046" Type="http://schemas.openxmlformats.org/officeDocument/2006/relationships/image" Target="../media/image4020.png" /><Relationship Id="rId1047" Type="http://schemas.openxmlformats.org/officeDocument/2006/relationships/image" Target="../media/image4021.png" /><Relationship Id="rId1048" Type="http://schemas.openxmlformats.org/officeDocument/2006/relationships/image" Target="../media/image4022.png" /><Relationship Id="rId1049" Type="http://schemas.openxmlformats.org/officeDocument/2006/relationships/image" Target="../media/image4023.png" /><Relationship Id="rId105" Type="http://schemas.openxmlformats.org/officeDocument/2006/relationships/image" Target="../media/image3079.png" /><Relationship Id="rId1050" Type="http://schemas.openxmlformats.org/officeDocument/2006/relationships/image" Target="../media/image4024.png" /><Relationship Id="rId1051" Type="http://schemas.openxmlformats.org/officeDocument/2006/relationships/image" Target="../media/image4025.png" /><Relationship Id="rId1052" Type="http://schemas.openxmlformats.org/officeDocument/2006/relationships/image" Target="../media/image4026.png" /><Relationship Id="rId1053" Type="http://schemas.openxmlformats.org/officeDocument/2006/relationships/image" Target="../media/image4027.png" /><Relationship Id="rId1054" Type="http://schemas.openxmlformats.org/officeDocument/2006/relationships/image" Target="../media/image4028.png" /><Relationship Id="rId1055" Type="http://schemas.openxmlformats.org/officeDocument/2006/relationships/image" Target="../media/image4029.png" /><Relationship Id="rId1056" Type="http://schemas.openxmlformats.org/officeDocument/2006/relationships/image" Target="../media/image4030.png" /><Relationship Id="rId1057" Type="http://schemas.openxmlformats.org/officeDocument/2006/relationships/image" Target="../media/image4031.png" /><Relationship Id="rId1058" Type="http://schemas.openxmlformats.org/officeDocument/2006/relationships/image" Target="../media/image4032.png" /><Relationship Id="rId1059" Type="http://schemas.openxmlformats.org/officeDocument/2006/relationships/image" Target="../media/image4033.png" /><Relationship Id="rId106" Type="http://schemas.openxmlformats.org/officeDocument/2006/relationships/image" Target="../media/image3080.png" /><Relationship Id="rId1060" Type="http://schemas.openxmlformats.org/officeDocument/2006/relationships/image" Target="../media/image4034.png" /><Relationship Id="rId1061" Type="http://schemas.openxmlformats.org/officeDocument/2006/relationships/image" Target="../media/image4035.png" /><Relationship Id="rId1062" Type="http://schemas.openxmlformats.org/officeDocument/2006/relationships/image" Target="../media/image4036.png" /><Relationship Id="rId1063" Type="http://schemas.openxmlformats.org/officeDocument/2006/relationships/image" Target="../media/image4037.png" /><Relationship Id="rId1064" Type="http://schemas.openxmlformats.org/officeDocument/2006/relationships/image" Target="../media/image4038.png" /><Relationship Id="rId1065" Type="http://schemas.openxmlformats.org/officeDocument/2006/relationships/image" Target="../media/image4039.png" /><Relationship Id="rId1066" Type="http://schemas.openxmlformats.org/officeDocument/2006/relationships/image" Target="../media/image4040.png" /><Relationship Id="rId1067" Type="http://schemas.openxmlformats.org/officeDocument/2006/relationships/image" Target="../media/image4041.png" /><Relationship Id="rId1068" Type="http://schemas.openxmlformats.org/officeDocument/2006/relationships/image" Target="../media/image4042.png" /><Relationship Id="rId1069" Type="http://schemas.openxmlformats.org/officeDocument/2006/relationships/image" Target="../media/image4043.png" /><Relationship Id="rId107" Type="http://schemas.openxmlformats.org/officeDocument/2006/relationships/image" Target="../media/image3081.png" /><Relationship Id="rId1070" Type="http://schemas.openxmlformats.org/officeDocument/2006/relationships/image" Target="../media/image4044.png" /><Relationship Id="rId1071" Type="http://schemas.openxmlformats.org/officeDocument/2006/relationships/image" Target="../media/image4045.png" /><Relationship Id="rId1072" Type="http://schemas.openxmlformats.org/officeDocument/2006/relationships/image" Target="../media/image4046.png" /><Relationship Id="rId1073" Type="http://schemas.openxmlformats.org/officeDocument/2006/relationships/image" Target="../media/image4047.png" /><Relationship Id="rId1074" Type="http://schemas.openxmlformats.org/officeDocument/2006/relationships/image" Target="../media/image4048.png" /><Relationship Id="rId1075" Type="http://schemas.openxmlformats.org/officeDocument/2006/relationships/image" Target="../media/image4049.png" /><Relationship Id="rId1076" Type="http://schemas.openxmlformats.org/officeDocument/2006/relationships/image" Target="../media/image4050.png" /><Relationship Id="rId1077" Type="http://schemas.openxmlformats.org/officeDocument/2006/relationships/image" Target="../media/image4051.png" /><Relationship Id="rId1078" Type="http://schemas.openxmlformats.org/officeDocument/2006/relationships/image" Target="../media/image4052.png" /><Relationship Id="rId1079" Type="http://schemas.openxmlformats.org/officeDocument/2006/relationships/image" Target="../media/image4053.png" /><Relationship Id="rId108" Type="http://schemas.openxmlformats.org/officeDocument/2006/relationships/image" Target="../media/image3082.png" /><Relationship Id="rId1080" Type="http://schemas.openxmlformats.org/officeDocument/2006/relationships/image" Target="../media/image4054.png" /><Relationship Id="rId1081" Type="http://schemas.openxmlformats.org/officeDocument/2006/relationships/image" Target="../media/image4055.png" /><Relationship Id="rId1082" Type="http://schemas.openxmlformats.org/officeDocument/2006/relationships/image" Target="../media/image4056.png" /><Relationship Id="rId1083" Type="http://schemas.openxmlformats.org/officeDocument/2006/relationships/image" Target="../media/image4057.png" /><Relationship Id="rId1084" Type="http://schemas.openxmlformats.org/officeDocument/2006/relationships/image" Target="../media/image4058.png" /><Relationship Id="rId1085" Type="http://schemas.openxmlformats.org/officeDocument/2006/relationships/image" Target="../media/image4059.png" /><Relationship Id="rId1086" Type="http://schemas.openxmlformats.org/officeDocument/2006/relationships/image" Target="../media/image4060.png" /><Relationship Id="rId1087" Type="http://schemas.openxmlformats.org/officeDocument/2006/relationships/image" Target="../media/image4061.png" /><Relationship Id="rId1088" Type="http://schemas.openxmlformats.org/officeDocument/2006/relationships/image" Target="../media/image4062.png" /><Relationship Id="rId1089" Type="http://schemas.openxmlformats.org/officeDocument/2006/relationships/image" Target="../media/image4063.png" /><Relationship Id="rId109" Type="http://schemas.openxmlformats.org/officeDocument/2006/relationships/image" Target="../media/image3083.png" /><Relationship Id="rId1090" Type="http://schemas.openxmlformats.org/officeDocument/2006/relationships/image" Target="../media/image4064.png" /><Relationship Id="rId1091" Type="http://schemas.openxmlformats.org/officeDocument/2006/relationships/image" Target="../media/image4065.png" /><Relationship Id="rId1092" Type="http://schemas.openxmlformats.org/officeDocument/2006/relationships/image" Target="../media/image4066.png" /><Relationship Id="rId1093" Type="http://schemas.openxmlformats.org/officeDocument/2006/relationships/image" Target="../media/image4067.png" /><Relationship Id="rId1094" Type="http://schemas.openxmlformats.org/officeDocument/2006/relationships/image" Target="../media/image4068.png" /><Relationship Id="rId1095" Type="http://schemas.openxmlformats.org/officeDocument/2006/relationships/image" Target="../media/image4069.png" /><Relationship Id="rId1096" Type="http://schemas.openxmlformats.org/officeDocument/2006/relationships/image" Target="../media/image4070.png" /><Relationship Id="rId1097" Type="http://schemas.openxmlformats.org/officeDocument/2006/relationships/image" Target="../media/image4071.png" /><Relationship Id="rId1098" Type="http://schemas.openxmlformats.org/officeDocument/2006/relationships/image" Target="../media/image4072.png" /><Relationship Id="rId1099" Type="http://schemas.openxmlformats.org/officeDocument/2006/relationships/image" Target="../media/image4073.png" /><Relationship Id="rId11" Type="http://schemas.openxmlformats.org/officeDocument/2006/relationships/image" Target="../media/image2985.png" /><Relationship Id="rId110" Type="http://schemas.openxmlformats.org/officeDocument/2006/relationships/image" Target="../media/image3084.png" /><Relationship Id="rId1100" Type="http://schemas.openxmlformats.org/officeDocument/2006/relationships/image" Target="../media/image4074.png" /><Relationship Id="rId1101" Type="http://schemas.openxmlformats.org/officeDocument/2006/relationships/image" Target="../media/image4075.png" /><Relationship Id="rId1102" Type="http://schemas.openxmlformats.org/officeDocument/2006/relationships/image" Target="../media/image4076.png" /><Relationship Id="rId1103" Type="http://schemas.openxmlformats.org/officeDocument/2006/relationships/image" Target="../media/image4077.png" /><Relationship Id="rId1104" Type="http://schemas.openxmlformats.org/officeDocument/2006/relationships/image" Target="../media/image4078.png" /><Relationship Id="rId1105" Type="http://schemas.openxmlformats.org/officeDocument/2006/relationships/image" Target="../media/image4079.png" /><Relationship Id="rId1106" Type="http://schemas.openxmlformats.org/officeDocument/2006/relationships/image" Target="../media/image4080.png" /><Relationship Id="rId1107" Type="http://schemas.openxmlformats.org/officeDocument/2006/relationships/image" Target="../media/image4081.png" /><Relationship Id="rId1108" Type="http://schemas.openxmlformats.org/officeDocument/2006/relationships/image" Target="../media/image4082.png" /><Relationship Id="rId1109" Type="http://schemas.openxmlformats.org/officeDocument/2006/relationships/image" Target="../media/image4083.png" /><Relationship Id="rId111" Type="http://schemas.openxmlformats.org/officeDocument/2006/relationships/image" Target="../media/image3085.png" /><Relationship Id="rId1110" Type="http://schemas.openxmlformats.org/officeDocument/2006/relationships/image" Target="../media/image4084.png" /><Relationship Id="rId1111" Type="http://schemas.openxmlformats.org/officeDocument/2006/relationships/image" Target="../media/image4085.png" /><Relationship Id="rId1112" Type="http://schemas.openxmlformats.org/officeDocument/2006/relationships/image" Target="../media/image4086.png" /><Relationship Id="rId1113" Type="http://schemas.openxmlformats.org/officeDocument/2006/relationships/image" Target="../media/image4087.png" /><Relationship Id="rId1114" Type="http://schemas.openxmlformats.org/officeDocument/2006/relationships/image" Target="../media/image4088.png" /><Relationship Id="rId1115" Type="http://schemas.openxmlformats.org/officeDocument/2006/relationships/image" Target="../media/image4089.png" /><Relationship Id="rId1116" Type="http://schemas.openxmlformats.org/officeDocument/2006/relationships/image" Target="../media/image4090.png" /><Relationship Id="rId1117" Type="http://schemas.openxmlformats.org/officeDocument/2006/relationships/image" Target="../media/image4091.png" /><Relationship Id="rId1118" Type="http://schemas.openxmlformats.org/officeDocument/2006/relationships/image" Target="../media/image4092.png" /><Relationship Id="rId1119" Type="http://schemas.openxmlformats.org/officeDocument/2006/relationships/image" Target="../media/image4093.png" /><Relationship Id="rId112" Type="http://schemas.openxmlformats.org/officeDocument/2006/relationships/image" Target="../media/image3086.png" /><Relationship Id="rId1120" Type="http://schemas.openxmlformats.org/officeDocument/2006/relationships/image" Target="../media/image4094.png" /><Relationship Id="rId1121" Type="http://schemas.openxmlformats.org/officeDocument/2006/relationships/image" Target="../media/image4095.png" /><Relationship Id="rId1122" Type="http://schemas.openxmlformats.org/officeDocument/2006/relationships/image" Target="../media/image4096.png" /><Relationship Id="rId1123" Type="http://schemas.openxmlformats.org/officeDocument/2006/relationships/image" Target="../media/image4097.png" /><Relationship Id="rId1124" Type="http://schemas.openxmlformats.org/officeDocument/2006/relationships/image" Target="../media/image4098.png" /><Relationship Id="rId1125" Type="http://schemas.openxmlformats.org/officeDocument/2006/relationships/image" Target="../media/image4099.png" /><Relationship Id="rId1126" Type="http://schemas.openxmlformats.org/officeDocument/2006/relationships/image" Target="../media/image4100.png" /><Relationship Id="rId1127" Type="http://schemas.openxmlformats.org/officeDocument/2006/relationships/image" Target="../media/image4101.png" /><Relationship Id="rId1128" Type="http://schemas.openxmlformats.org/officeDocument/2006/relationships/image" Target="../media/image4102.png" /><Relationship Id="rId1129" Type="http://schemas.openxmlformats.org/officeDocument/2006/relationships/image" Target="../media/image4103.png" /><Relationship Id="rId113" Type="http://schemas.openxmlformats.org/officeDocument/2006/relationships/image" Target="../media/image3087.png" /><Relationship Id="rId1130" Type="http://schemas.openxmlformats.org/officeDocument/2006/relationships/image" Target="../media/image4104.png" /><Relationship Id="rId1131" Type="http://schemas.openxmlformats.org/officeDocument/2006/relationships/image" Target="../media/image4105.png" /><Relationship Id="rId1132" Type="http://schemas.openxmlformats.org/officeDocument/2006/relationships/image" Target="../media/image4106.png" /><Relationship Id="rId1133" Type="http://schemas.openxmlformats.org/officeDocument/2006/relationships/image" Target="../media/image4107.png" /><Relationship Id="rId1134" Type="http://schemas.openxmlformats.org/officeDocument/2006/relationships/image" Target="../media/image4108.png" /><Relationship Id="rId1135" Type="http://schemas.openxmlformats.org/officeDocument/2006/relationships/image" Target="../media/image4109.png" /><Relationship Id="rId1136" Type="http://schemas.openxmlformats.org/officeDocument/2006/relationships/image" Target="../media/image4110.png" /><Relationship Id="rId1137" Type="http://schemas.openxmlformats.org/officeDocument/2006/relationships/image" Target="../media/image4111.png" /><Relationship Id="rId1138" Type="http://schemas.openxmlformats.org/officeDocument/2006/relationships/image" Target="../media/image4112.png" /><Relationship Id="rId1139" Type="http://schemas.openxmlformats.org/officeDocument/2006/relationships/image" Target="../media/image4113.png" /><Relationship Id="rId114" Type="http://schemas.openxmlformats.org/officeDocument/2006/relationships/image" Target="../media/image3088.png" /><Relationship Id="rId1140" Type="http://schemas.openxmlformats.org/officeDocument/2006/relationships/image" Target="../media/image4114.png" /><Relationship Id="rId1141" Type="http://schemas.openxmlformats.org/officeDocument/2006/relationships/image" Target="../media/image4115.png" /><Relationship Id="rId1142" Type="http://schemas.openxmlformats.org/officeDocument/2006/relationships/image" Target="../media/image4116.png" /><Relationship Id="rId1143" Type="http://schemas.openxmlformats.org/officeDocument/2006/relationships/image" Target="../media/image4117.png" /><Relationship Id="rId1144" Type="http://schemas.openxmlformats.org/officeDocument/2006/relationships/image" Target="../media/image4118.png" /><Relationship Id="rId1145" Type="http://schemas.openxmlformats.org/officeDocument/2006/relationships/image" Target="../media/image4119.png" /><Relationship Id="rId1146" Type="http://schemas.openxmlformats.org/officeDocument/2006/relationships/image" Target="../media/image4120.png" /><Relationship Id="rId1147" Type="http://schemas.openxmlformats.org/officeDocument/2006/relationships/image" Target="../media/image4121.png" /><Relationship Id="rId1148" Type="http://schemas.openxmlformats.org/officeDocument/2006/relationships/image" Target="../media/image4122.png" /><Relationship Id="rId1149" Type="http://schemas.openxmlformats.org/officeDocument/2006/relationships/image" Target="../media/image4123.png" /><Relationship Id="rId115" Type="http://schemas.openxmlformats.org/officeDocument/2006/relationships/image" Target="../media/image3089.png" /><Relationship Id="rId1150" Type="http://schemas.openxmlformats.org/officeDocument/2006/relationships/image" Target="../media/image4124.png" /><Relationship Id="rId1151" Type="http://schemas.openxmlformats.org/officeDocument/2006/relationships/image" Target="../media/image4125.png" /><Relationship Id="rId1152" Type="http://schemas.openxmlformats.org/officeDocument/2006/relationships/image" Target="../media/image4126.png" /><Relationship Id="rId1153" Type="http://schemas.openxmlformats.org/officeDocument/2006/relationships/image" Target="../media/image4127.png" /><Relationship Id="rId1154" Type="http://schemas.openxmlformats.org/officeDocument/2006/relationships/image" Target="../media/image4128.png" /><Relationship Id="rId1155" Type="http://schemas.openxmlformats.org/officeDocument/2006/relationships/image" Target="../media/image4129.png" /><Relationship Id="rId1156" Type="http://schemas.openxmlformats.org/officeDocument/2006/relationships/image" Target="../media/image4130.png" /><Relationship Id="rId1157" Type="http://schemas.openxmlformats.org/officeDocument/2006/relationships/image" Target="../media/image4131.png" /><Relationship Id="rId1158" Type="http://schemas.openxmlformats.org/officeDocument/2006/relationships/image" Target="../media/image4132.png" /><Relationship Id="rId1159" Type="http://schemas.openxmlformats.org/officeDocument/2006/relationships/image" Target="../media/image4133.png" /><Relationship Id="rId116" Type="http://schemas.openxmlformats.org/officeDocument/2006/relationships/image" Target="../media/image3090.png" /><Relationship Id="rId1160" Type="http://schemas.openxmlformats.org/officeDocument/2006/relationships/image" Target="../media/image4134.png" /><Relationship Id="rId1161" Type="http://schemas.openxmlformats.org/officeDocument/2006/relationships/image" Target="../media/image4135.png" /><Relationship Id="rId1162" Type="http://schemas.openxmlformats.org/officeDocument/2006/relationships/image" Target="../media/image4136.png" /><Relationship Id="rId1163" Type="http://schemas.openxmlformats.org/officeDocument/2006/relationships/image" Target="../media/image4137.png" /><Relationship Id="rId1164" Type="http://schemas.openxmlformats.org/officeDocument/2006/relationships/image" Target="../media/image4138.png" /><Relationship Id="rId1165" Type="http://schemas.openxmlformats.org/officeDocument/2006/relationships/image" Target="../media/image4139.png" /><Relationship Id="rId1166" Type="http://schemas.openxmlformats.org/officeDocument/2006/relationships/image" Target="../media/image4140.png" /><Relationship Id="rId1167" Type="http://schemas.openxmlformats.org/officeDocument/2006/relationships/image" Target="../media/image4141.png" /><Relationship Id="rId1168" Type="http://schemas.openxmlformats.org/officeDocument/2006/relationships/image" Target="../media/image4142.png" /><Relationship Id="rId1169" Type="http://schemas.openxmlformats.org/officeDocument/2006/relationships/image" Target="../media/image4143.png" /><Relationship Id="rId117" Type="http://schemas.openxmlformats.org/officeDocument/2006/relationships/image" Target="../media/image3091.png" /><Relationship Id="rId1170" Type="http://schemas.openxmlformats.org/officeDocument/2006/relationships/image" Target="../media/image4144.png" /><Relationship Id="rId1171" Type="http://schemas.openxmlformats.org/officeDocument/2006/relationships/image" Target="../media/image4145.png" /><Relationship Id="rId1172" Type="http://schemas.openxmlformats.org/officeDocument/2006/relationships/image" Target="../media/image4146.png" /><Relationship Id="rId1173" Type="http://schemas.openxmlformats.org/officeDocument/2006/relationships/image" Target="../media/image4147.png" /><Relationship Id="rId1174" Type="http://schemas.openxmlformats.org/officeDocument/2006/relationships/image" Target="../media/image4148.png" /><Relationship Id="rId1175" Type="http://schemas.openxmlformats.org/officeDocument/2006/relationships/image" Target="../media/image4149.png" /><Relationship Id="rId1176" Type="http://schemas.openxmlformats.org/officeDocument/2006/relationships/image" Target="../media/image4150.png" /><Relationship Id="rId1177" Type="http://schemas.openxmlformats.org/officeDocument/2006/relationships/image" Target="../media/image4151.png" /><Relationship Id="rId1178" Type="http://schemas.openxmlformats.org/officeDocument/2006/relationships/image" Target="../media/image4152.png" /><Relationship Id="rId1179" Type="http://schemas.openxmlformats.org/officeDocument/2006/relationships/image" Target="../media/image4153.png" /><Relationship Id="rId118" Type="http://schemas.openxmlformats.org/officeDocument/2006/relationships/image" Target="../media/image3092.png" /><Relationship Id="rId1180" Type="http://schemas.openxmlformats.org/officeDocument/2006/relationships/image" Target="../media/image4154.png" /><Relationship Id="rId1181" Type="http://schemas.openxmlformats.org/officeDocument/2006/relationships/image" Target="../media/image4155.png" /><Relationship Id="rId1182" Type="http://schemas.openxmlformats.org/officeDocument/2006/relationships/image" Target="../media/image4156.png" /><Relationship Id="rId1183" Type="http://schemas.openxmlformats.org/officeDocument/2006/relationships/image" Target="../media/image4157.png" /><Relationship Id="rId1184" Type="http://schemas.openxmlformats.org/officeDocument/2006/relationships/image" Target="../media/image4158.png" /><Relationship Id="rId1185" Type="http://schemas.openxmlformats.org/officeDocument/2006/relationships/image" Target="../media/image4159.png" /><Relationship Id="rId1186" Type="http://schemas.openxmlformats.org/officeDocument/2006/relationships/image" Target="../media/image4160.png" /><Relationship Id="rId1187" Type="http://schemas.openxmlformats.org/officeDocument/2006/relationships/image" Target="../media/image4161.png" /><Relationship Id="rId1188" Type="http://schemas.openxmlformats.org/officeDocument/2006/relationships/image" Target="../media/image4162.png" /><Relationship Id="rId1189" Type="http://schemas.openxmlformats.org/officeDocument/2006/relationships/image" Target="../media/image4163.png" /><Relationship Id="rId119" Type="http://schemas.openxmlformats.org/officeDocument/2006/relationships/image" Target="../media/image3093.png" /><Relationship Id="rId1190" Type="http://schemas.openxmlformats.org/officeDocument/2006/relationships/image" Target="../media/image4164.png" /><Relationship Id="rId1191" Type="http://schemas.openxmlformats.org/officeDocument/2006/relationships/image" Target="../media/image4165.png" /><Relationship Id="rId1192" Type="http://schemas.openxmlformats.org/officeDocument/2006/relationships/image" Target="../media/image4166.png" /><Relationship Id="rId1193" Type="http://schemas.openxmlformats.org/officeDocument/2006/relationships/image" Target="../media/image4167.png" /><Relationship Id="rId1194" Type="http://schemas.openxmlformats.org/officeDocument/2006/relationships/image" Target="../media/image4168.png" /><Relationship Id="rId1195" Type="http://schemas.openxmlformats.org/officeDocument/2006/relationships/image" Target="../media/image4169.png" /><Relationship Id="rId1196" Type="http://schemas.openxmlformats.org/officeDocument/2006/relationships/image" Target="../media/image4170.png" /><Relationship Id="rId1197" Type="http://schemas.openxmlformats.org/officeDocument/2006/relationships/image" Target="../media/image4171.png" /><Relationship Id="rId1198" Type="http://schemas.openxmlformats.org/officeDocument/2006/relationships/image" Target="../media/image4172.png" /><Relationship Id="rId1199" Type="http://schemas.openxmlformats.org/officeDocument/2006/relationships/image" Target="../media/image4173.png" /><Relationship Id="rId12" Type="http://schemas.openxmlformats.org/officeDocument/2006/relationships/image" Target="../media/image2986.png" /><Relationship Id="rId120" Type="http://schemas.openxmlformats.org/officeDocument/2006/relationships/image" Target="../media/image3094.png" /><Relationship Id="rId1200" Type="http://schemas.openxmlformats.org/officeDocument/2006/relationships/image" Target="../media/image4174.png" /><Relationship Id="rId1201" Type="http://schemas.openxmlformats.org/officeDocument/2006/relationships/image" Target="../media/image4175.png" /><Relationship Id="rId1202" Type="http://schemas.openxmlformats.org/officeDocument/2006/relationships/image" Target="../media/image4176.png" /><Relationship Id="rId1203" Type="http://schemas.openxmlformats.org/officeDocument/2006/relationships/image" Target="../media/image4177.png" /><Relationship Id="rId1204" Type="http://schemas.openxmlformats.org/officeDocument/2006/relationships/image" Target="../media/image4178.png" /><Relationship Id="rId1205" Type="http://schemas.openxmlformats.org/officeDocument/2006/relationships/image" Target="../media/image4179.png" /><Relationship Id="rId1206" Type="http://schemas.openxmlformats.org/officeDocument/2006/relationships/image" Target="../media/image4180.png" /><Relationship Id="rId1207" Type="http://schemas.openxmlformats.org/officeDocument/2006/relationships/image" Target="../media/image4181.png" /><Relationship Id="rId1208" Type="http://schemas.openxmlformats.org/officeDocument/2006/relationships/image" Target="../media/image4182.png" /><Relationship Id="rId1209" Type="http://schemas.openxmlformats.org/officeDocument/2006/relationships/image" Target="../media/image4183.png" /><Relationship Id="rId121" Type="http://schemas.openxmlformats.org/officeDocument/2006/relationships/image" Target="../media/image3095.png" /><Relationship Id="rId1210" Type="http://schemas.openxmlformats.org/officeDocument/2006/relationships/image" Target="../media/image4184.png" /><Relationship Id="rId1211" Type="http://schemas.openxmlformats.org/officeDocument/2006/relationships/image" Target="../media/image4185.png" /><Relationship Id="rId1212" Type="http://schemas.openxmlformats.org/officeDocument/2006/relationships/image" Target="../media/image4186.png" /><Relationship Id="rId1213" Type="http://schemas.openxmlformats.org/officeDocument/2006/relationships/image" Target="../media/image4187.png" /><Relationship Id="rId1214" Type="http://schemas.openxmlformats.org/officeDocument/2006/relationships/image" Target="../media/image4188.png" /><Relationship Id="rId1215" Type="http://schemas.openxmlformats.org/officeDocument/2006/relationships/image" Target="../media/image4189.png" /><Relationship Id="rId1216" Type="http://schemas.openxmlformats.org/officeDocument/2006/relationships/image" Target="../media/image4190.png" /><Relationship Id="rId1217" Type="http://schemas.openxmlformats.org/officeDocument/2006/relationships/image" Target="../media/image4191.png" /><Relationship Id="rId1218" Type="http://schemas.openxmlformats.org/officeDocument/2006/relationships/image" Target="../media/image4192.png" /><Relationship Id="rId1219" Type="http://schemas.openxmlformats.org/officeDocument/2006/relationships/image" Target="../media/image4193.png" /><Relationship Id="rId122" Type="http://schemas.openxmlformats.org/officeDocument/2006/relationships/image" Target="../media/image3096.png" /><Relationship Id="rId1220" Type="http://schemas.openxmlformats.org/officeDocument/2006/relationships/image" Target="../media/image4194.png" /><Relationship Id="rId1221" Type="http://schemas.openxmlformats.org/officeDocument/2006/relationships/image" Target="../media/image4195.png" /><Relationship Id="rId1222" Type="http://schemas.openxmlformats.org/officeDocument/2006/relationships/image" Target="../media/image4196.png" /><Relationship Id="rId1223" Type="http://schemas.openxmlformats.org/officeDocument/2006/relationships/image" Target="../media/image4197.png" /><Relationship Id="rId1224" Type="http://schemas.openxmlformats.org/officeDocument/2006/relationships/image" Target="../media/image4198.png" /><Relationship Id="rId1225" Type="http://schemas.openxmlformats.org/officeDocument/2006/relationships/image" Target="../media/image4199.png" /><Relationship Id="rId1226" Type="http://schemas.openxmlformats.org/officeDocument/2006/relationships/image" Target="../media/image4200.png" /><Relationship Id="rId1227" Type="http://schemas.openxmlformats.org/officeDocument/2006/relationships/image" Target="../media/image4201.png" /><Relationship Id="rId1228" Type="http://schemas.openxmlformats.org/officeDocument/2006/relationships/image" Target="../media/image4202.png" /><Relationship Id="rId1229" Type="http://schemas.openxmlformats.org/officeDocument/2006/relationships/image" Target="../media/image4203.png" /><Relationship Id="rId123" Type="http://schemas.openxmlformats.org/officeDocument/2006/relationships/image" Target="../media/image3097.png" /><Relationship Id="rId1230" Type="http://schemas.openxmlformats.org/officeDocument/2006/relationships/image" Target="../media/image4204.png" /><Relationship Id="rId1231" Type="http://schemas.openxmlformats.org/officeDocument/2006/relationships/image" Target="../media/image4205.png" /><Relationship Id="rId1232" Type="http://schemas.openxmlformats.org/officeDocument/2006/relationships/image" Target="../media/image4206.png" /><Relationship Id="rId1233" Type="http://schemas.openxmlformats.org/officeDocument/2006/relationships/image" Target="../media/image4207.png" /><Relationship Id="rId1234" Type="http://schemas.openxmlformats.org/officeDocument/2006/relationships/image" Target="../media/image4208.png" /><Relationship Id="rId1235" Type="http://schemas.openxmlformats.org/officeDocument/2006/relationships/image" Target="../media/image4209.png" /><Relationship Id="rId1236" Type="http://schemas.openxmlformats.org/officeDocument/2006/relationships/image" Target="../media/image4210.png" /><Relationship Id="rId1237" Type="http://schemas.openxmlformats.org/officeDocument/2006/relationships/image" Target="../media/image4211.png" /><Relationship Id="rId1238" Type="http://schemas.openxmlformats.org/officeDocument/2006/relationships/image" Target="../media/image4212.png" /><Relationship Id="rId1239" Type="http://schemas.openxmlformats.org/officeDocument/2006/relationships/image" Target="../media/image4213.png" /><Relationship Id="rId124" Type="http://schemas.openxmlformats.org/officeDocument/2006/relationships/image" Target="../media/image3098.png" /><Relationship Id="rId1240" Type="http://schemas.openxmlformats.org/officeDocument/2006/relationships/image" Target="../media/image4214.png" /><Relationship Id="rId1241" Type="http://schemas.openxmlformats.org/officeDocument/2006/relationships/image" Target="../media/image4215.png" /><Relationship Id="rId1242" Type="http://schemas.openxmlformats.org/officeDocument/2006/relationships/image" Target="../media/image4216.png" /><Relationship Id="rId1243" Type="http://schemas.openxmlformats.org/officeDocument/2006/relationships/image" Target="../media/image4217.png" /><Relationship Id="rId1244" Type="http://schemas.openxmlformats.org/officeDocument/2006/relationships/image" Target="../media/image4218.png" /><Relationship Id="rId1245" Type="http://schemas.openxmlformats.org/officeDocument/2006/relationships/image" Target="../media/image4219.png" /><Relationship Id="rId1246" Type="http://schemas.openxmlformats.org/officeDocument/2006/relationships/image" Target="../media/image4220.png" /><Relationship Id="rId1247" Type="http://schemas.openxmlformats.org/officeDocument/2006/relationships/image" Target="../media/image4221.png" /><Relationship Id="rId1248" Type="http://schemas.openxmlformats.org/officeDocument/2006/relationships/image" Target="../media/image4222.png" /><Relationship Id="rId1249" Type="http://schemas.openxmlformats.org/officeDocument/2006/relationships/image" Target="../media/image4223.png" /><Relationship Id="rId125" Type="http://schemas.openxmlformats.org/officeDocument/2006/relationships/image" Target="../media/image3099.png" /><Relationship Id="rId1250" Type="http://schemas.openxmlformats.org/officeDocument/2006/relationships/image" Target="../media/image4224.png" /><Relationship Id="rId1251" Type="http://schemas.openxmlformats.org/officeDocument/2006/relationships/image" Target="../media/image4225.png" /><Relationship Id="rId1252" Type="http://schemas.openxmlformats.org/officeDocument/2006/relationships/image" Target="../media/image4226.png" /><Relationship Id="rId1253" Type="http://schemas.openxmlformats.org/officeDocument/2006/relationships/image" Target="../media/image4227.png" /><Relationship Id="rId1254" Type="http://schemas.openxmlformats.org/officeDocument/2006/relationships/image" Target="../media/image4228.png" /><Relationship Id="rId1255" Type="http://schemas.openxmlformats.org/officeDocument/2006/relationships/image" Target="../media/image4229.png" /><Relationship Id="rId1256" Type="http://schemas.openxmlformats.org/officeDocument/2006/relationships/image" Target="../media/image4230.png" /><Relationship Id="rId1257" Type="http://schemas.openxmlformats.org/officeDocument/2006/relationships/image" Target="../media/image4231.png" /><Relationship Id="rId1258" Type="http://schemas.openxmlformats.org/officeDocument/2006/relationships/image" Target="../media/image4232.png" /><Relationship Id="rId1259" Type="http://schemas.openxmlformats.org/officeDocument/2006/relationships/image" Target="../media/image4233.png" /><Relationship Id="rId126" Type="http://schemas.openxmlformats.org/officeDocument/2006/relationships/image" Target="../media/image3100.png" /><Relationship Id="rId1260" Type="http://schemas.openxmlformats.org/officeDocument/2006/relationships/image" Target="../media/image4234.png" /><Relationship Id="rId1261" Type="http://schemas.openxmlformats.org/officeDocument/2006/relationships/image" Target="../media/image4235.png" /><Relationship Id="rId1262" Type="http://schemas.openxmlformats.org/officeDocument/2006/relationships/image" Target="../media/image4236.png" /><Relationship Id="rId1263" Type="http://schemas.openxmlformats.org/officeDocument/2006/relationships/image" Target="../media/image4237.png" /><Relationship Id="rId1264" Type="http://schemas.openxmlformats.org/officeDocument/2006/relationships/image" Target="../media/image4238.png" /><Relationship Id="rId1265" Type="http://schemas.openxmlformats.org/officeDocument/2006/relationships/image" Target="../media/image4239.png" /><Relationship Id="rId1266" Type="http://schemas.openxmlformats.org/officeDocument/2006/relationships/image" Target="../media/image4240.png" /><Relationship Id="rId1267" Type="http://schemas.openxmlformats.org/officeDocument/2006/relationships/image" Target="../media/image4241.png" /><Relationship Id="rId1268" Type="http://schemas.openxmlformats.org/officeDocument/2006/relationships/image" Target="../media/image4242.png" /><Relationship Id="rId1269" Type="http://schemas.openxmlformats.org/officeDocument/2006/relationships/image" Target="../media/image4243.png" /><Relationship Id="rId127" Type="http://schemas.openxmlformats.org/officeDocument/2006/relationships/image" Target="../media/image3101.png" /><Relationship Id="rId1270" Type="http://schemas.openxmlformats.org/officeDocument/2006/relationships/image" Target="../media/image4244.png" /><Relationship Id="rId1271" Type="http://schemas.openxmlformats.org/officeDocument/2006/relationships/image" Target="../media/image4245.png" /><Relationship Id="rId1272" Type="http://schemas.openxmlformats.org/officeDocument/2006/relationships/image" Target="../media/image4246.png" /><Relationship Id="rId1273" Type="http://schemas.openxmlformats.org/officeDocument/2006/relationships/image" Target="../media/image4247.png" /><Relationship Id="rId1274" Type="http://schemas.openxmlformats.org/officeDocument/2006/relationships/image" Target="../media/image4248.png" /><Relationship Id="rId1275" Type="http://schemas.openxmlformats.org/officeDocument/2006/relationships/image" Target="../media/image4249.png" /><Relationship Id="rId1276" Type="http://schemas.openxmlformats.org/officeDocument/2006/relationships/image" Target="../media/image4250.png" /><Relationship Id="rId1277" Type="http://schemas.openxmlformats.org/officeDocument/2006/relationships/image" Target="../media/image4251.png" /><Relationship Id="rId1278" Type="http://schemas.openxmlformats.org/officeDocument/2006/relationships/image" Target="../media/image4252.png" /><Relationship Id="rId1279" Type="http://schemas.openxmlformats.org/officeDocument/2006/relationships/image" Target="../media/image4253.png" /><Relationship Id="rId128" Type="http://schemas.openxmlformats.org/officeDocument/2006/relationships/image" Target="../media/image3102.png" /><Relationship Id="rId1280" Type="http://schemas.openxmlformats.org/officeDocument/2006/relationships/image" Target="../media/image4254.png" /><Relationship Id="rId1281" Type="http://schemas.openxmlformats.org/officeDocument/2006/relationships/image" Target="../media/image4255.png" /><Relationship Id="rId1282" Type="http://schemas.openxmlformats.org/officeDocument/2006/relationships/image" Target="../media/image4256.png" /><Relationship Id="rId1283" Type="http://schemas.openxmlformats.org/officeDocument/2006/relationships/image" Target="../media/image4257.png" /><Relationship Id="rId1284" Type="http://schemas.openxmlformats.org/officeDocument/2006/relationships/image" Target="../media/image4258.png" /><Relationship Id="rId1285" Type="http://schemas.openxmlformats.org/officeDocument/2006/relationships/image" Target="../media/image4259.png" /><Relationship Id="rId1286" Type="http://schemas.openxmlformats.org/officeDocument/2006/relationships/image" Target="../media/image4260.png" /><Relationship Id="rId1287" Type="http://schemas.openxmlformats.org/officeDocument/2006/relationships/image" Target="../media/image4261.png" /><Relationship Id="rId1288" Type="http://schemas.openxmlformats.org/officeDocument/2006/relationships/image" Target="../media/image4262.png" /><Relationship Id="rId1289" Type="http://schemas.openxmlformats.org/officeDocument/2006/relationships/image" Target="../media/image4263.png" /><Relationship Id="rId129" Type="http://schemas.openxmlformats.org/officeDocument/2006/relationships/image" Target="../media/image3103.png" /><Relationship Id="rId1290" Type="http://schemas.openxmlformats.org/officeDocument/2006/relationships/image" Target="../media/image4264.png" /><Relationship Id="rId1291" Type="http://schemas.openxmlformats.org/officeDocument/2006/relationships/image" Target="../media/image4265.png" /><Relationship Id="rId1292" Type="http://schemas.openxmlformats.org/officeDocument/2006/relationships/image" Target="../media/image4266.png" /><Relationship Id="rId1293" Type="http://schemas.openxmlformats.org/officeDocument/2006/relationships/image" Target="../media/image4267.png" /><Relationship Id="rId1294" Type="http://schemas.openxmlformats.org/officeDocument/2006/relationships/image" Target="../media/image4268.png" /><Relationship Id="rId1295" Type="http://schemas.openxmlformats.org/officeDocument/2006/relationships/image" Target="../media/image4269.png" /><Relationship Id="rId1296" Type="http://schemas.openxmlformats.org/officeDocument/2006/relationships/image" Target="../media/image4270.png" /><Relationship Id="rId1297" Type="http://schemas.openxmlformats.org/officeDocument/2006/relationships/image" Target="../media/image4271.png" /><Relationship Id="rId1298" Type="http://schemas.openxmlformats.org/officeDocument/2006/relationships/image" Target="../media/image4272.png" /><Relationship Id="rId1299" Type="http://schemas.openxmlformats.org/officeDocument/2006/relationships/image" Target="../media/image4273.png" /><Relationship Id="rId13" Type="http://schemas.openxmlformats.org/officeDocument/2006/relationships/image" Target="../media/image2987.png" /><Relationship Id="rId130" Type="http://schemas.openxmlformats.org/officeDocument/2006/relationships/image" Target="../media/image3104.png" /><Relationship Id="rId1300" Type="http://schemas.openxmlformats.org/officeDocument/2006/relationships/image" Target="../media/image4274.png" /><Relationship Id="rId1301" Type="http://schemas.openxmlformats.org/officeDocument/2006/relationships/image" Target="../media/image4275.png" /><Relationship Id="rId1302" Type="http://schemas.openxmlformats.org/officeDocument/2006/relationships/image" Target="../media/image4276.png" /><Relationship Id="rId1303" Type="http://schemas.openxmlformats.org/officeDocument/2006/relationships/image" Target="../media/image4277.png" /><Relationship Id="rId1304" Type="http://schemas.openxmlformats.org/officeDocument/2006/relationships/image" Target="../media/image4278.png" /><Relationship Id="rId1305" Type="http://schemas.openxmlformats.org/officeDocument/2006/relationships/image" Target="../media/image4279.png" /><Relationship Id="rId1306" Type="http://schemas.openxmlformats.org/officeDocument/2006/relationships/image" Target="../media/image4280.png" /><Relationship Id="rId1307" Type="http://schemas.openxmlformats.org/officeDocument/2006/relationships/image" Target="../media/image4281.png" /><Relationship Id="rId1308" Type="http://schemas.openxmlformats.org/officeDocument/2006/relationships/image" Target="../media/image4282.png" /><Relationship Id="rId1309" Type="http://schemas.openxmlformats.org/officeDocument/2006/relationships/image" Target="../media/image4283.png" /><Relationship Id="rId131" Type="http://schemas.openxmlformats.org/officeDocument/2006/relationships/image" Target="../media/image3105.png" /><Relationship Id="rId1310" Type="http://schemas.openxmlformats.org/officeDocument/2006/relationships/image" Target="../media/image4284.png" /><Relationship Id="rId1311" Type="http://schemas.openxmlformats.org/officeDocument/2006/relationships/image" Target="../media/image4285.png" /><Relationship Id="rId1312" Type="http://schemas.openxmlformats.org/officeDocument/2006/relationships/image" Target="../media/image4286.png" /><Relationship Id="rId1313" Type="http://schemas.openxmlformats.org/officeDocument/2006/relationships/image" Target="../media/image4287.png" /><Relationship Id="rId1314" Type="http://schemas.openxmlformats.org/officeDocument/2006/relationships/image" Target="../media/image4288.png" /><Relationship Id="rId1315" Type="http://schemas.openxmlformats.org/officeDocument/2006/relationships/image" Target="../media/image4289.png" /><Relationship Id="rId1316" Type="http://schemas.openxmlformats.org/officeDocument/2006/relationships/image" Target="../media/image4290.png" /><Relationship Id="rId1317" Type="http://schemas.openxmlformats.org/officeDocument/2006/relationships/image" Target="../media/image4291.png" /><Relationship Id="rId1318" Type="http://schemas.openxmlformats.org/officeDocument/2006/relationships/image" Target="../media/image4292.png" /><Relationship Id="rId1319" Type="http://schemas.openxmlformats.org/officeDocument/2006/relationships/image" Target="../media/image4293.png" /><Relationship Id="rId132" Type="http://schemas.openxmlformats.org/officeDocument/2006/relationships/image" Target="../media/image3106.png" /><Relationship Id="rId1320" Type="http://schemas.openxmlformats.org/officeDocument/2006/relationships/image" Target="../media/image4294.png" /><Relationship Id="rId1321" Type="http://schemas.openxmlformats.org/officeDocument/2006/relationships/image" Target="../media/image4295.png" /><Relationship Id="rId1322" Type="http://schemas.openxmlformats.org/officeDocument/2006/relationships/image" Target="../media/image4296.png" /><Relationship Id="rId1323" Type="http://schemas.openxmlformats.org/officeDocument/2006/relationships/image" Target="../media/image4297.png" /><Relationship Id="rId1324" Type="http://schemas.openxmlformats.org/officeDocument/2006/relationships/image" Target="../media/image4298.png" /><Relationship Id="rId1325" Type="http://schemas.openxmlformats.org/officeDocument/2006/relationships/image" Target="../media/image4299.png" /><Relationship Id="rId1326" Type="http://schemas.openxmlformats.org/officeDocument/2006/relationships/image" Target="../media/image4300.png" /><Relationship Id="rId1327" Type="http://schemas.openxmlformats.org/officeDocument/2006/relationships/image" Target="../media/image4301.png" /><Relationship Id="rId1328" Type="http://schemas.openxmlformats.org/officeDocument/2006/relationships/image" Target="../media/image4302.png" /><Relationship Id="rId1329" Type="http://schemas.openxmlformats.org/officeDocument/2006/relationships/image" Target="../media/image4303.png" /><Relationship Id="rId133" Type="http://schemas.openxmlformats.org/officeDocument/2006/relationships/image" Target="../media/image3107.png" /><Relationship Id="rId1330" Type="http://schemas.openxmlformats.org/officeDocument/2006/relationships/image" Target="../media/image4304.png" /><Relationship Id="rId1331" Type="http://schemas.openxmlformats.org/officeDocument/2006/relationships/image" Target="../media/image4305.png" /><Relationship Id="rId1332" Type="http://schemas.openxmlformats.org/officeDocument/2006/relationships/image" Target="../media/image4306.png" /><Relationship Id="rId1333" Type="http://schemas.openxmlformats.org/officeDocument/2006/relationships/image" Target="../media/image4307.png" /><Relationship Id="rId1334" Type="http://schemas.openxmlformats.org/officeDocument/2006/relationships/image" Target="../media/image4308.png" /><Relationship Id="rId1335" Type="http://schemas.openxmlformats.org/officeDocument/2006/relationships/image" Target="../media/image4309.png" /><Relationship Id="rId1336" Type="http://schemas.openxmlformats.org/officeDocument/2006/relationships/image" Target="../media/image4310.png" /><Relationship Id="rId1337" Type="http://schemas.openxmlformats.org/officeDocument/2006/relationships/image" Target="../media/image4311.png" /><Relationship Id="rId1338" Type="http://schemas.openxmlformats.org/officeDocument/2006/relationships/image" Target="../media/image4312.png" /><Relationship Id="rId1339" Type="http://schemas.openxmlformats.org/officeDocument/2006/relationships/image" Target="../media/image4313.png" /><Relationship Id="rId134" Type="http://schemas.openxmlformats.org/officeDocument/2006/relationships/image" Target="../media/image3108.png" /><Relationship Id="rId1340" Type="http://schemas.openxmlformats.org/officeDocument/2006/relationships/image" Target="../media/image4314.png" /><Relationship Id="rId1341" Type="http://schemas.openxmlformats.org/officeDocument/2006/relationships/image" Target="../media/image4315.png" /><Relationship Id="rId1342" Type="http://schemas.openxmlformats.org/officeDocument/2006/relationships/image" Target="../media/image4316.png" /><Relationship Id="rId1343" Type="http://schemas.openxmlformats.org/officeDocument/2006/relationships/image" Target="../media/image4317.png" /><Relationship Id="rId1344" Type="http://schemas.openxmlformats.org/officeDocument/2006/relationships/image" Target="../media/image4318.png" /><Relationship Id="rId1345" Type="http://schemas.openxmlformats.org/officeDocument/2006/relationships/image" Target="../media/image4319.png" /><Relationship Id="rId1346" Type="http://schemas.openxmlformats.org/officeDocument/2006/relationships/image" Target="../media/image4320.png" /><Relationship Id="rId1347" Type="http://schemas.openxmlformats.org/officeDocument/2006/relationships/image" Target="../media/image4321.png" /><Relationship Id="rId1348" Type="http://schemas.openxmlformats.org/officeDocument/2006/relationships/image" Target="../media/image4322.png" /><Relationship Id="rId1349" Type="http://schemas.openxmlformats.org/officeDocument/2006/relationships/image" Target="../media/image4323.png" /><Relationship Id="rId135" Type="http://schemas.openxmlformats.org/officeDocument/2006/relationships/image" Target="../media/image3109.png" /><Relationship Id="rId1350" Type="http://schemas.openxmlformats.org/officeDocument/2006/relationships/image" Target="../media/image4324.png" /><Relationship Id="rId1351" Type="http://schemas.openxmlformats.org/officeDocument/2006/relationships/image" Target="../media/image4325.png" /><Relationship Id="rId1352" Type="http://schemas.openxmlformats.org/officeDocument/2006/relationships/image" Target="../media/image4326.png" /><Relationship Id="rId1353" Type="http://schemas.openxmlformats.org/officeDocument/2006/relationships/image" Target="../media/image4327.png" /><Relationship Id="rId1354" Type="http://schemas.openxmlformats.org/officeDocument/2006/relationships/image" Target="../media/image4328.png" /><Relationship Id="rId1355" Type="http://schemas.openxmlformats.org/officeDocument/2006/relationships/image" Target="../media/image4329.png" /><Relationship Id="rId1356" Type="http://schemas.openxmlformats.org/officeDocument/2006/relationships/image" Target="../media/image4330.png" /><Relationship Id="rId1357" Type="http://schemas.openxmlformats.org/officeDocument/2006/relationships/image" Target="../media/image4331.png" /><Relationship Id="rId1358" Type="http://schemas.openxmlformats.org/officeDocument/2006/relationships/image" Target="../media/image4332.png" /><Relationship Id="rId1359" Type="http://schemas.openxmlformats.org/officeDocument/2006/relationships/image" Target="../media/image4333.png" /><Relationship Id="rId136" Type="http://schemas.openxmlformats.org/officeDocument/2006/relationships/image" Target="../media/image3110.png" /><Relationship Id="rId1360" Type="http://schemas.openxmlformats.org/officeDocument/2006/relationships/image" Target="../media/image4334.png" /><Relationship Id="rId1361" Type="http://schemas.openxmlformats.org/officeDocument/2006/relationships/image" Target="../media/image4335.png" /><Relationship Id="rId1362" Type="http://schemas.openxmlformats.org/officeDocument/2006/relationships/image" Target="../media/image4336.png" /><Relationship Id="rId1363" Type="http://schemas.openxmlformats.org/officeDocument/2006/relationships/image" Target="../media/image4337.png" /><Relationship Id="rId1364" Type="http://schemas.openxmlformats.org/officeDocument/2006/relationships/image" Target="../media/image4338.png" /><Relationship Id="rId1365" Type="http://schemas.openxmlformats.org/officeDocument/2006/relationships/image" Target="../media/image4339.png" /><Relationship Id="rId1366" Type="http://schemas.openxmlformats.org/officeDocument/2006/relationships/image" Target="../media/image4340.png" /><Relationship Id="rId1367" Type="http://schemas.openxmlformats.org/officeDocument/2006/relationships/image" Target="../media/image4341.png" /><Relationship Id="rId1368" Type="http://schemas.openxmlformats.org/officeDocument/2006/relationships/image" Target="../media/image4342.png" /><Relationship Id="rId1369" Type="http://schemas.openxmlformats.org/officeDocument/2006/relationships/image" Target="../media/image4343.png" /><Relationship Id="rId137" Type="http://schemas.openxmlformats.org/officeDocument/2006/relationships/image" Target="../media/image3111.png" /><Relationship Id="rId1370" Type="http://schemas.openxmlformats.org/officeDocument/2006/relationships/image" Target="../media/image4344.png" /><Relationship Id="rId1371" Type="http://schemas.openxmlformats.org/officeDocument/2006/relationships/image" Target="../media/image4345.png" /><Relationship Id="rId1372" Type="http://schemas.openxmlformats.org/officeDocument/2006/relationships/image" Target="../media/image4346.png" /><Relationship Id="rId1373" Type="http://schemas.openxmlformats.org/officeDocument/2006/relationships/image" Target="../media/image4347.png" /><Relationship Id="rId1374" Type="http://schemas.openxmlformats.org/officeDocument/2006/relationships/image" Target="../media/image4348.png" /><Relationship Id="rId1375" Type="http://schemas.openxmlformats.org/officeDocument/2006/relationships/image" Target="../media/image4349.png" /><Relationship Id="rId1376" Type="http://schemas.openxmlformats.org/officeDocument/2006/relationships/image" Target="../media/image4350.png" /><Relationship Id="rId1377" Type="http://schemas.openxmlformats.org/officeDocument/2006/relationships/image" Target="../media/image4351.png" /><Relationship Id="rId1378" Type="http://schemas.openxmlformats.org/officeDocument/2006/relationships/image" Target="../media/image4352.png" /><Relationship Id="rId1379" Type="http://schemas.openxmlformats.org/officeDocument/2006/relationships/image" Target="../media/image4353.png" /><Relationship Id="rId138" Type="http://schemas.openxmlformats.org/officeDocument/2006/relationships/image" Target="../media/image3112.png" /><Relationship Id="rId1380" Type="http://schemas.openxmlformats.org/officeDocument/2006/relationships/image" Target="../media/image4354.png" /><Relationship Id="rId1381" Type="http://schemas.openxmlformats.org/officeDocument/2006/relationships/image" Target="../media/image4355.png" /><Relationship Id="rId1382" Type="http://schemas.openxmlformats.org/officeDocument/2006/relationships/image" Target="../media/image4356.png" /><Relationship Id="rId1383" Type="http://schemas.openxmlformats.org/officeDocument/2006/relationships/image" Target="../media/image4357.png" /><Relationship Id="rId1384" Type="http://schemas.openxmlformats.org/officeDocument/2006/relationships/image" Target="../media/image4358.png" /><Relationship Id="rId1385" Type="http://schemas.openxmlformats.org/officeDocument/2006/relationships/image" Target="../media/image4359.png" /><Relationship Id="rId1386" Type="http://schemas.openxmlformats.org/officeDocument/2006/relationships/image" Target="../media/image4360.png" /><Relationship Id="rId1387" Type="http://schemas.openxmlformats.org/officeDocument/2006/relationships/image" Target="../media/image4361.png" /><Relationship Id="rId1388" Type="http://schemas.openxmlformats.org/officeDocument/2006/relationships/image" Target="../media/image4362.png" /><Relationship Id="rId1389" Type="http://schemas.openxmlformats.org/officeDocument/2006/relationships/image" Target="../media/image4363.png" /><Relationship Id="rId139" Type="http://schemas.openxmlformats.org/officeDocument/2006/relationships/image" Target="../media/image3113.png" /><Relationship Id="rId1390" Type="http://schemas.openxmlformats.org/officeDocument/2006/relationships/image" Target="../media/image4364.png" /><Relationship Id="rId1391" Type="http://schemas.openxmlformats.org/officeDocument/2006/relationships/image" Target="../media/image4365.png" /><Relationship Id="rId1392" Type="http://schemas.openxmlformats.org/officeDocument/2006/relationships/image" Target="../media/image4366.png" /><Relationship Id="rId1393" Type="http://schemas.openxmlformats.org/officeDocument/2006/relationships/image" Target="../media/image4367.png" /><Relationship Id="rId1394" Type="http://schemas.openxmlformats.org/officeDocument/2006/relationships/image" Target="../media/image4368.png" /><Relationship Id="rId1395" Type="http://schemas.openxmlformats.org/officeDocument/2006/relationships/image" Target="../media/image4369.png" /><Relationship Id="rId1396" Type="http://schemas.openxmlformats.org/officeDocument/2006/relationships/image" Target="../media/image4370.png" /><Relationship Id="rId1397" Type="http://schemas.openxmlformats.org/officeDocument/2006/relationships/image" Target="../media/image4371.png" /><Relationship Id="rId1398" Type="http://schemas.openxmlformats.org/officeDocument/2006/relationships/image" Target="../media/image4372.png" /><Relationship Id="rId1399" Type="http://schemas.openxmlformats.org/officeDocument/2006/relationships/image" Target="../media/image4373.png" /><Relationship Id="rId14" Type="http://schemas.openxmlformats.org/officeDocument/2006/relationships/image" Target="../media/image2988.png" /><Relationship Id="rId140" Type="http://schemas.openxmlformats.org/officeDocument/2006/relationships/image" Target="../media/image3114.png" /><Relationship Id="rId1400" Type="http://schemas.openxmlformats.org/officeDocument/2006/relationships/image" Target="../media/image4374.png" /><Relationship Id="rId1401" Type="http://schemas.openxmlformats.org/officeDocument/2006/relationships/image" Target="../media/image4375.png" /><Relationship Id="rId1402" Type="http://schemas.openxmlformats.org/officeDocument/2006/relationships/image" Target="../media/image4376.png" /><Relationship Id="rId1403" Type="http://schemas.openxmlformats.org/officeDocument/2006/relationships/image" Target="../media/image4377.png" /><Relationship Id="rId1404" Type="http://schemas.openxmlformats.org/officeDocument/2006/relationships/image" Target="../media/image4378.png" /><Relationship Id="rId1405" Type="http://schemas.openxmlformats.org/officeDocument/2006/relationships/image" Target="../media/image4379.png" /><Relationship Id="rId1406" Type="http://schemas.openxmlformats.org/officeDocument/2006/relationships/image" Target="../media/image4380.png" /><Relationship Id="rId1407" Type="http://schemas.openxmlformats.org/officeDocument/2006/relationships/image" Target="../media/image4381.png" /><Relationship Id="rId1408" Type="http://schemas.openxmlformats.org/officeDocument/2006/relationships/image" Target="../media/image4382.png" /><Relationship Id="rId1409" Type="http://schemas.openxmlformats.org/officeDocument/2006/relationships/image" Target="../media/image4383.png" /><Relationship Id="rId141" Type="http://schemas.openxmlformats.org/officeDocument/2006/relationships/image" Target="../media/image3115.png" /><Relationship Id="rId1410" Type="http://schemas.openxmlformats.org/officeDocument/2006/relationships/image" Target="../media/image4384.png" /><Relationship Id="rId1411" Type="http://schemas.openxmlformats.org/officeDocument/2006/relationships/image" Target="../media/image4385.png" /><Relationship Id="rId1412" Type="http://schemas.openxmlformats.org/officeDocument/2006/relationships/image" Target="../media/image4386.png" /><Relationship Id="rId1413" Type="http://schemas.openxmlformats.org/officeDocument/2006/relationships/image" Target="../media/image4387.png" /><Relationship Id="rId1414" Type="http://schemas.openxmlformats.org/officeDocument/2006/relationships/image" Target="../media/image4388.png" /><Relationship Id="rId1415" Type="http://schemas.openxmlformats.org/officeDocument/2006/relationships/image" Target="../media/image4389.png" /><Relationship Id="rId1416" Type="http://schemas.openxmlformats.org/officeDocument/2006/relationships/image" Target="../media/image4390.png" /><Relationship Id="rId1417" Type="http://schemas.openxmlformats.org/officeDocument/2006/relationships/image" Target="../media/image4391.png" /><Relationship Id="rId1418" Type="http://schemas.openxmlformats.org/officeDocument/2006/relationships/image" Target="../media/image4392.png" /><Relationship Id="rId1419" Type="http://schemas.openxmlformats.org/officeDocument/2006/relationships/image" Target="../media/image4393.png" /><Relationship Id="rId142" Type="http://schemas.openxmlformats.org/officeDocument/2006/relationships/image" Target="../media/image3116.png" /><Relationship Id="rId1420" Type="http://schemas.openxmlformats.org/officeDocument/2006/relationships/image" Target="../media/image4394.png" /><Relationship Id="rId1421" Type="http://schemas.openxmlformats.org/officeDocument/2006/relationships/image" Target="../media/image4395.png" /><Relationship Id="rId1422" Type="http://schemas.openxmlformats.org/officeDocument/2006/relationships/image" Target="../media/image4396.png" /><Relationship Id="rId1423" Type="http://schemas.openxmlformats.org/officeDocument/2006/relationships/image" Target="../media/image4397.png" /><Relationship Id="rId1424" Type="http://schemas.openxmlformats.org/officeDocument/2006/relationships/image" Target="../media/image4398.png" /><Relationship Id="rId1425" Type="http://schemas.openxmlformats.org/officeDocument/2006/relationships/image" Target="../media/image4399.png" /><Relationship Id="rId1426" Type="http://schemas.openxmlformats.org/officeDocument/2006/relationships/image" Target="../media/image4400.png" /><Relationship Id="rId1427" Type="http://schemas.openxmlformats.org/officeDocument/2006/relationships/image" Target="../media/image4401.png" /><Relationship Id="rId1428" Type="http://schemas.openxmlformats.org/officeDocument/2006/relationships/image" Target="../media/image4402.png" /><Relationship Id="rId1429" Type="http://schemas.openxmlformats.org/officeDocument/2006/relationships/image" Target="../media/image4403.png" /><Relationship Id="rId143" Type="http://schemas.openxmlformats.org/officeDocument/2006/relationships/image" Target="../media/image3117.png" /><Relationship Id="rId1430" Type="http://schemas.openxmlformats.org/officeDocument/2006/relationships/image" Target="../media/image4404.png" /><Relationship Id="rId1431" Type="http://schemas.openxmlformats.org/officeDocument/2006/relationships/image" Target="../media/image4405.png" /><Relationship Id="rId1432" Type="http://schemas.openxmlformats.org/officeDocument/2006/relationships/image" Target="../media/image4406.png" /><Relationship Id="rId1433" Type="http://schemas.openxmlformats.org/officeDocument/2006/relationships/image" Target="../media/image4407.png" /><Relationship Id="rId1434" Type="http://schemas.openxmlformats.org/officeDocument/2006/relationships/image" Target="../media/image4408.png" /><Relationship Id="rId1435" Type="http://schemas.openxmlformats.org/officeDocument/2006/relationships/image" Target="../media/image4409.png" /><Relationship Id="rId1436" Type="http://schemas.openxmlformats.org/officeDocument/2006/relationships/image" Target="../media/image4410.png" /><Relationship Id="rId1437" Type="http://schemas.openxmlformats.org/officeDocument/2006/relationships/image" Target="../media/image4411.png" /><Relationship Id="rId1438" Type="http://schemas.openxmlformats.org/officeDocument/2006/relationships/image" Target="../media/image4412.png" /><Relationship Id="rId1439" Type="http://schemas.openxmlformats.org/officeDocument/2006/relationships/image" Target="../media/image4413.png" /><Relationship Id="rId144" Type="http://schemas.openxmlformats.org/officeDocument/2006/relationships/image" Target="../media/image3118.png" /><Relationship Id="rId1440" Type="http://schemas.openxmlformats.org/officeDocument/2006/relationships/image" Target="../media/image4414.png" /><Relationship Id="rId1441" Type="http://schemas.openxmlformats.org/officeDocument/2006/relationships/image" Target="../media/image4415.png" /><Relationship Id="rId1442" Type="http://schemas.openxmlformats.org/officeDocument/2006/relationships/image" Target="../media/image4416.png" /><Relationship Id="rId1443" Type="http://schemas.openxmlformats.org/officeDocument/2006/relationships/image" Target="../media/image4417.png" /><Relationship Id="rId1444" Type="http://schemas.openxmlformats.org/officeDocument/2006/relationships/image" Target="../media/image4418.png" /><Relationship Id="rId1445" Type="http://schemas.openxmlformats.org/officeDocument/2006/relationships/image" Target="../media/image4419.png" /><Relationship Id="rId1446" Type="http://schemas.openxmlformats.org/officeDocument/2006/relationships/image" Target="../media/image4420.png" /><Relationship Id="rId1447" Type="http://schemas.openxmlformats.org/officeDocument/2006/relationships/image" Target="../media/image4421.png" /><Relationship Id="rId1448" Type="http://schemas.openxmlformats.org/officeDocument/2006/relationships/image" Target="../media/image4422.png" /><Relationship Id="rId1449" Type="http://schemas.openxmlformats.org/officeDocument/2006/relationships/image" Target="../media/image4423.png" /><Relationship Id="rId145" Type="http://schemas.openxmlformats.org/officeDocument/2006/relationships/image" Target="../media/image3119.png" /><Relationship Id="rId1450" Type="http://schemas.openxmlformats.org/officeDocument/2006/relationships/image" Target="../media/image4424.png" /><Relationship Id="rId1451" Type="http://schemas.openxmlformats.org/officeDocument/2006/relationships/image" Target="../media/image4425.png" /><Relationship Id="rId1452" Type="http://schemas.openxmlformats.org/officeDocument/2006/relationships/image" Target="../media/image4426.png" /><Relationship Id="rId1453" Type="http://schemas.openxmlformats.org/officeDocument/2006/relationships/image" Target="../media/image4427.png" /><Relationship Id="rId1454" Type="http://schemas.openxmlformats.org/officeDocument/2006/relationships/image" Target="../media/image4428.png" /><Relationship Id="rId1455" Type="http://schemas.openxmlformats.org/officeDocument/2006/relationships/image" Target="../media/image4429.png" /><Relationship Id="rId1456" Type="http://schemas.openxmlformats.org/officeDocument/2006/relationships/image" Target="../media/image4430.png" /><Relationship Id="rId1457" Type="http://schemas.openxmlformats.org/officeDocument/2006/relationships/image" Target="../media/image4431.png" /><Relationship Id="rId1458" Type="http://schemas.openxmlformats.org/officeDocument/2006/relationships/image" Target="../media/image4432.png" /><Relationship Id="rId1459" Type="http://schemas.openxmlformats.org/officeDocument/2006/relationships/image" Target="../media/image4433.png" /><Relationship Id="rId146" Type="http://schemas.openxmlformats.org/officeDocument/2006/relationships/image" Target="../media/image3120.png" /><Relationship Id="rId1460" Type="http://schemas.openxmlformats.org/officeDocument/2006/relationships/image" Target="../media/image4434.png" /><Relationship Id="rId1461" Type="http://schemas.openxmlformats.org/officeDocument/2006/relationships/image" Target="../media/image4435.png" /><Relationship Id="rId1462" Type="http://schemas.openxmlformats.org/officeDocument/2006/relationships/image" Target="../media/image4436.png" /><Relationship Id="rId1463" Type="http://schemas.openxmlformats.org/officeDocument/2006/relationships/image" Target="../media/image4437.png" /><Relationship Id="rId1464" Type="http://schemas.openxmlformats.org/officeDocument/2006/relationships/image" Target="../media/image4438.png" /><Relationship Id="rId1465" Type="http://schemas.openxmlformats.org/officeDocument/2006/relationships/image" Target="../media/image4439.png" /><Relationship Id="rId1466" Type="http://schemas.openxmlformats.org/officeDocument/2006/relationships/image" Target="../media/image4440.png" /><Relationship Id="rId1467" Type="http://schemas.openxmlformats.org/officeDocument/2006/relationships/image" Target="../media/image4441.png" /><Relationship Id="rId1468" Type="http://schemas.openxmlformats.org/officeDocument/2006/relationships/image" Target="../media/image4442.png" /><Relationship Id="rId1469" Type="http://schemas.openxmlformats.org/officeDocument/2006/relationships/image" Target="../media/image4443.png" /><Relationship Id="rId147" Type="http://schemas.openxmlformats.org/officeDocument/2006/relationships/image" Target="../media/image3121.png" /><Relationship Id="rId1470" Type="http://schemas.openxmlformats.org/officeDocument/2006/relationships/image" Target="../media/image4444.png" /><Relationship Id="rId1471" Type="http://schemas.openxmlformats.org/officeDocument/2006/relationships/image" Target="../media/image4445.png" /><Relationship Id="rId1472" Type="http://schemas.openxmlformats.org/officeDocument/2006/relationships/image" Target="../media/image4446.png" /><Relationship Id="rId1473" Type="http://schemas.openxmlformats.org/officeDocument/2006/relationships/image" Target="../media/image4447.png" /><Relationship Id="rId1474" Type="http://schemas.openxmlformats.org/officeDocument/2006/relationships/image" Target="../media/image4448.png" /><Relationship Id="rId1475" Type="http://schemas.openxmlformats.org/officeDocument/2006/relationships/image" Target="../media/image4449.png" /><Relationship Id="rId1476" Type="http://schemas.openxmlformats.org/officeDocument/2006/relationships/image" Target="../media/image4450.png" /><Relationship Id="rId1477" Type="http://schemas.openxmlformats.org/officeDocument/2006/relationships/image" Target="../media/image4451.png" /><Relationship Id="rId1478" Type="http://schemas.openxmlformats.org/officeDocument/2006/relationships/image" Target="../media/image4452.png" /><Relationship Id="rId1479" Type="http://schemas.openxmlformats.org/officeDocument/2006/relationships/image" Target="../media/image4453.png" /><Relationship Id="rId148" Type="http://schemas.openxmlformats.org/officeDocument/2006/relationships/image" Target="../media/image3122.png" /><Relationship Id="rId1480" Type="http://schemas.openxmlformats.org/officeDocument/2006/relationships/image" Target="../media/image4454.png" /><Relationship Id="rId1481" Type="http://schemas.openxmlformats.org/officeDocument/2006/relationships/image" Target="../media/image4455.png" /><Relationship Id="rId1482" Type="http://schemas.openxmlformats.org/officeDocument/2006/relationships/image" Target="../media/image4456.png" /><Relationship Id="rId1483" Type="http://schemas.openxmlformats.org/officeDocument/2006/relationships/image" Target="../media/image4457.png" /><Relationship Id="rId1484" Type="http://schemas.openxmlformats.org/officeDocument/2006/relationships/image" Target="../media/image4458.png" /><Relationship Id="rId1485" Type="http://schemas.openxmlformats.org/officeDocument/2006/relationships/image" Target="../media/image4459.png" /><Relationship Id="rId1486" Type="http://schemas.openxmlformats.org/officeDocument/2006/relationships/image" Target="../media/image4460.png" /><Relationship Id="rId1487" Type="http://schemas.openxmlformats.org/officeDocument/2006/relationships/image" Target="../media/image4461.png" /><Relationship Id="rId1488" Type="http://schemas.openxmlformats.org/officeDocument/2006/relationships/image" Target="../media/image4462.png" /><Relationship Id="rId1489" Type="http://schemas.openxmlformats.org/officeDocument/2006/relationships/image" Target="../media/image4463.png" /><Relationship Id="rId149" Type="http://schemas.openxmlformats.org/officeDocument/2006/relationships/image" Target="../media/image3123.png" /><Relationship Id="rId1490" Type="http://schemas.openxmlformats.org/officeDocument/2006/relationships/image" Target="../media/image4464.png" /><Relationship Id="rId1491" Type="http://schemas.openxmlformats.org/officeDocument/2006/relationships/image" Target="../media/image4465.png" /><Relationship Id="rId1492" Type="http://schemas.openxmlformats.org/officeDocument/2006/relationships/image" Target="../media/image4466.png" /><Relationship Id="rId1493" Type="http://schemas.openxmlformats.org/officeDocument/2006/relationships/image" Target="../media/image4467.png" /><Relationship Id="rId1494" Type="http://schemas.openxmlformats.org/officeDocument/2006/relationships/image" Target="../media/image4468.png" /><Relationship Id="rId1495" Type="http://schemas.openxmlformats.org/officeDocument/2006/relationships/image" Target="../media/image4469.png" /><Relationship Id="rId1496" Type="http://schemas.openxmlformats.org/officeDocument/2006/relationships/image" Target="../media/image4470.png" /><Relationship Id="rId1497" Type="http://schemas.openxmlformats.org/officeDocument/2006/relationships/image" Target="../media/image4471.png" /><Relationship Id="rId1498" Type="http://schemas.openxmlformats.org/officeDocument/2006/relationships/image" Target="../media/image4472.png" /><Relationship Id="rId1499" Type="http://schemas.openxmlformats.org/officeDocument/2006/relationships/image" Target="../media/image4473.png" /><Relationship Id="rId15" Type="http://schemas.openxmlformats.org/officeDocument/2006/relationships/image" Target="../media/image2989.png" /><Relationship Id="rId150" Type="http://schemas.openxmlformats.org/officeDocument/2006/relationships/image" Target="../media/image3124.png" /><Relationship Id="rId1500" Type="http://schemas.openxmlformats.org/officeDocument/2006/relationships/image" Target="../media/image4474.png" /><Relationship Id="rId1501" Type="http://schemas.openxmlformats.org/officeDocument/2006/relationships/image" Target="../media/image4475.png" /><Relationship Id="rId1502" Type="http://schemas.openxmlformats.org/officeDocument/2006/relationships/image" Target="../media/image4476.png" /><Relationship Id="rId1503" Type="http://schemas.openxmlformats.org/officeDocument/2006/relationships/image" Target="../media/image4477.png" /><Relationship Id="rId1504" Type="http://schemas.openxmlformats.org/officeDocument/2006/relationships/image" Target="../media/image4478.png" /><Relationship Id="rId1505" Type="http://schemas.openxmlformats.org/officeDocument/2006/relationships/image" Target="../media/image4479.png" /><Relationship Id="rId1506" Type="http://schemas.openxmlformats.org/officeDocument/2006/relationships/image" Target="../media/image4480.png" /><Relationship Id="rId1507" Type="http://schemas.openxmlformats.org/officeDocument/2006/relationships/image" Target="../media/image4481.png" /><Relationship Id="rId1508" Type="http://schemas.openxmlformats.org/officeDocument/2006/relationships/image" Target="../media/image4482.png" /><Relationship Id="rId1509" Type="http://schemas.openxmlformats.org/officeDocument/2006/relationships/image" Target="../media/image4483.png" /><Relationship Id="rId151" Type="http://schemas.openxmlformats.org/officeDocument/2006/relationships/image" Target="../media/image3125.png" /><Relationship Id="rId1510" Type="http://schemas.openxmlformats.org/officeDocument/2006/relationships/image" Target="../media/image4484.png" /><Relationship Id="rId1511" Type="http://schemas.openxmlformats.org/officeDocument/2006/relationships/image" Target="../media/image4485.png" /><Relationship Id="rId1512" Type="http://schemas.openxmlformats.org/officeDocument/2006/relationships/image" Target="../media/image4486.png" /><Relationship Id="rId1513" Type="http://schemas.openxmlformats.org/officeDocument/2006/relationships/image" Target="../media/image4487.png" /><Relationship Id="rId1514" Type="http://schemas.openxmlformats.org/officeDocument/2006/relationships/image" Target="../media/image4488.png" /><Relationship Id="rId1515" Type="http://schemas.openxmlformats.org/officeDocument/2006/relationships/image" Target="../media/image4489.png" /><Relationship Id="rId1516" Type="http://schemas.openxmlformats.org/officeDocument/2006/relationships/image" Target="../media/image4490.png" /><Relationship Id="rId1517" Type="http://schemas.openxmlformats.org/officeDocument/2006/relationships/image" Target="../media/image4491.png" /><Relationship Id="rId1518" Type="http://schemas.openxmlformats.org/officeDocument/2006/relationships/image" Target="../media/image4492.png" /><Relationship Id="rId1519" Type="http://schemas.openxmlformats.org/officeDocument/2006/relationships/image" Target="../media/image4493.png" /><Relationship Id="rId152" Type="http://schemas.openxmlformats.org/officeDocument/2006/relationships/image" Target="../media/image3126.png" /><Relationship Id="rId1520" Type="http://schemas.openxmlformats.org/officeDocument/2006/relationships/image" Target="../media/image4494.png" /><Relationship Id="rId1521" Type="http://schemas.openxmlformats.org/officeDocument/2006/relationships/image" Target="../media/image4495.png" /><Relationship Id="rId1522" Type="http://schemas.openxmlformats.org/officeDocument/2006/relationships/image" Target="../media/image4496.png" /><Relationship Id="rId1523" Type="http://schemas.openxmlformats.org/officeDocument/2006/relationships/image" Target="../media/image4497.png" /><Relationship Id="rId1524" Type="http://schemas.openxmlformats.org/officeDocument/2006/relationships/image" Target="../media/image4498.png" /><Relationship Id="rId1525" Type="http://schemas.openxmlformats.org/officeDocument/2006/relationships/image" Target="../media/image4499.png" /><Relationship Id="rId1526" Type="http://schemas.openxmlformats.org/officeDocument/2006/relationships/image" Target="../media/image4500.png" /><Relationship Id="rId1527" Type="http://schemas.openxmlformats.org/officeDocument/2006/relationships/image" Target="../media/image4501.png" /><Relationship Id="rId1528" Type="http://schemas.openxmlformats.org/officeDocument/2006/relationships/image" Target="../media/image4502.png" /><Relationship Id="rId1529" Type="http://schemas.openxmlformats.org/officeDocument/2006/relationships/image" Target="../media/image4503.png" /><Relationship Id="rId153" Type="http://schemas.openxmlformats.org/officeDocument/2006/relationships/image" Target="../media/image3127.png" /><Relationship Id="rId1530" Type="http://schemas.openxmlformats.org/officeDocument/2006/relationships/image" Target="../media/image4504.png" /><Relationship Id="rId1531" Type="http://schemas.openxmlformats.org/officeDocument/2006/relationships/image" Target="../media/image4505.png" /><Relationship Id="rId1532" Type="http://schemas.openxmlformats.org/officeDocument/2006/relationships/image" Target="../media/image4506.png" /><Relationship Id="rId1533" Type="http://schemas.openxmlformats.org/officeDocument/2006/relationships/image" Target="../media/image4507.png" /><Relationship Id="rId1534" Type="http://schemas.openxmlformats.org/officeDocument/2006/relationships/image" Target="../media/image4508.png" /><Relationship Id="rId1535" Type="http://schemas.openxmlformats.org/officeDocument/2006/relationships/image" Target="../media/image4509.png" /><Relationship Id="rId1536" Type="http://schemas.openxmlformats.org/officeDocument/2006/relationships/image" Target="../media/image4510.png" /><Relationship Id="rId1537" Type="http://schemas.openxmlformats.org/officeDocument/2006/relationships/image" Target="../media/image4511.png" /><Relationship Id="rId1538" Type="http://schemas.openxmlformats.org/officeDocument/2006/relationships/image" Target="../media/image4512.png" /><Relationship Id="rId1539" Type="http://schemas.openxmlformats.org/officeDocument/2006/relationships/image" Target="../media/image4513.png" /><Relationship Id="rId154" Type="http://schemas.openxmlformats.org/officeDocument/2006/relationships/image" Target="../media/image3128.png" /><Relationship Id="rId1540" Type="http://schemas.openxmlformats.org/officeDocument/2006/relationships/image" Target="../media/image4514.png" /><Relationship Id="rId1541" Type="http://schemas.openxmlformats.org/officeDocument/2006/relationships/image" Target="../media/image4515.png" /><Relationship Id="rId1542" Type="http://schemas.openxmlformats.org/officeDocument/2006/relationships/image" Target="../media/image4516.png" /><Relationship Id="rId1543" Type="http://schemas.openxmlformats.org/officeDocument/2006/relationships/image" Target="../media/image4517.png" /><Relationship Id="rId1544" Type="http://schemas.openxmlformats.org/officeDocument/2006/relationships/image" Target="../media/image4518.png" /><Relationship Id="rId1545" Type="http://schemas.openxmlformats.org/officeDocument/2006/relationships/image" Target="../media/image4519.png" /><Relationship Id="rId1546" Type="http://schemas.openxmlformats.org/officeDocument/2006/relationships/image" Target="../media/image4520.png" /><Relationship Id="rId1547" Type="http://schemas.openxmlformats.org/officeDocument/2006/relationships/image" Target="../media/image4521.png" /><Relationship Id="rId1548" Type="http://schemas.openxmlformats.org/officeDocument/2006/relationships/image" Target="../media/image4522.png" /><Relationship Id="rId1549" Type="http://schemas.openxmlformats.org/officeDocument/2006/relationships/image" Target="../media/image4523.png" /><Relationship Id="rId155" Type="http://schemas.openxmlformats.org/officeDocument/2006/relationships/image" Target="../media/image3129.png" /><Relationship Id="rId1550" Type="http://schemas.openxmlformats.org/officeDocument/2006/relationships/image" Target="../media/image4524.png" /><Relationship Id="rId1551" Type="http://schemas.openxmlformats.org/officeDocument/2006/relationships/image" Target="../media/image4525.png" /><Relationship Id="rId1552" Type="http://schemas.openxmlformats.org/officeDocument/2006/relationships/image" Target="../media/image4526.png" /><Relationship Id="rId1553" Type="http://schemas.openxmlformats.org/officeDocument/2006/relationships/image" Target="../media/image4527.png" /><Relationship Id="rId1554" Type="http://schemas.openxmlformats.org/officeDocument/2006/relationships/image" Target="../media/image4528.png" /><Relationship Id="rId1555" Type="http://schemas.openxmlformats.org/officeDocument/2006/relationships/image" Target="../media/image4529.png" /><Relationship Id="rId1556" Type="http://schemas.openxmlformats.org/officeDocument/2006/relationships/image" Target="../media/image4530.png" /><Relationship Id="rId1557" Type="http://schemas.openxmlformats.org/officeDocument/2006/relationships/image" Target="../media/image4531.png" /><Relationship Id="rId1558" Type="http://schemas.openxmlformats.org/officeDocument/2006/relationships/image" Target="../media/image4532.png" /><Relationship Id="rId1559" Type="http://schemas.openxmlformats.org/officeDocument/2006/relationships/image" Target="../media/image4533.png" /><Relationship Id="rId156" Type="http://schemas.openxmlformats.org/officeDocument/2006/relationships/image" Target="../media/image3130.png" /><Relationship Id="rId1560" Type="http://schemas.openxmlformats.org/officeDocument/2006/relationships/image" Target="../media/image4534.png" /><Relationship Id="rId1561" Type="http://schemas.openxmlformats.org/officeDocument/2006/relationships/image" Target="../media/image4535.png" /><Relationship Id="rId1562" Type="http://schemas.openxmlformats.org/officeDocument/2006/relationships/image" Target="../media/image4536.png" /><Relationship Id="rId1563" Type="http://schemas.openxmlformats.org/officeDocument/2006/relationships/image" Target="../media/image4537.png" /><Relationship Id="rId1564" Type="http://schemas.openxmlformats.org/officeDocument/2006/relationships/image" Target="../media/image4538.png" /><Relationship Id="rId1565" Type="http://schemas.openxmlformats.org/officeDocument/2006/relationships/image" Target="../media/image4539.png" /><Relationship Id="rId1566" Type="http://schemas.openxmlformats.org/officeDocument/2006/relationships/image" Target="../media/image4540.png" /><Relationship Id="rId1567" Type="http://schemas.openxmlformats.org/officeDocument/2006/relationships/image" Target="../media/image4541.png" /><Relationship Id="rId1568" Type="http://schemas.openxmlformats.org/officeDocument/2006/relationships/image" Target="../media/image4542.png" /><Relationship Id="rId1569" Type="http://schemas.openxmlformats.org/officeDocument/2006/relationships/image" Target="../media/image4543.png" /><Relationship Id="rId157" Type="http://schemas.openxmlformats.org/officeDocument/2006/relationships/image" Target="../media/image3131.png" /><Relationship Id="rId1570" Type="http://schemas.openxmlformats.org/officeDocument/2006/relationships/image" Target="../media/image4544.png" /><Relationship Id="rId1571" Type="http://schemas.openxmlformats.org/officeDocument/2006/relationships/image" Target="../media/image4545.png" /><Relationship Id="rId1572" Type="http://schemas.openxmlformats.org/officeDocument/2006/relationships/image" Target="../media/image4546.png" /><Relationship Id="rId1573" Type="http://schemas.openxmlformats.org/officeDocument/2006/relationships/image" Target="../media/image4547.png" /><Relationship Id="rId1574" Type="http://schemas.openxmlformats.org/officeDocument/2006/relationships/image" Target="../media/image4548.png" /><Relationship Id="rId1575" Type="http://schemas.openxmlformats.org/officeDocument/2006/relationships/image" Target="../media/image4549.png" /><Relationship Id="rId1576" Type="http://schemas.openxmlformats.org/officeDocument/2006/relationships/image" Target="../media/image4550.png" /><Relationship Id="rId1577" Type="http://schemas.openxmlformats.org/officeDocument/2006/relationships/image" Target="../media/image4551.png" /><Relationship Id="rId1578" Type="http://schemas.openxmlformats.org/officeDocument/2006/relationships/image" Target="../media/image4552.png" /><Relationship Id="rId1579" Type="http://schemas.openxmlformats.org/officeDocument/2006/relationships/image" Target="../media/image4553.png" /><Relationship Id="rId158" Type="http://schemas.openxmlformats.org/officeDocument/2006/relationships/image" Target="../media/image3132.png" /><Relationship Id="rId1580" Type="http://schemas.openxmlformats.org/officeDocument/2006/relationships/image" Target="../media/image4554.png" /><Relationship Id="rId1581" Type="http://schemas.openxmlformats.org/officeDocument/2006/relationships/image" Target="../media/image4555.png" /><Relationship Id="rId1582" Type="http://schemas.openxmlformats.org/officeDocument/2006/relationships/image" Target="../media/image4556.png" /><Relationship Id="rId1583" Type="http://schemas.openxmlformats.org/officeDocument/2006/relationships/image" Target="../media/image4557.png" /><Relationship Id="rId1584" Type="http://schemas.openxmlformats.org/officeDocument/2006/relationships/image" Target="../media/image4558.png" /><Relationship Id="rId1585" Type="http://schemas.openxmlformats.org/officeDocument/2006/relationships/image" Target="../media/image4559.png" /><Relationship Id="rId1586" Type="http://schemas.openxmlformats.org/officeDocument/2006/relationships/image" Target="../media/image4560.png" /><Relationship Id="rId1587" Type="http://schemas.openxmlformats.org/officeDocument/2006/relationships/image" Target="../media/image4561.png" /><Relationship Id="rId1588" Type="http://schemas.openxmlformats.org/officeDocument/2006/relationships/image" Target="../media/image4562.png" /><Relationship Id="rId1589" Type="http://schemas.openxmlformats.org/officeDocument/2006/relationships/image" Target="../media/image4563.png" /><Relationship Id="rId159" Type="http://schemas.openxmlformats.org/officeDocument/2006/relationships/image" Target="../media/image3133.png" /><Relationship Id="rId1590" Type="http://schemas.openxmlformats.org/officeDocument/2006/relationships/image" Target="../media/image4564.png" /><Relationship Id="rId1591" Type="http://schemas.openxmlformats.org/officeDocument/2006/relationships/image" Target="../media/image4565.png" /><Relationship Id="rId1592" Type="http://schemas.openxmlformats.org/officeDocument/2006/relationships/image" Target="../media/image4566.png" /><Relationship Id="rId1593" Type="http://schemas.openxmlformats.org/officeDocument/2006/relationships/image" Target="../media/image4567.png" /><Relationship Id="rId1594" Type="http://schemas.openxmlformats.org/officeDocument/2006/relationships/image" Target="../media/image4568.png" /><Relationship Id="rId1595" Type="http://schemas.openxmlformats.org/officeDocument/2006/relationships/image" Target="../media/image4569.png" /><Relationship Id="rId1596" Type="http://schemas.openxmlformats.org/officeDocument/2006/relationships/image" Target="../media/image4570.png" /><Relationship Id="rId1597" Type="http://schemas.openxmlformats.org/officeDocument/2006/relationships/image" Target="../media/image4571.png" /><Relationship Id="rId1598" Type="http://schemas.openxmlformats.org/officeDocument/2006/relationships/image" Target="../media/image4572.png" /><Relationship Id="rId1599" Type="http://schemas.openxmlformats.org/officeDocument/2006/relationships/image" Target="../media/image4573.png" /><Relationship Id="rId16" Type="http://schemas.openxmlformats.org/officeDocument/2006/relationships/image" Target="../media/image2990.png" /><Relationship Id="rId160" Type="http://schemas.openxmlformats.org/officeDocument/2006/relationships/image" Target="../media/image3134.png" /><Relationship Id="rId1600" Type="http://schemas.openxmlformats.org/officeDocument/2006/relationships/image" Target="../media/image4574.png" /><Relationship Id="rId1601" Type="http://schemas.openxmlformats.org/officeDocument/2006/relationships/image" Target="../media/image4575.png" /><Relationship Id="rId1602" Type="http://schemas.openxmlformats.org/officeDocument/2006/relationships/image" Target="../media/image4576.png" /><Relationship Id="rId1603" Type="http://schemas.openxmlformats.org/officeDocument/2006/relationships/image" Target="../media/image4577.png" /><Relationship Id="rId1604" Type="http://schemas.openxmlformats.org/officeDocument/2006/relationships/image" Target="../media/image4578.png" /><Relationship Id="rId1605" Type="http://schemas.openxmlformats.org/officeDocument/2006/relationships/image" Target="../media/image4579.png" /><Relationship Id="rId1606" Type="http://schemas.openxmlformats.org/officeDocument/2006/relationships/image" Target="../media/image4580.png" /><Relationship Id="rId1607" Type="http://schemas.openxmlformats.org/officeDocument/2006/relationships/image" Target="../media/image4581.png" /><Relationship Id="rId1608" Type="http://schemas.openxmlformats.org/officeDocument/2006/relationships/image" Target="../media/image4582.png" /><Relationship Id="rId1609" Type="http://schemas.openxmlformats.org/officeDocument/2006/relationships/image" Target="../media/image4583.png" /><Relationship Id="rId161" Type="http://schemas.openxmlformats.org/officeDocument/2006/relationships/image" Target="../media/image3135.png" /><Relationship Id="rId1610" Type="http://schemas.openxmlformats.org/officeDocument/2006/relationships/image" Target="../media/image4584.png" /><Relationship Id="rId1611" Type="http://schemas.openxmlformats.org/officeDocument/2006/relationships/image" Target="../media/image4585.png" /><Relationship Id="rId1612" Type="http://schemas.openxmlformats.org/officeDocument/2006/relationships/image" Target="../media/image4586.png" /><Relationship Id="rId1613" Type="http://schemas.openxmlformats.org/officeDocument/2006/relationships/image" Target="../media/image4587.png" /><Relationship Id="rId1614" Type="http://schemas.openxmlformats.org/officeDocument/2006/relationships/image" Target="../media/image4588.png" /><Relationship Id="rId1615" Type="http://schemas.openxmlformats.org/officeDocument/2006/relationships/image" Target="../media/image4589.png" /><Relationship Id="rId1616" Type="http://schemas.openxmlformats.org/officeDocument/2006/relationships/image" Target="../media/image4590.png" /><Relationship Id="rId1617" Type="http://schemas.openxmlformats.org/officeDocument/2006/relationships/image" Target="../media/image4591.png" /><Relationship Id="rId1618" Type="http://schemas.openxmlformats.org/officeDocument/2006/relationships/image" Target="../media/image4592.png" /><Relationship Id="rId1619" Type="http://schemas.openxmlformats.org/officeDocument/2006/relationships/image" Target="../media/image4593.png" /><Relationship Id="rId162" Type="http://schemas.openxmlformats.org/officeDocument/2006/relationships/image" Target="../media/image3136.png" /><Relationship Id="rId1620" Type="http://schemas.openxmlformats.org/officeDocument/2006/relationships/image" Target="../media/image4594.png" /><Relationship Id="rId1621" Type="http://schemas.openxmlformats.org/officeDocument/2006/relationships/image" Target="../media/image4595.png" /><Relationship Id="rId1622" Type="http://schemas.openxmlformats.org/officeDocument/2006/relationships/image" Target="../media/image4596.png" /><Relationship Id="rId1623" Type="http://schemas.openxmlformats.org/officeDocument/2006/relationships/image" Target="../media/image4597.png" /><Relationship Id="rId1624" Type="http://schemas.openxmlformats.org/officeDocument/2006/relationships/image" Target="../media/image4598.png" /><Relationship Id="rId1625" Type="http://schemas.openxmlformats.org/officeDocument/2006/relationships/image" Target="../media/image4599.png" /><Relationship Id="rId1626" Type="http://schemas.openxmlformats.org/officeDocument/2006/relationships/image" Target="../media/image4600.png" /><Relationship Id="rId1627" Type="http://schemas.openxmlformats.org/officeDocument/2006/relationships/image" Target="../media/image4601.png" /><Relationship Id="rId1628" Type="http://schemas.openxmlformats.org/officeDocument/2006/relationships/image" Target="../media/image4602.png" /><Relationship Id="rId1629" Type="http://schemas.openxmlformats.org/officeDocument/2006/relationships/image" Target="../media/image4603.png" /><Relationship Id="rId163" Type="http://schemas.openxmlformats.org/officeDocument/2006/relationships/image" Target="../media/image3137.png" /><Relationship Id="rId1630" Type="http://schemas.openxmlformats.org/officeDocument/2006/relationships/image" Target="../media/image4604.png" /><Relationship Id="rId1631" Type="http://schemas.openxmlformats.org/officeDocument/2006/relationships/image" Target="../media/image4605.png" /><Relationship Id="rId1632" Type="http://schemas.openxmlformats.org/officeDocument/2006/relationships/image" Target="../media/image4606.png" /><Relationship Id="rId1633" Type="http://schemas.openxmlformats.org/officeDocument/2006/relationships/image" Target="../media/image4607.png" /><Relationship Id="rId1634" Type="http://schemas.openxmlformats.org/officeDocument/2006/relationships/image" Target="../media/image4608.png" /><Relationship Id="rId1635" Type="http://schemas.openxmlformats.org/officeDocument/2006/relationships/image" Target="../media/image4609.png" /><Relationship Id="rId1636" Type="http://schemas.openxmlformats.org/officeDocument/2006/relationships/image" Target="../media/image4610.png" /><Relationship Id="rId1637" Type="http://schemas.openxmlformats.org/officeDocument/2006/relationships/image" Target="../media/image4611.png" /><Relationship Id="rId1638" Type="http://schemas.openxmlformats.org/officeDocument/2006/relationships/image" Target="../media/image4612.png" /><Relationship Id="rId1639" Type="http://schemas.openxmlformats.org/officeDocument/2006/relationships/image" Target="../media/image4613.png" /><Relationship Id="rId164" Type="http://schemas.openxmlformats.org/officeDocument/2006/relationships/image" Target="../media/image3138.png" /><Relationship Id="rId1640" Type="http://schemas.openxmlformats.org/officeDocument/2006/relationships/image" Target="../media/image4614.png" /><Relationship Id="rId1641" Type="http://schemas.openxmlformats.org/officeDocument/2006/relationships/image" Target="../media/image4615.png" /><Relationship Id="rId1642" Type="http://schemas.openxmlformats.org/officeDocument/2006/relationships/image" Target="../media/image4616.png" /><Relationship Id="rId1643" Type="http://schemas.openxmlformats.org/officeDocument/2006/relationships/image" Target="../media/image4617.png" /><Relationship Id="rId1644" Type="http://schemas.openxmlformats.org/officeDocument/2006/relationships/image" Target="../media/image4618.png" /><Relationship Id="rId1645" Type="http://schemas.openxmlformats.org/officeDocument/2006/relationships/image" Target="../media/image4619.png" /><Relationship Id="rId1646" Type="http://schemas.openxmlformats.org/officeDocument/2006/relationships/image" Target="../media/image4620.png" /><Relationship Id="rId1647" Type="http://schemas.openxmlformats.org/officeDocument/2006/relationships/image" Target="../media/image4621.png" /><Relationship Id="rId1648" Type="http://schemas.openxmlformats.org/officeDocument/2006/relationships/image" Target="../media/image4622.png" /><Relationship Id="rId1649" Type="http://schemas.openxmlformats.org/officeDocument/2006/relationships/image" Target="../media/image4623.png" /><Relationship Id="rId165" Type="http://schemas.openxmlformats.org/officeDocument/2006/relationships/image" Target="../media/image3139.png" /><Relationship Id="rId1650" Type="http://schemas.openxmlformats.org/officeDocument/2006/relationships/image" Target="../media/image4624.png" /><Relationship Id="rId1651" Type="http://schemas.openxmlformats.org/officeDocument/2006/relationships/image" Target="../media/image4625.png" /><Relationship Id="rId1652" Type="http://schemas.openxmlformats.org/officeDocument/2006/relationships/image" Target="../media/image4626.png" /><Relationship Id="rId1653" Type="http://schemas.openxmlformats.org/officeDocument/2006/relationships/image" Target="../media/image4627.png" /><Relationship Id="rId1654" Type="http://schemas.openxmlformats.org/officeDocument/2006/relationships/image" Target="../media/image4628.png" /><Relationship Id="rId1655" Type="http://schemas.openxmlformats.org/officeDocument/2006/relationships/image" Target="../media/image4629.png" /><Relationship Id="rId1656" Type="http://schemas.openxmlformats.org/officeDocument/2006/relationships/image" Target="../media/image4630.png" /><Relationship Id="rId1657" Type="http://schemas.openxmlformats.org/officeDocument/2006/relationships/image" Target="../media/image4631.png" /><Relationship Id="rId1658" Type="http://schemas.openxmlformats.org/officeDocument/2006/relationships/image" Target="../media/image4632.png" /><Relationship Id="rId1659" Type="http://schemas.openxmlformats.org/officeDocument/2006/relationships/image" Target="../media/image4633.png" /><Relationship Id="rId166" Type="http://schemas.openxmlformats.org/officeDocument/2006/relationships/image" Target="../media/image3140.png" /><Relationship Id="rId1660" Type="http://schemas.openxmlformats.org/officeDocument/2006/relationships/image" Target="../media/image4634.png" /><Relationship Id="rId1661" Type="http://schemas.openxmlformats.org/officeDocument/2006/relationships/image" Target="../media/image4635.png" /><Relationship Id="rId1662" Type="http://schemas.openxmlformats.org/officeDocument/2006/relationships/image" Target="../media/image4636.png" /><Relationship Id="rId1663" Type="http://schemas.openxmlformats.org/officeDocument/2006/relationships/image" Target="../media/image4637.png" /><Relationship Id="rId1664" Type="http://schemas.openxmlformats.org/officeDocument/2006/relationships/image" Target="../media/image4638.png" /><Relationship Id="rId1665" Type="http://schemas.openxmlformats.org/officeDocument/2006/relationships/image" Target="../media/image4639.png" /><Relationship Id="rId1666" Type="http://schemas.openxmlformats.org/officeDocument/2006/relationships/image" Target="../media/image4640.png" /><Relationship Id="rId1667" Type="http://schemas.openxmlformats.org/officeDocument/2006/relationships/image" Target="../media/image4641.png" /><Relationship Id="rId1668" Type="http://schemas.openxmlformats.org/officeDocument/2006/relationships/image" Target="../media/image4642.png" /><Relationship Id="rId1669" Type="http://schemas.openxmlformats.org/officeDocument/2006/relationships/image" Target="../media/image4643.png" /><Relationship Id="rId167" Type="http://schemas.openxmlformats.org/officeDocument/2006/relationships/image" Target="../media/image3141.png" /><Relationship Id="rId1670" Type="http://schemas.openxmlformats.org/officeDocument/2006/relationships/image" Target="../media/image4644.png" /><Relationship Id="rId1671" Type="http://schemas.openxmlformats.org/officeDocument/2006/relationships/image" Target="../media/image4645.png" /><Relationship Id="rId1672" Type="http://schemas.openxmlformats.org/officeDocument/2006/relationships/image" Target="../media/image4646.png" /><Relationship Id="rId1673" Type="http://schemas.openxmlformats.org/officeDocument/2006/relationships/image" Target="../media/image4647.png" /><Relationship Id="rId1674" Type="http://schemas.openxmlformats.org/officeDocument/2006/relationships/image" Target="../media/image4648.png" /><Relationship Id="rId1675" Type="http://schemas.openxmlformats.org/officeDocument/2006/relationships/image" Target="../media/image4649.png" /><Relationship Id="rId1676" Type="http://schemas.openxmlformats.org/officeDocument/2006/relationships/image" Target="../media/image4650.png" /><Relationship Id="rId1677" Type="http://schemas.openxmlformats.org/officeDocument/2006/relationships/image" Target="../media/image4651.png" /><Relationship Id="rId1678" Type="http://schemas.openxmlformats.org/officeDocument/2006/relationships/image" Target="../media/image4652.png" /><Relationship Id="rId1679" Type="http://schemas.openxmlformats.org/officeDocument/2006/relationships/image" Target="../media/image4653.png" /><Relationship Id="rId168" Type="http://schemas.openxmlformats.org/officeDocument/2006/relationships/image" Target="../media/image3142.png" /><Relationship Id="rId1680" Type="http://schemas.openxmlformats.org/officeDocument/2006/relationships/image" Target="../media/image4654.png" /><Relationship Id="rId1681" Type="http://schemas.openxmlformats.org/officeDocument/2006/relationships/image" Target="../media/image4655.png" /><Relationship Id="rId1682" Type="http://schemas.openxmlformats.org/officeDocument/2006/relationships/image" Target="../media/image4656.png" /><Relationship Id="rId1683" Type="http://schemas.openxmlformats.org/officeDocument/2006/relationships/image" Target="../media/image4657.png" /><Relationship Id="rId1684" Type="http://schemas.openxmlformats.org/officeDocument/2006/relationships/image" Target="../media/image4658.png" /><Relationship Id="rId1685" Type="http://schemas.openxmlformats.org/officeDocument/2006/relationships/image" Target="../media/image4659.png" /><Relationship Id="rId1686" Type="http://schemas.openxmlformats.org/officeDocument/2006/relationships/image" Target="../media/image4660.png" /><Relationship Id="rId1687" Type="http://schemas.openxmlformats.org/officeDocument/2006/relationships/image" Target="../media/image4661.png" /><Relationship Id="rId1688" Type="http://schemas.openxmlformats.org/officeDocument/2006/relationships/image" Target="../media/image4662.png" /><Relationship Id="rId1689" Type="http://schemas.openxmlformats.org/officeDocument/2006/relationships/image" Target="../media/image4663.png" /><Relationship Id="rId169" Type="http://schemas.openxmlformats.org/officeDocument/2006/relationships/image" Target="../media/image3143.png" /><Relationship Id="rId1690" Type="http://schemas.openxmlformats.org/officeDocument/2006/relationships/image" Target="../media/image4664.png" /><Relationship Id="rId1691" Type="http://schemas.openxmlformats.org/officeDocument/2006/relationships/image" Target="../media/image4665.png" /><Relationship Id="rId1692" Type="http://schemas.openxmlformats.org/officeDocument/2006/relationships/image" Target="../media/image4666.png" /><Relationship Id="rId1693" Type="http://schemas.openxmlformats.org/officeDocument/2006/relationships/image" Target="../media/image4667.png" /><Relationship Id="rId1694" Type="http://schemas.openxmlformats.org/officeDocument/2006/relationships/image" Target="../media/image4668.png" /><Relationship Id="rId1695" Type="http://schemas.openxmlformats.org/officeDocument/2006/relationships/image" Target="../media/image4669.png" /><Relationship Id="rId1696" Type="http://schemas.openxmlformats.org/officeDocument/2006/relationships/image" Target="../media/image4670.png" /><Relationship Id="rId1697" Type="http://schemas.openxmlformats.org/officeDocument/2006/relationships/image" Target="../media/image4671.png" /><Relationship Id="rId1698" Type="http://schemas.openxmlformats.org/officeDocument/2006/relationships/image" Target="../media/image4672.png" /><Relationship Id="rId1699" Type="http://schemas.openxmlformats.org/officeDocument/2006/relationships/image" Target="../media/image4673.png" /><Relationship Id="rId17" Type="http://schemas.openxmlformats.org/officeDocument/2006/relationships/image" Target="../media/image2991.png" /><Relationship Id="rId170" Type="http://schemas.openxmlformats.org/officeDocument/2006/relationships/image" Target="../media/image3144.png" /><Relationship Id="rId1700" Type="http://schemas.openxmlformats.org/officeDocument/2006/relationships/image" Target="../media/image4674.png" /><Relationship Id="rId1701" Type="http://schemas.openxmlformats.org/officeDocument/2006/relationships/image" Target="../media/image4675.png" /><Relationship Id="rId1702" Type="http://schemas.openxmlformats.org/officeDocument/2006/relationships/image" Target="../media/image4676.png" /><Relationship Id="rId1703" Type="http://schemas.openxmlformats.org/officeDocument/2006/relationships/image" Target="../media/image4677.png" /><Relationship Id="rId1704" Type="http://schemas.openxmlformats.org/officeDocument/2006/relationships/image" Target="../media/image4678.png" /><Relationship Id="rId1705" Type="http://schemas.openxmlformats.org/officeDocument/2006/relationships/image" Target="../media/image4679.png" /><Relationship Id="rId1706" Type="http://schemas.openxmlformats.org/officeDocument/2006/relationships/image" Target="../media/image4680.png" /><Relationship Id="rId1707" Type="http://schemas.openxmlformats.org/officeDocument/2006/relationships/image" Target="../media/image4681.png" /><Relationship Id="rId1708" Type="http://schemas.openxmlformats.org/officeDocument/2006/relationships/image" Target="../media/image4682.png" /><Relationship Id="rId1709" Type="http://schemas.openxmlformats.org/officeDocument/2006/relationships/image" Target="../media/image4683.png" /><Relationship Id="rId171" Type="http://schemas.openxmlformats.org/officeDocument/2006/relationships/image" Target="../media/image3145.png" /><Relationship Id="rId1710" Type="http://schemas.openxmlformats.org/officeDocument/2006/relationships/image" Target="../media/image4684.png" /><Relationship Id="rId1711" Type="http://schemas.openxmlformats.org/officeDocument/2006/relationships/image" Target="../media/image4685.png" /><Relationship Id="rId1712" Type="http://schemas.openxmlformats.org/officeDocument/2006/relationships/image" Target="../media/image4686.png" /><Relationship Id="rId1713" Type="http://schemas.openxmlformats.org/officeDocument/2006/relationships/image" Target="../media/image4687.png" /><Relationship Id="rId1714" Type="http://schemas.openxmlformats.org/officeDocument/2006/relationships/image" Target="../media/image4688.png" /><Relationship Id="rId1715" Type="http://schemas.openxmlformats.org/officeDocument/2006/relationships/image" Target="../media/image4689.png" /><Relationship Id="rId1716" Type="http://schemas.openxmlformats.org/officeDocument/2006/relationships/image" Target="../media/image4690.png" /><Relationship Id="rId1717" Type="http://schemas.openxmlformats.org/officeDocument/2006/relationships/image" Target="../media/image4691.png" /><Relationship Id="rId1718" Type="http://schemas.openxmlformats.org/officeDocument/2006/relationships/image" Target="../media/image4692.png" /><Relationship Id="rId1719" Type="http://schemas.openxmlformats.org/officeDocument/2006/relationships/image" Target="../media/image4693.png" /><Relationship Id="rId172" Type="http://schemas.openxmlformats.org/officeDocument/2006/relationships/image" Target="../media/image3146.png" /><Relationship Id="rId1720" Type="http://schemas.openxmlformats.org/officeDocument/2006/relationships/image" Target="../media/image4694.png" /><Relationship Id="rId1721" Type="http://schemas.openxmlformats.org/officeDocument/2006/relationships/image" Target="../media/image4695.png" /><Relationship Id="rId1722" Type="http://schemas.openxmlformats.org/officeDocument/2006/relationships/image" Target="../media/image4696.png" /><Relationship Id="rId1723" Type="http://schemas.openxmlformats.org/officeDocument/2006/relationships/image" Target="../media/image4697.png" /><Relationship Id="rId1724" Type="http://schemas.openxmlformats.org/officeDocument/2006/relationships/image" Target="../media/image4698.png" /><Relationship Id="rId1725" Type="http://schemas.openxmlformats.org/officeDocument/2006/relationships/image" Target="../media/image4699.png" /><Relationship Id="rId1726" Type="http://schemas.openxmlformats.org/officeDocument/2006/relationships/image" Target="../media/image4700.png" /><Relationship Id="rId1727" Type="http://schemas.openxmlformats.org/officeDocument/2006/relationships/image" Target="../media/image4701.png" /><Relationship Id="rId1728" Type="http://schemas.openxmlformats.org/officeDocument/2006/relationships/image" Target="../media/image4702.png" /><Relationship Id="rId1729" Type="http://schemas.openxmlformats.org/officeDocument/2006/relationships/image" Target="../media/image4703.png" /><Relationship Id="rId173" Type="http://schemas.openxmlformats.org/officeDocument/2006/relationships/image" Target="../media/image3147.png" /><Relationship Id="rId1730" Type="http://schemas.openxmlformats.org/officeDocument/2006/relationships/image" Target="../media/image4704.png" /><Relationship Id="rId1731" Type="http://schemas.openxmlformats.org/officeDocument/2006/relationships/image" Target="../media/image4705.png" /><Relationship Id="rId1732" Type="http://schemas.openxmlformats.org/officeDocument/2006/relationships/image" Target="../media/image4706.png" /><Relationship Id="rId1733" Type="http://schemas.openxmlformats.org/officeDocument/2006/relationships/image" Target="../media/image4707.png" /><Relationship Id="rId1734" Type="http://schemas.openxmlformats.org/officeDocument/2006/relationships/image" Target="../media/image4708.png" /><Relationship Id="rId1735" Type="http://schemas.openxmlformats.org/officeDocument/2006/relationships/image" Target="../media/image4709.png" /><Relationship Id="rId1736" Type="http://schemas.openxmlformats.org/officeDocument/2006/relationships/image" Target="../media/image4710.png" /><Relationship Id="rId1737" Type="http://schemas.openxmlformats.org/officeDocument/2006/relationships/image" Target="../media/image4711.png" /><Relationship Id="rId1738" Type="http://schemas.openxmlformats.org/officeDocument/2006/relationships/image" Target="../media/image4712.png" /><Relationship Id="rId1739" Type="http://schemas.openxmlformats.org/officeDocument/2006/relationships/image" Target="../media/image4713.png" /><Relationship Id="rId174" Type="http://schemas.openxmlformats.org/officeDocument/2006/relationships/image" Target="../media/image3148.png" /><Relationship Id="rId1740" Type="http://schemas.openxmlformats.org/officeDocument/2006/relationships/image" Target="../media/image4714.png" /><Relationship Id="rId1741" Type="http://schemas.openxmlformats.org/officeDocument/2006/relationships/image" Target="../media/image4715.png" /><Relationship Id="rId1742" Type="http://schemas.openxmlformats.org/officeDocument/2006/relationships/image" Target="../media/image4716.png" /><Relationship Id="rId1743" Type="http://schemas.openxmlformats.org/officeDocument/2006/relationships/image" Target="../media/image4717.png" /><Relationship Id="rId1744" Type="http://schemas.openxmlformats.org/officeDocument/2006/relationships/image" Target="../media/image4718.png" /><Relationship Id="rId1745" Type="http://schemas.openxmlformats.org/officeDocument/2006/relationships/image" Target="../media/image4719.png" /><Relationship Id="rId1746" Type="http://schemas.openxmlformats.org/officeDocument/2006/relationships/image" Target="../media/image4720.png" /><Relationship Id="rId1747" Type="http://schemas.openxmlformats.org/officeDocument/2006/relationships/image" Target="../media/image4721.png" /><Relationship Id="rId1748" Type="http://schemas.openxmlformats.org/officeDocument/2006/relationships/image" Target="../media/image4722.png" /><Relationship Id="rId1749" Type="http://schemas.openxmlformats.org/officeDocument/2006/relationships/image" Target="../media/image4723.png" /><Relationship Id="rId175" Type="http://schemas.openxmlformats.org/officeDocument/2006/relationships/image" Target="../media/image3149.png" /><Relationship Id="rId1750" Type="http://schemas.openxmlformats.org/officeDocument/2006/relationships/image" Target="../media/image4724.png" /><Relationship Id="rId1751" Type="http://schemas.openxmlformats.org/officeDocument/2006/relationships/image" Target="../media/image4725.png" /><Relationship Id="rId1752" Type="http://schemas.openxmlformats.org/officeDocument/2006/relationships/image" Target="../media/image4726.png" /><Relationship Id="rId1753" Type="http://schemas.openxmlformats.org/officeDocument/2006/relationships/image" Target="../media/image4727.png" /><Relationship Id="rId1754" Type="http://schemas.openxmlformats.org/officeDocument/2006/relationships/image" Target="../media/image4728.png" /><Relationship Id="rId1755" Type="http://schemas.openxmlformats.org/officeDocument/2006/relationships/image" Target="../media/image4729.png" /><Relationship Id="rId1756" Type="http://schemas.openxmlformats.org/officeDocument/2006/relationships/image" Target="../media/image4730.png" /><Relationship Id="rId1757" Type="http://schemas.openxmlformats.org/officeDocument/2006/relationships/image" Target="../media/image4731.png" /><Relationship Id="rId1758" Type="http://schemas.openxmlformats.org/officeDocument/2006/relationships/image" Target="../media/image4732.png" /><Relationship Id="rId1759" Type="http://schemas.openxmlformats.org/officeDocument/2006/relationships/image" Target="../media/image4733.png" /><Relationship Id="rId176" Type="http://schemas.openxmlformats.org/officeDocument/2006/relationships/image" Target="../media/image3150.png" /><Relationship Id="rId1760" Type="http://schemas.openxmlformats.org/officeDocument/2006/relationships/image" Target="../media/image4734.png" /><Relationship Id="rId1761" Type="http://schemas.openxmlformats.org/officeDocument/2006/relationships/image" Target="../media/image4735.png" /><Relationship Id="rId1762" Type="http://schemas.openxmlformats.org/officeDocument/2006/relationships/image" Target="../media/image4736.png" /><Relationship Id="rId1763" Type="http://schemas.openxmlformats.org/officeDocument/2006/relationships/image" Target="../media/image4737.png" /><Relationship Id="rId1764" Type="http://schemas.openxmlformats.org/officeDocument/2006/relationships/image" Target="../media/image4738.png" /><Relationship Id="rId1765" Type="http://schemas.openxmlformats.org/officeDocument/2006/relationships/image" Target="../media/image4739.png" /><Relationship Id="rId1766" Type="http://schemas.openxmlformats.org/officeDocument/2006/relationships/image" Target="../media/image4740.png" /><Relationship Id="rId1767" Type="http://schemas.openxmlformats.org/officeDocument/2006/relationships/image" Target="../media/image4741.png" /><Relationship Id="rId1768" Type="http://schemas.openxmlformats.org/officeDocument/2006/relationships/image" Target="../media/image4742.png" /><Relationship Id="rId1769" Type="http://schemas.openxmlformats.org/officeDocument/2006/relationships/image" Target="../media/image4743.png" /><Relationship Id="rId177" Type="http://schemas.openxmlformats.org/officeDocument/2006/relationships/image" Target="../media/image3151.png" /><Relationship Id="rId1770" Type="http://schemas.openxmlformats.org/officeDocument/2006/relationships/image" Target="../media/image4744.png" /><Relationship Id="rId1771" Type="http://schemas.openxmlformats.org/officeDocument/2006/relationships/image" Target="../media/image4745.png" /><Relationship Id="rId1772" Type="http://schemas.openxmlformats.org/officeDocument/2006/relationships/image" Target="../media/image4746.png" /><Relationship Id="rId1773" Type="http://schemas.openxmlformats.org/officeDocument/2006/relationships/image" Target="../media/image4747.png" /><Relationship Id="rId1774" Type="http://schemas.openxmlformats.org/officeDocument/2006/relationships/image" Target="../media/image4748.png" /><Relationship Id="rId1775" Type="http://schemas.openxmlformats.org/officeDocument/2006/relationships/image" Target="../media/image4749.png" /><Relationship Id="rId1776" Type="http://schemas.openxmlformats.org/officeDocument/2006/relationships/image" Target="../media/image4750.png" /><Relationship Id="rId1777" Type="http://schemas.openxmlformats.org/officeDocument/2006/relationships/image" Target="../media/image4751.png" /><Relationship Id="rId1778" Type="http://schemas.openxmlformats.org/officeDocument/2006/relationships/image" Target="../media/image4752.png" /><Relationship Id="rId1779" Type="http://schemas.openxmlformats.org/officeDocument/2006/relationships/image" Target="../media/image4753.png" /><Relationship Id="rId178" Type="http://schemas.openxmlformats.org/officeDocument/2006/relationships/image" Target="../media/image3152.png" /><Relationship Id="rId1780" Type="http://schemas.openxmlformats.org/officeDocument/2006/relationships/image" Target="../media/image4754.png" /><Relationship Id="rId1781" Type="http://schemas.openxmlformats.org/officeDocument/2006/relationships/image" Target="../media/image4755.png" /><Relationship Id="rId1782" Type="http://schemas.openxmlformats.org/officeDocument/2006/relationships/image" Target="../media/image4756.png" /><Relationship Id="rId1783" Type="http://schemas.openxmlformats.org/officeDocument/2006/relationships/image" Target="../media/image4757.png" /><Relationship Id="rId1784" Type="http://schemas.openxmlformats.org/officeDocument/2006/relationships/image" Target="../media/image4758.png" /><Relationship Id="rId1785" Type="http://schemas.openxmlformats.org/officeDocument/2006/relationships/image" Target="../media/image4759.png" /><Relationship Id="rId1786" Type="http://schemas.openxmlformats.org/officeDocument/2006/relationships/image" Target="../media/image4760.png" /><Relationship Id="rId1787" Type="http://schemas.openxmlformats.org/officeDocument/2006/relationships/image" Target="../media/image4761.png" /><Relationship Id="rId1788" Type="http://schemas.openxmlformats.org/officeDocument/2006/relationships/image" Target="../media/image4762.png" /><Relationship Id="rId1789" Type="http://schemas.openxmlformats.org/officeDocument/2006/relationships/image" Target="../media/image4763.png" /><Relationship Id="rId179" Type="http://schemas.openxmlformats.org/officeDocument/2006/relationships/image" Target="../media/image3153.png" /><Relationship Id="rId1790" Type="http://schemas.openxmlformats.org/officeDocument/2006/relationships/image" Target="../media/image4764.png" /><Relationship Id="rId1791" Type="http://schemas.openxmlformats.org/officeDocument/2006/relationships/image" Target="../media/image4765.png" /><Relationship Id="rId1792" Type="http://schemas.openxmlformats.org/officeDocument/2006/relationships/image" Target="../media/image4766.png" /><Relationship Id="rId1793" Type="http://schemas.openxmlformats.org/officeDocument/2006/relationships/image" Target="../media/image4767.png" /><Relationship Id="rId1794" Type="http://schemas.openxmlformats.org/officeDocument/2006/relationships/image" Target="../media/image4768.png" /><Relationship Id="rId1795" Type="http://schemas.openxmlformats.org/officeDocument/2006/relationships/image" Target="../media/image4769.png" /><Relationship Id="rId1796" Type="http://schemas.openxmlformats.org/officeDocument/2006/relationships/image" Target="../media/image4770.png" /><Relationship Id="rId1797" Type="http://schemas.openxmlformats.org/officeDocument/2006/relationships/image" Target="../media/image4771.png" /><Relationship Id="rId1798" Type="http://schemas.openxmlformats.org/officeDocument/2006/relationships/image" Target="../media/image4772.png" /><Relationship Id="rId1799" Type="http://schemas.openxmlformats.org/officeDocument/2006/relationships/image" Target="../media/image4773.png" /><Relationship Id="rId18" Type="http://schemas.openxmlformats.org/officeDocument/2006/relationships/image" Target="../media/image2992.png" /><Relationship Id="rId180" Type="http://schemas.openxmlformats.org/officeDocument/2006/relationships/image" Target="../media/image3154.png" /><Relationship Id="rId1800" Type="http://schemas.openxmlformats.org/officeDocument/2006/relationships/image" Target="../media/image4774.png" /><Relationship Id="rId1801" Type="http://schemas.openxmlformats.org/officeDocument/2006/relationships/image" Target="../media/image4775.png" /><Relationship Id="rId1802" Type="http://schemas.openxmlformats.org/officeDocument/2006/relationships/image" Target="../media/image4776.png" /><Relationship Id="rId1803" Type="http://schemas.openxmlformats.org/officeDocument/2006/relationships/image" Target="../media/image4777.png" /><Relationship Id="rId1804" Type="http://schemas.openxmlformats.org/officeDocument/2006/relationships/image" Target="../media/image4778.png" /><Relationship Id="rId1805" Type="http://schemas.openxmlformats.org/officeDocument/2006/relationships/image" Target="../media/image4779.png" /><Relationship Id="rId1806" Type="http://schemas.openxmlformats.org/officeDocument/2006/relationships/image" Target="../media/image4780.png" /><Relationship Id="rId1807" Type="http://schemas.openxmlformats.org/officeDocument/2006/relationships/image" Target="../media/image4781.png" /><Relationship Id="rId1808" Type="http://schemas.openxmlformats.org/officeDocument/2006/relationships/image" Target="../media/image4782.png" /><Relationship Id="rId1809" Type="http://schemas.openxmlformats.org/officeDocument/2006/relationships/image" Target="../media/image4783.png" /><Relationship Id="rId181" Type="http://schemas.openxmlformats.org/officeDocument/2006/relationships/image" Target="../media/image3155.png" /><Relationship Id="rId1810" Type="http://schemas.openxmlformats.org/officeDocument/2006/relationships/image" Target="../media/image4784.png" /><Relationship Id="rId1811" Type="http://schemas.openxmlformats.org/officeDocument/2006/relationships/image" Target="../media/image4785.png" /><Relationship Id="rId1812" Type="http://schemas.openxmlformats.org/officeDocument/2006/relationships/image" Target="../media/image4786.png" /><Relationship Id="rId1813" Type="http://schemas.openxmlformats.org/officeDocument/2006/relationships/image" Target="../media/image4787.png" /><Relationship Id="rId1814" Type="http://schemas.openxmlformats.org/officeDocument/2006/relationships/image" Target="../media/image4788.png" /><Relationship Id="rId1815" Type="http://schemas.openxmlformats.org/officeDocument/2006/relationships/image" Target="../media/image4789.png" /><Relationship Id="rId1816" Type="http://schemas.openxmlformats.org/officeDocument/2006/relationships/image" Target="../media/image4790.png" /><Relationship Id="rId1817" Type="http://schemas.openxmlformats.org/officeDocument/2006/relationships/image" Target="../media/image4791.png" /><Relationship Id="rId1818" Type="http://schemas.openxmlformats.org/officeDocument/2006/relationships/image" Target="../media/image4792.png" /><Relationship Id="rId1819" Type="http://schemas.openxmlformats.org/officeDocument/2006/relationships/image" Target="../media/image4793.png" /><Relationship Id="rId182" Type="http://schemas.openxmlformats.org/officeDocument/2006/relationships/image" Target="../media/image3156.png" /><Relationship Id="rId1820" Type="http://schemas.openxmlformats.org/officeDocument/2006/relationships/image" Target="../media/image4794.png" /><Relationship Id="rId1821" Type="http://schemas.openxmlformats.org/officeDocument/2006/relationships/image" Target="../media/image4795.png" /><Relationship Id="rId1822" Type="http://schemas.openxmlformats.org/officeDocument/2006/relationships/image" Target="../media/image4796.png" /><Relationship Id="rId1823" Type="http://schemas.openxmlformats.org/officeDocument/2006/relationships/image" Target="../media/image4797.png" /><Relationship Id="rId1824" Type="http://schemas.openxmlformats.org/officeDocument/2006/relationships/image" Target="../media/image4798.png" /><Relationship Id="rId1825" Type="http://schemas.openxmlformats.org/officeDocument/2006/relationships/image" Target="../media/image4799.png" /><Relationship Id="rId1826" Type="http://schemas.openxmlformats.org/officeDocument/2006/relationships/image" Target="../media/image4800.png" /><Relationship Id="rId1827" Type="http://schemas.openxmlformats.org/officeDocument/2006/relationships/image" Target="../media/image4801.png" /><Relationship Id="rId1828" Type="http://schemas.openxmlformats.org/officeDocument/2006/relationships/image" Target="../media/image4802.png" /><Relationship Id="rId1829" Type="http://schemas.openxmlformats.org/officeDocument/2006/relationships/image" Target="../media/image4803.png" /><Relationship Id="rId183" Type="http://schemas.openxmlformats.org/officeDocument/2006/relationships/image" Target="../media/image3157.png" /><Relationship Id="rId1830" Type="http://schemas.openxmlformats.org/officeDocument/2006/relationships/image" Target="../media/image4804.png" /><Relationship Id="rId1831" Type="http://schemas.openxmlformats.org/officeDocument/2006/relationships/image" Target="../media/image4805.png" /><Relationship Id="rId1832" Type="http://schemas.openxmlformats.org/officeDocument/2006/relationships/image" Target="../media/image4806.png" /><Relationship Id="rId1833" Type="http://schemas.openxmlformats.org/officeDocument/2006/relationships/image" Target="../media/image4807.png" /><Relationship Id="rId1834" Type="http://schemas.openxmlformats.org/officeDocument/2006/relationships/image" Target="../media/image4808.png" /><Relationship Id="rId1835" Type="http://schemas.openxmlformats.org/officeDocument/2006/relationships/image" Target="../media/image4809.png" /><Relationship Id="rId1836" Type="http://schemas.openxmlformats.org/officeDocument/2006/relationships/image" Target="../media/image4810.png" /><Relationship Id="rId1837" Type="http://schemas.openxmlformats.org/officeDocument/2006/relationships/image" Target="../media/image4811.png" /><Relationship Id="rId1838" Type="http://schemas.openxmlformats.org/officeDocument/2006/relationships/image" Target="../media/image4812.png" /><Relationship Id="rId1839" Type="http://schemas.openxmlformats.org/officeDocument/2006/relationships/image" Target="../media/image4813.png" /><Relationship Id="rId184" Type="http://schemas.openxmlformats.org/officeDocument/2006/relationships/image" Target="../media/image3158.png" /><Relationship Id="rId1840" Type="http://schemas.openxmlformats.org/officeDocument/2006/relationships/image" Target="../media/image4814.png" /><Relationship Id="rId1841" Type="http://schemas.openxmlformats.org/officeDocument/2006/relationships/image" Target="../media/image4815.png" /><Relationship Id="rId1842" Type="http://schemas.openxmlformats.org/officeDocument/2006/relationships/image" Target="../media/image4816.png" /><Relationship Id="rId1843" Type="http://schemas.openxmlformats.org/officeDocument/2006/relationships/image" Target="../media/image4817.png" /><Relationship Id="rId1844" Type="http://schemas.openxmlformats.org/officeDocument/2006/relationships/image" Target="../media/image4818.png" /><Relationship Id="rId1845" Type="http://schemas.openxmlformats.org/officeDocument/2006/relationships/image" Target="../media/image4819.png" /><Relationship Id="rId1846" Type="http://schemas.openxmlformats.org/officeDocument/2006/relationships/image" Target="../media/image4820.png" /><Relationship Id="rId1847" Type="http://schemas.openxmlformats.org/officeDocument/2006/relationships/image" Target="../media/image4821.png" /><Relationship Id="rId1848" Type="http://schemas.openxmlformats.org/officeDocument/2006/relationships/image" Target="../media/image4822.png" /><Relationship Id="rId1849" Type="http://schemas.openxmlformats.org/officeDocument/2006/relationships/image" Target="../media/image4823.png" /><Relationship Id="rId185" Type="http://schemas.openxmlformats.org/officeDocument/2006/relationships/image" Target="../media/image3159.png" /><Relationship Id="rId1850" Type="http://schemas.openxmlformats.org/officeDocument/2006/relationships/image" Target="../media/image4824.png" /><Relationship Id="rId1851" Type="http://schemas.openxmlformats.org/officeDocument/2006/relationships/image" Target="../media/image4825.png" /><Relationship Id="rId1852" Type="http://schemas.openxmlformats.org/officeDocument/2006/relationships/image" Target="../media/image4826.png" /><Relationship Id="rId1853" Type="http://schemas.openxmlformats.org/officeDocument/2006/relationships/image" Target="../media/image4827.png" /><Relationship Id="rId1854" Type="http://schemas.openxmlformats.org/officeDocument/2006/relationships/image" Target="../media/image4828.png" /><Relationship Id="rId1855" Type="http://schemas.openxmlformats.org/officeDocument/2006/relationships/image" Target="../media/image4829.png" /><Relationship Id="rId1856" Type="http://schemas.openxmlformats.org/officeDocument/2006/relationships/image" Target="../media/image4830.png" /><Relationship Id="rId1857" Type="http://schemas.openxmlformats.org/officeDocument/2006/relationships/image" Target="../media/image4831.png" /><Relationship Id="rId1858" Type="http://schemas.openxmlformats.org/officeDocument/2006/relationships/image" Target="../media/image4832.png" /><Relationship Id="rId1859" Type="http://schemas.openxmlformats.org/officeDocument/2006/relationships/image" Target="../media/image4833.png" /><Relationship Id="rId186" Type="http://schemas.openxmlformats.org/officeDocument/2006/relationships/image" Target="../media/image3160.png" /><Relationship Id="rId1860" Type="http://schemas.openxmlformats.org/officeDocument/2006/relationships/image" Target="../media/image4834.png" /><Relationship Id="rId1861" Type="http://schemas.openxmlformats.org/officeDocument/2006/relationships/image" Target="../media/image4835.png" /><Relationship Id="rId1862" Type="http://schemas.openxmlformats.org/officeDocument/2006/relationships/image" Target="../media/image4836.png" /><Relationship Id="rId1863" Type="http://schemas.openxmlformats.org/officeDocument/2006/relationships/image" Target="../media/image4837.png" /><Relationship Id="rId1864" Type="http://schemas.openxmlformats.org/officeDocument/2006/relationships/image" Target="../media/image4838.png" /><Relationship Id="rId1865" Type="http://schemas.openxmlformats.org/officeDocument/2006/relationships/image" Target="../media/image4839.png" /><Relationship Id="rId1866" Type="http://schemas.openxmlformats.org/officeDocument/2006/relationships/image" Target="../media/image4840.png" /><Relationship Id="rId1867" Type="http://schemas.openxmlformats.org/officeDocument/2006/relationships/image" Target="../media/image4841.png" /><Relationship Id="rId1868" Type="http://schemas.openxmlformats.org/officeDocument/2006/relationships/image" Target="../media/image4842.png" /><Relationship Id="rId1869" Type="http://schemas.openxmlformats.org/officeDocument/2006/relationships/image" Target="../media/image4843.png" /><Relationship Id="rId187" Type="http://schemas.openxmlformats.org/officeDocument/2006/relationships/image" Target="../media/image3161.png" /><Relationship Id="rId1870" Type="http://schemas.openxmlformats.org/officeDocument/2006/relationships/image" Target="../media/image4844.png" /><Relationship Id="rId1871" Type="http://schemas.openxmlformats.org/officeDocument/2006/relationships/image" Target="../media/image4845.png" /><Relationship Id="rId1872" Type="http://schemas.openxmlformats.org/officeDocument/2006/relationships/image" Target="../media/image4846.png" /><Relationship Id="rId1873" Type="http://schemas.openxmlformats.org/officeDocument/2006/relationships/image" Target="../media/image4847.png" /><Relationship Id="rId1874" Type="http://schemas.openxmlformats.org/officeDocument/2006/relationships/image" Target="../media/image4848.png" /><Relationship Id="rId1875" Type="http://schemas.openxmlformats.org/officeDocument/2006/relationships/image" Target="../media/image4849.png" /><Relationship Id="rId1876" Type="http://schemas.openxmlformats.org/officeDocument/2006/relationships/image" Target="../media/image4850.png" /><Relationship Id="rId1877" Type="http://schemas.openxmlformats.org/officeDocument/2006/relationships/image" Target="../media/image4851.png" /><Relationship Id="rId1878" Type="http://schemas.openxmlformats.org/officeDocument/2006/relationships/image" Target="../media/image4852.png" /><Relationship Id="rId1879" Type="http://schemas.openxmlformats.org/officeDocument/2006/relationships/image" Target="../media/image4853.png" /><Relationship Id="rId188" Type="http://schemas.openxmlformats.org/officeDocument/2006/relationships/image" Target="../media/image3162.png" /><Relationship Id="rId1880" Type="http://schemas.openxmlformats.org/officeDocument/2006/relationships/image" Target="../media/image4854.png" /><Relationship Id="rId1881" Type="http://schemas.openxmlformats.org/officeDocument/2006/relationships/image" Target="../media/image4855.png" /><Relationship Id="rId1882" Type="http://schemas.openxmlformats.org/officeDocument/2006/relationships/image" Target="../media/image4856.png" /><Relationship Id="rId1883" Type="http://schemas.openxmlformats.org/officeDocument/2006/relationships/image" Target="../media/image4857.png" /><Relationship Id="rId1884" Type="http://schemas.openxmlformats.org/officeDocument/2006/relationships/image" Target="../media/image4858.png" /><Relationship Id="rId1885" Type="http://schemas.openxmlformats.org/officeDocument/2006/relationships/image" Target="../media/image4859.png" /><Relationship Id="rId1886" Type="http://schemas.openxmlformats.org/officeDocument/2006/relationships/image" Target="../media/image4860.png" /><Relationship Id="rId1887" Type="http://schemas.openxmlformats.org/officeDocument/2006/relationships/image" Target="../media/image4861.png" /><Relationship Id="rId1888" Type="http://schemas.openxmlformats.org/officeDocument/2006/relationships/image" Target="../media/image4862.png" /><Relationship Id="rId189" Type="http://schemas.openxmlformats.org/officeDocument/2006/relationships/image" Target="../media/image3163.png" /><Relationship Id="rId19" Type="http://schemas.openxmlformats.org/officeDocument/2006/relationships/image" Target="../media/image2993.png" /><Relationship Id="rId190" Type="http://schemas.openxmlformats.org/officeDocument/2006/relationships/image" Target="../media/image3164.png" /><Relationship Id="rId191" Type="http://schemas.openxmlformats.org/officeDocument/2006/relationships/image" Target="../media/image3165.png" /><Relationship Id="rId192" Type="http://schemas.openxmlformats.org/officeDocument/2006/relationships/image" Target="../media/image3166.png" /><Relationship Id="rId193" Type="http://schemas.openxmlformats.org/officeDocument/2006/relationships/image" Target="../media/image3167.png" /><Relationship Id="rId194" Type="http://schemas.openxmlformats.org/officeDocument/2006/relationships/image" Target="../media/image3168.png" /><Relationship Id="rId195" Type="http://schemas.openxmlformats.org/officeDocument/2006/relationships/image" Target="../media/image3169.png" /><Relationship Id="rId196" Type="http://schemas.openxmlformats.org/officeDocument/2006/relationships/image" Target="../media/image3170.png" /><Relationship Id="rId197" Type="http://schemas.openxmlformats.org/officeDocument/2006/relationships/image" Target="../media/image3171.png" /><Relationship Id="rId198" Type="http://schemas.openxmlformats.org/officeDocument/2006/relationships/image" Target="../media/image3172.png" /><Relationship Id="rId199" Type="http://schemas.openxmlformats.org/officeDocument/2006/relationships/image" Target="../media/image3173.png" /><Relationship Id="rId2" Type="http://schemas.openxmlformats.org/officeDocument/2006/relationships/image" Target="../media/image2976.png" /><Relationship Id="rId20" Type="http://schemas.openxmlformats.org/officeDocument/2006/relationships/image" Target="../media/image2994.png" /><Relationship Id="rId200" Type="http://schemas.openxmlformats.org/officeDocument/2006/relationships/image" Target="../media/image3174.png" /><Relationship Id="rId201" Type="http://schemas.openxmlformats.org/officeDocument/2006/relationships/image" Target="../media/image3175.png" /><Relationship Id="rId202" Type="http://schemas.openxmlformats.org/officeDocument/2006/relationships/image" Target="../media/image3176.png" /><Relationship Id="rId203" Type="http://schemas.openxmlformats.org/officeDocument/2006/relationships/image" Target="../media/image3177.png" /><Relationship Id="rId204" Type="http://schemas.openxmlformats.org/officeDocument/2006/relationships/image" Target="../media/image3178.png" /><Relationship Id="rId205" Type="http://schemas.openxmlformats.org/officeDocument/2006/relationships/image" Target="../media/image3179.png" /><Relationship Id="rId206" Type="http://schemas.openxmlformats.org/officeDocument/2006/relationships/image" Target="../media/image3180.png" /><Relationship Id="rId207" Type="http://schemas.openxmlformats.org/officeDocument/2006/relationships/image" Target="../media/image3181.png" /><Relationship Id="rId208" Type="http://schemas.openxmlformats.org/officeDocument/2006/relationships/image" Target="../media/image3182.png" /><Relationship Id="rId209" Type="http://schemas.openxmlformats.org/officeDocument/2006/relationships/image" Target="../media/image3183.png" /><Relationship Id="rId21" Type="http://schemas.openxmlformats.org/officeDocument/2006/relationships/image" Target="../media/image2995.png" /><Relationship Id="rId210" Type="http://schemas.openxmlformats.org/officeDocument/2006/relationships/image" Target="../media/image3184.png" /><Relationship Id="rId211" Type="http://schemas.openxmlformats.org/officeDocument/2006/relationships/image" Target="../media/image3185.png" /><Relationship Id="rId212" Type="http://schemas.openxmlformats.org/officeDocument/2006/relationships/image" Target="../media/image3186.png" /><Relationship Id="rId213" Type="http://schemas.openxmlformats.org/officeDocument/2006/relationships/image" Target="../media/image3187.png" /><Relationship Id="rId214" Type="http://schemas.openxmlformats.org/officeDocument/2006/relationships/image" Target="../media/image3188.png" /><Relationship Id="rId215" Type="http://schemas.openxmlformats.org/officeDocument/2006/relationships/image" Target="../media/image3189.png" /><Relationship Id="rId216" Type="http://schemas.openxmlformats.org/officeDocument/2006/relationships/image" Target="../media/image3190.png" /><Relationship Id="rId217" Type="http://schemas.openxmlformats.org/officeDocument/2006/relationships/image" Target="../media/image3191.png" /><Relationship Id="rId218" Type="http://schemas.openxmlformats.org/officeDocument/2006/relationships/image" Target="../media/image3192.png" /><Relationship Id="rId219" Type="http://schemas.openxmlformats.org/officeDocument/2006/relationships/image" Target="../media/image3193.png" /><Relationship Id="rId22" Type="http://schemas.openxmlformats.org/officeDocument/2006/relationships/image" Target="../media/image2996.png" /><Relationship Id="rId220" Type="http://schemas.openxmlformats.org/officeDocument/2006/relationships/image" Target="../media/image3194.png" /><Relationship Id="rId221" Type="http://schemas.openxmlformats.org/officeDocument/2006/relationships/image" Target="../media/image3195.png" /><Relationship Id="rId222" Type="http://schemas.openxmlformats.org/officeDocument/2006/relationships/image" Target="../media/image3196.png" /><Relationship Id="rId223" Type="http://schemas.openxmlformats.org/officeDocument/2006/relationships/image" Target="../media/image3197.png" /><Relationship Id="rId224" Type="http://schemas.openxmlformats.org/officeDocument/2006/relationships/image" Target="../media/image3198.png" /><Relationship Id="rId225" Type="http://schemas.openxmlformats.org/officeDocument/2006/relationships/image" Target="../media/image3199.png" /><Relationship Id="rId226" Type="http://schemas.openxmlformats.org/officeDocument/2006/relationships/image" Target="../media/image3200.png" /><Relationship Id="rId227" Type="http://schemas.openxmlformats.org/officeDocument/2006/relationships/image" Target="../media/image3201.png" /><Relationship Id="rId228" Type="http://schemas.openxmlformats.org/officeDocument/2006/relationships/image" Target="../media/image3202.png" /><Relationship Id="rId229" Type="http://schemas.openxmlformats.org/officeDocument/2006/relationships/image" Target="../media/image3203.png" /><Relationship Id="rId23" Type="http://schemas.openxmlformats.org/officeDocument/2006/relationships/image" Target="../media/image2997.png" /><Relationship Id="rId230" Type="http://schemas.openxmlformats.org/officeDocument/2006/relationships/image" Target="../media/image3204.png" /><Relationship Id="rId231" Type="http://schemas.openxmlformats.org/officeDocument/2006/relationships/image" Target="../media/image3205.png" /><Relationship Id="rId232" Type="http://schemas.openxmlformats.org/officeDocument/2006/relationships/image" Target="../media/image3206.png" /><Relationship Id="rId233" Type="http://schemas.openxmlformats.org/officeDocument/2006/relationships/image" Target="../media/image3207.png" /><Relationship Id="rId234" Type="http://schemas.openxmlformats.org/officeDocument/2006/relationships/image" Target="../media/image3208.png" /><Relationship Id="rId235" Type="http://schemas.openxmlformats.org/officeDocument/2006/relationships/image" Target="../media/image3209.png" /><Relationship Id="rId236" Type="http://schemas.openxmlformats.org/officeDocument/2006/relationships/image" Target="../media/image3210.png" /><Relationship Id="rId237" Type="http://schemas.openxmlformats.org/officeDocument/2006/relationships/image" Target="../media/image3211.png" /><Relationship Id="rId238" Type="http://schemas.openxmlformats.org/officeDocument/2006/relationships/image" Target="../media/image3212.png" /><Relationship Id="rId239" Type="http://schemas.openxmlformats.org/officeDocument/2006/relationships/image" Target="../media/image3213.png" /><Relationship Id="rId24" Type="http://schemas.openxmlformats.org/officeDocument/2006/relationships/image" Target="../media/image2998.png" /><Relationship Id="rId240" Type="http://schemas.openxmlformats.org/officeDocument/2006/relationships/image" Target="../media/image3214.png" /><Relationship Id="rId241" Type="http://schemas.openxmlformats.org/officeDocument/2006/relationships/image" Target="../media/image3215.png" /><Relationship Id="rId242" Type="http://schemas.openxmlformats.org/officeDocument/2006/relationships/image" Target="../media/image3216.png" /><Relationship Id="rId243" Type="http://schemas.openxmlformats.org/officeDocument/2006/relationships/image" Target="../media/image3217.png" /><Relationship Id="rId244" Type="http://schemas.openxmlformats.org/officeDocument/2006/relationships/image" Target="../media/image3218.png" /><Relationship Id="rId245" Type="http://schemas.openxmlformats.org/officeDocument/2006/relationships/image" Target="../media/image3219.png" /><Relationship Id="rId246" Type="http://schemas.openxmlformats.org/officeDocument/2006/relationships/image" Target="../media/image3220.png" /><Relationship Id="rId247" Type="http://schemas.openxmlformats.org/officeDocument/2006/relationships/image" Target="../media/image3221.png" /><Relationship Id="rId248" Type="http://schemas.openxmlformats.org/officeDocument/2006/relationships/image" Target="../media/image3222.png" /><Relationship Id="rId249" Type="http://schemas.openxmlformats.org/officeDocument/2006/relationships/image" Target="../media/image3223.png" /><Relationship Id="rId25" Type="http://schemas.openxmlformats.org/officeDocument/2006/relationships/image" Target="../media/image2999.png" /><Relationship Id="rId250" Type="http://schemas.openxmlformats.org/officeDocument/2006/relationships/image" Target="../media/image3224.png" /><Relationship Id="rId251" Type="http://schemas.openxmlformats.org/officeDocument/2006/relationships/image" Target="../media/image3225.png" /><Relationship Id="rId252" Type="http://schemas.openxmlformats.org/officeDocument/2006/relationships/image" Target="../media/image3226.png" /><Relationship Id="rId253" Type="http://schemas.openxmlformats.org/officeDocument/2006/relationships/image" Target="../media/image3227.png" /><Relationship Id="rId254" Type="http://schemas.openxmlformats.org/officeDocument/2006/relationships/image" Target="../media/image3228.png" /><Relationship Id="rId255" Type="http://schemas.openxmlformats.org/officeDocument/2006/relationships/image" Target="../media/image3229.png" /><Relationship Id="rId256" Type="http://schemas.openxmlformats.org/officeDocument/2006/relationships/image" Target="../media/image3230.png" /><Relationship Id="rId257" Type="http://schemas.openxmlformats.org/officeDocument/2006/relationships/image" Target="../media/image3231.png" /><Relationship Id="rId258" Type="http://schemas.openxmlformats.org/officeDocument/2006/relationships/image" Target="../media/image3232.png" /><Relationship Id="rId259" Type="http://schemas.openxmlformats.org/officeDocument/2006/relationships/image" Target="../media/image3233.png" /><Relationship Id="rId26" Type="http://schemas.openxmlformats.org/officeDocument/2006/relationships/image" Target="../media/image3000.png" /><Relationship Id="rId260" Type="http://schemas.openxmlformats.org/officeDocument/2006/relationships/image" Target="../media/image3234.png" /><Relationship Id="rId261" Type="http://schemas.openxmlformats.org/officeDocument/2006/relationships/image" Target="../media/image3235.png" /><Relationship Id="rId262" Type="http://schemas.openxmlformats.org/officeDocument/2006/relationships/image" Target="../media/image3236.png" /><Relationship Id="rId263" Type="http://schemas.openxmlformats.org/officeDocument/2006/relationships/image" Target="../media/image3237.png" /><Relationship Id="rId264" Type="http://schemas.openxmlformats.org/officeDocument/2006/relationships/image" Target="../media/image3238.png" /><Relationship Id="rId265" Type="http://schemas.openxmlformats.org/officeDocument/2006/relationships/image" Target="../media/image3239.png" /><Relationship Id="rId266" Type="http://schemas.openxmlformats.org/officeDocument/2006/relationships/image" Target="../media/image3240.png" /><Relationship Id="rId267" Type="http://schemas.openxmlformats.org/officeDocument/2006/relationships/image" Target="../media/image3241.png" /><Relationship Id="rId268" Type="http://schemas.openxmlformats.org/officeDocument/2006/relationships/image" Target="../media/image3242.png" /><Relationship Id="rId269" Type="http://schemas.openxmlformats.org/officeDocument/2006/relationships/image" Target="../media/image3243.png" /><Relationship Id="rId27" Type="http://schemas.openxmlformats.org/officeDocument/2006/relationships/image" Target="../media/image3001.png" /><Relationship Id="rId270" Type="http://schemas.openxmlformats.org/officeDocument/2006/relationships/image" Target="../media/image3244.png" /><Relationship Id="rId271" Type="http://schemas.openxmlformats.org/officeDocument/2006/relationships/image" Target="../media/image3245.png" /><Relationship Id="rId272" Type="http://schemas.openxmlformats.org/officeDocument/2006/relationships/image" Target="../media/image3246.png" /><Relationship Id="rId273" Type="http://schemas.openxmlformats.org/officeDocument/2006/relationships/image" Target="../media/image3247.png" /><Relationship Id="rId274" Type="http://schemas.openxmlformats.org/officeDocument/2006/relationships/image" Target="../media/image3248.png" /><Relationship Id="rId275" Type="http://schemas.openxmlformats.org/officeDocument/2006/relationships/image" Target="../media/image3249.png" /><Relationship Id="rId276" Type="http://schemas.openxmlformats.org/officeDocument/2006/relationships/image" Target="../media/image3250.png" /><Relationship Id="rId277" Type="http://schemas.openxmlformats.org/officeDocument/2006/relationships/image" Target="../media/image3251.png" /><Relationship Id="rId278" Type="http://schemas.openxmlformats.org/officeDocument/2006/relationships/image" Target="../media/image3252.png" /><Relationship Id="rId279" Type="http://schemas.openxmlformats.org/officeDocument/2006/relationships/image" Target="../media/image3253.png" /><Relationship Id="rId28" Type="http://schemas.openxmlformats.org/officeDocument/2006/relationships/image" Target="../media/image3002.png" /><Relationship Id="rId280" Type="http://schemas.openxmlformats.org/officeDocument/2006/relationships/image" Target="../media/image3254.png" /><Relationship Id="rId281" Type="http://schemas.openxmlformats.org/officeDocument/2006/relationships/image" Target="../media/image3255.png" /><Relationship Id="rId282" Type="http://schemas.openxmlformats.org/officeDocument/2006/relationships/image" Target="../media/image3256.png" /><Relationship Id="rId283" Type="http://schemas.openxmlformats.org/officeDocument/2006/relationships/image" Target="../media/image3257.png" /><Relationship Id="rId284" Type="http://schemas.openxmlformats.org/officeDocument/2006/relationships/image" Target="../media/image3258.png" /><Relationship Id="rId285" Type="http://schemas.openxmlformats.org/officeDocument/2006/relationships/image" Target="../media/image3259.png" /><Relationship Id="rId286" Type="http://schemas.openxmlformats.org/officeDocument/2006/relationships/image" Target="../media/image3260.png" /><Relationship Id="rId287" Type="http://schemas.openxmlformats.org/officeDocument/2006/relationships/image" Target="../media/image3261.png" /><Relationship Id="rId288" Type="http://schemas.openxmlformats.org/officeDocument/2006/relationships/image" Target="../media/image3262.png" /><Relationship Id="rId289" Type="http://schemas.openxmlformats.org/officeDocument/2006/relationships/image" Target="../media/image3263.png" /><Relationship Id="rId29" Type="http://schemas.openxmlformats.org/officeDocument/2006/relationships/image" Target="../media/image3003.png" /><Relationship Id="rId290" Type="http://schemas.openxmlformats.org/officeDocument/2006/relationships/image" Target="../media/image3264.png" /><Relationship Id="rId291" Type="http://schemas.openxmlformats.org/officeDocument/2006/relationships/image" Target="../media/image3265.png" /><Relationship Id="rId292" Type="http://schemas.openxmlformats.org/officeDocument/2006/relationships/image" Target="../media/image3266.png" /><Relationship Id="rId293" Type="http://schemas.openxmlformats.org/officeDocument/2006/relationships/image" Target="../media/image3267.png" /><Relationship Id="rId294" Type="http://schemas.openxmlformats.org/officeDocument/2006/relationships/image" Target="../media/image3268.png" /><Relationship Id="rId295" Type="http://schemas.openxmlformats.org/officeDocument/2006/relationships/image" Target="../media/image3269.png" /><Relationship Id="rId296" Type="http://schemas.openxmlformats.org/officeDocument/2006/relationships/image" Target="../media/image3270.png" /><Relationship Id="rId297" Type="http://schemas.openxmlformats.org/officeDocument/2006/relationships/image" Target="../media/image3271.png" /><Relationship Id="rId298" Type="http://schemas.openxmlformats.org/officeDocument/2006/relationships/image" Target="../media/image3272.png" /><Relationship Id="rId299" Type="http://schemas.openxmlformats.org/officeDocument/2006/relationships/image" Target="../media/image3273.png" /><Relationship Id="rId3" Type="http://schemas.openxmlformats.org/officeDocument/2006/relationships/image" Target="../media/image2977.png" /><Relationship Id="rId30" Type="http://schemas.openxmlformats.org/officeDocument/2006/relationships/image" Target="../media/image3004.png" /><Relationship Id="rId300" Type="http://schemas.openxmlformats.org/officeDocument/2006/relationships/image" Target="../media/image3274.png" /><Relationship Id="rId301" Type="http://schemas.openxmlformats.org/officeDocument/2006/relationships/image" Target="../media/image3275.png" /><Relationship Id="rId302" Type="http://schemas.openxmlformats.org/officeDocument/2006/relationships/image" Target="../media/image3276.png" /><Relationship Id="rId303" Type="http://schemas.openxmlformats.org/officeDocument/2006/relationships/image" Target="../media/image3277.png" /><Relationship Id="rId304" Type="http://schemas.openxmlformats.org/officeDocument/2006/relationships/image" Target="../media/image3278.png" /><Relationship Id="rId305" Type="http://schemas.openxmlformats.org/officeDocument/2006/relationships/image" Target="../media/image3279.png" /><Relationship Id="rId306" Type="http://schemas.openxmlformats.org/officeDocument/2006/relationships/image" Target="../media/image3280.png" /><Relationship Id="rId307" Type="http://schemas.openxmlformats.org/officeDocument/2006/relationships/image" Target="../media/image3281.png" /><Relationship Id="rId308" Type="http://schemas.openxmlformats.org/officeDocument/2006/relationships/image" Target="../media/image3282.png" /><Relationship Id="rId309" Type="http://schemas.openxmlformats.org/officeDocument/2006/relationships/image" Target="../media/image3283.png" /><Relationship Id="rId31" Type="http://schemas.openxmlformats.org/officeDocument/2006/relationships/image" Target="../media/image3005.png" /><Relationship Id="rId310" Type="http://schemas.openxmlformats.org/officeDocument/2006/relationships/image" Target="../media/image3284.png" /><Relationship Id="rId311" Type="http://schemas.openxmlformats.org/officeDocument/2006/relationships/image" Target="../media/image3285.png" /><Relationship Id="rId312" Type="http://schemas.openxmlformats.org/officeDocument/2006/relationships/image" Target="../media/image3286.png" /><Relationship Id="rId313" Type="http://schemas.openxmlformats.org/officeDocument/2006/relationships/image" Target="../media/image3287.png" /><Relationship Id="rId314" Type="http://schemas.openxmlformats.org/officeDocument/2006/relationships/image" Target="../media/image3288.png" /><Relationship Id="rId315" Type="http://schemas.openxmlformats.org/officeDocument/2006/relationships/image" Target="../media/image3289.png" /><Relationship Id="rId316" Type="http://schemas.openxmlformats.org/officeDocument/2006/relationships/image" Target="../media/image3290.png" /><Relationship Id="rId317" Type="http://schemas.openxmlformats.org/officeDocument/2006/relationships/image" Target="../media/image3291.png" /><Relationship Id="rId318" Type="http://schemas.openxmlformats.org/officeDocument/2006/relationships/image" Target="../media/image3292.png" /><Relationship Id="rId319" Type="http://schemas.openxmlformats.org/officeDocument/2006/relationships/image" Target="../media/image3293.png" /><Relationship Id="rId32" Type="http://schemas.openxmlformats.org/officeDocument/2006/relationships/image" Target="../media/image3006.png" /><Relationship Id="rId320" Type="http://schemas.openxmlformats.org/officeDocument/2006/relationships/image" Target="../media/image3294.png" /><Relationship Id="rId321" Type="http://schemas.openxmlformats.org/officeDocument/2006/relationships/image" Target="../media/image3295.png" /><Relationship Id="rId322" Type="http://schemas.openxmlformats.org/officeDocument/2006/relationships/image" Target="../media/image3296.png" /><Relationship Id="rId323" Type="http://schemas.openxmlformats.org/officeDocument/2006/relationships/image" Target="../media/image3297.png" /><Relationship Id="rId324" Type="http://schemas.openxmlformats.org/officeDocument/2006/relationships/image" Target="../media/image3298.png" /><Relationship Id="rId325" Type="http://schemas.openxmlformats.org/officeDocument/2006/relationships/image" Target="../media/image3299.png" /><Relationship Id="rId326" Type="http://schemas.openxmlformats.org/officeDocument/2006/relationships/image" Target="../media/image3300.png" /><Relationship Id="rId327" Type="http://schemas.openxmlformats.org/officeDocument/2006/relationships/image" Target="../media/image3301.png" /><Relationship Id="rId328" Type="http://schemas.openxmlformats.org/officeDocument/2006/relationships/image" Target="../media/image3302.png" /><Relationship Id="rId329" Type="http://schemas.openxmlformats.org/officeDocument/2006/relationships/image" Target="../media/image3303.png" /><Relationship Id="rId33" Type="http://schemas.openxmlformats.org/officeDocument/2006/relationships/image" Target="../media/image3007.png" /><Relationship Id="rId330" Type="http://schemas.openxmlformats.org/officeDocument/2006/relationships/image" Target="../media/image3304.png" /><Relationship Id="rId331" Type="http://schemas.openxmlformats.org/officeDocument/2006/relationships/image" Target="../media/image3305.png" /><Relationship Id="rId332" Type="http://schemas.openxmlformats.org/officeDocument/2006/relationships/image" Target="../media/image3306.png" /><Relationship Id="rId333" Type="http://schemas.openxmlformats.org/officeDocument/2006/relationships/image" Target="../media/image3307.png" /><Relationship Id="rId334" Type="http://schemas.openxmlformats.org/officeDocument/2006/relationships/image" Target="../media/image3308.png" /><Relationship Id="rId335" Type="http://schemas.openxmlformats.org/officeDocument/2006/relationships/image" Target="../media/image3309.png" /><Relationship Id="rId336" Type="http://schemas.openxmlformats.org/officeDocument/2006/relationships/image" Target="../media/image3310.png" /><Relationship Id="rId337" Type="http://schemas.openxmlformats.org/officeDocument/2006/relationships/image" Target="../media/image3311.png" /><Relationship Id="rId338" Type="http://schemas.openxmlformats.org/officeDocument/2006/relationships/image" Target="../media/image3312.png" /><Relationship Id="rId339" Type="http://schemas.openxmlformats.org/officeDocument/2006/relationships/image" Target="../media/image3313.png" /><Relationship Id="rId34" Type="http://schemas.openxmlformats.org/officeDocument/2006/relationships/image" Target="../media/image3008.png" /><Relationship Id="rId340" Type="http://schemas.openxmlformats.org/officeDocument/2006/relationships/image" Target="../media/image3314.png" /><Relationship Id="rId341" Type="http://schemas.openxmlformats.org/officeDocument/2006/relationships/image" Target="../media/image3315.png" /><Relationship Id="rId342" Type="http://schemas.openxmlformats.org/officeDocument/2006/relationships/image" Target="../media/image3316.png" /><Relationship Id="rId343" Type="http://schemas.openxmlformats.org/officeDocument/2006/relationships/image" Target="../media/image3317.png" /><Relationship Id="rId344" Type="http://schemas.openxmlformats.org/officeDocument/2006/relationships/image" Target="../media/image3318.png" /><Relationship Id="rId345" Type="http://schemas.openxmlformats.org/officeDocument/2006/relationships/image" Target="../media/image3319.png" /><Relationship Id="rId346" Type="http://schemas.openxmlformats.org/officeDocument/2006/relationships/image" Target="../media/image3320.png" /><Relationship Id="rId347" Type="http://schemas.openxmlformats.org/officeDocument/2006/relationships/image" Target="../media/image3321.png" /><Relationship Id="rId348" Type="http://schemas.openxmlformats.org/officeDocument/2006/relationships/image" Target="../media/image3322.png" /><Relationship Id="rId349" Type="http://schemas.openxmlformats.org/officeDocument/2006/relationships/image" Target="../media/image3323.png" /><Relationship Id="rId35" Type="http://schemas.openxmlformats.org/officeDocument/2006/relationships/image" Target="../media/image3009.png" /><Relationship Id="rId350" Type="http://schemas.openxmlformats.org/officeDocument/2006/relationships/image" Target="../media/image3324.png" /><Relationship Id="rId351" Type="http://schemas.openxmlformats.org/officeDocument/2006/relationships/image" Target="../media/image3325.png" /><Relationship Id="rId352" Type="http://schemas.openxmlformats.org/officeDocument/2006/relationships/image" Target="../media/image3326.png" /><Relationship Id="rId353" Type="http://schemas.openxmlformats.org/officeDocument/2006/relationships/image" Target="../media/image3327.png" /><Relationship Id="rId354" Type="http://schemas.openxmlformats.org/officeDocument/2006/relationships/image" Target="../media/image3328.png" /><Relationship Id="rId355" Type="http://schemas.openxmlformats.org/officeDocument/2006/relationships/image" Target="../media/image3329.png" /><Relationship Id="rId356" Type="http://schemas.openxmlformats.org/officeDocument/2006/relationships/image" Target="../media/image3330.png" /><Relationship Id="rId357" Type="http://schemas.openxmlformats.org/officeDocument/2006/relationships/image" Target="../media/image3331.png" /><Relationship Id="rId358" Type="http://schemas.openxmlformats.org/officeDocument/2006/relationships/image" Target="../media/image3332.png" /><Relationship Id="rId359" Type="http://schemas.openxmlformats.org/officeDocument/2006/relationships/image" Target="../media/image3333.png" /><Relationship Id="rId36" Type="http://schemas.openxmlformats.org/officeDocument/2006/relationships/image" Target="../media/image3010.png" /><Relationship Id="rId360" Type="http://schemas.openxmlformats.org/officeDocument/2006/relationships/image" Target="../media/image3334.png" /><Relationship Id="rId361" Type="http://schemas.openxmlformats.org/officeDocument/2006/relationships/image" Target="../media/image3335.png" /><Relationship Id="rId362" Type="http://schemas.openxmlformats.org/officeDocument/2006/relationships/image" Target="../media/image3336.png" /><Relationship Id="rId363" Type="http://schemas.openxmlformats.org/officeDocument/2006/relationships/image" Target="../media/image3337.png" /><Relationship Id="rId364" Type="http://schemas.openxmlformats.org/officeDocument/2006/relationships/image" Target="../media/image3338.png" /><Relationship Id="rId365" Type="http://schemas.openxmlformats.org/officeDocument/2006/relationships/image" Target="../media/image3339.png" /><Relationship Id="rId366" Type="http://schemas.openxmlformats.org/officeDocument/2006/relationships/image" Target="../media/image3340.png" /><Relationship Id="rId367" Type="http://schemas.openxmlformats.org/officeDocument/2006/relationships/image" Target="../media/image3341.png" /><Relationship Id="rId368" Type="http://schemas.openxmlformats.org/officeDocument/2006/relationships/image" Target="../media/image3342.png" /><Relationship Id="rId369" Type="http://schemas.openxmlformats.org/officeDocument/2006/relationships/image" Target="../media/image3343.png" /><Relationship Id="rId37" Type="http://schemas.openxmlformats.org/officeDocument/2006/relationships/image" Target="../media/image3011.png" /><Relationship Id="rId370" Type="http://schemas.openxmlformats.org/officeDocument/2006/relationships/image" Target="../media/image3344.png" /><Relationship Id="rId371" Type="http://schemas.openxmlformats.org/officeDocument/2006/relationships/image" Target="../media/image3345.png" /><Relationship Id="rId372" Type="http://schemas.openxmlformats.org/officeDocument/2006/relationships/image" Target="../media/image3346.png" /><Relationship Id="rId373" Type="http://schemas.openxmlformats.org/officeDocument/2006/relationships/image" Target="../media/image3347.png" /><Relationship Id="rId374" Type="http://schemas.openxmlformats.org/officeDocument/2006/relationships/image" Target="../media/image3348.png" /><Relationship Id="rId375" Type="http://schemas.openxmlformats.org/officeDocument/2006/relationships/image" Target="../media/image3349.png" /><Relationship Id="rId376" Type="http://schemas.openxmlformats.org/officeDocument/2006/relationships/image" Target="../media/image3350.png" /><Relationship Id="rId377" Type="http://schemas.openxmlformats.org/officeDocument/2006/relationships/image" Target="../media/image3351.png" /><Relationship Id="rId378" Type="http://schemas.openxmlformats.org/officeDocument/2006/relationships/image" Target="../media/image3352.png" /><Relationship Id="rId379" Type="http://schemas.openxmlformats.org/officeDocument/2006/relationships/image" Target="../media/image3353.png" /><Relationship Id="rId38" Type="http://schemas.openxmlformats.org/officeDocument/2006/relationships/image" Target="../media/image3012.png" /><Relationship Id="rId380" Type="http://schemas.openxmlformats.org/officeDocument/2006/relationships/image" Target="../media/image3354.png" /><Relationship Id="rId381" Type="http://schemas.openxmlformats.org/officeDocument/2006/relationships/image" Target="../media/image3355.png" /><Relationship Id="rId382" Type="http://schemas.openxmlformats.org/officeDocument/2006/relationships/image" Target="../media/image3356.png" /><Relationship Id="rId383" Type="http://schemas.openxmlformats.org/officeDocument/2006/relationships/image" Target="../media/image3357.png" /><Relationship Id="rId384" Type="http://schemas.openxmlformats.org/officeDocument/2006/relationships/image" Target="../media/image3358.png" /><Relationship Id="rId385" Type="http://schemas.openxmlformats.org/officeDocument/2006/relationships/image" Target="../media/image3359.png" /><Relationship Id="rId386" Type="http://schemas.openxmlformats.org/officeDocument/2006/relationships/image" Target="../media/image3360.png" /><Relationship Id="rId387" Type="http://schemas.openxmlformats.org/officeDocument/2006/relationships/image" Target="../media/image3361.png" /><Relationship Id="rId388" Type="http://schemas.openxmlformats.org/officeDocument/2006/relationships/image" Target="../media/image3362.png" /><Relationship Id="rId389" Type="http://schemas.openxmlformats.org/officeDocument/2006/relationships/image" Target="../media/image3363.png" /><Relationship Id="rId39" Type="http://schemas.openxmlformats.org/officeDocument/2006/relationships/image" Target="../media/image3013.png" /><Relationship Id="rId390" Type="http://schemas.openxmlformats.org/officeDocument/2006/relationships/image" Target="../media/image3364.png" /><Relationship Id="rId391" Type="http://schemas.openxmlformats.org/officeDocument/2006/relationships/image" Target="../media/image3365.png" /><Relationship Id="rId392" Type="http://schemas.openxmlformats.org/officeDocument/2006/relationships/image" Target="../media/image3366.png" /><Relationship Id="rId393" Type="http://schemas.openxmlformats.org/officeDocument/2006/relationships/image" Target="../media/image3367.png" /><Relationship Id="rId394" Type="http://schemas.openxmlformats.org/officeDocument/2006/relationships/image" Target="../media/image3368.png" /><Relationship Id="rId395" Type="http://schemas.openxmlformats.org/officeDocument/2006/relationships/image" Target="../media/image3369.png" /><Relationship Id="rId396" Type="http://schemas.openxmlformats.org/officeDocument/2006/relationships/image" Target="../media/image3370.png" /><Relationship Id="rId397" Type="http://schemas.openxmlformats.org/officeDocument/2006/relationships/image" Target="../media/image3371.png" /><Relationship Id="rId398" Type="http://schemas.openxmlformats.org/officeDocument/2006/relationships/image" Target="../media/image3372.png" /><Relationship Id="rId399" Type="http://schemas.openxmlformats.org/officeDocument/2006/relationships/image" Target="../media/image3373.png" /><Relationship Id="rId4" Type="http://schemas.openxmlformats.org/officeDocument/2006/relationships/image" Target="../media/image2978.png" /><Relationship Id="rId40" Type="http://schemas.openxmlformats.org/officeDocument/2006/relationships/image" Target="../media/image3014.png" /><Relationship Id="rId400" Type="http://schemas.openxmlformats.org/officeDocument/2006/relationships/image" Target="../media/image3374.png" /><Relationship Id="rId401" Type="http://schemas.openxmlformats.org/officeDocument/2006/relationships/image" Target="../media/image3375.png" /><Relationship Id="rId402" Type="http://schemas.openxmlformats.org/officeDocument/2006/relationships/image" Target="../media/image3376.png" /><Relationship Id="rId403" Type="http://schemas.openxmlformats.org/officeDocument/2006/relationships/image" Target="../media/image3377.png" /><Relationship Id="rId404" Type="http://schemas.openxmlformats.org/officeDocument/2006/relationships/image" Target="../media/image3378.png" /><Relationship Id="rId405" Type="http://schemas.openxmlformats.org/officeDocument/2006/relationships/image" Target="../media/image3379.png" /><Relationship Id="rId406" Type="http://schemas.openxmlformats.org/officeDocument/2006/relationships/image" Target="../media/image3380.png" /><Relationship Id="rId407" Type="http://schemas.openxmlformats.org/officeDocument/2006/relationships/image" Target="../media/image3381.png" /><Relationship Id="rId408" Type="http://schemas.openxmlformats.org/officeDocument/2006/relationships/image" Target="../media/image3382.png" /><Relationship Id="rId409" Type="http://schemas.openxmlformats.org/officeDocument/2006/relationships/image" Target="../media/image3383.png" /><Relationship Id="rId41" Type="http://schemas.openxmlformats.org/officeDocument/2006/relationships/image" Target="../media/image3015.png" /><Relationship Id="rId410" Type="http://schemas.openxmlformats.org/officeDocument/2006/relationships/image" Target="../media/image3384.png" /><Relationship Id="rId411" Type="http://schemas.openxmlformats.org/officeDocument/2006/relationships/image" Target="../media/image3385.png" /><Relationship Id="rId412" Type="http://schemas.openxmlformats.org/officeDocument/2006/relationships/image" Target="../media/image3386.png" /><Relationship Id="rId413" Type="http://schemas.openxmlformats.org/officeDocument/2006/relationships/image" Target="../media/image3387.png" /><Relationship Id="rId414" Type="http://schemas.openxmlformats.org/officeDocument/2006/relationships/image" Target="../media/image3388.png" /><Relationship Id="rId415" Type="http://schemas.openxmlformats.org/officeDocument/2006/relationships/image" Target="../media/image3389.png" /><Relationship Id="rId416" Type="http://schemas.openxmlformats.org/officeDocument/2006/relationships/image" Target="../media/image3390.png" /><Relationship Id="rId417" Type="http://schemas.openxmlformats.org/officeDocument/2006/relationships/image" Target="../media/image3391.png" /><Relationship Id="rId418" Type="http://schemas.openxmlformats.org/officeDocument/2006/relationships/image" Target="../media/image3392.png" /><Relationship Id="rId419" Type="http://schemas.openxmlformats.org/officeDocument/2006/relationships/image" Target="../media/image3393.png" /><Relationship Id="rId42" Type="http://schemas.openxmlformats.org/officeDocument/2006/relationships/image" Target="../media/image3016.png" /><Relationship Id="rId420" Type="http://schemas.openxmlformats.org/officeDocument/2006/relationships/image" Target="../media/image3394.png" /><Relationship Id="rId421" Type="http://schemas.openxmlformats.org/officeDocument/2006/relationships/image" Target="../media/image3395.png" /><Relationship Id="rId422" Type="http://schemas.openxmlformats.org/officeDocument/2006/relationships/image" Target="../media/image3396.png" /><Relationship Id="rId423" Type="http://schemas.openxmlformats.org/officeDocument/2006/relationships/image" Target="../media/image3397.png" /><Relationship Id="rId424" Type="http://schemas.openxmlformats.org/officeDocument/2006/relationships/image" Target="../media/image3398.png" /><Relationship Id="rId425" Type="http://schemas.openxmlformats.org/officeDocument/2006/relationships/image" Target="../media/image3399.png" /><Relationship Id="rId426" Type="http://schemas.openxmlformats.org/officeDocument/2006/relationships/image" Target="../media/image3400.png" /><Relationship Id="rId427" Type="http://schemas.openxmlformats.org/officeDocument/2006/relationships/image" Target="../media/image3401.png" /><Relationship Id="rId428" Type="http://schemas.openxmlformats.org/officeDocument/2006/relationships/image" Target="../media/image3402.png" /><Relationship Id="rId429" Type="http://schemas.openxmlformats.org/officeDocument/2006/relationships/image" Target="../media/image3403.png" /><Relationship Id="rId43" Type="http://schemas.openxmlformats.org/officeDocument/2006/relationships/image" Target="../media/image3017.png" /><Relationship Id="rId430" Type="http://schemas.openxmlformats.org/officeDocument/2006/relationships/image" Target="../media/image3404.png" /><Relationship Id="rId431" Type="http://schemas.openxmlformats.org/officeDocument/2006/relationships/image" Target="../media/image3405.png" /><Relationship Id="rId432" Type="http://schemas.openxmlformats.org/officeDocument/2006/relationships/image" Target="../media/image3406.png" /><Relationship Id="rId433" Type="http://schemas.openxmlformats.org/officeDocument/2006/relationships/image" Target="../media/image3407.png" /><Relationship Id="rId434" Type="http://schemas.openxmlformats.org/officeDocument/2006/relationships/image" Target="../media/image3408.png" /><Relationship Id="rId435" Type="http://schemas.openxmlformats.org/officeDocument/2006/relationships/image" Target="../media/image3409.png" /><Relationship Id="rId436" Type="http://schemas.openxmlformats.org/officeDocument/2006/relationships/image" Target="../media/image3410.png" /><Relationship Id="rId437" Type="http://schemas.openxmlformats.org/officeDocument/2006/relationships/image" Target="../media/image3411.png" /><Relationship Id="rId438" Type="http://schemas.openxmlformats.org/officeDocument/2006/relationships/image" Target="../media/image3412.png" /><Relationship Id="rId439" Type="http://schemas.openxmlformats.org/officeDocument/2006/relationships/image" Target="../media/image3413.png" /><Relationship Id="rId44" Type="http://schemas.openxmlformats.org/officeDocument/2006/relationships/image" Target="../media/image3018.png" /><Relationship Id="rId440" Type="http://schemas.openxmlformats.org/officeDocument/2006/relationships/image" Target="../media/image3414.png" /><Relationship Id="rId441" Type="http://schemas.openxmlformats.org/officeDocument/2006/relationships/image" Target="../media/image3415.png" /><Relationship Id="rId442" Type="http://schemas.openxmlformats.org/officeDocument/2006/relationships/image" Target="../media/image3416.png" /><Relationship Id="rId443" Type="http://schemas.openxmlformats.org/officeDocument/2006/relationships/image" Target="../media/image3417.png" /><Relationship Id="rId444" Type="http://schemas.openxmlformats.org/officeDocument/2006/relationships/image" Target="../media/image3418.png" /><Relationship Id="rId445" Type="http://schemas.openxmlformats.org/officeDocument/2006/relationships/image" Target="../media/image3419.png" /><Relationship Id="rId446" Type="http://schemas.openxmlformats.org/officeDocument/2006/relationships/image" Target="../media/image3420.png" /><Relationship Id="rId447" Type="http://schemas.openxmlformats.org/officeDocument/2006/relationships/image" Target="../media/image3421.png" /><Relationship Id="rId448" Type="http://schemas.openxmlformats.org/officeDocument/2006/relationships/image" Target="../media/image3422.png" /><Relationship Id="rId449" Type="http://schemas.openxmlformats.org/officeDocument/2006/relationships/image" Target="../media/image3423.png" /><Relationship Id="rId45" Type="http://schemas.openxmlformats.org/officeDocument/2006/relationships/image" Target="../media/image3019.png" /><Relationship Id="rId450" Type="http://schemas.openxmlformats.org/officeDocument/2006/relationships/image" Target="../media/image3424.png" /><Relationship Id="rId451" Type="http://schemas.openxmlformats.org/officeDocument/2006/relationships/image" Target="../media/image3425.png" /><Relationship Id="rId452" Type="http://schemas.openxmlformats.org/officeDocument/2006/relationships/image" Target="../media/image3426.png" /><Relationship Id="rId453" Type="http://schemas.openxmlformats.org/officeDocument/2006/relationships/image" Target="../media/image3427.png" /><Relationship Id="rId454" Type="http://schemas.openxmlformats.org/officeDocument/2006/relationships/image" Target="../media/image3428.png" /><Relationship Id="rId455" Type="http://schemas.openxmlformats.org/officeDocument/2006/relationships/image" Target="../media/image3429.png" /><Relationship Id="rId456" Type="http://schemas.openxmlformats.org/officeDocument/2006/relationships/image" Target="../media/image3430.png" /><Relationship Id="rId457" Type="http://schemas.openxmlformats.org/officeDocument/2006/relationships/image" Target="../media/image3431.png" /><Relationship Id="rId458" Type="http://schemas.openxmlformats.org/officeDocument/2006/relationships/image" Target="../media/image3432.png" /><Relationship Id="rId459" Type="http://schemas.openxmlformats.org/officeDocument/2006/relationships/image" Target="../media/image3433.png" /><Relationship Id="rId46" Type="http://schemas.openxmlformats.org/officeDocument/2006/relationships/image" Target="../media/image3020.png" /><Relationship Id="rId460" Type="http://schemas.openxmlformats.org/officeDocument/2006/relationships/image" Target="../media/image3434.png" /><Relationship Id="rId461" Type="http://schemas.openxmlformats.org/officeDocument/2006/relationships/image" Target="../media/image3435.png" /><Relationship Id="rId462" Type="http://schemas.openxmlformats.org/officeDocument/2006/relationships/image" Target="../media/image3436.png" /><Relationship Id="rId463" Type="http://schemas.openxmlformats.org/officeDocument/2006/relationships/image" Target="../media/image3437.png" /><Relationship Id="rId464" Type="http://schemas.openxmlformats.org/officeDocument/2006/relationships/image" Target="../media/image3438.png" /><Relationship Id="rId465" Type="http://schemas.openxmlformats.org/officeDocument/2006/relationships/image" Target="../media/image3439.png" /><Relationship Id="rId466" Type="http://schemas.openxmlformats.org/officeDocument/2006/relationships/image" Target="../media/image3440.png" /><Relationship Id="rId467" Type="http://schemas.openxmlformats.org/officeDocument/2006/relationships/image" Target="../media/image3441.png" /><Relationship Id="rId468" Type="http://schemas.openxmlformats.org/officeDocument/2006/relationships/image" Target="../media/image3442.png" /><Relationship Id="rId469" Type="http://schemas.openxmlformats.org/officeDocument/2006/relationships/image" Target="../media/image3443.png" /><Relationship Id="rId47" Type="http://schemas.openxmlformats.org/officeDocument/2006/relationships/image" Target="../media/image3021.png" /><Relationship Id="rId470" Type="http://schemas.openxmlformats.org/officeDocument/2006/relationships/image" Target="../media/image3444.png" /><Relationship Id="rId471" Type="http://schemas.openxmlformats.org/officeDocument/2006/relationships/image" Target="../media/image3445.png" /><Relationship Id="rId472" Type="http://schemas.openxmlformats.org/officeDocument/2006/relationships/image" Target="../media/image3446.png" /><Relationship Id="rId473" Type="http://schemas.openxmlformats.org/officeDocument/2006/relationships/image" Target="../media/image3447.png" /><Relationship Id="rId474" Type="http://schemas.openxmlformats.org/officeDocument/2006/relationships/image" Target="../media/image3448.png" /><Relationship Id="rId475" Type="http://schemas.openxmlformats.org/officeDocument/2006/relationships/image" Target="../media/image3449.png" /><Relationship Id="rId476" Type="http://schemas.openxmlformats.org/officeDocument/2006/relationships/image" Target="../media/image3450.png" /><Relationship Id="rId477" Type="http://schemas.openxmlformats.org/officeDocument/2006/relationships/image" Target="../media/image3451.png" /><Relationship Id="rId478" Type="http://schemas.openxmlformats.org/officeDocument/2006/relationships/image" Target="../media/image3452.png" /><Relationship Id="rId479" Type="http://schemas.openxmlformats.org/officeDocument/2006/relationships/image" Target="../media/image3453.png" /><Relationship Id="rId48" Type="http://schemas.openxmlformats.org/officeDocument/2006/relationships/image" Target="../media/image3022.png" /><Relationship Id="rId480" Type="http://schemas.openxmlformats.org/officeDocument/2006/relationships/image" Target="../media/image3454.png" /><Relationship Id="rId481" Type="http://schemas.openxmlformats.org/officeDocument/2006/relationships/image" Target="../media/image3455.png" /><Relationship Id="rId482" Type="http://schemas.openxmlformats.org/officeDocument/2006/relationships/image" Target="../media/image3456.png" /><Relationship Id="rId483" Type="http://schemas.openxmlformats.org/officeDocument/2006/relationships/image" Target="../media/image3457.png" /><Relationship Id="rId484" Type="http://schemas.openxmlformats.org/officeDocument/2006/relationships/image" Target="../media/image3458.png" /><Relationship Id="rId485" Type="http://schemas.openxmlformats.org/officeDocument/2006/relationships/image" Target="../media/image3459.png" /><Relationship Id="rId486" Type="http://schemas.openxmlformats.org/officeDocument/2006/relationships/image" Target="../media/image3460.png" /><Relationship Id="rId487" Type="http://schemas.openxmlformats.org/officeDocument/2006/relationships/image" Target="../media/image3461.png" /><Relationship Id="rId488" Type="http://schemas.openxmlformats.org/officeDocument/2006/relationships/image" Target="../media/image3462.png" /><Relationship Id="rId489" Type="http://schemas.openxmlformats.org/officeDocument/2006/relationships/image" Target="../media/image3463.png" /><Relationship Id="rId49" Type="http://schemas.openxmlformats.org/officeDocument/2006/relationships/image" Target="../media/image3023.png" /><Relationship Id="rId490" Type="http://schemas.openxmlformats.org/officeDocument/2006/relationships/image" Target="../media/image3464.png" /><Relationship Id="rId491" Type="http://schemas.openxmlformats.org/officeDocument/2006/relationships/image" Target="../media/image3465.png" /><Relationship Id="rId492" Type="http://schemas.openxmlformats.org/officeDocument/2006/relationships/image" Target="../media/image3466.png" /><Relationship Id="rId493" Type="http://schemas.openxmlformats.org/officeDocument/2006/relationships/image" Target="../media/image3467.png" /><Relationship Id="rId494" Type="http://schemas.openxmlformats.org/officeDocument/2006/relationships/image" Target="../media/image3468.png" /><Relationship Id="rId495" Type="http://schemas.openxmlformats.org/officeDocument/2006/relationships/image" Target="../media/image3469.png" /><Relationship Id="rId496" Type="http://schemas.openxmlformats.org/officeDocument/2006/relationships/image" Target="../media/image3470.png" /><Relationship Id="rId497" Type="http://schemas.openxmlformats.org/officeDocument/2006/relationships/image" Target="../media/image3471.png" /><Relationship Id="rId498" Type="http://schemas.openxmlformats.org/officeDocument/2006/relationships/image" Target="../media/image3472.png" /><Relationship Id="rId499" Type="http://schemas.openxmlformats.org/officeDocument/2006/relationships/image" Target="../media/image3473.png" /><Relationship Id="rId5" Type="http://schemas.openxmlformats.org/officeDocument/2006/relationships/image" Target="../media/image2979.png" /><Relationship Id="rId50" Type="http://schemas.openxmlformats.org/officeDocument/2006/relationships/image" Target="../media/image3024.png" /><Relationship Id="rId500" Type="http://schemas.openxmlformats.org/officeDocument/2006/relationships/image" Target="../media/image3474.png" /><Relationship Id="rId501" Type="http://schemas.openxmlformats.org/officeDocument/2006/relationships/image" Target="../media/image3475.png" /><Relationship Id="rId502" Type="http://schemas.openxmlformats.org/officeDocument/2006/relationships/image" Target="../media/image3476.png" /><Relationship Id="rId503" Type="http://schemas.openxmlformats.org/officeDocument/2006/relationships/image" Target="../media/image3477.png" /><Relationship Id="rId504" Type="http://schemas.openxmlformats.org/officeDocument/2006/relationships/image" Target="../media/image3478.png" /><Relationship Id="rId505" Type="http://schemas.openxmlformats.org/officeDocument/2006/relationships/image" Target="../media/image3479.png" /><Relationship Id="rId506" Type="http://schemas.openxmlformats.org/officeDocument/2006/relationships/image" Target="../media/image3480.png" /><Relationship Id="rId507" Type="http://schemas.openxmlformats.org/officeDocument/2006/relationships/image" Target="../media/image3481.png" /><Relationship Id="rId508" Type="http://schemas.openxmlformats.org/officeDocument/2006/relationships/image" Target="../media/image3482.png" /><Relationship Id="rId509" Type="http://schemas.openxmlformats.org/officeDocument/2006/relationships/image" Target="../media/image3483.png" /><Relationship Id="rId51" Type="http://schemas.openxmlformats.org/officeDocument/2006/relationships/image" Target="../media/image3025.png" /><Relationship Id="rId510" Type="http://schemas.openxmlformats.org/officeDocument/2006/relationships/image" Target="../media/image3484.png" /><Relationship Id="rId511" Type="http://schemas.openxmlformats.org/officeDocument/2006/relationships/image" Target="../media/image3485.png" /><Relationship Id="rId512" Type="http://schemas.openxmlformats.org/officeDocument/2006/relationships/image" Target="../media/image3486.png" /><Relationship Id="rId513" Type="http://schemas.openxmlformats.org/officeDocument/2006/relationships/image" Target="../media/image3487.png" /><Relationship Id="rId514" Type="http://schemas.openxmlformats.org/officeDocument/2006/relationships/image" Target="../media/image3488.png" /><Relationship Id="rId515" Type="http://schemas.openxmlformats.org/officeDocument/2006/relationships/image" Target="../media/image3489.png" /><Relationship Id="rId516" Type="http://schemas.openxmlformats.org/officeDocument/2006/relationships/image" Target="../media/image3490.png" /><Relationship Id="rId517" Type="http://schemas.openxmlformats.org/officeDocument/2006/relationships/image" Target="../media/image3491.png" /><Relationship Id="rId518" Type="http://schemas.openxmlformats.org/officeDocument/2006/relationships/image" Target="../media/image3492.png" /><Relationship Id="rId519" Type="http://schemas.openxmlformats.org/officeDocument/2006/relationships/image" Target="../media/image3493.png" /><Relationship Id="rId52" Type="http://schemas.openxmlformats.org/officeDocument/2006/relationships/image" Target="../media/image3026.png" /><Relationship Id="rId520" Type="http://schemas.openxmlformats.org/officeDocument/2006/relationships/image" Target="../media/image3494.png" /><Relationship Id="rId521" Type="http://schemas.openxmlformats.org/officeDocument/2006/relationships/image" Target="../media/image3495.png" /><Relationship Id="rId522" Type="http://schemas.openxmlformats.org/officeDocument/2006/relationships/image" Target="../media/image3496.png" /><Relationship Id="rId523" Type="http://schemas.openxmlformats.org/officeDocument/2006/relationships/image" Target="../media/image3497.png" /><Relationship Id="rId524" Type="http://schemas.openxmlformats.org/officeDocument/2006/relationships/image" Target="../media/image3498.png" /><Relationship Id="rId525" Type="http://schemas.openxmlformats.org/officeDocument/2006/relationships/image" Target="../media/image3499.png" /><Relationship Id="rId526" Type="http://schemas.openxmlformats.org/officeDocument/2006/relationships/image" Target="../media/image3500.png" /><Relationship Id="rId527" Type="http://schemas.openxmlformats.org/officeDocument/2006/relationships/image" Target="../media/image3501.png" /><Relationship Id="rId528" Type="http://schemas.openxmlformats.org/officeDocument/2006/relationships/image" Target="../media/image3502.png" /><Relationship Id="rId529" Type="http://schemas.openxmlformats.org/officeDocument/2006/relationships/image" Target="../media/image3503.png" /><Relationship Id="rId53" Type="http://schemas.openxmlformats.org/officeDocument/2006/relationships/image" Target="../media/image3027.png" /><Relationship Id="rId530" Type="http://schemas.openxmlformats.org/officeDocument/2006/relationships/image" Target="../media/image3504.png" /><Relationship Id="rId531" Type="http://schemas.openxmlformats.org/officeDocument/2006/relationships/image" Target="../media/image3505.png" /><Relationship Id="rId532" Type="http://schemas.openxmlformats.org/officeDocument/2006/relationships/image" Target="../media/image3506.png" /><Relationship Id="rId533" Type="http://schemas.openxmlformats.org/officeDocument/2006/relationships/image" Target="../media/image3507.png" /><Relationship Id="rId534" Type="http://schemas.openxmlformats.org/officeDocument/2006/relationships/image" Target="../media/image3508.png" /><Relationship Id="rId535" Type="http://schemas.openxmlformats.org/officeDocument/2006/relationships/image" Target="../media/image3509.png" /><Relationship Id="rId536" Type="http://schemas.openxmlformats.org/officeDocument/2006/relationships/image" Target="../media/image3510.png" /><Relationship Id="rId537" Type="http://schemas.openxmlformats.org/officeDocument/2006/relationships/image" Target="../media/image3511.png" /><Relationship Id="rId538" Type="http://schemas.openxmlformats.org/officeDocument/2006/relationships/image" Target="../media/image3512.png" /><Relationship Id="rId539" Type="http://schemas.openxmlformats.org/officeDocument/2006/relationships/image" Target="../media/image3513.png" /><Relationship Id="rId54" Type="http://schemas.openxmlformats.org/officeDocument/2006/relationships/image" Target="../media/image3028.png" /><Relationship Id="rId540" Type="http://schemas.openxmlformats.org/officeDocument/2006/relationships/image" Target="../media/image3514.png" /><Relationship Id="rId541" Type="http://schemas.openxmlformats.org/officeDocument/2006/relationships/image" Target="../media/image3515.png" /><Relationship Id="rId542" Type="http://schemas.openxmlformats.org/officeDocument/2006/relationships/image" Target="../media/image3516.png" /><Relationship Id="rId543" Type="http://schemas.openxmlformats.org/officeDocument/2006/relationships/image" Target="../media/image3517.png" /><Relationship Id="rId544" Type="http://schemas.openxmlformats.org/officeDocument/2006/relationships/image" Target="../media/image3518.png" /><Relationship Id="rId545" Type="http://schemas.openxmlformats.org/officeDocument/2006/relationships/image" Target="../media/image3519.png" /><Relationship Id="rId546" Type="http://schemas.openxmlformats.org/officeDocument/2006/relationships/image" Target="../media/image3520.png" /><Relationship Id="rId547" Type="http://schemas.openxmlformats.org/officeDocument/2006/relationships/image" Target="../media/image3521.png" /><Relationship Id="rId548" Type="http://schemas.openxmlformats.org/officeDocument/2006/relationships/image" Target="../media/image3522.png" /><Relationship Id="rId549" Type="http://schemas.openxmlformats.org/officeDocument/2006/relationships/image" Target="../media/image3523.png" /><Relationship Id="rId55" Type="http://schemas.openxmlformats.org/officeDocument/2006/relationships/image" Target="../media/image3029.png" /><Relationship Id="rId550" Type="http://schemas.openxmlformats.org/officeDocument/2006/relationships/image" Target="../media/image3524.png" /><Relationship Id="rId551" Type="http://schemas.openxmlformats.org/officeDocument/2006/relationships/image" Target="../media/image3525.png" /><Relationship Id="rId552" Type="http://schemas.openxmlformats.org/officeDocument/2006/relationships/image" Target="../media/image3526.png" /><Relationship Id="rId553" Type="http://schemas.openxmlformats.org/officeDocument/2006/relationships/image" Target="../media/image3527.png" /><Relationship Id="rId554" Type="http://schemas.openxmlformats.org/officeDocument/2006/relationships/image" Target="../media/image3528.png" /><Relationship Id="rId555" Type="http://schemas.openxmlformats.org/officeDocument/2006/relationships/image" Target="../media/image3529.png" /><Relationship Id="rId556" Type="http://schemas.openxmlformats.org/officeDocument/2006/relationships/image" Target="../media/image3530.png" /><Relationship Id="rId557" Type="http://schemas.openxmlformats.org/officeDocument/2006/relationships/image" Target="../media/image3531.png" /><Relationship Id="rId558" Type="http://schemas.openxmlformats.org/officeDocument/2006/relationships/image" Target="../media/image3532.png" /><Relationship Id="rId559" Type="http://schemas.openxmlformats.org/officeDocument/2006/relationships/image" Target="../media/image3533.png" /><Relationship Id="rId56" Type="http://schemas.openxmlformats.org/officeDocument/2006/relationships/image" Target="../media/image3030.png" /><Relationship Id="rId560" Type="http://schemas.openxmlformats.org/officeDocument/2006/relationships/image" Target="../media/image3534.png" /><Relationship Id="rId561" Type="http://schemas.openxmlformats.org/officeDocument/2006/relationships/image" Target="../media/image3535.png" /><Relationship Id="rId562" Type="http://schemas.openxmlformats.org/officeDocument/2006/relationships/image" Target="../media/image3536.png" /><Relationship Id="rId563" Type="http://schemas.openxmlformats.org/officeDocument/2006/relationships/image" Target="../media/image3537.png" /><Relationship Id="rId564" Type="http://schemas.openxmlformats.org/officeDocument/2006/relationships/image" Target="../media/image3538.png" /><Relationship Id="rId565" Type="http://schemas.openxmlformats.org/officeDocument/2006/relationships/image" Target="../media/image3539.png" /><Relationship Id="rId566" Type="http://schemas.openxmlformats.org/officeDocument/2006/relationships/image" Target="../media/image3540.png" /><Relationship Id="rId567" Type="http://schemas.openxmlformats.org/officeDocument/2006/relationships/image" Target="../media/image3541.png" /><Relationship Id="rId568" Type="http://schemas.openxmlformats.org/officeDocument/2006/relationships/image" Target="../media/image3542.png" /><Relationship Id="rId569" Type="http://schemas.openxmlformats.org/officeDocument/2006/relationships/image" Target="../media/image3543.png" /><Relationship Id="rId57" Type="http://schemas.openxmlformats.org/officeDocument/2006/relationships/image" Target="../media/image3031.png" /><Relationship Id="rId570" Type="http://schemas.openxmlformats.org/officeDocument/2006/relationships/image" Target="../media/image3544.png" /><Relationship Id="rId571" Type="http://schemas.openxmlformats.org/officeDocument/2006/relationships/image" Target="../media/image3545.png" /><Relationship Id="rId572" Type="http://schemas.openxmlformats.org/officeDocument/2006/relationships/image" Target="../media/image3546.png" /><Relationship Id="rId573" Type="http://schemas.openxmlformats.org/officeDocument/2006/relationships/image" Target="../media/image3547.png" /><Relationship Id="rId574" Type="http://schemas.openxmlformats.org/officeDocument/2006/relationships/image" Target="../media/image3548.png" /><Relationship Id="rId575" Type="http://schemas.openxmlformats.org/officeDocument/2006/relationships/image" Target="../media/image3549.png" /><Relationship Id="rId576" Type="http://schemas.openxmlformats.org/officeDocument/2006/relationships/image" Target="../media/image3550.png" /><Relationship Id="rId577" Type="http://schemas.openxmlformats.org/officeDocument/2006/relationships/image" Target="../media/image3551.png" /><Relationship Id="rId578" Type="http://schemas.openxmlformats.org/officeDocument/2006/relationships/image" Target="../media/image3552.png" /><Relationship Id="rId579" Type="http://schemas.openxmlformats.org/officeDocument/2006/relationships/image" Target="../media/image3553.png" /><Relationship Id="rId58" Type="http://schemas.openxmlformats.org/officeDocument/2006/relationships/image" Target="../media/image3032.png" /><Relationship Id="rId580" Type="http://schemas.openxmlformats.org/officeDocument/2006/relationships/image" Target="../media/image3554.png" /><Relationship Id="rId581" Type="http://schemas.openxmlformats.org/officeDocument/2006/relationships/image" Target="../media/image3555.png" /><Relationship Id="rId582" Type="http://schemas.openxmlformats.org/officeDocument/2006/relationships/image" Target="../media/image3556.png" /><Relationship Id="rId583" Type="http://schemas.openxmlformats.org/officeDocument/2006/relationships/image" Target="../media/image3557.png" /><Relationship Id="rId584" Type="http://schemas.openxmlformats.org/officeDocument/2006/relationships/image" Target="../media/image3558.png" /><Relationship Id="rId585" Type="http://schemas.openxmlformats.org/officeDocument/2006/relationships/image" Target="../media/image3559.png" /><Relationship Id="rId586" Type="http://schemas.openxmlformats.org/officeDocument/2006/relationships/image" Target="../media/image3560.png" /><Relationship Id="rId587" Type="http://schemas.openxmlformats.org/officeDocument/2006/relationships/image" Target="../media/image3561.png" /><Relationship Id="rId588" Type="http://schemas.openxmlformats.org/officeDocument/2006/relationships/image" Target="../media/image3562.png" /><Relationship Id="rId589" Type="http://schemas.openxmlformats.org/officeDocument/2006/relationships/image" Target="../media/image3563.png" /><Relationship Id="rId59" Type="http://schemas.openxmlformats.org/officeDocument/2006/relationships/image" Target="../media/image3033.png" /><Relationship Id="rId590" Type="http://schemas.openxmlformats.org/officeDocument/2006/relationships/image" Target="../media/image3564.png" /><Relationship Id="rId591" Type="http://schemas.openxmlformats.org/officeDocument/2006/relationships/image" Target="../media/image3565.png" /><Relationship Id="rId592" Type="http://schemas.openxmlformats.org/officeDocument/2006/relationships/image" Target="../media/image3566.png" /><Relationship Id="rId593" Type="http://schemas.openxmlformats.org/officeDocument/2006/relationships/image" Target="../media/image3567.png" /><Relationship Id="rId594" Type="http://schemas.openxmlformats.org/officeDocument/2006/relationships/image" Target="../media/image3568.png" /><Relationship Id="rId595" Type="http://schemas.openxmlformats.org/officeDocument/2006/relationships/image" Target="../media/image3569.png" /><Relationship Id="rId596" Type="http://schemas.openxmlformats.org/officeDocument/2006/relationships/image" Target="../media/image3570.png" /><Relationship Id="rId597" Type="http://schemas.openxmlformats.org/officeDocument/2006/relationships/image" Target="../media/image3571.png" /><Relationship Id="rId598" Type="http://schemas.openxmlformats.org/officeDocument/2006/relationships/image" Target="../media/image3572.png" /><Relationship Id="rId599" Type="http://schemas.openxmlformats.org/officeDocument/2006/relationships/image" Target="../media/image3573.png" /><Relationship Id="rId6" Type="http://schemas.openxmlformats.org/officeDocument/2006/relationships/image" Target="../media/image2980.png" /><Relationship Id="rId60" Type="http://schemas.openxmlformats.org/officeDocument/2006/relationships/image" Target="../media/image3034.png" /><Relationship Id="rId600" Type="http://schemas.openxmlformats.org/officeDocument/2006/relationships/image" Target="../media/image3574.png" /><Relationship Id="rId601" Type="http://schemas.openxmlformats.org/officeDocument/2006/relationships/image" Target="../media/image3575.png" /><Relationship Id="rId602" Type="http://schemas.openxmlformats.org/officeDocument/2006/relationships/image" Target="../media/image3576.png" /><Relationship Id="rId603" Type="http://schemas.openxmlformats.org/officeDocument/2006/relationships/image" Target="../media/image3577.png" /><Relationship Id="rId604" Type="http://schemas.openxmlformats.org/officeDocument/2006/relationships/image" Target="../media/image3578.png" /><Relationship Id="rId605" Type="http://schemas.openxmlformats.org/officeDocument/2006/relationships/image" Target="../media/image3579.png" /><Relationship Id="rId606" Type="http://schemas.openxmlformats.org/officeDocument/2006/relationships/image" Target="../media/image3580.png" /><Relationship Id="rId607" Type="http://schemas.openxmlformats.org/officeDocument/2006/relationships/image" Target="../media/image3581.png" /><Relationship Id="rId608" Type="http://schemas.openxmlformats.org/officeDocument/2006/relationships/image" Target="../media/image3582.png" /><Relationship Id="rId609" Type="http://schemas.openxmlformats.org/officeDocument/2006/relationships/image" Target="../media/image3583.png" /><Relationship Id="rId61" Type="http://schemas.openxmlformats.org/officeDocument/2006/relationships/image" Target="../media/image3035.png" /><Relationship Id="rId610" Type="http://schemas.openxmlformats.org/officeDocument/2006/relationships/image" Target="../media/image3584.png" /><Relationship Id="rId611" Type="http://schemas.openxmlformats.org/officeDocument/2006/relationships/image" Target="../media/image3585.png" /><Relationship Id="rId612" Type="http://schemas.openxmlformats.org/officeDocument/2006/relationships/image" Target="../media/image3586.png" /><Relationship Id="rId613" Type="http://schemas.openxmlformats.org/officeDocument/2006/relationships/image" Target="../media/image3587.png" /><Relationship Id="rId614" Type="http://schemas.openxmlformats.org/officeDocument/2006/relationships/image" Target="../media/image3588.png" /><Relationship Id="rId615" Type="http://schemas.openxmlformats.org/officeDocument/2006/relationships/image" Target="../media/image3589.png" /><Relationship Id="rId616" Type="http://schemas.openxmlformats.org/officeDocument/2006/relationships/image" Target="../media/image3590.png" /><Relationship Id="rId617" Type="http://schemas.openxmlformats.org/officeDocument/2006/relationships/image" Target="../media/image3591.png" /><Relationship Id="rId618" Type="http://schemas.openxmlformats.org/officeDocument/2006/relationships/image" Target="../media/image3592.png" /><Relationship Id="rId619" Type="http://schemas.openxmlformats.org/officeDocument/2006/relationships/image" Target="../media/image3593.png" /><Relationship Id="rId62" Type="http://schemas.openxmlformats.org/officeDocument/2006/relationships/image" Target="../media/image3036.png" /><Relationship Id="rId620" Type="http://schemas.openxmlformats.org/officeDocument/2006/relationships/image" Target="../media/image3594.png" /><Relationship Id="rId621" Type="http://schemas.openxmlformats.org/officeDocument/2006/relationships/image" Target="../media/image3595.png" /><Relationship Id="rId622" Type="http://schemas.openxmlformats.org/officeDocument/2006/relationships/image" Target="../media/image3596.png" /><Relationship Id="rId623" Type="http://schemas.openxmlformats.org/officeDocument/2006/relationships/image" Target="../media/image3597.png" /><Relationship Id="rId624" Type="http://schemas.openxmlformats.org/officeDocument/2006/relationships/image" Target="../media/image3598.png" /><Relationship Id="rId625" Type="http://schemas.openxmlformats.org/officeDocument/2006/relationships/image" Target="../media/image3599.png" /><Relationship Id="rId626" Type="http://schemas.openxmlformats.org/officeDocument/2006/relationships/image" Target="../media/image3600.png" /><Relationship Id="rId627" Type="http://schemas.openxmlformats.org/officeDocument/2006/relationships/image" Target="../media/image3601.png" /><Relationship Id="rId628" Type="http://schemas.openxmlformats.org/officeDocument/2006/relationships/image" Target="../media/image3602.png" /><Relationship Id="rId629" Type="http://schemas.openxmlformats.org/officeDocument/2006/relationships/image" Target="../media/image3603.png" /><Relationship Id="rId63" Type="http://schemas.openxmlformats.org/officeDocument/2006/relationships/image" Target="../media/image3037.png" /><Relationship Id="rId630" Type="http://schemas.openxmlformats.org/officeDocument/2006/relationships/image" Target="../media/image3604.png" /><Relationship Id="rId631" Type="http://schemas.openxmlformats.org/officeDocument/2006/relationships/image" Target="../media/image3605.png" /><Relationship Id="rId632" Type="http://schemas.openxmlformats.org/officeDocument/2006/relationships/image" Target="../media/image3606.png" /><Relationship Id="rId633" Type="http://schemas.openxmlformats.org/officeDocument/2006/relationships/image" Target="../media/image3607.png" /><Relationship Id="rId634" Type="http://schemas.openxmlformats.org/officeDocument/2006/relationships/image" Target="../media/image3608.png" /><Relationship Id="rId635" Type="http://schemas.openxmlformats.org/officeDocument/2006/relationships/image" Target="../media/image3609.png" /><Relationship Id="rId636" Type="http://schemas.openxmlformats.org/officeDocument/2006/relationships/image" Target="../media/image3610.png" /><Relationship Id="rId637" Type="http://schemas.openxmlformats.org/officeDocument/2006/relationships/image" Target="../media/image3611.png" /><Relationship Id="rId638" Type="http://schemas.openxmlformats.org/officeDocument/2006/relationships/image" Target="../media/image3612.png" /><Relationship Id="rId639" Type="http://schemas.openxmlformats.org/officeDocument/2006/relationships/image" Target="../media/image3613.png" /><Relationship Id="rId64" Type="http://schemas.openxmlformats.org/officeDocument/2006/relationships/image" Target="../media/image3038.png" /><Relationship Id="rId640" Type="http://schemas.openxmlformats.org/officeDocument/2006/relationships/image" Target="../media/image3614.png" /><Relationship Id="rId641" Type="http://schemas.openxmlformats.org/officeDocument/2006/relationships/image" Target="../media/image3615.png" /><Relationship Id="rId642" Type="http://schemas.openxmlformats.org/officeDocument/2006/relationships/image" Target="../media/image3616.png" /><Relationship Id="rId643" Type="http://schemas.openxmlformats.org/officeDocument/2006/relationships/image" Target="../media/image3617.png" /><Relationship Id="rId644" Type="http://schemas.openxmlformats.org/officeDocument/2006/relationships/image" Target="../media/image3618.png" /><Relationship Id="rId645" Type="http://schemas.openxmlformats.org/officeDocument/2006/relationships/image" Target="../media/image3619.png" /><Relationship Id="rId646" Type="http://schemas.openxmlformats.org/officeDocument/2006/relationships/image" Target="../media/image3620.png" /><Relationship Id="rId647" Type="http://schemas.openxmlformats.org/officeDocument/2006/relationships/image" Target="../media/image3621.png" /><Relationship Id="rId648" Type="http://schemas.openxmlformats.org/officeDocument/2006/relationships/image" Target="../media/image3622.png" /><Relationship Id="rId649" Type="http://schemas.openxmlformats.org/officeDocument/2006/relationships/image" Target="../media/image3623.png" /><Relationship Id="rId65" Type="http://schemas.openxmlformats.org/officeDocument/2006/relationships/image" Target="../media/image3039.png" /><Relationship Id="rId650" Type="http://schemas.openxmlformats.org/officeDocument/2006/relationships/image" Target="../media/image3624.png" /><Relationship Id="rId651" Type="http://schemas.openxmlformats.org/officeDocument/2006/relationships/image" Target="../media/image3625.png" /><Relationship Id="rId652" Type="http://schemas.openxmlformats.org/officeDocument/2006/relationships/image" Target="../media/image3626.png" /><Relationship Id="rId653" Type="http://schemas.openxmlformats.org/officeDocument/2006/relationships/image" Target="../media/image3627.png" /><Relationship Id="rId654" Type="http://schemas.openxmlformats.org/officeDocument/2006/relationships/image" Target="../media/image3628.png" /><Relationship Id="rId655" Type="http://schemas.openxmlformats.org/officeDocument/2006/relationships/image" Target="../media/image3629.png" /><Relationship Id="rId656" Type="http://schemas.openxmlformats.org/officeDocument/2006/relationships/image" Target="../media/image3630.png" /><Relationship Id="rId657" Type="http://schemas.openxmlformats.org/officeDocument/2006/relationships/image" Target="../media/image3631.png" /><Relationship Id="rId658" Type="http://schemas.openxmlformats.org/officeDocument/2006/relationships/image" Target="../media/image3632.png" /><Relationship Id="rId659" Type="http://schemas.openxmlformats.org/officeDocument/2006/relationships/image" Target="../media/image3633.png" /><Relationship Id="rId66" Type="http://schemas.openxmlformats.org/officeDocument/2006/relationships/image" Target="../media/image3040.png" /><Relationship Id="rId660" Type="http://schemas.openxmlformats.org/officeDocument/2006/relationships/image" Target="../media/image3634.png" /><Relationship Id="rId661" Type="http://schemas.openxmlformats.org/officeDocument/2006/relationships/image" Target="../media/image3635.png" /><Relationship Id="rId662" Type="http://schemas.openxmlformats.org/officeDocument/2006/relationships/image" Target="../media/image3636.png" /><Relationship Id="rId663" Type="http://schemas.openxmlformats.org/officeDocument/2006/relationships/image" Target="../media/image3637.png" /><Relationship Id="rId664" Type="http://schemas.openxmlformats.org/officeDocument/2006/relationships/image" Target="../media/image3638.png" /><Relationship Id="rId665" Type="http://schemas.openxmlformats.org/officeDocument/2006/relationships/image" Target="../media/image3639.png" /><Relationship Id="rId666" Type="http://schemas.openxmlformats.org/officeDocument/2006/relationships/image" Target="../media/image3640.png" /><Relationship Id="rId667" Type="http://schemas.openxmlformats.org/officeDocument/2006/relationships/image" Target="../media/image3641.png" /><Relationship Id="rId668" Type="http://schemas.openxmlformats.org/officeDocument/2006/relationships/image" Target="../media/image3642.png" /><Relationship Id="rId669" Type="http://schemas.openxmlformats.org/officeDocument/2006/relationships/image" Target="../media/image3643.png" /><Relationship Id="rId67" Type="http://schemas.openxmlformats.org/officeDocument/2006/relationships/image" Target="../media/image3041.png" /><Relationship Id="rId670" Type="http://schemas.openxmlformats.org/officeDocument/2006/relationships/image" Target="../media/image3644.png" /><Relationship Id="rId671" Type="http://schemas.openxmlformats.org/officeDocument/2006/relationships/image" Target="../media/image3645.png" /><Relationship Id="rId672" Type="http://schemas.openxmlformats.org/officeDocument/2006/relationships/image" Target="../media/image3646.png" /><Relationship Id="rId673" Type="http://schemas.openxmlformats.org/officeDocument/2006/relationships/image" Target="../media/image3647.png" /><Relationship Id="rId674" Type="http://schemas.openxmlformats.org/officeDocument/2006/relationships/image" Target="../media/image3648.png" /><Relationship Id="rId675" Type="http://schemas.openxmlformats.org/officeDocument/2006/relationships/image" Target="../media/image3649.png" /><Relationship Id="rId676" Type="http://schemas.openxmlformats.org/officeDocument/2006/relationships/image" Target="../media/image3650.png" /><Relationship Id="rId677" Type="http://schemas.openxmlformats.org/officeDocument/2006/relationships/image" Target="../media/image3651.png" /><Relationship Id="rId678" Type="http://schemas.openxmlformats.org/officeDocument/2006/relationships/image" Target="../media/image3652.png" /><Relationship Id="rId679" Type="http://schemas.openxmlformats.org/officeDocument/2006/relationships/image" Target="../media/image3653.png" /><Relationship Id="rId68" Type="http://schemas.openxmlformats.org/officeDocument/2006/relationships/image" Target="../media/image3042.png" /><Relationship Id="rId680" Type="http://schemas.openxmlformats.org/officeDocument/2006/relationships/image" Target="../media/image3654.png" /><Relationship Id="rId681" Type="http://schemas.openxmlformats.org/officeDocument/2006/relationships/image" Target="../media/image3655.png" /><Relationship Id="rId682" Type="http://schemas.openxmlformats.org/officeDocument/2006/relationships/image" Target="../media/image3656.png" /><Relationship Id="rId683" Type="http://schemas.openxmlformats.org/officeDocument/2006/relationships/image" Target="../media/image3657.png" /><Relationship Id="rId684" Type="http://schemas.openxmlformats.org/officeDocument/2006/relationships/image" Target="../media/image3658.png" /><Relationship Id="rId685" Type="http://schemas.openxmlformats.org/officeDocument/2006/relationships/image" Target="../media/image3659.png" /><Relationship Id="rId686" Type="http://schemas.openxmlformats.org/officeDocument/2006/relationships/image" Target="../media/image3660.png" /><Relationship Id="rId687" Type="http://schemas.openxmlformats.org/officeDocument/2006/relationships/image" Target="../media/image3661.png" /><Relationship Id="rId688" Type="http://schemas.openxmlformats.org/officeDocument/2006/relationships/image" Target="../media/image3662.png" /><Relationship Id="rId689" Type="http://schemas.openxmlformats.org/officeDocument/2006/relationships/image" Target="../media/image3663.png" /><Relationship Id="rId69" Type="http://schemas.openxmlformats.org/officeDocument/2006/relationships/image" Target="../media/image3043.png" /><Relationship Id="rId690" Type="http://schemas.openxmlformats.org/officeDocument/2006/relationships/image" Target="../media/image3664.png" /><Relationship Id="rId691" Type="http://schemas.openxmlformats.org/officeDocument/2006/relationships/image" Target="../media/image3665.png" /><Relationship Id="rId692" Type="http://schemas.openxmlformats.org/officeDocument/2006/relationships/image" Target="../media/image3666.png" /><Relationship Id="rId693" Type="http://schemas.openxmlformats.org/officeDocument/2006/relationships/image" Target="../media/image3667.png" /><Relationship Id="rId694" Type="http://schemas.openxmlformats.org/officeDocument/2006/relationships/image" Target="../media/image3668.png" /><Relationship Id="rId695" Type="http://schemas.openxmlformats.org/officeDocument/2006/relationships/image" Target="../media/image3669.png" /><Relationship Id="rId696" Type="http://schemas.openxmlformats.org/officeDocument/2006/relationships/image" Target="../media/image3670.png" /><Relationship Id="rId697" Type="http://schemas.openxmlformats.org/officeDocument/2006/relationships/image" Target="../media/image3671.png" /><Relationship Id="rId698" Type="http://schemas.openxmlformats.org/officeDocument/2006/relationships/image" Target="../media/image3672.png" /><Relationship Id="rId699" Type="http://schemas.openxmlformats.org/officeDocument/2006/relationships/image" Target="../media/image3673.png" /><Relationship Id="rId7" Type="http://schemas.openxmlformats.org/officeDocument/2006/relationships/image" Target="../media/image2981.png" /><Relationship Id="rId70" Type="http://schemas.openxmlformats.org/officeDocument/2006/relationships/image" Target="../media/image3044.png" /><Relationship Id="rId700" Type="http://schemas.openxmlformats.org/officeDocument/2006/relationships/image" Target="../media/image3674.png" /><Relationship Id="rId701" Type="http://schemas.openxmlformats.org/officeDocument/2006/relationships/image" Target="../media/image3675.png" /><Relationship Id="rId702" Type="http://schemas.openxmlformats.org/officeDocument/2006/relationships/image" Target="../media/image3676.png" /><Relationship Id="rId703" Type="http://schemas.openxmlformats.org/officeDocument/2006/relationships/image" Target="../media/image3677.png" /><Relationship Id="rId704" Type="http://schemas.openxmlformats.org/officeDocument/2006/relationships/image" Target="../media/image3678.png" /><Relationship Id="rId705" Type="http://schemas.openxmlformats.org/officeDocument/2006/relationships/image" Target="../media/image3679.png" /><Relationship Id="rId706" Type="http://schemas.openxmlformats.org/officeDocument/2006/relationships/image" Target="../media/image3680.png" /><Relationship Id="rId707" Type="http://schemas.openxmlformats.org/officeDocument/2006/relationships/image" Target="../media/image3681.png" /><Relationship Id="rId708" Type="http://schemas.openxmlformats.org/officeDocument/2006/relationships/image" Target="../media/image3682.png" /><Relationship Id="rId709" Type="http://schemas.openxmlformats.org/officeDocument/2006/relationships/image" Target="../media/image3683.png" /><Relationship Id="rId71" Type="http://schemas.openxmlformats.org/officeDocument/2006/relationships/image" Target="../media/image3045.png" /><Relationship Id="rId710" Type="http://schemas.openxmlformats.org/officeDocument/2006/relationships/image" Target="../media/image3684.png" /><Relationship Id="rId711" Type="http://schemas.openxmlformats.org/officeDocument/2006/relationships/image" Target="../media/image3685.png" /><Relationship Id="rId712" Type="http://schemas.openxmlformats.org/officeDocument/2006/relationships/image" Target="../media/image3686.png" /><Relationship Id="rId713" Type="http://schemas.openxmlformats.org/officeDocument/2006/relationships/image" Target="../media/image3687.png" /><Relationship Id="rId714" Type="http://schemas.openxmlformats.org/officeDocument/2006/relationships/image" Target="../media/image3688.png" /><Relationship Id="rId715" Type="http://schemas.openxmlformats.org/officeDocument/2006/relationships/image" Target="../media/image3689.png" /><Relationship Id="rId716" Type="http://schemas.openxmlformats.org/officeDocument/2006/relationships/image" Target="../media/image3690.png" /><Relationship Id="rId717" Type="http://schemas.openxmlformats.org/officeDocument/2006/relationships/image" Target="../media/image3691.png" /><Relationship Id="rId718" Type="http://schemas.openxmlformats.org/officeDocument/2006/relationships/image" Target="../media/image3692.png" /><Relationship Id="rId719" Type="http://schemas.openxmlformats.org/officeDocument/2006/relationships/image" Target="../media/image3693.png" /><Relationship Id="rId72" Type="http://schemas.openxmlformats.org/officeDocument/2006/relationships/image" Target="../media/image3046.png" /><Relationship Id="rId720" Type="http://schemas.openxmlformats.org/officeDocument/2006/relationships/image" Target="../media/image3694.png" /><Relationship Id="rId721" Type="http://schemas.openxmlformats.org/officeDocument/2006/relationships/image" Target="../media/image3695.png" /><Relationship Id="rId722" Type="http://schemas.openxmlformats.org/officeDocument/2006/relationships/image" Target="../media/image3696.png" /><Relationship Id="rId723" Type="http://schemas.openxmlformats.org/officeDocument/2006/relationships/image" Target="../media/image3697.png" /><Relationship Id="rId724" Type="http://schemas.openxmlformats.org/officeDocument/2006/relationships/image" Target="../media/image3698.png" /><Relationship Id="rId725" Type="http://schemas.openxmlformats.org/officeDocument/2006/relationships/image" Target="../media/image3699.png" /><Relationship Id="rId726" Type="http://schemas.openxmlformats.org/officeDocument/2006/relationships/image" Target="../media/image3700.png" /><Relationship Id="rId727" Type="http://schemas.openxmlformats.org/officeDocument/2006/relationships/image" Target="../media/image3701.png" /><Relationship Id="rId728" Type="http://schemas.openxmlformats.org/officeDocument/2006/relationships/image" Target="../media/image3702.png" /><Relationship Id="rId729" Type="http://schemas.openxmlformats.org/officeDocument/2006/relationships/image" Target="../media/image3703.png" /><Relationship Id="rId73" Type="http://schemas.openxmlformats.org/officeDocument/2006/relationships/image" Target="../media/image3047.png" /><Relationship Id="rId730" Type="http://schemas.openxmlformats.org/officeDocument/2006/relationships/image" Target="../media/image3704.png" /><Relationship Id="rId731" Type="http://schemas.openxmlformats.org/officeDocument/2006/relationships/image" Target="../media/image3705.png" /><Relationship Id="rId732" Type="http://schemas.openxmlformats.org/officeDocument/2006/relationships/image" Target="../media/image3706.png" /><Relationship Id="rId733" Type="http://schemas.openxmlformats.org/officeDocument/2006/relationships/image" Target="../media/image3707.png" /><Relationship Id="rId734" Type="http://schemas.openxmlformats.org/officeDocument/2006/relationships/image" Target="../media/image3708.png" /><Relationship Id="rId735" Type="http://schemas.openxmlformats.org/officeDocument/2006/relationships/image" Target="../media/image3709.png" /><Relationship Id="rId736" Type="http://schemas.openxmlformats.org/officeDocument/2006/relationships/image" Target="../media/image3710.png" /><Relationship Id="rId737" Type="http://schemas.openxmlformats.org/officeDocument/2006/relationships/image" Target="../media/image3711.png" /><Relationship Id="rId738" Type="http://schemas.openxmlformats.org/officeDocument/2006/relationships/image" Target="../media/image3712.png" /><Relationship Id="rId739" Type="http://schemas.openxmlformats.org/officeDocument/2006/relationships/image" Target="../media/image3713.png" /><Relationship Id="rId74" Type="http://schemas.openxmlformats.org/officeDocument/2006/relationships/image" Target="../media/image3048.png" /><Relationship Id="rId740" Type="http://schemas.openxmlformats.org/officeDocument/2006/relationships/image" Target="../media/image3714.png" /><Relationship Id="rId741" Type="http://schemas.openxmlformats.org/officeDocument/2006/relationships/image" Target="../media/image3715.png" /><Relationship Id="rId742" Type="http://schemas.openxmlformats.org/officeDocument/2006/relationships/image" Target="../media/image3716.png" /><Relationship Id="rId743" Type="http://schemas.openxmlformats.org/officeDocument/2006/relationships/image" Target="../media/image3717.png" /><Relationship Id="rId744" Type="http://schemas.openxmlformats.org/officeDocument/2006/relationships/image" Target="../media/image3718.png" /><Relationship Id="rId745" Type="http://schemas.openxmlformats.org/officeDocument/2006/relationships/image" Target="../media/image3719.png" /><Relationship Id="rId746" Type="http://schemas.openxmlformats.org/officeDocument/2006/relationships/image" Target="../media/image3720.png" /><Relationship Id="rId747" Type="http://schemas.openxmlformats.org/officeDocument/2006/relationships/image" Target="../media/image3721.png" /><Relationship Id="rId748" Type="http://schemas.openxmlformats.org/officeDocument/2006/relationships/image" Target="../media/image3722.png" /><Relationship Id="rId749" Type="http://schemas.openxmlformats.org/officeDocument/2006/relationships/image" Target="../media/image3723.png" /><Relationship Id="rId75" Type="http://schemas.openxmlformats.org/officeDocument/2006/relationships/image" Target="../media/image3049.png" /><Relationship Id="rId750" Type="http://schemas.openxmlformats.org/officeDocument/2006/relationships/image" Target="../media/image3724.png" /><Relationship Id="rId751" Type="http://schemas.openxmlformats.org/officeDocument/2006/relationships/image" Target="../media/image3725.png" /><Relationship Id="rId752" Type="http://schemas.openxmlformats.org/officeDocument/2006/relationships/image" Target="../media/image3726.png" /><Relationship Id="rId753" Type="http://schemas.openxmlformats.org/officeDocument/2006/relationships/image" Target="../media/image3727.png" /><Relationship Id="rId754" Type="http://schemas.openxmlformats.org/officeDocument/2006/relationships/image" Target="../media/image3728.png" /><Relationship Id="rId755" Type="http://schemas.openxmlformats.org/officeDocument/2006/relationships/image" Target="../media/image3729.png" /><Relationship Id="rId756" Type="http://schemas.openxmlformats.org/officeDocument/2006/relationships/image" Target="../media/image3730.png" /><Relationship Id="rId757" Type="http://schemas.openxmlformats.org/officeDocument/2006/relationships/image" Target="../media/image3731.png" /><Relationship Id="rId758" Type="http://schemas.openxmlformats.org/officeDocument/2006/relationships/image" Target="../media/image3732.png" /><Relationship Id="rId759" Type="http://schemas.openxmlformats.org/officeDocument/2006/relationships/image" Target="../media/image3733.png" /><Relationship Id="rId76" Type="http://schemas.openxmlformats.org/officeDocument/2006/relationships/image" Target="../media/image3050.png" /><Relationship Id="rId760" Type="http://schemas.openxmlformats.org/officeDocument/2006/relationships/image" Target="../media/image3734.png" /><Relationship Id="rId761" Type="http://schemas.openxmlformats.org/officeDocument/2006/relationships/image" Target="../media/image3735.png" /><Relationship Id="rId762" Type="http://schemas.openxmlformats.org/officeDocument/2006/relationships/image" Target="../media/image3736.png" /><Relationship Id="rId763" Type="http://schemas.openxmlformats.org/officeDocument/2006/relationships/image" Target="../media/image3737.png" /><Relationship Id="rId764" Type="http://schemas.openxmlformats.org/officeDocument/2006/relationships/image" Target="../media/image3738.png" /><Relationship Id="rId765" Type="http://schemas.openxmlformats.org/officeDocument/2006/relationships/image" Target="../media/image3739.png" /><Relationship Id="rId766" Type="http://schemas.openxmlformats.org/officeDocument/2006/relationships/image" Target="../media/image3740.png" /><Relationship Id="rId767" Type="http://schemas.openxmlformats.org/officeDocument/2006/relationships/image" Target="../media/image3741.png" /><Relationship Id="rId768" Type="http://schemas.openxmlformats.org/officeDocument/2006/relationships/image" Target="../media/image3742.png" /><Relationship Id="rId769" Type="http://schemas.openxmlformats.org/officeDocument/2006/relationships/image" Target="../media/image3743.png" /><Relationship Id="rId77" Type="http://schemas.openxmlformats.org/officeDocument/2006/relationships/image" Target="../media/image3051.png" /><Relationship Id="rId770" Type="http://schemas.openxmlformats.org/officeDocument/2006/relationships/image" Target="../media/image3744.png" /><Relationship Id="rId771" Type="http://schemas.openxmlformats.org/officeDocument/2006/relationships/image" Target="../media/image3745.png" /><Relationship Id="rId772" Type="http://schemas.openxmlformats.org/officeDocument/2006/relationships/image" Target="../media/image3746.png" /><Relationship Id="rId773" Type="http://schemas.openxmlformats.org/officeDocument/2006/relationships/image" Target="../media/image3747.png" /><Relationship Id="rId774" Type="http://schemas.openxmlformats.org/officeDocument/2006/relationships/image" Target="../media/image3748.png" /><Relationship Id="rId775" Type="http://schemas.openxmlformats.org/officeDocument/2006/relationships/image" Target="../media/image3749.png" /><Relationship Id="rId776" Type="http://schemas.openxmlformats.org/officeDocument/2006/relationships/image" Target="../media/image3750.png" /><Relationship Id="rId777" Type="http://schemas.openxmlformats.org/officeDocument/2006/relationships/image" Target="../media/image3751.png" /><Relationship Id="rId778" Type="http://schemas.openxmlformats.org/officeDocument/2006/relationships/image" Target="../media/image3752.png" /><Relationship Id="rId779" Type="http://schemas.openxmlformats.org/officeDocument/2006/relationships/image" Target="../media/image3753.png" /><Relationship Id="rId78" Type="http://schemas.openxmlformats.org/officeDocument/2006/relationships/image" Target="../media/image3052.png" /><Relationship Id="rId780" Type="http://schemas.openxmlformats.org/officeDocument/2006/relationships/image" Target="../media/image3754.png" /><Relationship Id="rId781" Type="http://schemas.openxmlformats.org/officeDocument/2006/relationships/image" Target="../media/image3755.png" /><Relationship Id="rId782" Type="http://schemas.openxmlformats.org/officeDocument/2006/relationships/image" Target="../media/image3756.png" /><Relationship Id="rId783" Type="http://schemas.openxmlformats.org/officeDocument/2006/relationships/image" Target="../media/image3757.png" /><Relationship Id="rId784" Type="http://schemas.openxmlformats.org/officeDocument/2006/relationships/image" Target="../media/image3758.png" /><Relationship Id="rId785" Type="http://schemas.openxmlformats.org/officeDocument/2006/relationships/image" Target="../media/image3759.png" /><Relationship Id="rId786" Type="http://schemas.openxmlformats.org/officeDocument/2006/relationships/image" Target="../media/image3760.png" /><Relationship Id="rId787" Type="http://schemas.openxmlformats.org/officeDocument/2006/relationships/image" Target="../media/image3761.png" /><Relationship Id="rId788" Type="http://schemas.openxmlformats.org/officeDocument/2006/relationships/image" Target="../media/image3762.png" /><Relationship Id="rId789" Type="http://schemas.openxmlformats.org/officeDocument/2006/relationships/image" Target="../media/image3763.png" /><Relationship Id="rId79" Type="http://schemas.openxmlformats.org/officeDocument/2006/relationships/image" Target="../media/image3053.png" /><Relationship Id="rId790" Type="http://schemas.openxmlformats.org/officeDocument/2006/relationships/image" Target="../media/image3764.png" /><Relationship Id="rId791" Type="http://schemas.openxmlformats.org/officeDocument/2006/relationships/image" Target="../media/image3765.png" /><Relationship Id="rId792" Type="http://schemas.openxmlformats.org/officeDocument/2006/relationships/image" Target="../media/image3766.png" /><Relationship Id="rId793" Type="http://schemas.openxmlformats.org/officeDocument/2006/relationships/image" Target="../media/image3767.png" /><Relationship Id="rId794" Type="http://schemas.openxmlformats.org/officeDocument/2006/relationships/image" Target="../media/image3768.png" /><Relationship Id="rId795" Type="http://schemas.openxmlformats.org/officeDocument/2006/relationships/image" Target="../media/image3769.png" /><Relationship Id="rId796" Type="http://schemas.openxmlformats.org/officeDocument/2006/relationships/image" Target="../media/image3770.png" /><Relationship Id="rId797" Type="http://schemas.openxmlformats.org/officeDocument/2006/relationships/image" Target="../media/image3771.png" /><Relationship Id="rId798" Type="http://schemas.openxmlformats.org/officeDocument/2006/relationships/image" Target="../media/image3772.png" /><Relationship Id="rId799" Type="http://schemas.openxmlformats.org/officeDocument/2006/relationships/image" Target="../media/image3773.png" /><Relationship Id="rId8" Type="http://schemas.openxmlformats.org/officeDocument/2006/relationships/image" Target="../media/image2982.png" /><Relationship Id="rId80" Type="http://schemas.openxmlformats.org/officeDocument/2006/relationships/image" Target="../media/image3054.png" /><Relationship Id="rId800" Type="http://schemas.openxmlformats.org/officeDocument/2006/relationships/image" Target="../media/image3774.png" /><Relationship Id="rId801" Type="http://schemas.openxmlformats.org/officeDocument/2006/relationships/image" Target="../media/image3775.png" /><Relationship Id="rId802" Type="http://schemas.openxmlformats.org/officeDocument/2006/relationships/image" Target="../media/image3776.png" /><Relationship Id="rId803" Type="http://schemas.openxmlformats.org/officeDocument/2006/relationships/image" Target="../media/image3777.png" /><Relationship Id="rId804" Type="http://schemas.openxmlformats.org/officeDocument/2006/relationships/image" Target="../media/image3778.png" /><Relationship Id="rId805" Type="http://schemas.openxmlformats.org/officeDocument/2006/relationships/image" Target="../media/image3779.png" /><Relationship Id="rId806" Type="http://schemas.openxmlformats.org/officeDocument/2006/relationships/image" Target="../media/image3780.png" /><Relationship Id="rId807" Type="http://schemas.openxmlformats.org/officeDocument/2006/relationships/image" Target="../media/image3781.png" /><Relationship Id="rId808" Type="http://schemas.openxmlformats.org/officeDocument/2006/relationships/image" Target="../media/image3782.png" /><Relationship Id="rId809" Type="http://schemas.openxmlformats.org/officeDocument/2006/relationships/image" Target="../media/image3783.png" /><Relationship Id="rId81" Type="http://schemas.openxmlformats.org/officeDocument/2006/relationships/image" Target="../media/image3055.png" /><Relationship Id="rId810" Type="http://schemas.openxmlformats.org/officeDocument/2006/relationships/image" Target="../media/image3784.png" /><Relationship Id="rId811" Type="http://schemas.openxmlformats.org/officeDocument/2006/relationships/image" Target="../media/image3785.png" /><Relationship Id="rId812" Type="http://schemas.openxmlformats.org/officeDocument/2006/relationships/image" Target="../media/image3786.png" /><Relationship Id="rId813" Type="http://schemas.openxmlformats.org/officeDocument/2006/relationships/image" Target="../media/image3787.png" /><Relationship Id="rId814" Type="http://schemas.openxmlformats.org/officeDocument/2006/relationships/image" Target="../media/image3788.png" /><Relationship Id="rId815" Type="http://schemas.openxmlformats.org/officeDocument/2006/relationships/image" Target="../media/image3789.png" /><Relationship Id="rId816" Type="http://schemas.openxmlformats.org/officeDocument/2006/relationships/image" Target="../media/image3790.png" /><Relationship Id="rId817" Type="http://schemas.openxmlformats.org/officeDocument/2006/relationships/image" Target="../media/image3791.png" /><Relationship Id="rId818" Type="http://schemas.openxmlformats.org/officeDocument/2006/relationships/image" Target="../media/image3792.png" /><Relationship Id="rId819" Type="http://schemas.openxmlformats.org/officeDocument/2006/relationships/image" Target="../media/image3793.png" /><Relationship Id="rId82" Type="http://schemas.openxmlformats.org/officeDocument/2006/relationships/image" Target="../media/image3056.png" /><Relationship Id="rId820" Type="http://schemas.openxmlformats.org/officeDocument/2006/relationships/image" Target="../media/image3794.png" /><Relationship Id="rId821" Type="http://schemas.openxmlformats.org/officeDocument/2006/relationships/image" Target="../media/image3795.png" /><Relationship Id="rId822" Type="http://schemas.openxmlformats.org/officeDocument/2006/relationships/image" Target="../media/image3796.png" /><Relationship Id="rId823" Type="http://schemas.openxmlformats.org/officeDocument/2006/relationships/image" Target="../media/image3797.png" /><Relationship Id="rId824" Type="http://schemas.openxmlformats.org/officeDocument/2006/relationships/image" Target="../media/image3798.png" /><Relationship Id="rId825" Type="http://schemas.openxmlformats.org/officeDocument/2006/relationships/image" Target="../media/image3799.png" /><Relationship Id="rId826" Type="http://schemas.openxmlformats.org/officeDocument/2006/relationships/image" Target="../media/image3800.png" /><Relationship Id="rId827" Type="http://schemas.openxmlformats.org/officeDocument/2006/relationships/image" Target="../media/image3801.png" /><Relationship Id="rId828" Type="http://schemas.openxmlformats.org/officeDocument/2006/relationships/image" Target="../media/image3802.png" /><Relationship Id="rId829" Type="http://schemas.openxmlformats.org/officeDocument/2006/relationships/image" Target="../media/image3803.png" /><Relationship Id="rId83" Type="http://schemas.openxmlformats.org/officeDocument/2006/relationships/image" Target="../media/image3057.png" /><Relationship Id="rId830" Type="http://schemas.openxmlformats.org/officeDocument/2006/relationships/image" Target="../media/image3804.png" /><Relationship Id="rId831" Type="http://schemas.openxmlformats.org/officeDocument/2006/relationships/image" Target="../media/image3805.png" /><Relationship Id="rId832" Type="http://schemas.openxmlformats.org/officeDocument/2006/relationships/image" Target="../media/image3806.png" /><Relationship Id="rId833" Type="http://schemas.openxmlformats.org/officeDocument/2006/relationships/image" Target="../media/image3807.png" /><Relationship Id="rId834" Type="http://schemas.openxmlformats.org/officeDocument/2006/relationships/image" Target="../media/image3808.png" /><Relationship Id="rId835" Type="http://schemas.openxmlformats.org/officeDocument/2006/relationships/image" Target="../media/image3809.png" /><Relationship Id="rId836" Type="http://schemas.openxmlformats.org/officeDocument/2006/relationships/image" Target="../media/image3810.png" /><Relationship Id="rId837" Type="http://schemas.openxmlformats.org/officeDocument/2006/relationships/image" Target="../media/image3811.png" /><Relationship Id="rId838" Type="http://schemas.openxmlformats.org/officeDocument/2006/relationships/image" Target="../media/image3812.png" /><Relationship Id="rId839" Type="http://schemas.openxmlformats.org/officeDocument/2006/relationships/image" Target="../media/image3813.png" /><Relationship Id="rId84" Type="http://schemas.openxmlformats.org/officeDocument/2006/relationships/image" Target="../media/image3058.png" /><Relationship Id="rId840" Type="http://schemas.openxmlformats.org/officeDocument/2006/relationships/image" Target="../media/image3814.png" /><Relationship Id="rId841" Type="http://schemas.openxmlformats.org/officeDocument/2006/relationships/image" Target="../media/image3815.png" /><Relationship Id="rId842" Type="http://schemas.openxmlformats.org/officeDocument/2006/relationships/image" Target="../media/image3816.png" /><Relationship Id="rId843" Type="http://schemas.openxmlformats.org/officeDocument/2006/relationships/image" Target="../media/image3817.png" /><Relationship Id="rId844" Type="http://schemas.openxmlformats.org/officeDocument/2006/relationships/image" Target="../media/image3818.png" /><Relationship Id="rId845" Type="http://schemas.openxmlformats.org/officeDocument/2006/relationships/image" Target="../media/image3819.png" /><Relationship Id="rId846" Type="http://schemas.openxmlformats.org/officeDocument/2006/relationships/image" Target="../media/image3820.png" /><Relationship Id="rId847" Type="http://schemas.openxmlformats.org/officeDocument/2006/relationships/image" Target="../media/image3821.png" /><Relationship Id="rId848" Type="http://schemas.openxmlformats.org/officeDocument/2006/relationships/image" Target="../media/image3822.png" /><Relationship Id="rId849" Type="http://schemas.openxmlformats.org/officeDocument/2006/relationships/image" Target="../media/image3823.png" /><Relationship Id="rId85" Type="http://schemas.openxmlformats.org/officeDocument/2006/relationships/image" Target="../media/image3059.png" /><Relationship Id="rId850" Type="http://schemas.openxmlformats.org/officeDocument/2006/relationships/image" Target="../media/image3824.png" /><Relationship Id="rId851" Type="http://schemas.openxmlformats.org/officeDocument/2006/relationships/image" Target="../media/image3825.png" /><Relationship Id="rId852" Type="http://schemas.openxmlformats.org/officeDocument/2006/relationships/image" Target="../media/image3826.png" /><Relationship Id="rId853" Type="http://schemas.openxmlformats.org/officeDocument/2006/relationships/image" Target="../media/image3827.png" /><Relationship Id="rId854" Type="http://schemas.openxmlformats.org/officeDocument/2006/relationships/image" Target="../media/image3828.png" /><Relationship Id="rId855" Type="http://schemas.openxmlformats.org/officeDocument/2006/relationships/image" Target="../media/image3829.png" /><Relationship Id="rId856" Type="http://schemas.openxmlformats.org/officeDocument/2006/relationships/image" Target="../media/image3830.png" /><Relationship Id="rId857" Type="http://schemas.openxmlformats.org/officeDocument/2006/relationships/image" Target="../media/image3831.png" /><Relationship Id="rId858" Type="http://schemas.openxmlformats.org/officeDocument/2006/relationships/image" Target="../media/image3832.png" /><Relationship Id="rId859" Type="http://schemas.openxmlformats.org/officeDocument/2006/relationships/image" Target="../media/image3833.png" /><Relationship Id="rId86" Type="http://schemas.openxmlformats.org/officeDocument/2006/relationships/image" Target="../media/image3060.png" /><Relationship Id="rId860" Type="http://schemas.openxmlformats.org/officeDocument/2006/relationships/image" Target="../media/image3834.png" /><Relationship Id="rId861" Type="http://schemas.openxmlformats.org/officeDocument/2006/relationships/image" Target="../media/image3835.png" /><Relationship Id="rId862" Type="http://schemas.openxmlformats.org/officeDocument/2006/relationships/image" Target="../media/image3836.png" /><Relationship Id="rId863" Type="http://schemas.openxmlformats.org/officeDocument/2006/relationships/image" Target="../media/image3837.png" /><Relationship Id="rId864" Type="http://schemas.openxmlformats.org/officeDocument/2006/relationships/image" Target="../media/image3838.png" /><Relationship Id="rId865" Type="http://schemas.openxmlformats.org/officeDocument/2006/relationships/image" Target="../media/image3839.png" /><Relationship Id="rId866" Type="http://schemas.openxmlformats.org/officeDocument/2006/relationships/image" Target="../media/image3840.png" /><Relationship Id="rId867" Type="http://schemas.openxmlformats.org/officeDocument/2006/relationships/image" Target="../media/image3841.png" /><Relationship Id="rId868" Type="http://schemas.openxmlformats.org/officeDocument/2006/relationships/image" Target="../media/image3842.png" /><Relationship Id="rId869" Type="http://schemas.openxmlformats.org/officeDocument/2006/relationships/image" Target="../media/image3843.png" /><Relationship Id="rId87" Type="http://schemas.openxmlformats.org/officeDocument/2006/relationships/image" Target="../media/image3061.png" /><Relationship Id="rId870" Type="http://schemas.openxmlformats.org/officeDocument/2006/relationships/image" Target="../media/image3844.png" /><Relationship Id="rId871" Type="http://schemas.openxmlformats.org/officeDocument/2006/relationships/image" Target="../media/image3845.png" /><Relationship Id="rId872" Type="http://schemas.openxmlformats.org/officeDocument/2006/relationships/image" Target="../media/image3846.png" /><Relationship Id="rId873" Type="http://schemas.openxmlformats.org/officeDocument/2006/relationships/image" Target="../media/image3847.png" /><Relationship Id="rId874" Type="http://schemas.openxmlformats.org/officeDocument/2006/relationships/image" Target="../media/image3848.png" /><Relationship Id="rId875" Type="http://schemas.openxmlformats.org/officeDocument/2006/relationships/image" Target="../media/image3849.png" /><Relationship Id="rId876" Type="http://schemas.openxmlformats.org/officeDocument/2006/relationships/image" Target="../media/image3850.png" /><Relationship Id="rId877" Type="http://schemas.openxmlformats.org/officeDocument/2006/relationships/image" Target="../media/image3851.png" /><Relationship Id="rId878" Type="http://schemas.openxmlformats.org/officeDocument/2006/relationships/image" Target="../media/image3852.png" /><Relationship Id="rId879" Type="http://schemas.openxmlformats.org/officeDocument/2006/relationships/image" Target="../media/image3853.png" /><Relationship Id="rId88" Type="http://schemas.openxmlformats.org/officeDocument/2006/relationships/image" Target="../media/image3062.png" /><Relationship Id="rId880" Type="http://schemas.openxmlformats.org/officeDocument/2006/relationships/image" Target="../media/image3854.png" /><Relationship Id="rId881" Type="http://schemas.openxmlformats.org/officeDocument/2006/relationships/image" Target="../media/image3855.png" /><Relationship Id="rId882" Type="http://schemas.openxmlformats.org/officeDocument/2006/relationships/image" Target="../media/image3856.png" /><Relationship Id="rId883" Type="http://schemas.openxmlformats.org/officeDocument/2006/relationships/image" Target="../media/image3857.png" /><Relationship Id="rId884" Type="http://schemas.openxmlformats.org/officeDocument/2006/relationships/image" Target="../media/image3858.png" /><Relationship Id="rId885" Type="http://schemas.openxmlformats.org/officeDocument/2006/relationships/image" Target="../media/image3859.png" /><Relationship Id="rId886" Type="http://schemas.openxmlformats.org/officeDocument/2006/relationships/image" Target="../media/image3860.png" /><Relationship Id="rId887" Type="http://schemas.openxmlformats.org/officeDocument/2006/relationships/image" Target="../media/image3861.png" /><Relationship Id="rId888" Type="http://schemas.openxmlformats.org/officeDocument/2006/relationships/image" Target="../media/image3862.png" /><Relationship Id="rId889" Type="http://schemas.openxmlformats.org/officeDocument/2006/relationships/image" Target="../media/image3863.png" /><Relationship Id="rId89" Type="http://schemas.openxmlformats.org/officeDocument/2006/relationships/image" Target="../media/image3063.png" /><Relationship Id="rId890" Type="http://schemas.openxmlformats.org/officeDocument/2006/relationships/image" Target="../media/image3864.png" /><Relationship Id="rId891" Type="http://schemas.openxmlformats.org/officeDocument/2006/relationships/image" Target="../media/image3865.png" /><Relationship Id="rId892" Type="http://schemas.openxmlformats.org/officeDocument/2006/relationships/image" Target="../media/image3866.png" /><Relationship Id="rId893" Type="http://schemas.openxmlformats.org/officeDocument/2006/relationships/image" Target="../media/image3867.png" /><Relationship Id="rId894" Type="http://schemas.openxmlformats.org/officeDocument/2006/relationships/image" Target="../media/image3868.png" /><Relationship Id="rId895" Type="http://schemas.openxmlformats.org/officeDocument/2006/relationships/image" Target="../media/image3869.png" /><Relationship Id="rId896" Type="http://schemas.openxmlformats.org/officeDocument/2006/relationships/image" Target="../media/image3870.png" /><Relationship Id="rId897" Type="http://schemas.openxmlformats.org/officeDocument/2006/relationships/image" Target="../media/image3871.png" /><Relationship Id="rId898" Type="http://schemas.openxmlformats.org/officeDocument/2006/relationships/image" Target="../media/image3872.png" /><Relationship Id="rId899" Type="http://schemas.openxmlformats.org/officeDocument/2006/relationships/image" Target="../media/image3873.png" /><Relationship Id="rId9" Type="http://schemas.openxmlformats.org/officeDocument/2006/relationships/image" Target="../media/image2983.png" /><Relationship Id="rId90" Type="http://schemas.openxmlformats.org/officeDocument/2006/relationships/image" Target="../media/image3064.png" /><Relationship Id="rId900" Type="http://schemas.openxmlformats.org/officeDocument/2006/relationships/image" Target="../media/image3874.png" /><Relationship Id="rId901" Type="http://schemas.openxmlformats.org/officeDocument/2006/relationships/image" Target="../media/image3875.png" /><Relationship Id="rId902" Type="http://schemas.openxmlformats.org/officeDocument/2006/relationships/image" Target="../media/image3876.png" /><Relationship Id="rId903" Type="http://schemas.openxmlformats.org/officeDocument/2006/relationships/image" Target="../media/image3877.png" /><Relationship Id="rId904" Type="http://schemas.openxmlformats.org/officeDocument/2006/relationships/image" Target="../media/image3878.png" /><Relationship Id="rId905" Type="http://schemas.openxmlformats.org/officeDocument/2006/relationships/image" Target="../media/image3879.png" /><Relationship Id="rId906" Type="http://schemas.openxmlformats.org/officeDocument/2006/relationships/image" Target="../media/image3880.png" /><Relationship Id="rId907" Type="http://schemas.openxmlformats.org/officeDocument/2006/relationships/image" Target="../media/image3881.png" /><Relationship Id="rId908" Type="http://schemas.openxmlformats.org/officeDocument/2006/relationships/image" Target="../media/image3882.png" /><Relationship Id="rId909" Type="http://schemas.openxmlformats.org/officeDocument/2006/relationships/image" Target="../media/image3883.png" /><Relationship Id="rId91" Type="http://schemas.openxmlformats.org/officeDocument/2006/relationships/image" Target="../media/image3065.png" /><Relationship Id="rId910" Type="http://schemas.openxmlformats.org/officeDocument/2006/relationships/image" Target="../media/image3884.png" /><Relationship Id="rId911" Type="http://schemas.openxmlformats.org/officeDocument/2006/relationships/image" Target="../media/image3885.png" /><Relationship Id="rId912" Type="http://schemas.openxmlformats.org/officeDocument/2006/relationships/image" Target="../media/image3886.png" /><Relationship Id="rId913" Type="http://schemas.openxmlformats.org/officeDocument/2006/relationships/image" Target="../media/image3887.png" /><Relationship Id="rId914" Type="http://schemas.openxmlformats.org/officeDocument/2006/relationships/image" Target="../media/image3888.png" /><Relationship Id="rId915" Type="http://schemas.openxmlformats.org/officeDocument/2006/relationships/image" Target="../media/image3889.png" /><Relationship Id="rId916" Type="http://schemas.openxmlformats.org/officeDocument/2006/relationships/image" Target="../media/image3890.png" /><Relationship Id="rId917" Type="http://schemas.openxmlformats.org/officeDocument/2006/relationships/image" Target="../media/image3891.png" /><Relationship Id="rId918" Type="http://schemas.openxmlformats.org/officeDocument/2006/relationships/image" Target="../media/image3892.png" /><Relationship Id="rId919" Type="http://schemas.openxmlformats.org/officeDocument/2006/relationships/image" Target="../media/image3893.png" /><Relationship Id="rId92" Type="http://schemas.openxmlformats.org/officeDocument/2006/relationships/image" Target="../media/image3066.png" /><Relationship Id="rId920" Type="http://schemas.openxmlformats.org/officeDocument/2006/relationships/image" Target="../media/image3894.png" /><Relationship Id="rId921" Type="http://schemas.openxmlformats.org/officeDocument/2006/relationships/image" Target="../media/image3895.png" /><Relationship Id="rId922" Type="http://schemas.openxmlformats.org/officeDocument/2006/relationships/image" Target="../media/image3896.png" /><Relationship Id="rId923" Type="http://schemas.openxmlformats.org/officeDocument/2006/relationships/image" Target="../media/image3897.png" /><Relationship Id="rId924" Type="http://schemas.openxmlformats.org/officeDocument/2006/relationships/image" Target="../media/image3898.png" /><Relationship Id="rId925" Type="http://schemas.openxmlformats.org/officeDocument/2006/relationships/image" Target="../media/image3899.png" /><Relationship Id="rId926" Type="http://schemas.openxmlformats.org/officeDocument/2006/relationships/image" Target="../media/image3900.png" /><Relationship Id="rId927" Type="http://schemas.openxmlformats.org/officeDocument/2006/relationships/image" Target="../media/image3901.png" /><Relationship Id="rId928" Type="http://schemas.openxmlformats.org/officeDocument/2006/relationships/image" Target="../media/image3902.png" /><Relationship Id="rId929" Type="http://schemas.openxmlformats.org/officeDocument/2006/relationships/image" Target="../media/image3903.png" /><Relationship Id="rId93" Type="http://schemas.openxmlformats.org/officeDocument/2006/relationships/image" Target="../media/image3067.png" /><Relationship Id="rId930" Type="http://schemas.openxmlformats.org/officeDocument/2006/relationships/image" Target="../media/image3904.png" /><Relationship Id="rId931" Type="http://schemas.openxmlformats.org/officeDocument/2006/relationships/image" Target="../media/image3905.png" /><Relationship Id="rId932" Type="http://schemas.openxmlformats.org/officeDocument/2006/relationships/image" Target="../media/image3906.png" /><Relationship Id="rId933" Type="http://schemas.openxmlformats.org/officeDocument/2006/relationships/image" Target="../media/image3907.png" /><Relationship Id="rId934" Type="http://schemas.openxmlformats.org/officeDocument/2006/relationships/image" Target="../media/image3908.png" /><Relationship Id="rId935" Type="http://schemas.openxmlformats.org/officeDocument/2006/relationships/image" Target="../media/image3909.png" /><Relationship Id="rId936" Type="http://schemas.openxmlformats.org/officeDocument/2006/relationships/image" Target="../media/image3910.png" /><Relationship Id="rId937" Type="http://schemas.openxmlformats.org/officeDocument/2006/relationships/image" Target="../media/image3911.png" /><Relationship Id="rId938" Type="http://schemas.openxmlformats.org/officeDocument/2006/relationships/image" Target="../media/image3912.png" /><Relationship Id="rId939" Type="http://schemas.openxmlformats.org/officeDocument/2006/relationships/image" Target="../media/image3913.png" /><Relationship Id="rId94" Type="http://schemas.openxmlformats.org/officeDocument/2006/relationships/image" Target="../media/image3068.png" /><Relationship Id="rId940" Type="http://schemas.openxmlformats.org/officeDocument/2006/relationships/image" Target="../media/image3914.png" /><Relationship Id="rId941" Type="http://schemas.openxmlformats.org/officeDocument/2006/relationships/image" Target="../media/image3915.png" /><Relationship Id="rId942" Type="http://schemas.openxmlformats.org/officeDocument/2006/relationships/image" Target="../media/image3916.png" /><Relationship Id="rId943" Type="http://schemas.openxmlformats.org/officeDocument/2006/relationships/image" Target="../media/image3917.png" /><Relationship Id="rId944" Type="http://schemas.openxmlformats.org/officeDocument/2006/relationships/image" Target="../media/image3918.png" /><Relationship Id="rId945" Type="http://schemas.openxmlformats.org/officeDocument/2006/relationships/image" Target="../media/image3919.png" /><Relationship Id="rId946" Type="http://schemas.openxmlformats.org/officeDocument/2006/relationships/image" Target="../media/image3920.png" /><Relationship Id="rId947" Type="http://schemas.openxmlformats.org/officeDocument/2006/relationships/image" Target="../media/image3921.png" /><Relationship Id="rId948" Type="http://schemas.openxmlformats.org/officeDocument/2006/relationships/image" Target="../media/image3922.png" /><Relationship Id="rId949" Type="http://schemas.openxmlformats.org/officeDocument/2006/relationships/image" Target="../media/image3923.png" /><Relationship Id="rId95" Type="http://schemas.openxmlformats.org/officeDocument/2006/relationships/image" Target="../media/image3069.png" /><Relationship Id="rId950" Type="http://schemas.openxmlformats.org/officeDocument/2006/relationships/image" Target="../media/image3924.png" /><Relationship Id="rId951" Type="http://schemas.openxmlformats.org/officeDocument/2006/relationships/image" Target="../media/image3925.png" /><Relationship Id="rId952" Type="http://schemas.openxmlformats.org/officeDocument/2006/relationships/image" Target="../media/image3926.png" /><Relationship Id="rId953" Type="http://schemas.openxmlformats.org/officeDocument/2006/relationships/image" Target="../media/image3927.png" /><Relationship Id="rId954" Type="http://schemas.openxmlformats.org/officeDocument/2006/relationships/image" Target="../media/image3928.png" /><Relationship Id="rId955" Type="http://schemas.openxmlformats.org/officeDocument/2006/relationships/image" Target="../media/image3929.png" /><Relationship Id="rId956" Type="http://schemas.openxmlformats.org/officeDocument/2006/relationships/image" Target="../media/image3930.png" /><Relationship Id="rId957" Type="http://schemas.openxmlformats.org/officeDocument/2006/relationships/image" Target="../media/image3931.png" /><Relationship Id="rId958" Type="http://schemas.openxmlformats.org/officeDocument/2006/relationships/image" Target="../media/image3932.png" /><Relationship Id="rId959" Type="http://schemas.openxmlformats.org/officeDocument/2006/relationships/image" Target="../media/image3933.png" /><Relationship Id="rId96" Type="http://schemas.openxmlformats.org/officeDocument/2006/relationships/image" Target="../media/image3070.png" /><Relationship Id="rId960" Type="http://schemas.openxmlformats.org/officeDocument/2006/relationships/image" Target="../media/image3934.png" /><Relationship Id="rId961" Type="http://schemas.openxmlformats.org/officeDocument/2006/relationships/image" Target="../media/image3935.png" /><Relationship Id="rId962" Type="http://schemas.openxmlformats.org/officeDocument/2006/relationships/image" Target="../media/image3936.png" /><Relationship Id="rId963" Type="http://schemas.openxmlformats.org/officeDocument/2006/relationships/image" Target="../media/image3937.png" /><Relationship Id="rId964" Type="http://schemas.openxmlformats.org/officeDocument/2006/relationships/image" Target="../media/image3938.png" /><Relationship Id="rId965" Type="http://schemas.openxmlformats.org/officeDocument/2006/relationships/image" Target="../media/image3939.png" /><Relationship Id="rId966" Type="http://schemas.openxmlformats.org/officeDocument/2006/relationships/image" Target="../media/image3940.png" /><Relationship Id="rId967" Type="http://schemas.openxmlformats.org/officeDocument/2006/relationships/image" Target="../media/image3941.png" /><Relationship Id="rId968" Type="http://schemas.openxmlformats.org/officeDocument/2006/relationships/image" Target="../media/image3942.png" /><Relationship Id="rId969" Type="http://schemas.openxmlformats.org/officeDocument/2006/relationships/image" Target="../media/image3943.png" /><Relationship Id="rId97" Type="http://schemas.openxmlformats.org/officeDocument/2006/relationships/image" Target="../media/image3071.png" /><Relationship Id="rId970" Type="http://schemas.openxmlformats.org/officeDocument/2006/relationships/image" Target="../media/image3944.png" /><Relationship Id="rId971" Type="http://schemas.openxmlformats.org/officeDocument/2006/relationships/image" Target="../media/image3945.png" /><Relationship Id="rId972" Type="http://schemas.openxmlformats.org/officeDocument/2006/relationships/image" Target="../media/image3946.png" /><Relationship Id="rId973" Type="http://schemas.openxmlformats.org/officeDocument/2006/relationships/image" Target="../media/image3947.png" /><Relationship Id="rId974" Type="http://schemas.openxmlformats.org/officeDocument/2006/relationships/image" Target="../media/image3948.png" /><Relationship Id="rId975" Type="http://schemas.openxmlformats.org/officeDocument/2006/relationships/image" Target="../media/image3949.png" /><Relationship Id="rId976" Type="http://schemas.openxmlformats.org/officeDocument/2006/relationships/image" Target="../media/image3950.png" /><Relationship Id="rId977" Type="http://schemas.openxmlformats.org/officeDocument/2006/relationships/image" Target="../media/image3951.png" /><Relationship Id="rId978" Type="http://schemas.openxmlformats.org/officeDocument/2006/relationships/image" Target="../media/image3952.png" /><Relationship Id="rId979" Type="http://schemas.openxmlformats.org/officeDocument/2006/relationships/image" Target="../media/image3953.png" /><Relationship Id="rId98" Type="http://schemas.openxmlformats.org/officeDocument/2006/relationships/image" Target="../media/image3072.png" /><Relationship Id="rId980" Type="http://schemas.openxmlformats.org/officeDocument/2006/relationships/image" Target="../media/image3954.png" /><Relationship Id="rId981" Type="http://schemas.openxmlformats.org/officeDocument/2006/relationships/image" Target="../media/image3955.png" /><Relationship Id="rId982" Type="http://schemas.openxmlformats.org/officeDocument/2006/relationships/image" Target="../media/image3956.png" /><Relationship Id="rId983" Type="http://schemas.openxmlformats.org/officeDocument/2006/relationships/image" Target="../media/image3957.png" /><Relationship Id="rId984" Type="http://schemas.openxmlformats.org/officeDocument/2006/relationships/image" Target="../media/image3958.png" /><Relationship Id="rId985" Type="http://schemas.openxmlformats.org/officeDocument/2006/relationships/image" Target="../media/image3959.png" /><Relationship Id="rId986" Type="http://schemas.openxmlformats.org/officeDocument/2006/relationships/image" Target="../media/image3960.png" /><Relationship Id="rId987" Type="http://schemas.openxmlformats.org/officeDocument/2006/relationships/image" Target="../media/image3961.png" /><Relationship Id="rId988" Type="http://schemas.openxmlformats.org/officeDocument/2006/relationships/image" Target="../media/image3962.png" /><Relationship Id="rId989" Type="http://schemas.openxmlformats.org/officeDocument/2006/relationships/image" Target="../media/image3963.png" /><Relationship Id="rId99" Type="http://schemas.openxmlformats.org/officeDocument/2006/relationships/image" Target="../media/image3073.png" /><Relationship Id="rId990" Type="http://schemas.openxmlformats.org/officeDocument/2006/relationships/image" Target="../media/image3964.png" /><Relationship Id="rId991" Type="http://schemas.openxmlformats.org/officeDocument/2006/relationships/image" Target="../media/image3965.png" /><Relationship Id="rId992" Type="http://schemas.openxmlformats.org/officeDocument/2006/relationships/image" Target="../media/image3966.png" /><Relationship Id="rId993" Type="http://schemas.openxmlformats.org/officeDocument/2006/relationships/image" Target="../media/image3967.png" /><Relationship Id="rId994" Type="http://schemas.openxmlformats.org/officeDocument/2006/relationships/image" Target="../media/image3968.png" /><Relationship Id="rId995" Type="http://schemas.openxmlformats.org/officeDocument/2006/relationships/image" Target="../media/image3969.png" /><Relationship Id="rId996" Type="http://schemas.openxmlformats.org/officeDocument/2006/relationships/image" Target="../media/image3970.png" /><Relationship Id="rId997" Type="http://schemas.openxmlformats.org/officeDocument/2006/relationships/image" Target="../media/image3971.png" /><Relationship Id="rId998" Type="http://schemas.openxmlformats.org/officeDocument/2006/relationships/image" Target="../media/image3972.png" /><Relationship Id="rId999" Type="http://schemas.openxmlformats.org/officeDocument/2006/relationships/image" Target="../media/image397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image" Target="../media/image4871.png" /><Relationship Id="rId100" Type="http://schemas.openxmlformats.org/officeDocument/2006/relationships/image" Target="../media/image4961.png" /><Relationship Id="rId1000" Type="http://schemas.openxmlformats.org/officeDocument/2006/relationships/image" Target="../media/image5861.png" /><Relationship Id="rId1001" Type="http://schemas.openxmlformats.org/officeDocument/2006/relationships/image" Target="../media/image5862.png" /><Relationship Id="rId1002" Type="http://schemas.openxmlformats.org/officeDocument/2006/relationships/image" Target="../media/image5863.png" /><Relationship Id="rId1003" Type="http://schemas.openxmlformats.org/officeDocument/2006/relationships/image" Target="../media/image5864.png" /><Relationship Id="rId1004" Type="http://schemas.openxmlformats.org/officeDocument/2006/relationships/image" Target="../media/image5865.png" /><Relationship Id="rId1005" Type="http://schemas.openxmlformats.org/officeDocument/2006/relationships/image" Target="../media/image5866.png" /><Relationship Id="rId1006" Type="http://schemas.openxmlformats.org/officeDocument/2006/relationships/image" Target="../media/image5867.png" /><Relationship Id="rId1007" Type="http://schemas.openxmlformats.org/officeDocument/2006/relationships/image" Target="../media/image5868.png" /><Relationship Id="rId1008" Type="http://schemas.openxmlformats.org/officeDocument/2006/relationships/image" Target="../media/image5869.png" /><Relationship Id="rId1009" Type="http://schemas.openxmlformats.org/officeDocument/2006/relationships/image" Target="../media/image5870.png" /><Relationship Id="rId101" Type="http://schemas.openxmlformats.org/officeDocument/2006/relationships/image" Target="../media/image4962.png" /><Relationship Id="rId1010" Type="http://schemas.openxmlformats.org/officeDocument/2006/relationships/image" Target="../media/image5871.png" /><Relationship Id="rId1011" Type="http://schemas.openxmlformats.org/officeDocument/2006/relationships/image" Target="../media/image5872.png" /><Relationship Id="rId1012" Type="http://schemas.openxmlformats.org/officeDocument/2006/relationships/image" Target="../media/image5873.png" /><Relationship Id="rId1013" Type="http://schemas.openxmlformats.org/officeDocument/2006/relationships/image" Target="../media/image5874.png" /><Relationship Id="rId1014" Type="http://schemas.openxmlformats.org/officeDocument/2006/relationships/image" Target="../media/image5875.png" /><Relationship Id="rId1015" Type="http://schemas.openxmlformats.org/officeDocument/2006/relationships/image" Target="../media/image5876.png" /><Relationship Id="rId1016" Type="http://schemas.openxmlformats.org/officeDocument/2006/relationships/image" Target="../media/image5877.png" /><Relationship Id="rId1017" Type="http://schemas.openxmlformats.org/officeDocument/2006/relationships/image" Target="../media/image5878.png" /><Relationship Id="rId1018" Type="http://schemas.openxmlformats.org/officeDocument/2006/relationships/image" Target="../media/image5879.png" /><Relationship Id="rId1019" Type="http://schemas.openxmlformats.org/officeDocument/2006/relationships/image" Target="../media/image5880.png" /><Relationship Id="rId102" Type="http://schemas.openxmlformats.org/officeDocument/2006/relationships/image" Target="../media/image4963.png" /><Relationship Id="rId1020" Type="http://schemas.openxmlformats.org/officeDocument/2006/relationships/image" Target="../media/image5881.png" /><Relationship Id="rId1021" Type="http://schemas.openxmlformats.org/officeDocument/2006/relationships/image" Target="../media/image5882.png" /><Relationship Id="rId1022" Type="http://schemas.openxmlformats.org/officeDocument/2006/relationships/image" Target="../media/image5883.png" /><Relationship Id="rId1023" Type="http://schemas.openxmlformats.org/officeDocument/2006/relationships/image" Target="../media/image5884.png" /><Relationship Id="rId1024" Type="http://schemas.openxmlformats.org/officeDocument/2006/relationships/image" Target="../media/image5885.png" /><Relationship Id="rId1025" Type="http://schemas.openxmlformats.org/officeDocument/2006/relationships/image" Target="../media/image5886.png" /><Relationship Id="rId1026" Type="http://schemas.openxmlformats.org/officeDocument/2006/relationships/image" Target="../media/image5887.png" /><Relationship Id="rId1027" Type="http://schemas.openxmlformats.org/officeDocument/2006/relationships/image" Target="../media/image5888.png" /><Relationship Id="rId1028" Type="http://schemas.openxmlformats.org/officeDocument/2006/relationships/image" Target="../media/image5889.png" /><Relationship Id="rId1029" Type="http://schemas.openxmlformats.org/officeDocument/2006/relationships/image" Target="../media/image5890.png" /><Relationship Id="rId103" Type="http://schemas.openxmlformats.org/officeDocument/2006/relationships/image" Target="../media/image4964.png" /><Relationship Id="rId1030" Type="http://schemas.openxmlformats.org/officeDocument/2006/relationships/image" Target="../media/image5891.png" /><Relationship Id="rId1031" Type="http://schemas.openxmlformats.org/officeDocument/2006/relationships/image" Target="../media/image5892.png" /><Relationship Id="rId1032" Type="http://schemas.openxmlformats.org/officeDocument/2006/relationships/image" Target="../media/image5893.png" /><Relationship Id="rId1033" Type="http://schemas.openxmlformats.org/officeDocument/2006/relationships/image" Target="../media/image5894.png" /><Relationship Id="rId1034" Type="http://schemas.openxmlformats.org/officeDocument/2006/relationships/image" Target="../media/image5895.png" /><Relationship Id="rId1035" Type="http://schemas.openxmlformats.org/officeDocument/2006/relationships/image" Target="../media/image5896.png" /><Relationship Id="rId1036" Type="http://schemas.openxmlformats.org/officeDocument/2006/relationships/image" Target="../media/image5897.png" /><Relationship Id="rId1037" Type="http://schemas.openxmlformats.org/officeDocument/2006/relationships/image" Target="../media/image5898.png" /><Relationship Id="rId1038" Type="http://schemas.openxmlformats.org/officeDocument/2006/relationships/image" Target="../media/image5899.png" /><Relationship Id="rId1039" Type="http://schemas.openxmlformats.org/officeDocument/2006/relationships/image" Target="../media/image5900.png" /><Relationship Id="rId104" Type="http://schemas.openxmlformats.org/officeDocument/2006/relationships/image" Target="../media/image4965.png" /><Relationship Id="rId1040" Type="http://schemas.openxmlformats.org/officeDocument/2006/relationships/image" Target="../media/image5901.png" /><Relationship Id="rId1041" Type="http://schemas.openxmlformats.org/officeDocument/2006/relationships/image" Target="../media/image5902.png" /><Relationship Id="rId1042" Type="http://schemas.openxmlformats.org/officeDocument/2006/relationships/image" Target="../media/image5903.png" /><Relationship Id="rId1043" Type="http://schemas.openxmlformats.org/officeDocument/2006/relationships/image" Target="../media/image5904.png" /><Relationship Id="rId1044" Type="http://schemas.openxmlformats.org/officeDocument/2006/relationships/image" Target="../media/image5905.png" /><Relationship Id="rId1045" Type="http://schemas.openxmlformats.org/officeDocument/2006/relationships/image" Target="../media/image5906.png" /><Relationship Id="rId1046" Type="http://schemas.openxmlformats.org/officeDocument/2006/relationships/image" Target="../media/image5907.png" /><Relationship Id="rId1047" Type="http://schemas.openxmlformats.org/officeDocument/2006/relationships/image" Target="../media/image5908.png" /><Relationship Id="rId1048" Type="http://schemas.openxmlformats.org/officeDocument/2006/relationships/image" Target="../media/image5909.png" /><Relationship Id="rId1049" Type="http://schemas.openxmlformats.org/officeDocument/2006/relationships/image" Target="../media/image5910.png" /><Relationship Id="rId105" Type="http://schemas.openxmlformats.org/officeDocument/2006/relationships/image" Target="../media/image4966.png" /><Relationship Id="rId1050" Type="http://schemas.openxmlformats.org/officeDocument/2006/relationships/image" Target="../media/image5911.png" /><Relationship Id="rId1051" Type="http://schemas.openxmlformats.org/officeDocument/2006/relationships/image" Target="../media/image5912.png" /><Relationship Id="rId1052" Type="http://schemas.openxmlformats.org/officeDocument/2006/relationships/image" Target="../media/image5913.png" /><Relationship Id="rId1053" Type="http://schemas.openxmlformats.org/officeDocument/2006/relationships/image" Target="../media/image5914.png" /><Relationship Id="rId1054" Type="http://schemas.openxmlformats.org/officeDocument/2006/relationships/image" Target="../media/image5915.png" /><Relationship Id="rId1055" Type="http://schemas.openxmlformats.org/officeDocument/2006/relationships/image" Target="../media/image5916.png" /><Relationship Id="rId1056" Type="http://schemas.openxmlformats.org/officeDocument/2006/relationships/image" Target="../media/image5917.png" /><Relationship Id="rId1057" Type="http://schemas.openxmlformats.org/officeDocument/2006/relationships/image" Target="../media/image5918.png" /><Relationship Id="rId1058" Type="http://schemas.openxmlformats.org/officeDocument/2006/relationships/image" Target="../media/image5919.png" /><Relationship Id="rId1059" Type="http://schemas.openxmlformats.org/officeDocument/2006/relationships/image" Target="../media/image5920.png" /><Relationship Id="rId106" Type="http://schemas.openxmlformats.org/officeDocument/2006/relationships/image" Target="../media/image4967.png" /><Relationship Id="rId1060" Type="http://schemas.openxmlformats.org/officeDocument/2006/relationships/image" Target="../media/image5921.png" /><Relationship Id="rId1061" Type="http://schemas.openxmlformats.org/officeDocument/2006/relationships/image" Target="../media/image5922.png" /><Relationship Id="rId1062" Type="http://schemas.openxmlformats.org/officeDocument/2006/relationships/image" Target="../media/image5923.png" /><Relationship Id="rId1063" Type="http://schemas.openxmlformats.org/officeDocument/2006/relationships/image" Target="../media/image5924.png" /><Relationship Id="rId1064" Type="http://schemas.openxmlformats.org/officeDocument/2006/relationships/image" Target="../media/image5925.png" /><Relationship Id="rId1065" Type="http://schemas.openxmlformats.org/officeDocument/2006/relationships/image" Target="../media/image5926.png" /><Relationship Id="rId1066" Type="http://schemas.openxmlformats.org/officeDocument/2006/relationships/image" Target="../media/image5927.png" /><Relationship Id="rId1067" Type="http://schemas.openxmlformats.org/officeDocument/2006/relationships/image" Target="../media/image5928.png" /><Relationship Id="rId1068" Type="http://schemas.openxmlformats.org/officeDocument/2006/relationships/image" Target="../media/image5929.png" /><Relationship Id="rId1069" Type="http://schemas.openxmlformats.org/officeDocument/2006/relationships/image" Target="../media/image5930.png" /><Relationship Id="rId107" Type="http://schemas.openxmlformats.org/officeDocument/2006/relationships/image" Target="../media/image4968.png" /><Relationship Id="rId1070" Type="http://schemas.openxmlformats.org/officeDocument/2006/relationships/image" Target="../media/image5931.png" /><Relationship Id="rId1071" Type="http://schemas.openxmlformats.org/officeDocument/2006/relationships/image" Target="../media/image5932.png" /><Relationship Id="rId1072" Type="http://schemas.openxmlformats.org/officeDocument/2006/relationships/image" Target="../media/image5933.png" /><Relationship Id="rId1073" Type="http://schemas.openxmlformats.org/officeDocument/2006/relationships/image" Target="../media/image5934.png" /><Relationship Id="rId1074" Type="http://schemas.openxmlformats.org/officeDocument/2006/relationships/image" Target="../media/image5935.png" /><Relationship Id="rId1075" Type="http://schemas.openxmlformats.org/officeDocument/2006/relationships/image" Target="../media/image5936.png" /><Relationship Id="rId1076" Type="http://schemas.openxmlformats.org/officeDocument/2006/relationships/image" Target="../media/image5937.png" /><Relationship Id="rId1077" Type="http://schemas.openxmlformats.org/officeDocument/2006/relationships/image" Target="../media/image5938.png" /><Relationship Id="rId1078" Type="http://schemas.openxmlformats.org/officeDocument/2006/relationships/image" Target="../media/image5939.png" /><Relationship Id="rId1079" Type="http://schemas.openxmlformats.org/officeDocument/2006/relationships/image" Target="../media/image5940.png" /><Relationship Id="rId108" Type="http://schemas.openxmlformats.org/officeDocument/2006/relationships/image" Target="../media/image4969.png" /><Relationship Id="rId1080" Type="http://schemas.openxmlformats.org/officeDocument/2006/relationships/image" Target="../media/image5941.png" /><Relationship Id="rId1081" Type="http://schemas.openxmlformats.org/officeDocument/2006/relationships/image" Target="../media/image5942.png" /><Relationship Id="rId1082" Type="http://schemas.openxmlformats.org/officeDocument/2006/relationships/image" Target="../media/image5943.png" /><Relationship Id="rId1083" Type="http://schemas.openxmlformats.org/officeDocument/2006/relationships/image" Target="../media/image5944.png" /><Relationship Id="rId1084" Type="http://schemas.openxmlformats.org/officeDocument/2006/relationships/image" Target="../media/image5945.png" /><Relationship Id="rId1085" Type="http://schemas.openxmlformats.org/officeDocument/2006/relationships/image" Target="../media/image5946.png" /><Relationship Id="rId1086" Type="http://schemas.openxmlformats.org/officeDocument/2006/relationships/image" Target="../media/image5947.png" /><Relationship Id="rId1087" Type="http://schemas.openxmlformats.org/officeDocument/2006/relationships/image" Target="../media/image5948.png" /><Relationship Id="rId1088" Type="http://schemas.openxmlformats.org/officeDocument/2006/relationships/image" Target="../media/image5949.png" /><Relationship Id="rId1089" Type="http://schemas.openxmlformats.org/officeDocument/2006/relationships/image" Target="../media/image5950.png" /><Relationship Id="rId109" Type="http://schemas.openxmlformats.org/officeDocument/2006/relationships/image" Target="../media/image4970.png" /><Relationship Id="rId1090" Type="http://schemas.openxmlformats.org/officeDocument/2006/relationships/image" Target="../media/image5951.png" /><Relationship Id="rId1091" Type="http://schemas.openxmlformats.org/officeDocument/2006/relationships/image" Target="../media/image5952.png" /><Relationship Id="rId1092" Type="http://schemas.openxmlformats.org/officeDocument/2006/relationships/image" Target="../media/image5953.png" /><Relationship Id="rId1093" Type="http://schemas.openxmlformats.org/officeDocument/2006/relationships/image" Target="../media/image5954.png" /><Relationship Id="rId1094" Type="http://schemas.openxmlformats.org/officeDocument/2006/relationships/image" Target="../media/image5955.png" /><Relationship Id="rId1095" Type="http://schemas.openxmlformats.org/officeDocument/2006/relationships/image" Target="../media/image5956.png" /><Relationship Id="rId1096" Type="http://schemas.openxmlformats.org/officeDocument/2006/relationships/image" Target="../media/image5957.png" /><Relationship Id="rId1097" Type="http://schemas.openxmlformats.org/officeDocument/2006/relationships/image" Target="../media/image5958.png" /><Relationship Id="rId1098" Type="http://schemas.openxmlformats.org/officeDocument/2006/relationships/image" Target="../media/image5959.png" /><Relationship Id="rId1099" Type="http://schemas.openxmlformats.org/officeDocument/2006/relationships/image" Target="../media/image5960.png" /><Relationship Id="rId11" Type="http://schemas.openxmlformats.org/officeDocument/2006/relationships/image" Target="../media/image4872.png" /><Relationship Id="rId110" Type="http://schemas.openxmlformats.org/officeDocument/2006/relationships/image" Target="../media/image4971.png" /><Relationship Id="rId1100" Type="http://schemas.openxmlformats.org/officeDocument/2006/relationships/image" Target="../media/image5961.png" /><Relationship Id="rId1101" Type="http://schemas.openxmlformats.org/officeDocument/2006/relationships/image" Target="../media/image5962.png" /><Relationship Id="rId1102" Type="http://schemas.openxmlformats.org/officeDocument/2006/relationships/image" Target="../media/image5963.png" /><Relationship Id="rId1103" Type="http://schemas.openxmlformats.org/officeDocument/2006/relationships/image" Target="../media/image5964.png" /><Relationship Id="rId1104" Type="http://schemas.openxmlformats.org/officeDocument/2006/relationships/image" Target="../media/image5965.png" /><Relationship Id="rId1105" Type="http://schemas.openxmlformats.org/officeDocument/2006/relationships/image" Target="../media/image5966.png" /><Relationship Id="rId1106" Type="http://schemas.openxmlformats.org/officeDocument/2006/relationships/image" Target="../media/image5967.png" /><Relationship Id="rId1107" Type="http://schemas.openxmlformats.org/officeDocument/2006/relationships/image" Target="../media/image5968.png" /><Relationship Id="rId1108" Type="http://schemas.openxmlformats.org/officeDocument/2006/relationships/image" Target="../media/image5969.png" /><Relationship Id="rId1109" Type="http://schemas.openxmlformats.org/officeDocument/2006/relationships/image" Target="../media/image5970.png" /><Relationship Id="rId111" Type="http://schemas.openxmlformats.org/officeDocument/2006/relationships/image" Target="../media/image4972.png" /><Relationship Id="rId1110" Type="http://schemas.openxmlformats.org/officeDocument/2006/relationships/image" Target="../media/image5971.png" /><Relationship Id="rId1111" Type="http://schemas.openxmlformats.org/officeDocument/2006/relationships/image" Target="../media/image5972.png" /><Relationship Id="rId1112" Type="http://schemas.openxmlformats.org/officeDocument/2006/relationships/image" Target="../media/image5973.png" /><Relationship Id="rId1113" Type="http://schemas.openxmlformats.org/officeDocument/2006/relationships/image" Target="../media/image5974.png" /><Relationship Id="rId1114" Type="http://schemas.openxmlformats.org/officeDocument/2006/relationships/image" Target="../media/image5975.png" /><Relationship Id="rId1115" Type="http://schemas.openxmlformats.org/officeDocument/2006/relationships/image" Target="../media/image5976.png" /><Relationship Id="rId1116" Type="http://schemas.openxmlformats.org/officeDocument/2006/relationships/image" Target="../media/image5977.png" /><Relationship Id="rId1117" Type="http://schemas.openxmlformats.org/officeDocument/2006/relationships/image" Target="../media/image5978.png" /><Relationship Id="rId1118" Type="http://schemas.openxmlformats.org/officeDocument/2006/relationships/image" Target="../media/image5979.png" /><Relationship Id="rId1119" Type="http://schemas.openxmlformats.org/officeDocument/2006/relationships/image" Target="../media/image5980.png" /><Relationship Id="rId112" Type="http://schemas.openxmlformats.org/officeDocument/2006/relationships/image" Target="../media/image4973.png" /><Relationship Id="rId1120" Type="http://schemas.openxmlformats.org/officeDocument/2006/relationships/image" Target="../media/image5981.png" /><Relationship Id="rId1121" Type="http://schemas.openxmlformats.org/officeDocument/2006/relationships/image" Target="../media/image5982.png" /><Relationship Id="rId1122" Type="http://schemas.openxmlformats.org/officeDocument/2006/relationships/image" Target="../media/image5983.png" /><Relationship Id="rId1123" Type="http://schemas.openxmlformats.org/officeDocument/2006/relationships/image" Target="../media/image5984.png" /><Relationship Id="rId1124" Type="http://schemas.openxmlformats.org/officeDocument/2006/relationships/image" Target="../media/image5985.png" /><Relationship Id="rId1125" Type="http://schemas.openxmlformats.org/officeDocument/2006/relationships/image" Target="../media/image5986.png" /><Relationship Id="rId1126" Type="http://schemas.openxmlformats.org/officeDocument/2006/relationships/image" Target="../media/image5987.png" /><Relationship Id="rId1127" Type="http://schemas.openxmlformats.org/officeDocument/2006/relationships/image" Target="../media/image5988.png" /><Relationship Id="rId1128" Type="http://schemas.openxmlformats.org/officeDocument/2006/relationships/image" Target="../media/image5989.png" /><Relationship Id="rId1129" Type="http://schemas.openxmlformats.org/officeDocument/2006/relationships/image" Target="../media/image5990.png" /><Relationship Id="rId113" Type="http://schemas.openxmlformats.org/officeDocument/2006/relationships/image" Target="../media/image4974.png" /><Relationship Id="rId1130" Type="http://schemas.openxmlformats.org/officeDocument/2006/relationships/image" Target="../media/image5991.png" /><Relationship Id="rId1131" Type="http://schemas.openxmlformats.org/officeDocument/2006/relationships/image" Target="../media/image5992.png" /><Relationship Id="rId1132" Type="http://schemas.openxmlformats.org/officeDocument/2006/relationships/image" Target="../media/image5993.png" /><Relationship Id="rId1133" Type="http://schemas.openxmlformats.org/officeDocument/2006/relationships/image" Target="../media/image5994.png" /><Relationship Id="rId1134" Type="http://schemas.openxmlformats.org/officeDocument/2006/relationships/image" Target="../media/image5995.png" /><Relationship Id="rId1135" Type="http://schemas.openxmlformats.org/officeDocument/2006/relationships/image" Target="../media/image5996.png" /><Relationship Id="rId1136" Type="http://schemas.openxmlformats.org/officeDocument/2006/relationships/image" Target="../media/image5997.png" /><Relationship Id="rId1137" Type="http://schemas.openxmlformats.org/officeDocument/2006/relationships/image" Target="../media/image5998.png" /><Relationship Id="rId1138" Type="http://schemas.openxmlformats.org/officeDocument/2006/relationships/image" Target="../media/image5999.png" /><Relationship Id="rId1139" Type="http://schemas.openxmlformats.org/officeDocument/2006/relationships/image" Target="../media/image6000.png" /><Relationship Id="rId114" Type="http://schemas.openxmlformats.org/officeDocument/2006/relationships/image" Target="../media/image4975.png" /><Relationship Id="rId1140" Type="http://schemas.openxmlformats.org/officeDocument/2006/relationships/image" Target="../media/image6001.png" /><Relationship Id="rId1141" Type="http://schemas.openxmlformats.org/officeDocument/2006/relationships/image" Target="../media/image6002.png" /><Relationship Id="rId1142" Type="http://schemas.openxmlformats.org/officeDocument/2006/relationships/image" Target="../media/image6003.png" /><Relationship Id="rId1143" Type="http://schemas.openxmlformats.org/officeDocument/2006/relationships/image" Target="../media/image6004.png" /><Relationship Id="rId1144" Type="http://schemas.openxmlformats.org/officeDocument/2006/relationships/image" Target="../media/image6005.png" /><Relationship Id="rId1145" Type="http://schemas.openxmlformats.org/officeDocument/2006/relationships/image" Target="../media/image6006.png" /><Relationship Id="rId1146" Type="http://schemas.openxmlformats.org/officeDocument/2006/relationships/image" Target="../media/image6007.png" /><Relationship Id="rId1147" Type="http://schemas.openxmlformats.org/officeDocument/2006/relationships/image" Target="../media/image6008.png" /><Relationship Id="rId1148" Type="http://schemas.openxmlformats.org/officeDocument/2006/relationships/image" Target="../media/image6009.png" /><Relationship Id="rId1149" Type="http://schemas.openxmlformats.org/officeDocument/2006/relationships/image" Target="../media/image6010.png" /><Relationship Id="rId115" Type="http://schemas.openxmlformats.org/officeDocument/2006/relationships/image" Target="../media/image4976.png" /><Relationship Id="rId1150" Type="http://schemas.openxmlformats.org/officeDocument/2006/relationships/image" Target="../media/image6011.png" /><Relationship Id="rId1151" Type="http://schemas.openxmlformats.org/officeDocument/2006/relationships/image" Target="../media/image6012.png" /><Relationship Id="rId1152" Type="http://schemas.openxmlformats.org/officeDocument/2006/relationships/image" Target="../media/image6013.png" /><Relationship Id="rId1153" Type="http://schemas.openxmlformats.org/officeDocument/2006/relationships/image" Target="../media/image6014.png" /><Relationship Id="rId1154" Type="http://schemas.openxmlformats.org/officeDocument/2006/relationships/image" Target="../media/image6015.png" /><Relationship Id="rId1155" Type="http://schemas.openxmlformats.org/officeDocument/2006/relationships/image" Target="../media/image6016.png" /><Relationship Id="rId1156" Type="http://schemas.openxmlformats.org/officeDocument/2006/relationships/image" Target="../media/image6017.png" /><Relationship Id="rId1157" Type="http://schemas.openxmlformats.org/officeDocument/2006/relationships/image" Target="../media/image6018.png" /><Relationship Id="rId1158" Type="http://schemas.openxmlformats.org/officeDocument/2006/relationships/image" Target="../media/image6019.png" /><Relationship Id="rId1159" Type="http://schemas.openxmlformats.org/officeDocument/2006/relationships/image" Target="../media/image6020.png" /><Relationship Id="rId116" Type="http://schemas.openxmlformats.org/officeDocument/2006/relationships/image" Target="../media/image4977.png" /><Relationship Id="rId1160" Type="http://schemas.openxmlformats.org/officeDocument/2006/relationships/image" Target="../media/image6021.png" /><Relationship Id="rId1161" Type="http://schemas.openxmlformats.org/officeDocument/2006/relationships/image" Target="../media/image6022.png" /><Relationship Id="rId1162" Type="http://schemas.openxmlformats.org/officeDocument/2006/relationships/image" Target="../media/image6023.png" /><Relationship Id="rId1163" Type="http://schemas.openxmlformats.org/officeDocument/2006/relationships/image" Target="../media/image6024.png" /><Relationship Id="rId1164" Type="http://schemas.openxmlformats.org/officeDocument/2006/relationships/image" Target="../media/image6025.png" /><Relationship Id="rId1165" Type="http://schemas.openxmlformats.org/officeDocument/2006/relationships/image" Target="../media/image6026.png" /><Relationship Id="rId1166" Type="http://schemas.openxmlformats.org/officeDocument/2006/relationships/image" Target="../media/image6027.png" /><Relationship Id="rId1167" Type="http://schemas.openxmlformats.org/officeDocument/2006/relationships/image" Target="../media/image6028.png" /><Relationship Id="rId1168" Type="http://schemas.openxmlformats.org/officeDocument/2006/relationships/image" Target="../media/image6029.png" /><Relationship Id="rId1169" Type="http://schemas.openxmlformats.org/officeDocument/2006/relationships/image" Target="../media/image6030.png" /><Relationship Id="rId117" Type="http://schemas.openxmlformats.org/officeDocument/2006/relationships/image" Target="../media/image4978.png" /><Relationship Id="rId1170" Type="http://schemas.openxmlformats.org/officeDocument/2006/relationships/image" Target="../media/image6031.png" /><Relationship Id="rId1171" Type="http://schemas.openxmlformats.org/officeDocument/2006/relationships/image" Target="../media/image6032.png" /><Relationship Id="rId1172" Type="http://schemas.openxmlformats.org/officeDocument/2006/relationships/image" Target="../media/image6033.png" /><Relationship Id="rId1173" Type="http://schemas.openxmlformats.org/officeDocument/2006/relationships/image" Target="../media/image6034.png" /><Relationship Id="rId1174" Type="http://schemas.openxmlformats.org/officeDocument/2006/relationships/image" Target="../media/image6035.png" /><Relationship Id="rId1175" Type="http://schemas.openxmlformats.org/officeDocument/2006/relationships/image" Target="../media/image6036.png" /><Relationship Id="rId1176" Type="http://schemas.openxmlformats.org/officeDocument/2006/relationships/image" Target="../media/image6037.png" /><Relationship Id="rId1177" Type="http://schemas.openxmlformats.org/officeDocument/2006/relationships/image" Target="../media/image6038.png" /><Relationship Id="rId1178" Type="http://schemas.openxmlformats.org/officeDocument/2006/relationships/image" Target="../media/image6039.png" /><Relationship Id="rId1179" Type="http://schemas.openxmlformats.org/officeDocument/2006/relationships/image" Target="../media/image6040.png" /><Relationship Id="rId118" Type="http://schemas.openxmlformats.org/officeDocument/2006/relationships/image" Target="../media/image4979.png" /><Relationship Id="rId1180" Type="http://schemas.openxmlformats.org/officeDocument/2006/relationships/image" Target="../media/image6041.png" /><Relationship Id="rId1181" Type="http://schemas.openxmlformats.org/officeDocument/2006/relationships/image" Target="../media/image6042.png" /><Relationship Id="rId1182" Type="http://schemas.openxmlformats.org/officeDocument/2006/relationships/image" Target="../media/image6043.png" /><Relationship Id="rId1183" Type="http://schemas.openxmlformats.org/officeDocument/2006/relationships/image" Target="../media/image6044.png" /><Relationship Id="rId1184" Type="http://schemas.openxmlformats.org/officeDocument/2006/relationships/image" Target="../media/image6045.png" /><Relationship Id="rId1185" Type="http://schemas.openxmlformats.org/officeDocument/2006/relationships/image" Target="../media/image6046.png" /><Relationship Id="rId1186" Type="http://schemas.openxmlformats.org/officeDocument/2006/relationships/image" Target="../media/image6047.png" /><Relationship Id="rId1187" Type="http://schemas.openxmlformats.org/officeDocument/2006/relationships/image" Target="../media/image6048.png" /><Relationship Id="rId1188" Type="http://schemas.openxmlformats.org/officeDocument/2006/relationships/image" Target="../media/image6049.png" /><Relationship Id="rId1189" Type="http://schemas.openxmlformats.org/officeDocument/2006/relationships/image" Target="../media/image6050.png" /><Relationship Id="rId119" Type="http://schemas.openxmlformats.org/officeDocument/2006/relationships/image" Target="../media/image4980.png" /><Relationship Id="rId1190" Type="http://schemas.openxmlformats.org/officeDocument/2006/relationships/image" Target="../media/image6051.png" /><Relationship Id="rId1191" Type="http://schemas.openxmlformats.org/officeDocument/2006/relationships/image" Target="../media/image6052.png" /><Relationship Id="rId1192" Type="http://schemas.openxmlformats.org/officeDocument/2006/relationships/image" Target="../media/image6053.png" /><Relationship Id="rId1193" Type="http://schemas.openxmlformats.org/officeDocument/2006/relationships/image" Target="../media/image6054.png" /><Relationship Id="rId1194" Type="http://schemas.openxmlformats.org/officeDocument/2006/relationships/image" Target="../media/image6055.png" /><Relationship Id="rId1195" Type="http://schemas.openxmlformats.org/officeDocument/2006/relationships/image" Target="../media/image6056.png" /><Relationship Id="rId1196" Type="http://schemas.openxmlformats.org/officeDocument/2006/relationships/image" Target="../media/image6057.png" /><Relationship Id="rId1197" Type="http://schemas.openxmlformats.org/officeDocument/2006/relationships/image" Target="../media/image6058.png" /><Relationship Id="rId1198" Type="http://schemas.openxmlformats.org/officeDocument/2006/relationships/image" Target="../media/image6059.png" /><Relationship Id="rId1199" Type="http://schemas.openxmlformats.org/officeDocument/2006/relationships/image" Target="../media/image6060.png" /><Relationship Id="rId12" Type="http://schemas.openxmlformats.org/officeDocument/2006/relationships/image" Target="../media/image4873.png" /><Relationship Id="rId120" Type="http://schemas.openxmlformats.org/officeDocument/2006/relationships/image" Target="../media/image4981.png" /><Relationship Id="rId1200" Type="http://schemas.openxmlformats.org/officeDocument/2006/relationships/image" Target="../media/image6061.png" /><Relationship Id="rId1201" Type="http://schemas.openxmlformats.org/officeDocument/2006/relationships/image" Target="../media/image6062.png" /><Relationship Id="rId1202" Type="http://schemas.openxmlformats.org/officeDocument/2006/relationships/image" Target="../media/image6063.png" /><Relationship Id="rId1203" Type="http://schemas.openxmlformats.org/officeDocument/2006/relationships/image" Target="../media/image6064.png" /><Relationship Id="rId1204" Type="http://schemas.openxmlformats.org/officeDocument/2006/relationships/image" Target="../media/image6065.png" /><Relationship Id="rId1205" Type="http://schemas.openxmlformats.org/officeDocument/2006/relationships/image" Target="../media/image6066.png" /><Relationship Id="rId1206" Type="http://schemas.openxmlformats.org/officeDocument/2006/relationships/image" Target="../media/image6067.png" /><Relationship Id="rId1207" Type="http://schemas.openxmlformats.org/officeDocument/2006/relationships/image" Target="../media/image6068.png" /><Relationship Id="rId1208" Type="http://schemas.openxmlformats.org/officeDocument/2006/relationships/image" Target="../media/image6069.png" /><Relationship Id="rId1209" Type="http://schemas.openxmlformats.org/officeDocument/2006/relationships/image" Target="../media/image6070.png" /><Relationship Id="rId121" Type="http://schemas.openxmlformats.org/officeDocument/2006/relationships/image" Target="../media/image4982.png" /><Relationship Id="rId1210" Type="http://schemas.openxmlformats.org/officeDocument/2006/relationships/image" Target="../media/image6071.png" /><Relationship Id="rId1211" Type="http://schemas.openxmlformats.org/officeDocument/2006/relationships/image" Target="../media/image6072.png" /><Relationship Id="rId1212" Type="http://schemas.openxmlformats.org/officeDocument/2006/relationships/image" Target="../media/image6073.png" /><Relationship Id="rId1213" Type="http://schemas.openxmlformats.org/officeDocument/2006/relationships/image" Target="../media/image6074.png" /><Relationship Id="rId1214" Type="http://schemas.openxmlformats.org/officeDocument/2006/relationships/image" Target="../media/image6075.png" /><Relationship Id="rId1215" Type="http://schemas.openxmlformats.org/officeDocument/2006/relationships/image" Target="../media/image6076.png" /><Relationship Id="rId1216" Type="http://schemas.openxmlformats.org/officeDocument/2006/relationships/image" Target="../media/image6077.png" /><Relationship Id="rId1217" Type="http://schemas.openxmlformats.org/officeDocument/2006/relationships/image" Target="../media/image6078.png" /><Relationship Id="rId1218" Type="http://schemas.openxmlformats.org/officeDocument/2006/relationships/image" Target="../media/image6079.png" /><Relationship Id="rId1219" Type="http://schemas.openxmlformats.org/officeDocument/2006/relationships/image" Target="../media/image6080.png" /><Relationship Id="rId122" Type="http://schemas.openxmlformats.org/officeDocument/2006/relationships/image" Target="../media/image4983.png" /><Relationship Id="rId1220" Type="http://schemas.openxmlformats.org/officeDocument/2006/relationships/image" Target="../media/image6081.png" /><Relationship Id="rId1221" Type="http://schemas.openxmlformats.org/officeDocument/2006/relationships/image" Target="../media/image6082.png" /><Relationship Id="rId1222" Type="http://schemas.openxmlformats.org/officeDocument/2006/relationships/image" Target="../media/image6083.png" /><Relationship Id="rId1223" Type="http://schemas.openxmlformats.org/officeDocument/2006/relationships/image" Target="../media/image6084.png" /><Relationship Id="rId1224" Type="http://schemas.openxmlformats.org/officeDocument/2006/relationships/image" Target="../media/image6085.png" /><Relationship Id="rId1225" Type="http://schemas.openxmlformats.org/officeDocument/2006/relationships/image" Target="../media/image6086.png" /><Relationship Id="rId1226" Type="http://schemas.openxmlformats.org/officeDocument/2006/relationships/image" Target="../media/image6087.png" /><Relationship Id="rId1227" Type="http://schemas.openxmlformats.org/officeDocument/2006/relationships/image" Target="../media/image6088.png" /><Relationship Id="rId1228" Type="http://schemas.openxmlformats.org/officeDocument/2006/relationships/image" Target="../media/image6089.png" /><Relationship Id="rId1229" Type="http://schemas.openxmlformats.org/officeDocument/2006/relationships/image" Target="../media/image6090.png" /><Relationship Id="rId123" Type="http://schemas.openxmlformats.org/officeDocument/2006/relationships/image" Target="../media/image4984.png" /><Relationship Id="rId1230" Type="http://schemas.openxmlformats.org/officeDocument/2006/relationships/image" Target="../media/image6091.png" /><Relationship Id="rId1231" Type="http://schemas.openxmlformats.org/officeDocument/2006/relationships/image" Target="../media/image6092.png" /><Relationship Id="rId1232" Type="http://schemas.openxmlformats.org/officeDocument/2006/relationships/image" Target="../media/image6093.png" /><Relationship Id="rId1233" Type="http://schemas.openxmlformats.org/officeDocument/2006/relationships/image" Target="../media/image6094.png" /><Relationship Id="rId1234" Type="http://schemas.openxmlformats.org/officeDocument/2006/relationships/image" Target="../media/image6095.png" /><Relationship Id="rId1235" Type="http://schemas.openxmlformats.org/officeDocument/2006/relationships/image" Target="../media/image6096.png" /><Relationship Id="rId1236" Type="http://schemas.openxmlformats.org/officeDocument/2006/relationships/image" Target="../media/image6097.png" /><Relationship Id="rId1237" Type="http://schemas.openxmlformats.org/officeDocument/2006/relationships/image" Target="../media/image6098.png" /><Relationship Id="rId1238" Type="http://schemas.openxmlformats.org/officeDocument/2006/relationships/image" Target="../media/image6099.png" /><Relationship Id="rId1239" Type="http://schemas.openxmlformats.org/officeDocument/2006/relationships/image" Target="../media/image6100.png" /><Relationship Id="rId124" Type="http://schemas.openxmlformats.org/officeDocument/2006/relationships/image" Target="../media/image4985.png" /><Relationship Id="rId1240" Type="http://schemas.openxmlformats.org/officeDocument/2006/relationships/image" Target="../media/image6101.png" /><Relationship Id="rId1241" Type="http://schemas.openxmlformats.org/officeDocument/2006/relationships/image" Target="../media/image6102.png" /><Relationship Id="rId1242" Type="http://schemas.openxmlformats.org/officeDocument/2006/relationships/image" Target="../media/image6103.png" /><Relationship Id="rId1243" Type="http://schemas.openxmlformats.org/officeDocument/2006/relationships/image" Target="../media/image6104.png" /><Relationship Id="rId1244" Type="http://schemas.openxmlformats.org/officeDocument/2006/relationships/image" Target="../media/image6105.png" /><Relationship Id="rId1245" Type="http://schemas.openxmlformats.org/officeDocument/2006/relationships/image" Target="../media/image6106.png" /><Relationship Id="rId1246" Type="http://schemas.openxmlformats.org/officeDocument/2006/relationships/image" Target="../media/image6107.png" /><Relationship Id="rId1247" Type="http://schemas.openxmlformats.org/officeDocument/2006/relationships/image" Target="../media/image6108.png" /><Relationship Id="rId1248" Type="http://schemas.openxmlformats.org/officeDocument/2006/relationships/image" Target="../media/image6109.png" /><Relationship Id="rId1249" Type="http://schemas.openxmlformats.org/officeDocument/2006/relationships/image" Target="../media/image6110.png" /><Relationship Id="rId125" Type="http://schemas.openxmlformats.org/officeDocument/2006/relationships/image" Target="../media/image4986.png" /><Relationship Id="rId1250" Type="http://schemas.openxmlformats.org/officeDocument/2006/relationships/image" Target="../media/image6111.png" /><Relationship Id="rId1251" Type="http://schemas.openxmlformats.org/officeDocument/2006/relationships/image" Target="../media/image6112.png" /><Relationship Id="rId1252" Type="http://schemas.openxmlformats.org/officeDocument/2006/relationships/image" Target="../media/image6113.png" /><Relationship Id="rId1253" Type="http://schemas.openxmlformats.org/officeDocument/2006/relationships/image" Target="../media/image6114.png" /><Relationship Id="rId1254" Type="http://schemas.openxmlformats.org/officeDocument/2006/relationships/image" Target="../media/image6115.png" /><Relationship Id="rId1255" Type="http://schemas.openxmlformats.org/officeDocument/2006/relationships/image" Target="../media/image6116.png" /><Relationship Id="rId1256" Type="http://schemas.openxmlformats.org/officeDocument/2006/relationships/image" Target="../media/image6117.png" /><Relationship Id="rId1257" Type="http://schemas.openxmlformats.org/officeDocument/2006/relationships/image" Target="../media/image6118.png" /><Relationship Id="rId1258" Type="http://schemas.openxmlformats.org/officeDocument/2006/relationships/image" Target="../media/image6119.png" /><Relationship Id="rId1259" Type="http://schemas.openxmlformats.org/officeDocument/2006/relationships/image" Target="../media/image6120.png" /><Relationship Id="rId126" Type="http://schemas.openxmlformats.org/officeDocument/2006/relationships/image" Target="../media/image4987.png" /><Relationship Id="rId1260" Type="http://schemas.openxmlformats.org/officeDocument/2006/relationships/image" Target="../media/image6121.png" /><Relationship Id="rId1261" Type="http://schemas.openxmlformats.org/officeDocument/2006/relationships/image" Target="../media/image6122.png" /><Relationship Id="rId1262" Type="http://schemas.openxmlformats.org/officeDocument/2006/relationships/image" Target="../media/image6123.png" /><Relationship Id="rId1263" Type="http://schemas.openxmlformats.org/officeDocument/2006/relationships/image" Target="../media/image6124.png" /><Relationship Id="rId1264" Type="http://schemas.openxmlformats.org/officeDocument/2006/relationships/image" Target="../media/image6125.png" /><Relationship Id="rId1265" Type="http://schemas.openxmlformats.org/officeDocument/2006/relationships/image" Target="../media/image6126.png" /><Relationship Id="rId1266" Type="http://schemas.openxmlformats.org/officeDocument/2006/relationships/image" Target="../media/image6127.png" /><Relationship Id="rId1267" Type="http://schemas.openxmlformats.org/officeDocument/2006/relationships/image" Target="../media/image6128.png" /><Relationship Id="rId1268" Type="http://schemas.openxmlformats.org/officeDocument/2006/relationships/image" Target="../media/image6129.png" /><Relationship Id="rId1269" Type="http://schemas.openxmlformats.org/officeDocument/2006/relationships/image" Target="../media/image6130.png" /><Relationship Id="rId127" Type="http://schemas.openxmlformats.org/officeDocument/2006/relationships/image" Target="../media/image4988.png" /><Relationship Id="rId1270" Type="http://schemas.openxmlformats.org/officeDocument/2006/relationships/image" Target="../media/image6131.png" /><Relationship Id="rId1271" Type="http://schemas.openxmlformats.org/officeDocument/2006/relationships/image" Target="../media/image6132.png" /><Relationship Id="rId1272" Type="http://schemas.openxmlformats.org/officeDocument/2006/relationships/image" Target="../media/image6133.png" /><Relationship Id="rId1273" Type="http://schemas.openxmlformats.org/officeDocument/2006/relationships/image" Target="../media/image6134.png" /><Relationship Id="rId1274" Type="http://schemas.openxmlformats.org/officeDocument/2006/relationships/image" Target="../media/image6135.png" /><Relationship Id="rId1275" Type="http://schemas.openxmlformats.org/officeDocument/2006/relationships/image" Target="../media/image6136.png" /><Relationship Id="rId1276" Type="http://schemas.openxmlformats.org/officeDocument/2006/relationships/image" Target="../media/image6137.png" /><Relationship Id="rId1277" Type="http://schemas.openxmlformats.org/officeDocument/2006/relationships/image" Target="../media/image6138.png" /><Relationship Id="rId1278" Type="http://schemas.openxmlformats.org/officeDocument/2006/relationships/image" Target="../media/image6139.png" /><Relationship Id="rId1279" Type="http://schemas.openxmlformats.org/officeDocument/2006/relationships/image" Target="../media/image6140.png" /><Relationship Id="rId128" Type="http://schemas.openxmlformats.org/officeDocument/2006/relationships/image" Target="../media/image4989.png" /><Relationship Id="rId1280" Type="http://schemas.openxmlformats.org/officeDocument/2006/relationships/image" Target="../media/image6141.png" /><Relationship Id="rId1281" Type="http://schemas.openxmlformats.org/officeDocument/2006/relationships/image" Target="../media/image6142.png" /><Relationship Id="rId1282" Type="http://schemas.openxmlformats.org/officeDocument/2006/relationships/image" Target="../media/image6143.png" /><Relationship Id="rId1283" Type="http://schemas.openxmlformats.org/officeDocument/2006/relationships/image" Target="../media/image6144.png" /><Relationship Id="rId1284" Type="http://schemas.openxmlformats.org/officeDocument/2006/relationships/image" Target="../media/image6145.png" /><Relationship Id="rId1285" Type="http://schemas.openxmlformats.org/officeDocument/2006/relationships/image" Target="../media/image6146.png" /><Relationship Id="rId1286" Type="http://schemas.openxmlformats.org/officeDocument/2006/relationships/image" Target="../media/image6147.png" /><Relationship Id="rId1287" Type="http://schemas.openxmlformats.org/officeDocument/2006/relationships/image" Target="../media/image6148.png" /><Relationship Id="rId1288" Type="http://schemas.openxmlformats.org/officeDocument/2006/relationships/image" Target="../media/image6149.png" /><Relationship Id="rId1289" Type="http://schemas.openxmlformats.org/officeDocument/2006/relationships/image" Target="../media/image6150.png" /><Relationship Id="rId129" Type="http://schemas.openxmlformats.org/officeDocument/2006/relationships/image" Target="../media/image4990.png" /><Relationship Id="rId1290" Type="http://schemas.openxmlformats.org/officeDocument/2006/relationships/image" Target="../media/image6151.png" /><Relationship Id="rId1291" Type="http://schemas.openxmlformats.org/officeDocument/2006/relationships/image" Target="../media/image6152.png" /><Relationship Id="rId1292" Type="http://schemas.openxmlformats.org/officeDocument/2006/relationships/image" Target="../media/image6153.png" /><Relationship Id="rId1293" Type="http://schemas.openxmlformats.org/officeDocument/2006/relationships/image" Target="../media/image6154.png" /><Relationship Id="rId1294" Type="http://schemas.openxmlformats.org/officeDocument/2006/relationships/image" Target="../media/image6155.png" /><Relationship Id="rId1295" Type="http://schemas.openxmlformats.org/officeDocument/2006/relationships/image" Target="../media/image6156.png" /><Relationship Id="rId1296" Type="http://schemas.openxmlformats.org/officeDocument/2006/relationships/image" Target="../media/image6157.png" /><Relationship Id="rId1297" Type="http://schemas.openxmlformats.org/officeDocument/2006/relationships/image" Target="../media/image6158.png" /><Relationship Id="rId1298" Type="http://schemas.openxmlformats.org/officeDocument/2006/relationships/image" Target="../media/image6159.png" /><Relationship Id="rId1299" Type="http://schemas.openxmlformats.org/officeDocument/2006/relationships/image" Target="../media/image6160.png" /><Relationship Id="rId13" Type="http://schemas.openxmlformats.org/officeDocument/2006/relationships/image" Target="../media/image4874.png" /><Relationship Id="rId130" Type="http://schemas.openxmlformats.org/officeDocument/2006/relationships/image" Target="../media/image4991.png" /><Relationship Id="rId1300" Type="http://schemas.openxmlformats.org/officeDocument/2006/relationships/image" Target="../media/image6161.png" /><Relationship Id="rId1301" Type="http://schemas.openxmlformats.org/officeDocument/2006/relationships/image" Target="../media/image6162.png" /><Relationship Id="rId1302" Type="http://schemas.openxmlformats.org/officeDocument/2006/relationships/image" Target="../media/image6163.png" /><Relationship Id="rId1303" Type="http://schemas.openxmlformats.org/officeDocument/2006/relationships/image" Target="../media/image6164.png" /><Relationship Id="rId1304" Type="http://schemas.openxmlformats.org/officeDocument/2006/relationships/image" Target="../media/image6165.png" /><Relationship Id="rId1305" Type="http://schemas.openxmlformats.org/officeDocument/2006/relationships/image" Target="../media/image6166.png" /><Relationship Id="rId1306" Type="http://schemas.openxmlformats.org/officeDocument/2006/relationships/image" Target="../media/image6167.png" /><Relationship Id="rId1307" Type="http://schemas.openxmlformats.org/officeDocument/2006/relationships/image" Target="../media/image6168.png" /><Relationship Id="rId1308" Type="http://schemas.openxmlformats.org/officeDocument/2006/relationships/image" Target="../media/image6169.png" /><Relationship Id="rId1309" Type="http://schemas.openxmlformats.org/officeDocument/2006/relationships/image" Target="../media/image6170.png" /><Relationship Id="rId131" Type="http://schemas.openxmlformats.org/officeDocument/2006/relationships/image" Target="../media/image4992.png" /><Relationship Id="rId1310" Type="http://schemas.openxmlformats.org/officeDocument/2006/relationships/image" Target="../media/image6171.png" /><Relationship Id="rId1311" Type="http://schemas.openxmlformats.org/officeDocument/2006/relationships/image" Target="../media/image6172.png" /><Relationship Id="rId1312" Type="http://schemas.openxmlformats.org/officeDocument/2006/relationships/image" Target="../media/image6173.png" /><Relationship Id="rId1313" Type="http://schemas.openxmlformats.org/officeDocument/2006/relationships/image" Target="../media/image6174.png" /><Relationship Id="rId1314" Type="http://schemas.openxmlformats.org/officeDocument/2006/relationships/image" Target="../media/image6175.png" /><Relationship Id="rId1315" Type="http://schemas.openxmlformats.org/officeDocument/2006/relationships/image" Target="../media/image6176.png" /><Relationship Id="rId1316" Type="http://schemas.openxmlformats.org/officeDocument/2006/relationships/image" Target="../media/image6177.png" /><Relationship Id="rId1317" Type="http://schemas.openxmlformats.org/officeDocument/2006/relationships/image" Target="../media/image6178.png" /><Relationship Id="rId1318" Type="http://schemas.openxmlformats.org/officeDocument/2006/relationships/image" Target="../media/image6179.png" /><Relationship Id="rId1319" Type="http://schemas.openxmlformats.org/officeDocument/2006/relationships/image" Target="../media/image6180.png" /><Relationship Id="rId132" Type="http://schemas.openxmlformats.org/officeDocument/2006/relationships/image" Target="../media/image4993.png" /><Relationship Id="rId1320" Type="http://schemas.openxmlformats.org/officeDocument/2006/relationships/image" Target="../media/image6181.png" /><Relationship Id="rId1321" Type="http://schemas.openxmlformats.org/officeDocument/2006/relationships/image" Target="../media/image6182.png" /><Relationship Id="rId1322" Type="http://schemas.openxmlformats.org/officeDocument/2006/relationships/image" Target="../media/image6183.png" /><Relationship Id="rId1323" Type="http://schemas.openxmlformats.org/officeDocument/2006/relationships/image" Target="../media/image6184.png" /><Relationship Id="rId1324" Type="http://schemas.openxmlformats.org/officeDocument/2006/relationships/image" Target="../media/image6185.png" /><Relationship Id="rId1325" Type="http://schemas.openxmlformats.org/officeDocument/2006/relationships/image" Target="../media/image6186.png" /><Relationship Id="rId1326" Type="http://schemas.openxmlformats.org/officeDocument/2006/relationships/image" Target="../media/image6187.png" /><Relationship Id="rId1327" Type="http://schemas.openxmlformats.org/officeDocument/2006/relationships/image" Target="../media/image6188.png" /><Relationship Id="rId1328" Type="http://schemas.openxmlformats.org/officeDocument/2006/relationships/image" Target="../media/image6189.png" /><Relationship Id="rId1329" Type="http://schemas.openxmlformats.org/officeDocument/2006/relationships/image" Target="../media/image6190.png" /><Relationship Id="rId133" Type="http://schemas.openxmlformats.org/officeDocument/2006/relationships/image" Target="../media/image4994.png" /><Relationship Id="rId1330" Type="http://schemas.openxmlformats.org/officeDocument/2006/relationships/image" Target="../media/image6191.png" /><Relationship Id="rId1331" Type="http://schemas.openxmlformats.org/officeDocument/2006/relationships/image" Target="../media/image6192.png" /><Relationship Id="rId1332" Type="http://schemas.openxmlformats.org/officeDocument/2006/relationships/image" Target="../media/image6193.png" /><Relationship Id="rId1333" Type="http://schemas.openxmlformats.org/officeDocument/2006/relationships/image" Target="../media/image6194.png" /><Relationship Id="rId1334" Type="http://schemas.openxmlformats.org/officeDocument/2006/relationships/image" Target="../media/image6195.png" /><Relationship Id="rId1335" Type="http://schemas.openxmlformats.org/officeDocument/2006/relationships/image" Target="../media/image6196.png" /><Relationship Id="rId1336" Type="http://schemas.openxmlformats.org/officeDocument/2006/relationships/image" Target="../media/image6197.png" /><Relationship Id="rId1337" Type="http://schemas.openxmlformats.org/officeDocument/2006/relationships/image" Target="../media/image6198.png" /><Relationship Id="rId1338" Type="http://schemas.openxmlformats.org/officeDocument/2006/relationships/image" Target="../media/image6199.png" /><Relationship Id="rId1339" Type="http://schemas.openxmlformats.org/officeDocument/2006/relationships/image" Target="../media/image6200.png" /><Relationship Id="rId134" Type="http://schemas.openxmlformats.org/officeDocument/2006/relationships/image" Target="../media/image4995.png" /><Relationship Id="rId1340" Type="http://schemas.openxmlformats.org/officeDocument/2006/relationships/image" Target="../media/image6201.png" /><Relationship Id="rId1341" Type="http://schemas.openxmlformats.org/officeDocument/2006/relationships/image" Target="../media/image6202.png" /><Relationship Id="rId1342" Type="http://schemas.openxmlformats.org/officeDocument/2006/relationships/image" Target="../media/image6203.png" /><Relationship Id="rId1343" Type="http://schemas.openxmlformats.org/officeDocument/2006/relationships/image" Target="../media/image6204.png" /><Relationship Id="rId1344" Type="http://schemas.openxmlformats.org/officeDocument/2006/relationships/image" Target="../media/image6205.png" /><Relationship Id="rId1345" Type="http://schemas.openxmlformats.org/officeDocument/2006/relationships/image" Target="../media/image6206.png" /><Relationship Id="rId1346" Type="http://schemas.openxmlformats.org/officeDocument/2006/relationships/image" Target="../media/image6207.png" /><Relationship Id="rId1347" Type="http://schemas.openxmlformats.org/officeDocument/2006/relationships/image" Target="../media/image6208.png" /><Relationship Id="rId1348" Type="http://schemas.openxmlformats.org/officeDocument/2006/relationships/image" Target="../media/image6209.png" /><Relationship Id="rId1349" Type="http://schemas.openxmlformats.org/officeDocument/2006/relationships/image" Target="../media/image6210.png" /><Relationship Id="rId135" Type="http://schemas.openxmlformats.org/officeDocument/2006/relationships/image" Target="../media/image4996.png" /><Relationship Id="rId1350" Type="http://schemas.openxmlformats.org/officeDocument/2006/relationships/image" Target="../media/image6211.png" /><Relationship Id="rId1351" Type="http://schemas.openxmlformats.org/officeDocument/2006/relationships/image" Target="../media/image6212.png" /><Relationship Id="rId1352" Type="http://schemas.openxmlformats.org/officeDocument/2006/relationships/image" Target="../media/image6213.png" /><Relationship Id="rId1353" Type="http://schemas.openxmlformats.org/officeDocument/2006/relationships/image" Target="../media/image6214.png" /><Relationship Id="rId1354" Type="http://schemas.openxmlformats.org/officeDocument/2006/relationships/image" Target="../media/image6215.png" /><Relationship Id="rId1355" Type="http://schemas.openxmlformats.org/officeDocument/2006/relationships/image" Target="../media/image6216.png" /><Relationship Id="rId1356" Type="http://schemas.openxmlformats.org/officeDocument/2006/relationships/image" Target="../media/image6217.png" /><Relationship Id="rId1357" Type="http://schemas.openxmlformats.org/officeDocument/2006/relationships/image" Target="../media/image6218.png" /><Relationship Id="rId1358" Type="http://schemas.openxmlformats.org/officeDocument/2006/relationships/image" Target="../media/image6219.png" /><Relationship Id="rId1359" Type="http://schemas.openxmlformats.org/officeDocument/2006/relationships/image" Target="../media/image6220.png" /><Relationship Id="rId136" Type="http://schemas.openxmlformats.org/officeDocument/2006/relationships/image" Target="../media/image4997.png" /><Relationship Id="rId1360" Type="http://schemas.openxmlformats.org/officeDocument/2006/relationships/image" Target="../media/image6221.png" /><Relationship Id="rId1361" Type="http://schemas.openxmlformats.org/officeDocument/2006/relationships/image" Target="../media/image6222.png" /><Relationship Id="rId1362" Type="http://schemas.openxmlformats.org/officeDocument/2006/relationships/image" Target="../media/image6223.png" /><Relationship Id="rId1363" Type="http://schemas.openxmlformats.org/officeDocument/2006/relationships/image" Target="../media/image6224.png" /><Relationship Id="rId1364" Type="http://schemas.openxmlformats.org/officeDocument/2006/relationships/image" Target="../media/image6225.png" /><Relationship Id="rId1365" Type="http://schemas.openxmlformats.org/officeDocument/2006/relationships/image" Target="../media/image6226.png" /><Relationship Id="rId1366" Type="http://schemas.openxmlformats.org/officeDocument/2006/relationships/image" Target="../media/image6227.png" /><Relationship Id="rId1367" Type="http://schemas.openxmlformats.org/officeDocument/2006/relationships/image" Target="../media/image6228.png" /><Relationship Id="rId1368" Type="http://schemas.openxmlformats.org/officeDocument/2006/relationships/image" Target="../media/image6229.png" /><Relationship Id="rId1369" Type="http://schemas.openxmlformats.org/officeDocument/2006/relationships/image" Target="../media/image6230.png" /><Relationship Id="rId137" Type="http://schemas.openxmlformats.org/officeDocument/2006/relationships/image" Target="../media/image4998.png" /><Relationship Id="rId1370" Type="http://schemas.openxmlformats.org/officeDocument/2006/relationships/image" Target="../media/image6231.png" /><Relationship Id="rId1371" Type="http://schemas.openxmlformats.org/officeDocument/2006/relationships/image" Target="../media/image6232.png" /><Relationship Id="rId1372" Type="http://schemas.openxmlformats.org/officeDocument/2006/relationships/image" Target="../media/image6233.png" /><Relationship Id="rId1373" Type="http://schemas.openxmlformats.org/officeDocument/2006/relationships/image" Target="../media/image6234.png" /><Relationship Id="rId1374" Type="http://schemas.openxmlformats.org/officeDocument/2006/relationships/image" Target="../media/image6235.png" /><Relationship Id="rId1375" Type="http://schemas.openxmlformats.org/officeDocument/2006/relationships/image" Target="../media/image6236.png" /><Relationship Id="rId1376" Type="http://schemas.openxmlformats.org/officeDocument/2006/relationships/image" Target="../media/image6237.png" /><Relationship Id="rId1377" Type="http://schemas.openxmlformats.org/officeDocument/2006/relationships/image" Target="../media/image6238.png" /><Relationship Id="rId1378" Type="http://schemas.openxmlformats.org/officeDocument/2006/relationships/image" Target="../media/image6239.png" /><Relationship Id="rId1379" Type="http://schemas.openxmlformats.org/officeDocument/2006/relationships/image" Target="../media/image6240.png" /><Relationship Id="rId138" Type="http://schemas.openxmlformats.org/officeDocument/2006/relationships/image" Target="../media/image4999.png" /><Relationship Id="rId1380" Type="http://schemas.openxmlformats.org/officeDocument/2006/relationships/image" Target="../media/image6241.png" /><Relationship Id="rId1381" Type="http://schemas.openxmlformats.org/officeDocument/2006/relationships/image" Target="../media/image6242.png" /><Relationship Id="rId1382" Type="http://schemas.openxmlformats.org/officeDocument/2006/relationships/image" Target="../media/image6243.png" /><Relationship Id="rId1383" Type="http://schemas.openxmlformats.org/officeDocument/2006/relationships/image" Target="../media/image6244.png" /><Relationship Id="rId1384" Type="http://schemas.openxmlformats.org/officeDocument/2006/relationships/image" Target="../media/image6245.png" /><Relationship Id="rId1385" Type="http://schemas.openxmlformats.org/officeDocument/2006/relationships/image" Target="../media/image6246.png" /><Relationship Id="rId1386" Type="http://schemas.openxmlformats.org/officeDocument/2006/relationships/image" Target="../media/image6247.png" /><Relationship Id="rId1387" Type="http://schemas.openxmlformats.org/officeDocument/2006/relationships/image" Target="../media/image6248.png" /><Relationship Id="rId1388" Type="http://schemas.openxmlformats.org/officeDocument/2006/relationships/image" Target="../media/image6249.png" /><Relationship Id="rId1389" Type="http://schemas.openxmlformats.org/officeDocument/2006/relationships/image" Target="../media/image6250.png" /><Relationship Id="rId139" Type="http://schemas.openxmlformats.org/officeDocument/2006/relationships/image" Target="../media/image5000.png" /><Relationship Id="rId1390" Type="http://schemas.openxmlformats.org/officeDocument/2006/relationships/image" Target="../media/image6251.png" /><Relationship Id="rId1391" Type="http://schemas.openxmlformats.org/officeDocument/2006/relationships/image" Target="../media/image6252.png" /><Relationship Id="rId1392" Type="http://schemas.openxmlformats.org/officeDocument/2006/relationships/image" Target="../media/image6253.png" /><Relationship Id="rId1393" Type="http://schemas.openxmlformats.org/officeDocument/2006/relationships/image" Target="../media/image6254.png" /><Relationship Id="rId1394" Type="http://schemas.openxmlformats.org/officeDocument/2006/relationships/image" Target="../media/image6255.png" /><Relationship Id="rId1395" Type="http://schemas.openxmlformats.org/officeDocument/2006/relationships/image" Target="../media/image6256.png" /><Relationship Id="rId1396" Type="http://schemas.openxmlformats.org/officeDocument/2006/relationships/image" Target="../media/image6257.png" /><Relationship Id="rId1397" Type="http://schemas.openxmlformats.org/officeDocument/2006/relationships/image" Target="../media/image6258.png" /><Relationship Id="rId1398" Type="http://schemas.openxmlformats.org/officeDocument/2006/relationships/image" Target="../media/image6259.png" /><Relationship Id="rId1399" Type="http://schemas.openxmlformats.org/officeDocument/2006/relationships/image" Target="../media/image6260.png" /><Relationship Id="rId14" Type="http://schemas.openxmlformats.org/officeDocument/2006/relationships/image" Target="../media/image4875.png" /><Relationship Id="rId140" Type="http://schemas.openxmlformats.org/officeDocument/2006/relationships/image" Target="../media/image5001.png" /><Relationship Id="rId1400" Type="http://schemas.openxmlformats.org/officeDocument/2006/relationships/image" Target="../media/image6261.png" /><Relationship Id="rId1401" Type="http://schemas.openxmlformats.org/officeDocument/2006/relationships/image" Target="../media/image6262.png" /><Relationship Id="rId1402" Type="http://schemas.openxmlformats.org/officeDocument/2006/relationships/image" Target="../media/image6263.png" /><Relationship Id="rId1403" Type="http://schemas.openxmlformats.org/officeDocument/2006/relationships/image" Target="../media/image6264.png" /><Relationship Id="rId1404" Type="http://schemas.openxmlformats.org/officeDocument/2006/relationships/image" Target="../media/image6265.png" /><Relationship Id="rId1405" Type="http://schemas.openxmlformats.org/officeDocument/2006/relationships/image" Target="../media/image6266.png" /><Relationship Id="rId1406" Type="http://schemas.openxmlformats.org/officeDocument/2006/relationships/image" Target="../media/image6267.png" /><Relationship Id="rId1407" Type="http://schemas.openxmlformats.org/officeDocument/2006/relationships/image" Target="../media/image6268.png" /><Relationship Id="rId1408" Type="http://schemas.openxmlformats.org/officeDocument/2006/relationships/image" Target="../media/image6269.png" /><Relationship Id="rId1409" Type="http://schemas.openxmlformats.org/officeDocument/2006/relationships/image" Target="../media/image6270.png" /><Relationship Id="rId141" Type="http://schemas.openxmlformats.org/officeDocument/2006/relationships/image" Target="../media/image5002.png" /><Relationship Id="rId1410" Type="http://schemas.openxmlformats.org/officeDocument/2006/relationships/image" Target="../media/image6271.png" /><Relationship Id="rId1411" Type="http://schemas.openxmlformats.org/officeDocument/2006/relationships/image" Target="../media/image6272.png" /><Relationship Id="rId1412" Type="http://schemas.openxmlformats.org/officeDocument/2006/relationships/image" Target="../media/image6273.png" /><Relationship Id="rId1413" Type="http://schemas.openxmlformats.org/officeDocument/2006/relationships/image" Target="../media/image6274.png" /><Relationship Id="rId1414" Type="http://schemas.openxmlformats.org/officeDocument/2006/relationships/image" Target="../media/image6275.png" /><Relationship Id="rId1415" Type="http://schemas.openxmlformats.org/officeDocument/2006/relationships/image" Target="../media/image6276.png" /><Relationship Id="rId1416" Type="http://schemas.openxmlformats.org/officeDocument/2006/relationships/image" Target="../media/image6277.png" /><Relationship Id="rId1417" Type="http://schemas.openxmlformats.org/officeDocument/2006/relationships/image" Target="../media/image6278.png" /><Relationship Id="rId1418" Type="http://schemas.openxmlformats.org/officeDocument/2006/relationships/image" Target="../media/image6279.png" /><Relationship Id="rId1419" Type="http://schemas.openxmlformats.org/officeDocument/2006/relationships/image" Target="../media/image6280.png" /><Relationship Id="rId142" Type="http://schemas.openxmlformats.org/officeDocument/2006/relationships/image" Target="../media/image5003.png" /><Relationship Id="rId1420" Type="http://schemas.openxmlformats.org/officeDocument/2006/relationships/image" Target="../media/image6281.png" /><Relationship Id="rId1421" Type="http://schemas.openxmlformats.org/officeDocument/2006/relationships/image" Target="../media/image6282.png" /><Relationship Id="rId1422" Type="http://schemas.openxmlformats.org/officeDocument/2006/relationships/image" Target="../media/image6283.png" /><Relationship Id="rId1423" Type="http://schemas.openxmlformats.org/officeDocument/2006/relationships/image" Target="../media/image6284.png" /><Relationship Id="rId1424" Type="http://schemas.openxmlformats.org/officeDocument/2006/relationships/image" Target="../media/image6285.png" /><Relationship Id="rId1425" Type="http://schemas.openxmlformats.org/officeDocument/2006/relationships/image" Target="../media/image6286.png" /><Relationship Id="rId1426" Type="http://schemas.openxmlformats.org/officeDocument/2006/relationships/image" Target="../media/image6287.png" /><Relationship Id="rId1427" Type="http://schemas.openxmlformats.org/officeDocument/2006/relationships/image" Target="../media/image6288.png" /><Relationship Id="rId1428" Type="http://schemas.openxmlformats.org/officeDocument/2006/relationships/image" Target="../media/image6289.png" /><Relationship Id="rId1429" Type="http://schemas.openxmlformats.org/officeDocument/2006/relationships/image" Target="../media/image6290.png" /><Relationship Id="rId143" Type="http://schemas.openxmlformats.org/officeDocument/2006/relationships/image" Target="../media/image5004.png" /><Relationship Id="rId1430" Type="http://schemas.openxmlformats.org/officeDocument/2006/relationships/image" Target="../media/image6291.png" /><Relationship Id="rId1431" Type="http://schemas.openxmlformats.org/officeDocument/2006/relationships/image" Target="../media/image6292.png" /><Relationship Id="rId1432" Type="http://schemas.openxmlformats.org/officeDocument/2006/relationships/image" Target="../media/image6293.png" /><Relationship Id="rId1433" Type="http://schemas.openxmlformats.org/officeDocument/2006/relationships/image" Target="../media/image6294.png" /><Relationship Id="rId1434" Type="http://schemas.openxmlformats.org/officeDocument/2006/relationships/image" Target="../media/image6295.png" /><Relationship Id="rId1435" Type="http://schemas.openxmlformats.org/officeDocument/2006/relationships/image" Target="../media/image6296.png" /><Relationship Id="rId1436" Type="http://schemas.openxmlformats.org/officeDocument/2006/relationships/image" Target="../media/image6297.png" /><Relationship Id="rId1437" Type="http://schemas.openxmlformats.org/officeDocument/2006/relationships/image" Target="../media/image6298.png" /><Relationship Id="rId1438" Type="http://schemas.openxmlformats.org/officeDocument/2006/relationships/image" Target="../media/image6299.png" /><Relationship Id="rId1439" Type="http://schemas.openxmlformats.org/officeDocument/2006/relationships/image" Target="../media/image6300.png" /><Relationship Id="rId144" Type="http://schemas.openxmlformats.org/officeDocument/2006/relationships/image" Target="../media/image5005.png" /><Relationship Id="rId1440" Type="http://schemas.openxmlformats.org/officeDocument/2006/relationships/image" Target="../media/image6301.png" /><Relationship Id="rId1441" Type="http://schemas.openxmlformats.org/officeDocument/2006/relationships/image" Target="../media/image6302.png" /><Relationship Id="rId1442" Type="http://schemas.openxmlformats.org/officeDocument/2006/relationships/image" Target="../media/image6303.png" /><Relationship Id="rId1443" Type="http://schemas.openxmlformats.org/officeDocument/2006/relationships/image" Target="../media/image6304.png" /><Relationship Id="rId1444" Type="http://schemas.openxmlformats.org/officeDocument/2006/relationships/image" Target="../media/image6305.png" /><Relationship Id="rId1445" Type="http://schemas.openxmlformats.org/officeDocument/2006/relationships/image" Target="../media/image6306.png" /><Relationship Id="rId1446" Type="http://schemas.openxmlformats.org/officeDocument/2006/relationships/image" Target="../media/image6307.png" /><Relationship Id="rId1447" Type="http://schemas.openxmlformats.org/officeDocument/2006/relationships/image" Target="../media/image6308.png" /><Relationship Id="rId1448" Type="http://schemas.openxmlformats.org/officeDocument/2006/relationships/image" Target="../media/image6309.png" /><Relationship Id="rId1449" Type="http://schemas.openxmlformats.org/officeDocument/2006/relationships/image" Target="../media/image6310.png" /><Relationship Id="rId145" Type="http://schemas.openxmlformats.org/officeDocument/2006/relationships/image" Target="../media/image5006.png" /><Relationship Id="rId1450" Type="http://schemas.openxmlformats.org/officeDocument/2006/relationships/image" Target="../media/image6311.png" /><Relationship Id="rId1451" Type="http://schemas.openxmlformats.org/officeDocument/2006/relationships/image" Target="../media/image6312.png" /><Relationship Id="rId1452" Type="http://schemas.openxmlformats.org/officeDocument/2006/relationships/image" Target="../media/image6313.png" /><Relationship Id="rId1453" Type="http://schemas.openxmlformats.org/officeDocument/2006/relationships/image" Target="../media/image6314.png" /><Relationship Id="rId1454" Type="http://schemas.openxmlformats.org/officeDocument/2006/relationships/image" Target="../media/image6315.png" /><Relationship Id="rId1455" Type="http://schemas.openxmlformats.org/officeDocument/2006/relationships/image" Target="../media/image6316.png" /><Relationship Id="rId1456" Type="http://schemas.openxmlformats.org/officeDocument/2006/relationships/image" Target="../media/image6317.png" /><Relationship Id="rId1457" Type="http://schemas.openxmlformats.org/officeDocument/2006/relationships/image" Target="../media/image6318.png" /><Relationship Id="rId1458" Type="http://schemas.openxmlformats.org/officeDocument/2006/relationships/image" Target="../media/image6319.png" /><Relationship Id="rId1459" Type="http://schemas.openxmlformats.org/officeDocument/2006/relationships/image" Target="../media/image6320.png" /><Relationship Id="rId146" Type="http://schemas.openxmlformats.org/officeDocument/2006/relationships/image" Target="../media/image5007.png" /><Relationship Id="rId1460" Type="http://schemas.openxmlformats.org/officeDocument/2006/relationships/image" Target="../media/image6321.png" /><Relationship Id="rId1461" Type="http://schemas.openxmlformats.org/officeDocument/2006/relationships/image" Target="../media/image6322.png" /><Relationship Id="rId1462" Type="http://schemas.openxmlformats.org/officeDocument/2006/relationships/image" Target="../media/image6323.png" /><Relationship Id="rId1463" Type="http://schemas.openxmlformats.org/officeDocument/2006/relationships/image" Target="../media/image6324.png" /><Relationship Id="rId1464" Type="http://schemas.openxmlformats.org/officeDocument/2006/relationships/image" Target="../media/image6325.png" /><Relationship Id="rId1465" Type="http://schemas.openxmlformats.org/officeDocument/2006/relationships/image" Target="../media/image6326.png" /><Relationship Id="rId1466" Type="http://schemas.openxmlformats.org/officeDocument/2006/relationships/image" Target="../media/image6327.png" /><Relationship Id="rId1467" Type="http://schemas.openxmlformats.org/officeDocument/2006/relationships/image" Target="../media/image6328.png" /><Relationship Id="rId1468" Type="http://schemas.openxmlformats.org/officeDocument/2006/relationships/image" Target="../media/image6329.png" /><Relationship Id="rId1469" Type="http://schemas.openxmlformats.org/officeDocument/2006/relationships/image" Target="../media/image6330.png" /><Relationship Id="rId147" Type="http://schemas.openxmlformats.org/officeDocument/2006/relationships/image" Target="../media/image5008.png" /><Relationship Id="rId1470" Type="http://schemas.openxmlformats.org/officeDocument/2006/relationships/image" Target="../media/image6331.png" /><Relationship Id="rId1471" Type="http://schemas.openxmlformats.org/officeDocument/2006/relationships/image" Target="../media/image6332.png" /><Relationship Id="rId1472" Type="http://schemas.openxmlformats.org/officeDocument/2006/relationships/image" Target="../media/image6333.png" /><Relationship Id="rId1473" Type="http://schemas.openxmlformats.org/officeDocument/2006/relationships/image" Target="../media/image6334.png" /><Relationship Id="rId1474" Type="http://schemas.openxmlformats.org/officeDocument/2006/relationships/image" Target="../media/image6335.png" /><Relationship Id="rId1475" Type="http://schemas.openxmlformats.org/officeDocument/2006/relationships/image" Target="../media/image6336.png" /><Relationship Id="rId1476" Type="http://schemas.openxmlformats.org/officeDocument/2006/relationships/image" Target="../media/image6337.png" /><Relationship Id="rId1477" Type="http://schemas.openxmlformats.org/officeDocument/2006/relationships/image" Target="../media/image6338.png" /><Relationship Id="rId1478" Type="http://schemas.openxmlformats.org/officeDocument/2006/relationships/image" Target="../media/image6339.png" /><Relationship Id="rId1479" Type="http://schemas.openxmlformats.org/officeDocument/2006/relationships/image" Target="../media/image6340.png" /><Relationship Id="rId148" Type="http://schemas.openxmlformats.org/officeDocument/2006/relationships/image" Target="../media/image5009.png" /><Relationship Id="rId1480" Type="http://schemas.openxmlformats.org/officeDocument/2006/relationships/image" Target="../media/image6341.png" /><Relationship Id="rId1481" Type="http://schemas.openxmlformats.org/officeDocument/2006/relationships/image" Target="../media/image6342.png" /><Relationship Id="rId1482" Type="http://schemas.openxmlformats.org/officeDocument/2006/relationships/image" Target="../media/image6343.png" /><Relationship Id="rId1483" Type="http://schemas.openxmlformats.org/officeDocument/2006/relationships/image" Target="../media/image6344.png" /><Relationship Id="rId1484" Type="http://schemas.openxmlformats.org/officeDocument/2006/relationships/image" Target="../media/image6345.png" /><Relationship Id="rId1485" Type="http://schemas.openxmlformats.org/officeDocument/2006/relationships/image" Target="../media/image6346.png" /><Relationship Id="rId1486" Type="http://schemas.openxmlformats.org/officeDocument/2006/relationships/image" Target="../media/image6347.png" /><Relationship Id="rId1487" Type="http://schemas.openxmlformats.org/officeDocument/2006/relationships/image" Target="../media/image6348.png" /><Relationship Id="rId1488" Type="http://schemas.openxmlformats.org/officeDocument/2006/relationships/image" Target="../media/image6349.png" /><Relationship Id="rId1489" Type="http://schemas.openxmlformats.org/officeDocument/2006/relationships/image" Target="../media/image6350.png" /><Relationship Id="rId149" Type="http://schemas.openxmlformats.org/officeDocument/2006/relationships/image" Target="../media/image5010.png" /><Relationship Id="rId1490" Type="http://schemas.openxmlformats.org/officeDocument/2006/relationships/image" Target="../media/image6351.png" /><Relationship Id="rId1491" Type="http://schemas.openxmlformats.org/officeDocument/2006/relationships/image" Target="../media/image6352.png" /><Relationship Id="rId1492" Type="http://schemas.openxmlformats.org/officeDocument/2006/relationships/image" Target="../media/image6353.png" /><Relationship Id="rId1493" Type="http://schemas.openxmlformats.org/officeDocument/2006/relationships/image" Target="../media/image6354.png" /><Relationship Id="rId1494" Type="http://schemas.openxmlformats.org/officeDocument/2006/relationships/image" Target="../media/image6355.png" /><Relationship Id="rId1495" Type="http://schemas.openxmlformats.org/officeDocument/2006/relationships/image" Target="../media/image6356.png" /><Relationship Id="rId1496" Type="http://schemas.openxmlformats.org/officeDocument/2006/relationships/image" Target="../media/image6357.png" /><Relationship Id="rId1497" Type="http://schemas.openxmlformats.org/officeDocument/2006/relationships/image" Target="../media/image6358.png" /><Relationship Id="rId1498" Type="http://schemas.openxmlformats.org/officeDocument/2006/relationships/image" Target="../media/image6359.png" /><Relationship Id="rId1499" Type="http://schemas.openxmlformats.org/officeDocument/2006/relationships/image" Target="../media/image6360.png" /><Relationship Id="rId15" Type="http://schemas.openxmlformats.org/officeDocument/2006/relationships/image" Target="../media/image4876.png" /><Relationship Id="rId150" Type="http://schemas.openxmlformats.org/officeDocument/2006/relationships/image" Target="../media/image5011.png" /><Relationship Id="rId1500" Type="http://schemas.openxmlformats.org/officeDocument/2006/relationships/image" Target="../media/image6361.png" /><Relationship Id="rId1501" Type="http://schemas.openxmlformats.org/officeDocument/2006/relationships/image" Target="../media/image6362.png" /><Relationship Id="rId1502" Type="http://schemas.openxmlformats.org/officeDocument/2006/relationships/image" Target="../media/image6363.png" /><Relationship Id="rId1503" Type="http://schemas.openxmlformats.org/officeDocument/2006/relationships/image" Target="../media/image6364.png" /><Relationship Id="rId1504" Type="http://schemas.openxmlformats.org/officeDocument/2006/relationships/image" Target="../media/image6365.png" /><Relationship Id="rId1505" Type="http://schemas.openxmlformats.org/officeDocument/2006/relationships/image" Target="../media/image6366.png" /><Relationship Id="rId1506" Type="http://schemas.openxmlformats.org/officeDocument/2006/relationships/image" Target="../media/image6367.png" /><Relationship Id="rId1507" Type="http://schemas.openxmlformats.org/officeDocument/2006/relationships/image" Target="../media/image6368.png" /><Relationship Id="rId1508" Type="http://schemas.openxmlformats.org/officeDocument/2006/relationships/image" Target="../media/image6369.png" /><Relationship Id="rId1509" Type="http://schemas.openxmlformats.org/officeDocument/2006/relationships/image" Target="../media/image6370.png" /><Relationship Id="rId151" Type="http://schemas.openxmlformats.org/officeDocument/2006/relationships/image" Target="../media/image5012.png" /><Relationship Id="rId1510" Type="http://schemas.openxmlformats.org/officeDocument/2006/relationships/image" Target="../media/image6371.png" /><Relationship Id="rId1511" Type="http://schemas.openxmlformats.org/officeDocument/2006/relationships/image" Target="../media/image6372.png" /><Relationship Id="rId1512" Type="http://schemas.openxmlformats.org/officeDocument/2006/relationships/image" Target="../media/image6373.png" /><Relationship Id="rId1513" Type="http://schemas.openxmlformats.org/officeDocument/2006/relationships/image" Target="../media/image6374.png" /><Relationship Id="rId1514" Type="http://schemas.openxmlformats.org/officeDocument/2006/relationships/image" Target="../media/image6375.png" /><Relationship Id="rId1515" Type="http://schemas.openxmlformats.org/officeDocument/2006/relationships/image" Target="../media/image6376.png" /><Relationship Id="rId1516" Type="http://schemas.openxmlformats.org/officeDocument/2006/relationships/image" Target="../media/image6377.png" /><Relationship Id="rId1517" Type="http://schemas.openxmlformats.org/officeDocument/2006/relationships/image" Target="../media/image6378.png" /><Relationship Id="rId1518" Type="http://schemas.openxmlformats.org/officeDocument/2006/relationships/image" Target="../media/image6379.png" /><Relationship Id="rId1519" Type="http://schemas.openxmlformats.org/officeDocument/2006/relationships/image" Target="../media/image6380.png" /><Relationship Id="rId152" Type="http://schemas.openxmlformats.org/officeDocument/2006/relationships/image" Target="../media/image5013.png" /><Relationship Id="rId1520" Type="http://schemas.openxmlformats.org/officeDocument/2006/relationships/image" Target="../media/image6381.png" /><Relationship Id="rId1521" Type="http://schemas.openxmlformats.org/officeDocument/2006/relationships/image" Target="../media/image6382.png" /><Relationship Id="rId1522" Type="http://schemas.openxmlformats.org/officeDocument/2006/relationships/image" Target="../media/image6383.png" /><Relationship Id="rId1523" Type="http://schemas.openxmlformats.org/officeDocument/2006/relationships/image" Target="../media/image6384.png" /><Relationship Id="rId1524" Type="http://schemas.openxmlformats.org/officeDocument/2006/relationships/image" Target="../media/image6385.png" /><Relationship Id="rId1525" Type="http://schemas.openxmlformats.org/officeDocument/2006/relationships/image" Target="../media/image6386.png" /><Relationship Id="rId1526" Type="http://schemas.openxmlformats.org/officeDocument/2006/relationships/image" Target="../media/image6387.png" /><Relationship Id="rId1527" Type="http://schemas.openxmlformats.org/officeDocument/2006/relationships/image" Target="../media/image6388.png" /><Relationship Id="rId1528" Type="http://schemas.openxmlformats.org/officeDocument/2006/relationships/image" Target="../media/image6389.png" /><Relationship Id="rId1529" Type="http://schemas.openxmlformats.org/officeDocument/2006/relationships/image" Target="../media/image6390.png" /><Relationship Id="rId153" Type="http://schemas.openxmlformats.org/officeDocument/2006/relationships/image" Target="../media/image5014.png" /><Relationship Id="rId1530" Type="http://schemas.openxmlformats.org/officeDocument/2006/relationships/image" Target="../media/image6391.png" /><Relationship Id="rId1531" Type="http://schemas.openxmlformats.org/officeDocument/2006/relationships/image" Target="../media/image6392.png" /><Relationship Id="rId1532" Type="http://schemas.openxmlformats.org/officeDocument/2006/relationships/image" Target="../media/image6393.png" /><Relationship Id="rId1533" Type="http://schemas.openxmlformats.org/officeDocument/2006/relationships/image" Target="../media/image6394.png" /><Relationship Id="rId1534" Type="http://schemas.openxmlformats.org/officeDocument/2006/relationships/image" Target="../media/image6395.png" /><Relationship Id="rId1535" Type="http://schemas.openxmlformats.org/officeDocument/2006/relationships/image" Target="../media/image6396.png" /><Relationship Id="rId1536" Type="http://schemas.openxmlformats.org/officeDocument/2006/relationships/image" Target="../media/image6397.png" /><Relationship Id="rId1537" Type="http://schemas.openxmlformats.org/officeDocument/2006/relationships/image" Target="../media/image6398.png" /><Relationship Id="rId1538" Type="http://schemas.openxmlformats.org/officeDocument/2006/relationships/image" Target="../media/image6399.png" /><Relationship Id="rId1539" Type="http://schemas.openxmlformats.org/officeDocument/2006/relationships/image" Target="../media/image6400.png" /><Relationship Id="rId154" Type="http://schemas.openxmlformats.org/officeDocument/2006/relationships/image" Target="../media/image5015.png" /><Relationship Id="rId1540" Type="http://schemas.openxmlformats.org/officeDocument/2006/relationships/image" Target="../media/image6401.png" /><Relationship Id="rId1541" Type="http://schemas.openxmlformats.org/officeDocument/2006/relationships/image" Target="../media/image6402.png" /><Relationship Id="rId1542" Type="http://schemas.openxmlformats.org/officeDocument/2006/relationships/image" Target="../media/image6403.png" /><Relationship Id="rId1543" Type="http://schemas.openxmlformats.org/officeDocument/2006/relationships/image" Target="../media/image6404.png" /><Relationship Id="rId1544" Type="http://schemas.openxmlformats.org/officeDocument/2006/relationships/image" Target="../media/image6405.png" /><Relationship Id="rId1545" Type="http://schemas.openxmlformats.org/officeDocument/2006/relationships/image" Target="../media/image6406.png" /><Relationship Id="rId1546" Type="http://schemas.openxmlformats.org/officeDocument/2006/relationships/image" Target="../media/image6407.png" /><Relationship Id="rId1547" Type="http://schemas.openxmlformats.org/officeDocument/2006/relationships/image" Target="../media/image6408.png" /><Relationship Id="rId1548" Type="http://schemas.openxmlformats.org/officeDocument/2006/relationships/image" Target="../media/image6409.png" /><Relationship Id="rId1549" Type="http://schemas.openxmlformats.org/officeDocument/2006/relationships/image" Target="../media/image6410.png" /><Relationship Id="rId155" Type="http://schemas.openxmlformats.org/officeDocument/2006/relationships/image" Target="../media/image5016.png" /><Relationship Id="rId1550" Type="http://schemas.openxmlformats.org/officeDocument/2006/relationships/image" Target="../media/image6411.png" /><Relationship Id="rId1551" Type="http://schemas.openxmlformats.org/officeDocument/2006/relationships/image" Target="../media/image6412.png" /><Relationship Id="rId1552" Type="http://schemas.openxmlformats.org/officeDocument/2006/relationships/image" Target="../media/image6413.png" /><Relationship Id="rId1553" Type="http://schemas.openxmlformats.org/officeDocument/2006/relationships/image" Target="../media/image6414.png" /><Relationship Id="rId1554" Type="http://schemas.openxmlformats.org/officeDocument/2006/relationships/image" Target="../media/image6415.png" /><Relationship Id="rId1555" Type="http://schemas.openxmlformats.org/officeDocument/2006/relationships/image" Target="../media/image6416.png" /><Relationship Id="rId1556" Type="http://schemas.openxmlformats.org/officeDocument/2006/relationships/image" Target="../media/image6417.png" /><Relationship Id="rId1557" Type="http://schemas.openxmlformats.org/officeDocument/2006/relationships/image" Target="../media/image6418.png" /><Relationship Id="rId1558" Type="http://schemas.openxmlformats.org/officeDocument/2006/relationships/image" Target="../media/image6419.png" /><Relationship Id="rId1559" Type="http://schemas.openxmlformats.org/officeDocument/2006/relationships/image" Target="../media/image6420.png" /><Relationship Id="rId156" Type="http://schemas.openxmlformats.org/officeDocument/2006/relationships/image" Target="../media/image5017.png" /><Relationship Id="rId1560" Type="http://schemas.openxmlformats.org/officeDocument/2006/relationships/image" Target="../media/image6421.png" /><Relationship Id="rId1561" Type="http://schemas.openxmlformats.org/officeDocument/2006/relationships/image" Target="../media/image6422.png" /><Relationship Id="rId1562" Type="http://schemas.openxmlformats.org/officeDocument/2006/relationships/image" Target="../media/image6423.png" /><Relationship Id="rId1563" Type="http://schemas.openxmlformats.org/officeDocument/2006/relationships/image" Target="../media/image6424.png" /><Relationship Id="rId1564" Type="http://schemas.openxmlformats.org/officeDocument/2006/relationships/image" Target="../media/image6425.png" /><Relationship Id="rId1565" Type="http://schemas.openxmlformats.org/officeDocument/2006/relationships/image" Target="../media/image6426.png" /><Relationship Id="rId1566" Type="http://schemas.openxmlformats.org/officeDocument/2006/relationships/image" Target="../media/image6427.png" /><Relationship Id="rId1567" Type="http://schemas.openxmlformats.org/officeDocument/2006/relationships/image" Target="../media/image6428.png" /><Relationship Id="rId1568" Type="http://schemas.openxmlformats.org/officeDocument/2006/relationships/image" Target="../media/image6429.png" /><Relationship Id="rId1569" Type="http://schemas.openxmlformats.org/officeDocument/2006/relationships/image" Target="../media/image6430.png" /><Relationship Id="rId157" Type="http://schemas.openxmlformats.org/officeDocument/2006/relationships/image" Target="../media/image5018.png" /><Relationship Id="rId1570" Type="http://schemas.openxmlformats.org/officeDocument/2006/relationships/image" Target="../media/image6431.png" /><Relationship Id="rId1571" Type="http://schemas.openxmlformats.org/officeDocument/2006/relationships/image" Target="../media/image6432.png" /><Relationship Id="rId1572" Type="http://schemas.openxmlformats.org/officeDocument/2006/relationships/image" Target="../media/image6433.png" /><Relationship Id="rId1573" Type="http://schemas.openxmlformats.org/officeDocument/2006/relationships/image" Target="../media/image6434.png" /><Relationship Id="rId1574" Type="http://schemas.openxmlformats.org/officeDocument/2006/relationships/image" Target="../media/image6435.png" /><Relationship Id="rId1575" Type="http://schemas.openxmlformats.org/officeDocument/2006/relationships/image" Target="../media/image6436.png" /><Relationship Id="rId1576" Type="http://schemas.openxmlformats.org/officeDocument/2006/relationships/image" Target="../media/image6437.png" /><Relationship Id="rId1577" Type="http://schemas.openxmlformats.org/officeDocument/2006/relationships/image" Target="../media/image6438.png" /><Relationship Id="rId1578" Type="http://schemas.openxmlformats.org/officeDocument/2006/relationships/image" Target="../media/image6439.png" /><Relationship Id="rId1579" Type="http://schemas.openxmlformats.org/officeDocument/2006/relationships/image" Target="../media/image6440.png" /><Relationship Id="rId158" Type="http://schemas.openxmlformats.org/officeDocument/2006/relationships/image" Target="../media/image5019.png" /><Relationship Id="rId1580" Type="http://schemas.openxmlformats.org/officeDocument/2006/relationships/image" Target="../media/image6441.png" /><Relationship Id="rId1581" Type="http://schemas.openxmlformats.org/officeDocument/2006/relationships/image" Target="../media/image6442.png" /><Relationship Id="rId1582" Type="http://schemas.openxmlformats.org/officeDocument/2006/relationships/image" Target="../media/image6443.png" /><Relationship Id="rId1583" Type="http://schemas.openxmlformats.org/officeDocument/2006/relationships/image" Target="../media/image6444.png" /><Relationship Id="rId1584" Type="http://schemas.openxmlformats.org/officeDocument/2006/relationships/image" Target="../media/image6445.png" /><Relationship Id="rId1585" Type="http://schemas.openxmlformats.org/officeDocument/2006/relationships/image" Target="../media/image6446.png" /><Relationship Id="rId1586" Type="http://schemas.openxmlformats.org/officeDocument/2006/relationships/image" Target="../media/image6447.png" /><Relationship Id="rId1587" Type="http://schemas.openxmlformats.org/officeDocument/2006/relationships/image" Target="../media/image6448.png" /><Relationship Id="rId1588" Type="http://schemas.openxmlformats.org/officeDocument/2006/relationships/image" Target="../media/image6449.png" /><Relationship Id="rId1589" Type="http://schemas.openxmlformats.org/officeDocument/2006/relationships/image" Target="../media/image6450.png" /><Relationship Id="rId159" Type="http://schemas.openxmlformats.org/officeDocument/2006/relationships/image" Target="../media/image5020.png" /><Relationship Id="rId1590" Type="http://schemas.openxmlformats.org/officeDocument/2006/relationships/image" Target="../media/image6451.png" /><Relationship Id="rId1591" Type="http://schemas.openxmlformats.org/officeDocument/2006/relationships/image" Target="../media/image6452.png" /><Relationship Id="rId1592" Type="http://schemas.openxmlformats.org/officeDocument/2006/relationships/image" Target="../media/image6453.png" /><Relationship Id="rId1593" Type="http://schemas.openxmlformats.org/officeDocument/2006/relationships/image" Target="../media/image6454.png" /><Relationship Id="rId1594" Type="http://schemas.openxmlformats.org/officeDocument/2006/relationships/image" Target="../media/image6455.png" /><Relationship Id="rId1595" Type="http://schemas.openxmlformats.org/officeDocument/2006/relationships/image" Target="../media/image6456.png" /><Relationship Id="rId1596" Type="http://schemas.openxmlformats.org/officeDocument/2006/relationships/image" Target="../media/image6457.png" /><Relationship Id="rId1597" Type="http://schemas.openxmlformats.org/officeDocument/2006/relationships/image" Target="../media/image6458.png" /><Relationship Id="rId1598" Type="http://schemas.openxmlformats.org/officeDocument/2006/relationships/image" Target="../media/image6459.png" /><Relationship Id="rId1599" Type="http://schemas.openxmlformats.org/officeDocument/2006/relationships/image" Target="../media/image6460.png" /><Relationship Id="rId16" Type="http://schemas.openxmlformats.org/officeDocument/2006/relationships/image" Target="../media/image4877.png" /><Relationship Id="rId160" Type="http://schemas.openxmlformats.org/officeDocument/2006/relationships/image" Target="../media/image5021.png" /><Relationship Id="rId1600" Type="http://schemas.openxmlformats.org/officeDocument/2006/relationships/image" Target="../media/image6461.png" /><Relationship Id="rId1601" Type="http://schemas.openxmlformats.org/officeDocument/2006/relationships/image" Target="../media/image6462.png" /><Relationship Id="rId1602" Type="http://schemas.openxmlformats.org/officeDocument/2006/relationships/image" Target="../media/image6463.png" /><Relationship Id="rId1603" Type="http://schemas.openxmlformats.org/officeDocument/2006/relationships/image" Target="../media/image6464.png" /><Relationship Id="rId1604" Type="http://schemas.openxmlformats.org/officeDocument/2006/relationships/image" Target="../media/image6465.png" /><Relationship Id="rId1605" Type="http://schemas.openxmlformats.org/officeDocument/2006/relationships/image" Target="../media/image6466.png" /><Relationship Id="rId1606" Type="http://schemas.openxmlformats.org/officeDocument/2006/relationships/image" Target="../media/image6467.png" /><Relationship Id="rId1607" Type="http://schemas.openxmlformats.org/officeDocument/2006/relationships/image" Target="../media/image6468.png" /><Relationship Id="rId1608" Type="http://schemas.openxmlformats.org/officeDocument/2006/relationships/image" Target="../media/image6469.png" /><Relationship Id="rId1609" Type="http://schemas.openxmlformats.org/officeDocument/2006/relationships/image" Target="../media/image6470.png" /><Relationship Id="rId161" Type="http://schemas.openxmlformats.org/officeDocument/2006/relationships/image" Target="../media/image5022.png" /><Relationship Id="rId1610" Type="http://schemas.openxmlformats.org/officeDocument/2006/relationships/image" Target="../media/image6471.png" /><Relationship Id="rId1611" Type="http://schemas.openxmlformats.org/officeDocument/2006/relationships/image" Target="../media/image6472.png" /><Relationship Id="rId1612" Type="http://schemas.openxmlformats.org/officeDocument/2006/relationships/image" Target="../media/image6473.png" /><Relationship Id="rId1613" Type="http://schemas.openxmlformats.org/officeDocument/2006/relationships/image" Target="../media/image6474.png" /><Relationship Id="rId1614" Type="http://schemas.openxmlformats.org/officeDocument/2006/relationships/image" Target="../media/image6475.png" /><Relationship Id="rId1615" Type="http://schemas.openxmlformats.org/officeDocument/2006/relationships/image" Target="../media/image6476.png" /><Relationship Id="rId1616" Type="http://schemas.openxmlformats.org/officeDocument/2006/relationships/image" Target="../media/image6477.png" /><Relationship Id="rId1617" Type="http://schemas.openxmlformats.org/officeDocument/2006/relationships/image" Target="../media/image6478.png" /><Relationship Id="rId1618" Type="http://schemas.openxmlformats.org/officeDocument/2006/relationships/image" Target="../media/image6479.png" /><Relationship Id="rId1619" Type="http://schemas.openxmlformats.org/officeDocument/2006/relationships/image" Target="../media/image6480.png" /><Relationship Id="rId162" Type="http://schemas.openxmlformats.org/officeDocument/2006/relationships/image" Target="../media/image5023.png" /><Relationship Id="rId1620" Type="http://schemas.openxmlformats.org/officeDocument/2006/relationships/image" Target="../media/image6481.png" /><Relationship Id="rId1621" Type="http://schemas.openxmlformats.org/officeDocument/2006/relationships/image" Target="../media/image6482.png" /><Relationship Id="rId1622" Type="http://schemas.openxmlformats.org/officeDocument/2006/relationships/image" Target="../media/image6483.png" /><Relationship Id="rId1623" Type="http://schemas.openxmlformats.org/officeDocument/2006/relationships/image" Target="../media/image6484.png" /><Relationship Id="rId1624" Type="http://schemas.openxmlformats.org/officeDocument/2006/relationships/image" Target="../media/image6485.png" /><Relationship Id="rId1625" Type="http://schemas.openxmlformats.org/officeDocument/2006/relationships/image" Target="../media/image6486.png" /><Relationship Id="rId1626" Type="http://schemas.openxmlformats.org/officeDocument/2006/relationships/image" Target="../media/image6487.png" /><Relationship Id="rId1627" Type="http://schemas.openxmlformats.org/officeDocument/2006/relationships/image" Target="../media/image6488.png" /><Relationship Id="rId1628" Type="http://schemas.openxmlformats.org/officeDocument/2006/relationships/image" Target="../media/image6489.png" /><Relationship Id="rId1629" Type="http://schemas.openxmlformats.org/officeDocument/2006/relationships/image" Target="../media/image6490.png" /><Relationship Id="rId163" Type="http://schemas.openxmlformats.org/officeDocument/2006/relationships/image" Target="../media/image5024.png" /><Relationship Id="rId1630" Type="http://schemas.openxmlformats.org/officeDocument/2006/relationships/image" Target="../media/image6491.png" /><Relationship Id="rId1631" Type="http://schemas.openxmlformats.org/officeDocument/2006/relationships/image" Target="../media/image6492.png" /><Relationship Id="rId1632" Type="http://schemas.openxmlformats.org/officeDocument/2006/relationships/image" Target="../media/image6493.png" /><Relationship Id="rId1633" Type="http://schemas.openxmlformats.org/officeDocument/2006/relationships/image" Target="../media/image6494.png" /><Relationship Id="rId1634" Type="http://schemas.openxmlformats.org/officeDocument/2006/relationships/image" Target="../media/image6495.png" /><Relationship Id="rId1635" Type="http://schemas.openxmlformats.org/officeDocument/2006/relationships/image" Target="../media/image6496.png" /><Relationship Id="rId1636" Type="http://schemas.openxmlformats.org/officeDocument/2006/relationships/image" Target="../media/image6497.png" /><Relationship Id="rId1637" Type="http://schemas.openxmlformats.org/officeDocument/2006/relationships/image" Target="../media/image6498.png" /><Relationship Id="rId1638" Type="http://schemas.openxmlformats.org/officeDocument/2006/relationships/image" Target="../media/image6499.png" /><Relationship Id="rId1639" Type="http://schemas.openxmlformats.org/officeDocument/2006/relationships/image" Target="../media/image6500.png" /><Relationship Id="rId164" Type="http://schemas.openxmlformats.org/officeDocument/2006/relationships/image" Target="../media/image5025.png" /><Relationship Id="rId1640" Type="http://schemas.openxmlformats.org/officeDocument/2006/relationships/image" Target="../media/image6501.png" /><Relationship Id="rId1641" Type="http://schemas.openxmlformats.org/officeDocument/2006/relationships/image" Target="../media/image6502.png" /><Relationship Id="rId1642" Type="http://schemas.openxmlformats.org/officeDocument/2006/relationships/image" Target="../media/image6503.png" /><Relationship Id="rId1643" Type="http://schemas.openxmlformats.org/officeDocument/2006/relationships/image" Target="../media/image6504.png" /><Relationship Id="rId1644" Type="http://schemas.openxmlformats.org/officeDocument/2006/relationships/image" Target="../media/image6505.png" /><Relationship Id="rId1645" Type="http://schemas.openxmlformats.org/officeDocument/2006/relationships/image" Target="../media/image6506.png" /><Relationship Id="rId1646" Type="http://schemas.openxmlformats.org/officeDocument/2006/relationships/image" Target="../media/image6507.png" /><Relationship Id="rId1647" Type="http://schemas.openxmlformats.org/officeDocument/2006/relationships/image" Target="../media/image6508.png" /><Relationship Id="rId1648" Type="http://schemas.openxmlformats.org/officeDocument/2006/relationships/image" Target="../media/image6509.png" /><Relationship Id="rId1649" Type="http://schemas.openxmlformats.org/officeDocument/2006/relationships/image" Target="../media/image6510.png" /><Relationship Id="rId165" Type="http://schemas.openxmlformats.org/officeDocument/2006/relationships/image" Target="../media/image5026.png" /><Relationship Id="rId1650" Type="http://schemas.openxmlformats.org/officeDocument/2006/relationships/image" Target="../media/image6511.png" /><Relationship Id="rId1651" Type="http://schemas.openxmlformats.org/officeDocument/2006/relationships/image" Target="../media/image6512.png" /><Relationship Id="rId1652" Type="http://schemas.openxmlformats.org/officeDocument/2006/relationships/image" Target="../media/image6513.png" /><Relationship Id="rId1653" Type="http://schemas.openxmlformats.org/officeDocument/2006/relationships/image" Target="../media/image6514.png" /><Relationship Id="rId1654" Type="http://schemas.openxmlformats.org/officeDocument/2006/relationships/image" Target="../media/image6515.png" /><Relationship Id="rId1655" Type="http://schemas.openxmlformats.org/officeDocument/2006/relationships/image" Target="../media/image6516.png" /><Relationship Id="rId1656" Type="http://schemas.openxmlformats.org/officeDocument/2006/relationships/image" Target="../media/image6517.png" /><Relationship Id="rId1657" Type="http://schemas.openxmlformats.org/officeDocument/2006/relationships/image" Target="../media/image6518.png" /><Relationship Id="rId1658" Type="http://schemas.openxmlformats.org/officeDocument/2006/relationships/image" Target="../media/image6519.png" /><Relationship Id="rId1659" Type="http://schemas.openxmlformats.org/officeDocument/2006/relationships/image" Target="../media/image6520.png" /><Relationship Id="rId166" Type="http://schemas.openxmlformats.org/officeDocument/2006/relationships/image" Target="../media/image5027.png" /><Relationship Id="rId1660" Type="http://schemas.openxmlformats.org/officeDocument/2006/relationships/image" Target="../media/image6521.png" /><Relationship Id="rId1661" Type="http://schemas.openxmlformats.org/officeDocument/2006/relationships/image" Target="../media/image6522.png" /><Relationship Id="rId1662" Type="http://schemas.openxmlformats.org/officeDocument/2006/relationships/image" Target="../media/image6523.png" /><Relationship Id="rId1663" Type="http://schemas.openxmlformats.org/officeDocument/2006/relationships/image" Target="../media/image6524.png" /><Relationship Id="rId1664" Type="http://schemas.openxmlformats.org/officeDocument/2006/relationships/image" Target="../media/image6525.png" /><Relationship Id="rId1665" Type="http://schemas.openxmlformats.org/officeDocument/2006/relationships/image" Target="../media/image6526.png" /><Relationship Id="rId1666" Type="http://schemas.openxmlformats.org/officeDocument/2006/relationships/image" Target="../media/image6527.png" /><Relationship Id="rId1667" Type="http://schemas.openxmlformats.org/officeDocument/2006/relationships/image" Target="../media/image6528.png" /><Relationship Id="rId1668" Type="http://schemas.openxmlformats.org/officeDocument/2006/relationships/image" Target="../media/image6529.png" /><Relationship Id="rId1669" Type="http://schemas.openxmlformats.org/officeDocument/2006/relationships/image" Target="../media/image6530.png" /><Relationship Id="rId167" Type="http://schemas.openxmlformats.org/officeDocument/2006/relationships/image" Target="../media/image5028.png" /><Relationship Id="rId1670" Type="http://schemas.openxmlformats.org/officeDocument/2006/relationships/image" Target="../media/image6531.png" /><Relationship Id="rId1671" Type="http://schemas.openxmlformats.org/officeDocument/2006/relationships/image" Target="../media/image6532.png" /><Relationship Id="rId1672" Type="http://schemas.openxmlformats.org/officeDocument/2006/relationships/image" Target="../media/image6533.png" /><Relationship Id="rId1673" Type="http://schemas.openxmlformats.org/officeDocument/2006/relationships/image" Target="../media/image6534.png" /><Relationship Id="rId1674" Type="http://schemas.openxmlformats.org/officeDocument/2006/relationships/image" Target="../media/image6535.png" /><Relationship Id="rId1675" Type="http://schemas.openxmlformats.org/officeDocument/2006/relationships/image" Target="../media/image6536.png" /><Relationship Id="rId1676" Type="http://schemas.openxmlformats.org/officeDocument/2006/relationships/image" Target="../media/image6537.png" /><Relationship Id="rId1677" Type="http://schemas.openxmlformats.org/officeDocument/2006/relationships/image" Target="../media/image6538.png" /><Relationship Id="rId1678" Type="http://schemas.openxmlformats.org/officeDocument/2006/relationships/image" Target="../media/image6539.png" /><Relationship Id="rId1679" Type="http://schemas.openxmlformats.org/officeDocument/2006/relationships/image" Target="../media/image6540.png" /><Relationship Id="rId168" Type="http://schemas.openxmlformats.org/officeDocument/2006/relationships/image" Target="../media/image5029.png" /><Relationship Id="rId1680" Type="http://schemas.openxmlformats.org/officeDocument/2006/relationships/image" Target="../media/image6541.png" /><Relationship Id="rId1681" Type="http://schemas.openxmlformats.org/officeDocument/2006/relationships/image" Target="../media/image6542.png" /><Relationship Id="rId1682" Type="http://schemas.openxmlformats.org/officeDocument/2006/relationships/image" Target="../media/image6543.png" /><Relationship Id="rId1683" Type="http://schemas.openxmlformats.org/officeDocument/2006/relationships/image" Target="../media/image6544.png" /><Relationship Id="rId1684" Type="http://schemas.openxmlformats.org/officeDocument/2006/relationships/image" Target="../media/image6545.png" /><Relationship Id="rId169" Type="http://schemas.openxmlformats.org/officeDocument/2006/relationships/image" Target="../media/image5030.png" /><Relationship Id="rId17" Type="http://schemas.openxmlformats.org/officeDocument/2006/relationships/image" Target="../media/image4878.png" /><Relationship Id="rId170" Type="http://schemas.openxmlformats.org/officeDocument/2006/relationships/image" Target="../media/image5031.png" /><Relationship Id="rId171" Type="http://schemas.openxmlformats.org/officeDocument/2006/relationships/image" Target="../media/image5032.png" /><Relationship Id="rId172" Type="http://schemas.openxmlformats.org/officeDocument/2006/relationships/image" Target="../media/image5033.png" /><Relationship Id="rId173" Type="http://schemas.openxmlformats.org/officeDocument/2006/relationships/image" Target="../media/image5034.png" /><Relationship Id="rId174" Type="http://schemas.openxmlformats.org/officeDocument/2006/relationships/image" Target="../media/image5035.png" /><Relationship Id="rId175" Type="http://schemas.openxmlformats.org/officeDocument/2006/relationships/image" Target="../media/image5036.png" /><Relationship Id="rId176" Type="http://schemas.openxmlformats.org/officeDocument/2006/relationships/image" Target="../media/image5037.png" /><Relationship Id="rId177" Type="http://schemas.openxmlformats.org/officeDocument/2006/relationships/image" Target="../media/image5038.png" /><Relationship Id="rId178" Type="http://schemas.openxmlformats.org/officeDocument/2006/relationships/image" Target="../media/image5039.png" /><Relationship Id="rId179" Type="http://schemas.openxmlformats.org/officeDocument/2006/relationships/image" Target="../media/image5040.png" /><Relationship Id="rId18" Type="http://schemas.openxmlformats.org/officeDocument/2006/relationships/image" Target="../media/image4879.png" /><Relationship Id="rId180" Type="http://schemas.openxmlformats.org/officeDocument/2006/relationships/image" Target="../media/image5041.png" /><Relationship Id="rId181" Type="http://schemas.openxmlformats.org/officeDocument/2006/relationships/image" Target="../media/image5042.png" /><Relationship Id="rId182" Type="http://schemas.openxmlformats.org/officeDocument/2006/relationships/image" Target="../media/image5043.png" /><Relationship Id="rId183" Type="http://schemas.openxmlformats.org/officeDocument/2006/relationships/image" Target="../media/image5044.png" /><Relationship Id="rId184" Type="http://schemas.openxmlformats.org/officeDocument/2006/relationships/image" Target="../media/image5045.png" /><Relationship Id="rId185" Type="http://schemas.openxmlformats.org/officeDocument/2006/relationships/image" Target="../media/image5046.png" /><Relationship Id="rId186" Type="http://schemas.openxmlformats.org/officeDocument/2006/relationships/image" Target="../media/image5047.png" /><Relationship Id="rId187" Type="http://schemas.openxmlformats.org/officeDocument/2006/relationships/image" Target="../media/image5048.png" /><Relationship Id="rId188" Type="http://schemas.openxmlformats.org/officeDocument/2006/relationships/image" Target="../media/image5049.png" /><Relationship Id="rId189" Type="http://schemas.openxmlformats.org/officeDocument/2006/relationships/image" Target="../media/image5050.png" /><Relationship Id="rId19" Type="http://schemas.openxmlformats.org/officeDocument/2006/relationships/image" Target="../media/image4880.png" /><Relationship Id="rId190" Type="http://schemas.openxmlformats.org/officeDocument/2006/relationships/image" Target="../media/image5051.png" /><Relationship Id="rId191" Type="http://schemas.openxmlformats.org/officeDocument/2006/relationships/image" Target="../media/image5052.png" /><Relationship Id="rId192" Type="http://schemas.openxmlformats.org/officeDocument/2006/relationships/image" Target="../media/image5053.png" /><Relationship Id="rId193" Type="http://schemas.openxmlformats.org/officeDocument/2006/relationships/image" Target="../media/image5054.png" /><Relationship Id="rId194" Type="http://schemas.openxmlformats.org/officeDocument/2006/relationships/image" Target="../media/image5055.png" /><Relationship Id="rId195" Type="http://schemas.openxmlformats.org/officeDocument/2006/relationships/image" Target="../media/image5056.png" /><Relationship Id="rId196" Type="http://schemas.openxmlformats.org/officeDocument/2006/relationships/image" Target="../media/image5057.png" /><Relationship Id="rId197" Type="http://schemas.openxmlformats.org/officeDocument/2006/relationships/image" Target="../media/image5058.png" /><Relationship Id="rId198" Type="http://schemas.openxmlformats.org/officeDocument/2006/relationships/image" Target="../media/image5059.png" /><Relationship Id="rId199" Type="http://schemas.openxmlformats.org/officeDocument/2006/relationships/image" Target="../media/image5060.png" /><Relationship Id="rId2" Type="http://schemas.openxmlformats.org/officeDocument/2006/relationships/image" Target="../media/image4863.png" /><Relationship Id="rId20" Type="http://schemas.openxmlformats.org/officeDocument/2006/relationships/image" Target="../media/image4881.png" /><Relationship Id="rId200" Type="http://schemas.openxmlformats.org/officeDocument/2006/relationships/image" Target="../media/image5061.png" /><Relationship Id="rId201" Type="http://schemas.openxmlformats.org/officeDocument/2006/relationships/image" Target="../media/image5062.png" /><Relationship Id="rId202" Type="http://schemas.openxmlformats.org/officeDocument/2006/relationships/image" Target="../media/image5063.png" /><Relationship Id="rId203" Type="http://schemas.openxmlformats.org/officeDocument/2006/relationships/image" Target="../media/image5064.png" /><Relationship Id="rId204" Type="http://schemas.openxmlformats.org/officeDocument/2006/relationships/image" Target="../media/image5065.png" /><Relationship Id="rId205" Type="http://schemas.openxmlformats.org/officeDocument/2006/relationships/image" Target="../media/image5066.png" /><Relationship Id="rId206" Type="http://schemas.openxmlformats.org/officeDocument/2006/relationships/image" Target="../media/image5067.png" /><Relationship Id="rId207" Type="http://schemas.openxmlformats.org/officeDocument/2006/relationships/image" Target="../media/image5068.png" /><Relationship Id="rId208" Type="http://schemas.openxmlformats.org/officeDocument/2006/relationships/image" Target="../media/image5069.png" /><Relationship Id="rId209" Type="http://schemas.openxmlformats.org/officeDocument/2006/relationships/image" Target="../media/image5070.png" /><Relationship Id="rId21" Type="http://schemas.openxmlformats.org/officeDocument/2006/relationships/image" Target="../media/image4882.png" /><Relationship Id="rId210" Type="http://schemas.openxmlformats.org/officeDocument/2006/relationships/image" Target="../media/image5071.png" /><Relationship Id="rId211" Type="http://schemas.openxmlformats.org/officeDocument/2006/relationships/image" Target="../media/image5072.png" /><Relationship Id="rId212" Type="http://schemas.openxmlformats.org/officeDocument/2006/relationships/image" Target="../media/image5073.png" /><Relationship Id="rId213" Type="http://schemas.openxmlformats.org/officeDocument/2006/relationships/image" Target="../media/image5074.png" /><Relationship Id="rId214" Type="http://schemas.openxmlformats.org/officeDocument/2006/relationships/image" Target="../media/image5075.png" /><Relationship Id="rId215" Type="http://schemas.openxmlformats.org/officeDocument/2006/relationships/image" Target="../media/image5076.png" /><Relationship Id="rId216" Type="http://schemas.openxmlformats.org/officeDocument/2006/relationships/image" Target="../media/image5077.png" /><Relationship Id="rId217" Type="http://schemas.openxmlformats.org/officeDocument/2006/relationships/image" Target="../media/image5078.png" /><Relationship Id="rId218" Type="http://schemas.openxmlformats.org/officeDocument/2006/relationships/image" Target="../media/image5079.png" /><Relationship Id="rId219" Type="http://schemas.openxmlformats.org/officeDocument/2006/relationships/image" Target="../media/image5080.png" /><Relationship Id="rId22" Type="http://schemas.openxmlformats.org/officeDocument/2006/relationships/image" Target="../media/image4883.png" /><Relationship Id="rId220" Type="http://schemas.openxmlformats.org/officeDocument/2006/relationships/image" Target="../media/image5081.png" /><Relationship Id="rId221" Type="http://schemas.openxmlformats.org/officeDocument/2006/relationships/image" Target="../media/image5082.png" /><Relationship Id="rId222" Type="http://schemas.openxmlformats.org/officeDocument/2006/relationships/image" Target="../media/image5083.png" /><Relationship Id="rId223" Type="http://schemas.openxmlformats.org/officeDocument/2006/relationships/image" Target="../media/image5084.png" /><Relationship Id="rId224" Type="http://schemas.openxmlformats.org/officeDocument/2006/relationships/image" Target="../media/image5085.png" /><Relationship Id="rId225" Type="http://schemas.openxmlformats.org/officeDocument/2006/relationships/image" Target="../media/image5086.png" /><Relationship Id="rId226" Type="http://schemas.openxmlformats.org/officeDocument/2006/relationships/image" Target="../media/image5087.png" /><Relationship Id="rId227" Type="http://schemas.openxmlformats.org/officeDocument/2006/relationships/image" Target="../media/image5088.png" /><Relationship Id="rId228" Type="http://schemas.openxmlformats.org/officeDocument/2006/relationships/image" Target="../media/image5089.png" /><Relationship Id="rId229" Type="http://schemas.openxmlformats.org/officeDocument/2006/relationships/image" Target="../media/image5090.png" /><Relationship Id="rId23" Type="http://schemas.openxmlformats.org/officeDocument/2006/relationships/image" Target="../media/image4884.png" /><Relationship Id="rId230" Type="http://schemas.openxmlformats.org/officeDocument/2006/relationships/image" Target="../media/image5091.png" /><Relationship Id="rId231" Type="http://schemas.openxmlformats.org/officeDocument/2006/relationships/image" Target="../media/image5092.png" /><Relationship Id="rId232" Type="http://schemas.openxmlformats.org/officeDocument/2006/relationships/image" Target="../media/image5093.png" /><Relationship Id="rId233" Type="http://schemas.openxmlformats.org/officeDocument/2006/relationships/image" Target="../media/image5094.png" /><Relationship Id="rId234" Type="http://schemas.openxmlformats.org/officeDocument/2006/relationships/image" Target="../media/image5095.png" /><Relationship Id="rId235" Type="http://schemas.openxmlformats.org/officeDocument/2006/relationships/image" Target="../media/image5096.png" /><Relationship Id="rId236" Type="http://schemas.openxmlformats.org/officeDocument/2006/relationships/image" Target="../media/image5097.png" /><Relationship Id="rId237" Type="http://schemas.openxmlformats.org/officeDocument/2006/relationships/image" Target="../media/image5098.png" /><Relationship Id="rId238" Type="http://schemas.openxmlformats.org/officeDocument/2006/relationships/image" Target="../media/image5099.png" /><Relationship Id="rId239" Type="http://schemas.openxmlformats.org/officeDocument/2006/relationships/image" Target="../media/image5100.png" /><Relationship Id="rId24" Type="http://schemas.openxmlformats.org/officeDocument/2006/relationships/image" Target="../media/image4885.png" /><Relationship Id="rId240" Type="http://schemas.openxmlformats.org/officeDocument/2006/relationships/image" Target="../media/image5101.png" /><Relationship Id="rId241" Type="http://schemas.openxmlformats.org/officeDocument/2006/relationships/image" Target="../media/image5102.png" /><Relationship Id="rId242" Type="http://schemas.openxmlformats.org/officeDocument/2006/relationships/image" Target="../media/image5103.png" /><Relationship Id="rId243" Type="http://schemas.openxmlformats.org/officeDocument/2006/relationships/image" Target="../media/image5104.png" /><Relationship Id="rId244" Type="http://schemas.openxmlformats.org/officeDocument/2006/relationships/image" Target="../media/image5105.png" /><Relationship Id="rId245" Type="http://schemas.openxmlformats.org/officeDocument/2006/relationships/image" Target="../media/image5106.png" /><Relationship Id="rId246" Type="http://schemas.openxmlformats.org/officeDocument/2006/relationships/image" Target="../media/image5107.png" /><Relationship Id="rId247" Type="http://schemas.openxmlformats.org/officeDocument/2006/relationships/image" Target="../media/image5108.png" /><Relationship Id="rId248" Type="http://schemas.openxmlformats.org/officeDocument/2006/relationships/image" Target="../media/image5109.png" /><Relationship Id="rId249" Type="http://schemas.openxmlformats.org/officeDocument/2006/relationships/image" Target="../media/image5110.png" /><Relationship Id="rId25" Type="http://schemas.openxmlformats.org/officeDocument/2006/relationships/image" Target="../media/image4886.png" /><Relationship Id="rId250" Type="http://schemas.openxmlformats.org/officeDocument/2006/relationships/image" Target="../media/image5111.png" /><Relationship Id="rId251" Type="http://schemas.openxmlformats.org/officeDocument/2006/relationships/image" Target="../media/image5112.png" /><Relationship Id="rId252" Type="http://schemas.openxmlformats.org/officeDocument/2006/relationships/image" Target="../media/image5113.png" /><Relationship Id="rId253" Type="http://schemas.openxmlformats.org/officeDocument/2006/relationships/image" Target="../media/image5114.png" /><Relationship Id="rId254" Type="http://schemas.openxmlformats.org/officeDocument/2006/relationships/image" Target="../media/image5115.png" /><Relationship Id="rId255" Type="http://schemas.openxmlformats.org/officeDocument/2006/relationships/image" Target="../media/image5116.png" /><Relationship Id="rId256" Type="http://schemas.openxmlformats.org/officeDocument/2006/relationships/image" Target="../media/image5117.png" /><Relationship Id="rId257" Type="http://schemas.openxmlformats.org/officeDocument/2006/relationships/image" Target="../media/image5118.png" /><Relationship Id="rId258" Type="http://schemas.openxmlformats.org/officeDocument/2006/relationships/image" Target="../media/image5119.png" /><Relationship Id="rId259" Type="http://schemas.openxmlformats.org/officeDocument/2006/relationships/image" Target="../media/image5120.png" /><Relationship Id="rId26" Type="http://schemas.openxmlformats.org/officeDocument/2006/relationships/image" Target="../media/image4887.png" /><Relationship Id="rId260" Type="http://schemas.openxmlformats.org/officeDocument/2006/relationships/image" Target="../media/image5121.png" /><Relationship Id="rId261" Type="http://schemas.openxmlformats.org/officeDocument/2006/relationships/image" Target="../media/image5122.png" /><Relationship Id="rId262" Type="http://schemas.openxmlformats.org/officeDocument/2006/relationships/image" Target="../media/image5123.png" /><Relationship Id="rId263" Type="http://schemas.openxmlformats.org/officeDocument/2006/relationships/image" Target="../media/image5124.png" /><Relationship Id="rId264" Type="http://schemas.openxmlformats.org/officeDocument/2006/relationships/image" Target="../media/image5125.png" /><Relationship Id="rId265" Type="http://schemas.openxmlformats.org/officeDocument/2006/relationships/image" Target="../media/image5126.png" /><Relationship Id="rId266" Type="http://schemas.openxmlformats.org/officeDocument/2006/relationships/image" Target="../media/image5127.png" /><Relationship Id="rId267" Type="http://schemas.openxmlformats.org/officeDocument/2006/relationships/image" Target="../media/image5128.png" /><Relationship Id="rId268" Type="http://schemas.openxmlformats.org/officeDocument/2006/relationships/image" Target="../media/image5129.png" /><Relationship Id="rId269" Type="http://schemas.openxmlformats.org/officeDocument/2006/relationships/image" Target="../media/image5130.png" /><Relationship Id="rId27" Type="http://schemas.openxmlformats.org/officeDocument/2006/relationships/image" Target="../media/image4888.png" /><Relationship Id="rId270" Type="http://schemas.openxmlformats.org/officeDocument/2006/relationships/image" Target="../media/image5131.png" /><Relationship Id="rId271" Type="http://schemas.openxmlformats.org/officeDocument/2006/relationships/image" Target="../media/image5132.png" /><Relationship Id="rId272" Type="http://schemas.openxmlformats.org/officeDocument/2006/relationships/image" Target="../media/image5133.png" /><Relationship Id="rId273" Type="http://schemas.openxmlformats.org/officeDocument/2006/relationships/image" Target="../media/image5134.png" /><Relationship Id="rId274" Type="http://schemas.openxmlformats.org/officeDocument/2006/relationships/image" Target="../media/image5135.png" /><Relationship Id="rId275" Type="http://schemas.openxmlformats.org/officeDocument/2006/relationships/image" Target="../media/image5136.png" /><Relationship Id="rId276" Type="http://schemas.openxmlformats.org/officeDocument/2006/relationships/image" Target="../media/image5137.png" /><Relationship Id="rId277" Type="http://schemas.openxmlformats.org/officeDocument/2006/relationships/image" Target="../media/image5138.png" /><Relationship Id="rId278" Type="http://schemas.openxmlformats.org/officeDocument/2006/relationships/image" Target="../media/image5139.png" /><Relationship Id="rId279" Type="http://schemas.openxmlformats.org/officeDocument/2006/relationships/image" Target="../media/image5140.png" /><Relationship Id="rId28" Type="http://schemas.openxmlformats.org/officeDocument/2006/relationships/image" Target="../media/image4889.png" /><Relationship Id="rId280" Type="http://schemas.openxmlformats.org/officeDocument/2006/relationships/image" Target="../media/image5141.png" /><Relationship Id="rId281" Type="http://schemas.openxmlformats.org/officeDocument/2006/relationships/image" Target="../media/image5142.png" /><Relationship Id="rId282" Type="http://schemas.openxmlformats.org/officeDocument/2006/relationships/image" Target="../media/image5143.png" /><Relationship Id="rId283" Type="http://schemas.openxmlformats.org/officeDocument/2006/relationships/image" Target="../media/image5144.png" /><Relationship Id="rId284" Type="http://schemas.openxmlformats.org/officeDocument/2006/relationships/image" Target="../media/image5145.png" /><Relationship Id="rId285" Type="http://schemas.openxmlformats.org/officeDocument/2006/relationships/image" Target="../media/image5146.png" /><Relationship Id="rId286" Type="http://schemas.openxmlformats.org/officeDocument/2006/relationships/image" Target="../media/image5147.png" /><Relationship Id="rId287" Type="http://schemas.openxmlformats.org/officeDocument/2006/relationships/image" Target="../media/image5148.png" /><Relationship Id="rId288" Type="http://schemas.openxmlformats.org/officeDocument/2006/relationships/image" Target="../media/image5149.png" /><Relationship Id="rId289" Type="http://schemas.openxmlformats.org/officeDocument/2006/relationships/image" Target="../media/image5150.png" /><Relationship Id="rId29" Type="http://schemas.openxmlformats.org/officeDocument/2006/relationships/image" Target="../media/image4890.png" /><Relationship Id="rId290" Type="http://schemas.openxmlformats.org/officeDocument/2006/relationships/image" Target="../media/image5151.png" /><Relationship Id="rId291" Type="http://schemas.openxmlformats.org/officeDocument/2006/relationships/image" Target="../media/image5152.png" /><Relationship Id="rId292" Type="http://schemas.openxmlformats.org/officeDocument/2006/relationships/image" Target="../media/image5153.png" /><Relationship Id="rId293" Type="http://schemas.openxmlformats.org/officeDocument/2006/relationships/image" Target="../media/image5154.png" /><Relationship Id="rId294" Type="http://schemas.openxmlformats.org/officeDocument/2006/relationships/image" Target="../media/image5155.png" /><Relationship Id="rId295" Type="http://schemas.openxmlformats.org/officeDocument/2006/relationships/image" Target="../media/image5156.png" /><Relationship Id="rId296" Type="http://schemas.openxmlformats.org/officeDocument/2006/relationships/image" Target="../media/image5157.png" /><Relationship Id="rId297" Type="http://schemas.openxmlformats.org/officeDocument/2006/relationships/image" Target="../media/image5158.png" /><Relationship Id="rId298" Type="http://schemas.openxmlformats.org/officeDocument/2006/relationships/image" Target="../media/image5159.png" /><Relationship Id="rId299" Type="http://schemas.openxmlformats.org/officeDocument/2006/relationships/image" Target="../media/image5160.png" /><Relationship Id="rId3" Type="http://schemas.openxmlformats.org/officeDocument/2006/relationships/image" Target="../media/image4864.png" /><Relationship Id="rId30" Type="http://schemas.openxmlformats.org/officeDocument/2006/relationships/image" Target="../media/image4891.png" /><Relationship Id="rId300" Type="http://schemas.openxmlformats.org/officeDocument/2006/relationships/image" Target="../media/image5161.png" /><Relationship Id="rId301" Type="http://schemas.openxmlformats.org/officeDocument/2006/relationships/image" Target="../media/image5162.png" /><Relationship Id="rId302" Type="http://schemas.openxmlformats.org/officeDocument/2006/relationships/image" Target="../media/image5163.png" /><Relationship Id="rId303" Type="http://schemas.openxmlformats.org/officeDocument/2006/relationships/image" Target="../media/image5164.png" /><Relationship Id="rId304" Type="http://schemas.openxmlformats.org/officeDocument/2006/relationships/image" Target="../media/image5165.png" /><Relationship Id="rId305" Type="http://schemas.openxmlformats.org/officeDocument/2006/relationships/image" Target="../media/image5166.png" /><Relationship Id="rId306" Type="http://schemas.openxmlformats.org/officeDocument/2006/relationships/image" Target="../media/image5167.png" /><Relationship Id="rId307" Type="http://schemas.openxmlformats.org/officeDocument/2006/relationships/image" Target="../media/image5168.png" /><Relationship Id="rId308" Type="http://schemas.openxmlformats.org/officeDocument/2006/relationships/image" Target="../media/image5169.png" /><Relationship Id="rId309" Type="http://schemas.openxmlformats.org/officeDocument/2006/relationships/image" Target="../media/image5170.png" /><Relationship Id="rId31" Type="http://schemas.openxmlformats.org/officeDocument/2006/relationships/image" Target="../media/image4892.png" /><Relationship Id="rId310" Type="http://schemas.openxmlformats.org/officeDocument/2006/relationships/image" Target="../media/image5171.png" /><Relationship Id="rId311" Type="http://schemas.openxmlformats.org/officeDocument/2006/relationships/image" Target="../media/image5172.png" /><Relationship Id="rId312" Type="http://schemas.openxmlformats.org/officeDocument/2006/relationships/image" Target="../media/image5173.png" /><Relationship Id="rId313" Type="http://schemas.openxmlformats.org/officeDocument/2006/relationships/image" Target="../media/image5174.png" /><Relationship Id="rId314" Type="http://schemas.openxmlformats.org/officeDocument/2006/relationships/image" Target="../media/image5175.png" /><Relationship Id="rId315" Type="http://schemas.openxmlformats.org/officeDocument/2006/relationships/image" Target="../media/image5176.png" /><Relationship Id="rId316" Type="http://schemas.openxmlformats.org/officeDocument/2006/relationships/image" Target="../media/image5177.png" /><Relationship Id="rId317" Type="http://schemas.openxmlformats.org/officeDocument/2006/relationships/image" Target="../media/image5178.png" /><Relationship Id="rId318" Type="http://schemas.openxmlformats.org/officeDocument/2006/relationships/image" Target="../media/image5179.png" /><Relationship Id="rId319" Type="http://schemas.openxmlformats.org/officeDocument/2006/relationships/image" Target="../media/image5180.png" /><Relationship Id="rId32" Type="http://schemas.openxmlformats.org/officeDocument/2006/relationships/image" Target="../media/image4893.png" /><Relationship Id="rId320" Type="http://schemas.openxmlformats.org/officeDocument/2006/relationships/image" Target="../media/image5181.png" /><Relationship Id="rId321" Type="http://schemas.openxmlformats.org/officeDocument/2006/relationships/image" Target="../media/image5182.png" /><Relationship Id="rId322" Type="http://schemas.openxmlformats.org/officeDocument/2006/relationships/image" Target="../media/image5183.png" /><Relationship Id="rId323" Type="http://schemas.openxmlformats.org/officeDocument/2006/relationships/image" Target="../media/image5184.png" /><Relationship Id="rId324" Type="http://schemas.openxmlformats.org/officeDocument/2006/relationships/image" Target="../media/image5185.png" /><Relationship Id="rId325" Type="http://schemas.openxmlformats.org/officeDocument/2006/relationships/image" Target="../media/image5186.png" /><Relationship Id="rId326" Type="http://schemas.openxmlformats.org/officeDocument/2006/relationships/image" Target="../media/image5187.png" /><Relationship Id="rId327" Type="http://schemas.openxmlformats.org/officeDocument/2006/relationships/image" Target="../media/image5188.png" /><Relationship Id="rId328" Type="http://schemas.openxmlformats.org/officeDocument/2006/relationships/image" Target="../media/image5189.png" /><Relationship Id="rId329" Type="http://schemas.openxmlformats.org/officeDocument/2006/relationships/image" Target="../media/image5190.png" /><Relationship Id="rId33" Type="http://schemas.openxmlformats.org/officeDocument/2006/relationships/image" Target="../media/image4894.png" /><Relationship Id="rId330" Type="http://schemas.openxmlformats.org/officeDocument/2006/relationships/image" Target="../media/image5191.png" /><Relationship Id="rId331" Type="http://schemas.openxmlformats.org/officeDocument/2006/relationships/image" Target="../media/image5192.png" /><Relationship Id="rId332" Type="http://schemas.openxmlformats.org/officeDocument/2006/relationships/image" Target="../media/image5193.png" /><Relationship Id="rId333" Type="http://schemas.openxmlformats.org/officeDocument/2006/relationships/image" Target="../media/image5194.png" /><Relationship Id="rId334" Type="http://schemas.openxmlformats.org/officeDocument/2006/relationships/image" Target="../media/image5195.png" /><Relationship Id="rId335" Type="http://schemas.openxmlformats.org/officeDocument/2006/relationships/image" Target="../media/image5196.png" /><Relationship Id="rId336" Type="http://schemas.openxmlformats.org/officeDocument/2006/relationships/image" Target="../media/image5197.png" /><Relationship Id="rId337" Type="http://schemas.openxmlformats.org/officeDocument/2006/relationships/image" Target="../media/image5198.png" /><Relationship Id="rId338" Type="http://schemas.openxmlformats.org/officeDocument/2006/relationships/image" Target="../media/image5199.png" /><Relationship Id="rId339" Type="http://schemas.openxmlformats.org/officeDocument/2006/relationships/image" Target="../media/image5200.png" /><Relationship Id="rId34" Type="http://schemas.openxmlformats.org/officeDocument/2006/relationships/image" Target="../media/image4895.png" /><Relationship Id="rId340" Type="http://schemas.openxmlformats.org/officeDocument/2006/relationships/image" Target="../media/image5201.png" /><Relationship Id="rId341" Type="http://schemas.openxmlformats.org/officeDocument/2006/relationships/image" Target="../media/image5202.png" /><Relationship Id="rId342" Type="http://schemas.openxmlformats.org/officeDocument/2006/relationships/image" Target="../media/image5203.png" /><Relationship Id="rId343" Type="http://schemas.openxmlformats.org/officeDocument/2006/relationships/image" Target="../media/image5204.png" /><Relationship Id="rId344" Type="http://schemas.openxmlformats.org/officeDocument/2006/relationships/image" Target="../media/image5205.png" /><Relationship Id="rId345" Type="http://schemas.openxmlformats.org/officeDocument/2006/relationships/image" Target="../media/image5206.png" /><Relationship Id="rId346" Type="http://schemas.openxmlformats.org/officeDocument/2006/relationships/image" Target="../media/image5207.png" /><Relationship Id="rId347" Type="http://schemas.openxmlformats.org/officeDocument/2006/relationships/image" Target="../media/image5208.png" /><Relationship Id="rId348" Type="http://schemas.openxmlformats.org/officeDocument/2006/relationships/image" Target="../media/image5209.png" /><Relationship Id="rId349" Type="http://schemas.openxmlformats.org/officeDocument/2006/relationships/image" Target="../media/image5210.png" /><Relationship Id="rId35" Type="http://schemas.openxmlformats.org/officeDocument/2006/relationships/image" Target="../media/image4896.png" /><Relationship Id="rId350" Type="http://schemas.openxmlformats.org/officeDocument/2006/relationships/image" Target="../media/image5211.png" /><Relationship Id="rId351" Type="http://schemas.openxmlformats.org/officeDocument/2006/relationships/image" Target="../media/image5212.png" /><Relationship Id="rId352" Type="http://schemas.openxmlformats.org/officeDocument/2006/relationships/image" Target="../media/image5213.png" /><Relationship Id="rId353" Type="http://schemas.openxmlformats.org/officeDocument/2006/relationships/image" Target="../media/image5214.png" /><Relationship Id="rId354" Type="http://schemas.openxmlformats.org/officeDocument/2006/relationships/image" Target="../media/image5215.png" /><Relationship Id="rId355" Type="http://schemas.openxmlformats.org/officeDocument/2006/relationships/image" Target="../media/image5216.png" /><Relationship Id="rId356" Type="http://schemas.openxmlformats.org/officeDocument/2006/relationships/image" Target="../media/image5217.png" /><Relationship Id="rId357" Type="http://schemas.openxmlformats.org/officeDocument/2006/relationships/image" Target="../media/image5218.png" /><Relationship Id="rId358" Type="http://schemas.openxmlformats.org/officeDocument/2006/relationships/image" Target="../media/image5219.png" /><Relationship Id="rId359" Type="http://schemas.openxmlformats.org/officeDocument/2006/relationships/image" Target="../media/image5220.png" /><Relationship Id="rId36" Type="http://schemas.openxmlformats.org/officeDocument/2006/relationships/image" Target="../media/image4897.png" /><Relationship Id="rId360" Type="http://schemas.openxmlformats.org/officeDocument/2006/relationships/image" Target="../media/image5221.png" /><Relationship Id="rId361" Type="http://schemas.openxmlformats.org/officeDocument/2006/relationships/image" Target="../media/image5222.png" /><Relationship Id="rId362" Type="http://schemas.openxmlformats.org/officeDocument/2006/relationships/image" Target="../media/image5223.png" /><Relationship Id="rId363" Type="http://schemas.openxmlformats.org/officeDocument/2006/relationships/image" Target="../media/image5224.png" /><Relationship Id="rId364" Type="http://schemas.openxmlformats.org/officeDocument/2006/relationships/image" Target="../media/image5225.png" /><Relationship Id="rId365" Type="http://schemas.openxmlformats.org/officeDocument/2006/relationships/image" Target="../media/image5226.png" /><Relationship Id="rId366" Type="http://schemas.openxmlformats.org/officeDocument/2006/relationships/image" Target="../media/image5227.png" /><Relationship Id="rId367" Type="http://schemas.openxmlformats.org/officeDocument/2006/relationships/image" Target="../media/image5228.png" /><Relationship Id="rId368" Type="http://schemas.openxmlformats.org/officeDocument/2006/relationships/image" Target="../media/image5229.png" /><Relationship Id="rId369" Type="http://schemas.openxmlformats.org/officeDocument/2006/relationships/image" Target="../media/image5230.png" /><Relationship Id="rId37" Type="http://schemas.openxmlformats.org/officeDocument/2006/relationships/image" Target="../media/image4898.png" /><Relationship Id="rId370" Type="http://schemas.openxmlformats.org/officeDocument/2006/relationships/image" Target="../media/image5231.png" /><Relationship Id="rId371" Type="http://schemas.openxmlformats.org/officeDocument/2006/relationships/image" Target="../media/image5232.png" /><Relationship Id="rId372" Type="http://schemas.openxmlformats.org/officeDocument/2006/relationships/image" Target="../media/image5233.png" /><Relationship Id="rId373" Type="http://schemas.openxmlformats.org/officeDocument/2006/relationships/image" Target="../media/image5234.png" /><Relationship Id="rId374" Type="http://schemas.openxmlformats.org/officeDocument/2006/relationships/image" Target="../media/image5235.png" /><Relationship Id="rId375" Type="http://schemas.openxmlformats.org/officeDocument/2006/relationships/image" Target="../media/image5236.png" /><Relationship Id="rId376" Type="http://schemas.openxmlformats.org/officeDocument/2006/relationships/image" Target="../media/image5237.png" /><Relationship Id="rId377" Type="http://schemas.openxmlformats.org/officeDocument/2006/relationships/image" Target="../media/image5238.png" /><Relationship Id="rId378" Type="http://schemas.openxmlformats.org/officeDocument/2006/relationships/image" Target="../media/image5239.png" /><Relationship Id="rId379" Type="http://schemas.openxmlformats.org/officeDocument/2006/relationships/image" Target="../media/image5240.png" /><Relationship Id="rId38" Type="http://schemas.openxmlformats.org/officeDocument/2006/relationships/image" Target="../media/image4899.png" /><Relationship Id="rId380" Type="http://schemas.openxmlformats.org/officeDocument/2006/relationships/image" Target="../media/image5241.png" /><Relationship Id="rId381" Type="http://schemas.openxmlformats.org/officeDocument/2006/relationships/image" Target="../media/image5242.png" /><Relationship Id="rId382" Type="http://schemas.openxmlformats.org/officeDocument/2006/relationships/image" Target="../media/image5243.png" /><Relationship Id="rId383" Type="http://schemas.openxmlformats.org/officeDocument/2006/relationships/image" Target="../media/image5244.png" /><Relationship Id="rId384" Type="http://schemas.openxmlformats.org/officeDocument/2006/relationships/image" Target="../media/image5245.png" /><Relationship Id="rId385" Type="http://schemas.openxmlformats.org/officeDocument/2006/relationships/image" Target="../media/image5246.png" /><Relationship Id="rId386" Type="http://schemas.openxmlformats.org/officeDocument/2006/relationships/image" Target="../media/image5247.png" /><Relationship Id="rId387" Type="http://schemas.openxmlformats.org/officeDocument/2006/relationships/image" Target="../media/image5248.png" /><Relationship Id="rId388" Type="http://schemas.openxmlformats.org/officeDocument/2006/relationships/image" Target="../media/image5249.png" /><Relationship Id="rId389" Type="http://schemas.openxmlformats.org/officeDocument/2006/relationships/image" Target="../media/image5250.png" /><Relationship Id="rId39" Type="http://schemas.openxmlformats.org/officeDocument/2006/relationships/image" Target="../media/image4900.png" /><Relationship Id="rId390" Type="http://schemas.openxmlformats.org/officeDocument/2006/relationships/image" Target="../media/image5251.png" /><Relationship Id="rId391" Type="http://schemas.openxmlformats.org/officeDocument/2006/relationships/image" Target="../media/image5252.png" /><Relationship Id="rId392" Type="http://schemas.openxmlformats.org/officeDocument/2006/relationships/image" Target="../media/image5253.png" /><Relationship Id="rId393" Type="http://schemas.openxmlformats.org/officeDocument/2006/relationships/image" Target="../media/image5254.png" /><Relationship Id="rId394" Type="http://schemas.openxmlformats.org/officeDocument/2006/relationships/image" Target="../media/image5255.png" /><Relationship Id="rId395" Type="http://schemas.openxmlformats.org/officeDocument/2006/relationships/image" Target="../media/image5256.png" /><Relationship Id="rId396" Type="http://schemas.openxmlformats.org/officeDocument/2006/relationships/image" Target="../media/image5257.png" /><Relationship Id="rId397" Type="http://schemas.openxmlformats.org/officeDocument/2006/relationships/image" Target="../media/image5258.png" /><Relationship Id="rId398" Type="http://schemas.openxmlformats.org/officeDocument/2006/relationships/image" Target="../media/image5259.png" /><Relationship Id="rId399" Type="http://schemas.openxmlformats.org/officeDocument/2006/relationships/image" Target="../media/image5260.png" /><Relationship Id="rId4" Type="http://schemas.openxmlformats.org/officeDocument/2006/relationships/image" Target="../media/image4865.png" /><Relationship Id="rId40" Type="http://schemas.openxmlformats.org/officeDocument/2006/relationships/image" Target="../media/image4901.png" /><Relationship Id="rId400" Type="http://schemas.openxmlformats.org/officeDocument/2006/relationships/image" Target="../media/image5261.png" /><Relationship Id="rId401" Type="http://schemas.openxmlformats.org/officeDocument/2006/relationships/image" Target="../media/image5262.png" /><Relationship Id="rId402" Type="http://schemas.openxmlformats.org/officeDocument/2006/relationships/image" Target="../media/image5263.png" /><Relationship Id="rId403" Type="http://schemas.openxmlformats.org/officeDocument/2006/relationships/image" Target="../media/image5264.png" /><Relationship Id="rId404" Type="http://schemas.openxmlformats.org/officeDocument/2006/relationships/image" Target="../media/image5265.png" /><Relationship Id="rId405" Type="http://schemas.openxmlformats.org/officeDocument/2006/relationships/image" Target="../media/image5266.png" /><Relationship Id="rId406" Type="http://schemas.openxmlformats.org/officeDocument/2006/relationships/image" Target="../media/image5267.png" /><Relationship Id="rId407" Type="http://schemas.openxmlformats.org/officeDocument/2006/relationships/image" Target="../media/image5268.png" /><Relationship Id="rId408" Type="http://schemas.openxmlformats.org/officeDocument/2006/relationships/image" Target="../media/image5269.png" /><Relationship Id="rId409" Type="http://schemas.openxmlformats.org/officeDocument/2006/relationships/image" Target="../media/image5270.png" /><Relationship Id="rId41" Type="http://schemas.openxmlformats.org/officeDocument/2006/relationships/image" Target="../media/image4902.png" /><Relationship Id="rId410" Type="http://schemas.openxmlformats.org/officeDocument/2006/relationships/image" Target="../media/image5271.png" /><Relationship Id="rId411" Type="http://schemas.openxmlformats.org/officeDocument/2006/relationships/image" Target="../media/image5272.png" /><Relationship Id="rId412" Type="http://schemas.openxmlformats.org/officeDocument/2006/relationships/image" Target="../media/image5273.png" /><Relationship Id="rId413" Type="http://schemas.openxmlformats.org/officeDocument/2006/relationships/image" Target="../media/image5274.png" /><Relationship Id="rId414" Type="http://schemas.openxmlformats.org/officeDocument/2006/relationships/image" Target="../media/image5275.png" /><Relationship Id="rId415" Type="http://schemas.openxmlformats.org/officeDocument/2006/relationships/image" Target="../media/image5276.png" /><Relationship Id="rId416" Type="http://schemas.openxmlformats.org/officeDocument/2006/relationships/image" Target="../media/image5277.png" /><Relationship Id="rId417" Type="http://schemas.openxmlformats.org/officeDocument/2006/relationships/image" Target="../media/image5278.png" /><Relationship Id="rId418" Type="http://schemas.openxmlformats.org/officeDocument/2006/relationships/image" Target="../media/image5279.png" /><Relationship Id="rId419" Type="http://schemas.openxmlformats.org/officeDocument/2006/relationships/image" Target="../media/image5280.png" /><Relationship Id="rId42" Type="http://schemas.openxmlformats.org/officeDocument/2006/relationships/image" Target="../media/image4903.png" /><Relationship Id="rId420" Type="http://schemas.openxmlformats.org/officeDocument/2006/relationships/image" Target="../media/image5281.png" /><Relationship Id="rId421" Type="http://schemas.openxmlformats.org/officeDocument/2006/relationships/image" Target="../media/image5282.png" /><Relationship Id="rId422" Type="http://schemas.openxmlformats.org/officeDocument/2006/relationships/image" Target="../media/image5283.png" /><Relationship Id="rId423" Type="http://schemas.openxmlformats.org/officeDocument/2006/relationships/image" Target="../media/image5284.png" /><Relationship Id="rId424" Type="http://schemas.openxmlformats.org/officeDocument/2006/relationships/image" Target="../media/image5285.png" /><Relationship Id="rId425" Type="http://schemas.openxmlformats.org/officeDocument/2006/relationships/image" Target="../media/image5286.png" /><Relationship Id="rId426" Type="http://schemas.openxmlformats.org/officeDocument/2006/relationships/image" Target="../media/image5287.png" /><Relationship Id="rId427" Type="http://schemas.openxmlformats.org/officeDocument/2006/relationships/image" Target="../media/image5288.png" /><Relationship Id="rId428" Type="http://schemas.openxmlformats.org/officeDocument/2006/relationships/image" Target="../media/image5289.png" /><Relationship Id="rId429" Type="http://schemas.openxmlformats.org/officeDocument/2006/relationships/image" Target="../media/image5290.png" /><Relationship Id="rId43" Type="http://schemas.openxmlformats.org/officeDocument/2006/relationships/image" Target="../media/image4904.png" /><Relationship Id="rId430" Type="http://schemas.openxmlformats.org/officeDocument/2006/relationships/image" Target="../media/image5291.png" /><Relationship Id="rId431" Type="http://schemas.openxmlformats.org/officeDocument/2006/relationships/image" Target="../media/image5292.png" /><Relationship Id="rId432" Type="http://schemas.openxmlformats.org/officeDocument/2006/relationships/image" Target="../media/image5293.png" /><Relationship Id="rId433" Type="http://schemas.openxmlformats.org/officeDocument/2006/relationships/image" Target="../media/image5294.png" /><Relationship Id="rId434" Type="http://schemas.openxmlformats.org/officeDocument/2006/relationships/image" Target="../media/image5295.png" /><Relationship Id="rId435" Type="http://schemas.openxmlformats.org/officeDocument/2006/relationships/image" Target="../media/image5296.png" /><Relationship Id="rId436" Type="http://schemas.openxmlformats.org/officeDocument/2006/relationships/image" Target="../media/image5297.png" /><Relationship Id="rId437" Type="http://schemas.openxmlformats.org/officeDocument/2006/relationships/image" Target="../media/image5298.png" /><Relationship Id="rId438" Type="http://schemas.openxmlformats.org/officeDocument/2006/relationships/image" Target="../media/image5299.png" /><Relationship Id="rId439" Type="http://schemas.openxmlformats.org/officeDocument/2006/relationships/image" Target="../media/image5300.png" /><Relationship Id="rId44" Type="http://schemas.openxmlformats.org/officeDocument/2006/relationships/image" Target="../media/image4905.png" /><Relationship Id="rId440" Type="http://schemas.openxmlformats.org/officeDocument/2006/relationships/image" Target="../media/image5301.png" /><Relationship Id="rId441" Type="http://schemas.openxmlformats.org/officeDocument/2006/relationships/image" Target="../media/image5302.png" /><Relationship Id="rId442" Type="http://schemas.openxmlformats.org/officeDocument/2006/relationships/image" Target="../media/image5303.png" /><Relationship Id="rId443" Type="http://schemas.openxmlformats.org/officeDocument/2006/relationships/image" Target="../media/image5304.png" /><Relationship Id="rId444" Type="http://schemas.openxmlformats.org/officeDocument/2006/relationships/image" Target="../media/image5305.png" /><Relationship Id="rId445" Type="http://schemas.openxmlformats.org/officeDocument/2006/relationships/image" Target="../media/image5306.png" /><Relationship Id="rId446" Type="http://schemas.openxmlformats.org/officeDocument/2006/relationships/image" Target="../media/image5307.png" /><Relationship Id="rId447" Type="http://schemas.openxmlformats.org/officeDocument/2006/relationships/image" Target="../media/image5308.png" /><Relationship Id="rId448" Type="http://schemas.openxmlformats.org/officeDocument/2006/relationships/image" Target="../media/image5309.png" /><Relationship Id="rId449" Type="http://schemas.openxmlformats.org/officeDocument/2006/relationships/image" Target="../media/image5310.png" /><Relationship Id="rId45" Type="http://schemas.openxmlformats.org/officeDocument/2006/relationships/image" Target="../media/image4906.png" /><Relationship Id="rId450" Type="http://schemas.openxmlformats.org/officeDocument/2006/relationships/image" Target="../media/image5311.png" /><Relationship Id="rId451" Type="http://schemas.openxmlformats.org/officeDocument/2006/relationships/image" Target="../media/image5312.png" /><Relationship Id="rId452" Type="http://schemas.openxmlformats.org/officeDocument/2006/relationships/image" Target="../media/image5313.png" /><Relationship Id="rId453" Type="http://schemas.openxmlformats.org/officeDocument/2006/relationships/image" Target="../media/image5314.png" /><Relationship Id="rId454" Type="http://schemas.openxmlformats.org/officeDocument/2006/relationships/image" Target="../media/image5315.png" /><Relationship Id="rId455" Type="http://schemas.openxmlformats.org/officeDocument/2006/relationships/image" Target="../media/image5316.png" /><Relationship Id="rId456" Type="http://schemas.openxmlformats.org/officeDocument/2006/relationships/image" Target="../media/image5317.png" /><Relationship Id="rId457" Type="http://schemas.openxmlformats.org/officeDocument/2006/relationships/image" Target="../media/image5318.png" /><Relationship Id="rId458" Type="http://schemas.openxmlformats.org/officeDocument/2006/relationships/image" Target="../media/image5319.png" /><Relationship Id="rId459" Type="http://schemas.openxmlformats.org/officeDocument/2006/relationships/image" Target="../media/image5320.png" /><Relationship Id="rId46" Type="http://schemas.openxmlformats.org/officeDocument/2006/relationships/image" Target="../media/image4907.png" /><Relationship Id="rId460" Type="http://schemas.openxmlformats.org/officeDocument/2006/relationships/image" Target="../media/image5321.png" /><Relationship Id="rId461" Type="http://schemas.openxmlformats.org/officeDocument/2006/relationships/image" Target="../media/image5322.png" /><Relationship Id="rId462" Type="http://schemas.openxmlformats.org/officeDocument/2006/relationships/image" Target="../media/image5323.png" /><Relationship Id="rId463" Type="http://schemas.openxmlformats.org/officeDocument/2006/relationships/image" Target="../media/image5324.png" /><Relationship Id="rId464" Type="http://schemas.openxmlformats.org/officeDocument/2006/relationships/image" Target="../media/image5325.png" /><Relationship Id="rId465" Type="http://schemas.openxmlformats.org/officeDocument/2006/relationships/image" Target="../media/image5326.png" /><Relationship Id="rId466" Type="http://schemas.openxmlformats.org/officeDocument/2006/relationships/image" Target="../media/image5327.png" /><Relationship Id="rId467" Type="http://schemas.openxmlformats.org/officeDocument/2006/relationships/image" Target="../media/image5328.png" /><Relationship Id="rId468" Type="http://schemas.openxmlformats.org/officeDocument/2006/relationships/image" Target="../media/image5329.png" /><Relationship Id="rId469" Type="http://schemas.openxmlformats.org/officeDocument/2006/relationships/image" Target="../media/image5330.png" /><Relationship Id="rId47" Type="http://schemas.openxmlformats.org/officeDocument/2006/relationships/image" Target="../media/image4908.png" /><Relationship Id="rId470" Type="http://schemas.openxmlformats.org/officeDocument/2006/relationships/image" Target="../media/image5331.png" /><Relationship Id="rId471" Type="http://schemas.openxmlformats.org/officeDocument/2006/relationships/image" Target="../media/image5332.png" /><Relationship Id="rId472" Type="http://schemas.openxmlformats.org/officeDocument/2006/relationships/image" Target="../media/image5333.png" /><Relationship Id="rId473" Type="http://schemas.openxmlformats.org/officeDocument/2006/relationships/image" Target="../media/image5334.png" /><Relationship Id="rId474" Type="http://schemas.openxmlformats.org/officeDocument/2006/relationships/image" Target="../media/image5335.png" /><Relationship Id="rId475" Type="http://schemas.openxmlformats.org/officeDocument/2006/relationships/image" Target="../media/image5336.png" /><Relationship Id="rId476" Type="http://schemas.openxmlformats.org/officeDocument/2006/relationships/image" Target="../media/image5337.png" /><Relationship Id="rId477" Type="http://schemas.openxmlformats.org/officeDocument/2006/relationships/image" Target="../media/image5338.png" /><Relationship Id="rId478" Type="http://schemas.openxmlformats.org/officeDocument/2006/relationships/image" Target="../media/image5339.png" /><Relationship Id="rId479" Type="http://schemas.openxmlformats.org/officeDocument/2006/relationships/image" Target="../media/image5340.png" /><Relationship Id="rId48" Type="http://schemas.openxmlformats.org/officeDocument/2006/relationships/image" Target="../media/image4909.png" /><Relationship Id="rId480" Type="http://schemas.openxmlformats.org/officeDocument/2006/relationships/image" Target="../media/image5341.png" /><Relationship Id="rId481" Type="http://schemas.openxmlformats.org/officeDocument/2006/relationships/image" Target="../media/image5342.png" /><Relationship Id="rId482" Type="http://schemas.openxmlformats.org/officeDocument/2006/relationships/image" Target="../media/image5343.png" /><Relationship Id="rId483" Type="http://schemas.openxmlformats.org/officeDocument/2006/relationships/image" Target="../media/image5344.png" /><Relationship Id="rId484" Type="http://schemas.openxmlformats.org/officeDocument/2006/relationships/image" Target="../media/image5345.png" /><Relationship Id="rId485" Type="http://schemas.openxmlformats.org/officeDocument/2006/relationships/image" Target="../media/image5346.png" /><Relationship Id="rId486" Type="http://schemas.openxmlformats.org/officeDocument/2006/relationships/image" Target="../media/image5347.png" /><Relationship Id="rId487" Type="http://schemas.openxmlformats.org/officeDocument/2006/relationships/image" Target="../media/image5348.png" /><Relationship Id="rId488" Type="http://schemas.openxmlformats.org/officeDocument/2006/relationships/image" Target="../media/image5349.png" /><Relationship Id="rId489" Type="http://schemas.openxmlformats.org/officeDocument/2006/relationships/image" Target="../media/image5350.png" /><Relationship Id="rId49" Type="http://schemas.openxmlformats.org/officeDocument/2006/relationships/image" Target="../media/image4910.png" /><Relationship Id="rId490" Type="http://schemas.openxmlformats.org/officeDocument/2006/relationships/image" Target="../media/image5351.png" /><Relationship Id="rId491" Type="http://schemas.openxmlformats.org/officeDocument/2006/relationships/image" Target="../media/image5352.png" /><Relationship Id="rId492" Type="http://schemas.openxmlformats.org/officeDocument/2006/relationships/image" Target="../media/image5353.png" /><Relationship Id="rId493" Type="http://schemas.openxmlformats.org/officeDocument/2006/relationships/image" Target="../media/image5354.png" /><Relationship Id="rId494" Type="http://schemas.openxmlformats.org/officeDocument/2006/relationships/image" Target="../media/image5355.png" /><Relationship Id="rId495" Type="http://schemas.openxmlformats.org/officeDocument/2006/relationships/image" Target="../media/image5356.png" /><Relationship Id="rId496" Type="http://schemas.openxmlformats.org/officeDocument/2006/relationships/image" Target="../media/image5357.png" /><Relationship Id="rId497" Type="http://schemas.openxmlformats.org/officeDocument/2006/relationships/image" Target="../media/image5358.png" /><Relationship Id="rId498" Type="http://schemas.openxmlformats.org/officeDocument/2006/relationships/image" Target="../media/image5359.png" /><Relationship Id="rId499" Type="http://schemas.openxmlformats.org/officeDocument/2006/relationships/image" Target="../media/image5360.png" /><Relationship Id="rId5" Type="http://schemas.openxmlformats.org/officeDocument/2006/relationships/image" Target="../media/image4866.png" /><Relationship Id="rId50" Type="http://schemas.openxmlformats.org/officeDocument/2006/relationships/image" Target="../media/image4911.png" /><Relationship Id="rId500" Type="http://schemas.openxmlformats.org/officeDocument/2006/relationships/image" Target="../media/image5361.png" /><Relationship Id="rId501" Type="http://schemas.openxmlformats.org/officeDocument/2006/relationships/image" Target="../media/image5362.png" /><Relationship Id="rId502" Type="http://schemas.openxmlformats.org/officeDocument/2006/relationships/image" Target="../media/image5363.png" /><Relationship Id="rId503" Type="http://schemas.openxmlformats.org/officeDocument/2006/relationships/image" Target="../media/image5364.png" /><Relationship Id="rId504" Type="http://schemas.openxmlformats.org/officeDocument/2006/relationships/image" Target="../media/image5365.png" /><Relationship Id="rId505" Type="http://schemas.openxmlformats.org/officeDocument/2006/relationships/image" Target="../media/image5366.png" /><Relationship Id="rId506" Type="http://schemas.openxmlformats.org/officeDocument/2006/relationships/image" Target="../media/image5367.png" /><Relationship Id="rId507" Type="http://schemas.openxmlformats.org/officeDocument/2006/relationships/image" Target="../media/image5368.png" /><Relationship Id="rId508" Type="http://schemas.openxmlformats.org/officeDocument/2006/relationships/image" Target="../media/image5369.png" /><Relationship Id="rId509" Type="http://schemas.openxmlformats.org/officeDocument/2006/relationships/image" Target="../media/image5370.png" /><Relationship Id="rId51" Type="http://schemas.openxmlformats.org/officeDocument/2006/relationships/image" Target="../media/image4912.png" /><Relationship Id="rId510" Type="http://schemas.openxmlformats.org/officeDocument/2006/relationships/image" Target="../media/image5371.png" /><Relationship Id="rId511" Type="http://schemas.openxmlformats.org/officeDocument/2006/relationships/image" Target="../media/image5372.png" /><Relationship Id="rId512" Type="http://schemas.openxmlformats.org/officeDocument/2006/relationships/image" Target="../media/image5373.png" /><Relationship Id="rId513" Type="http://schemas.openxmlformats.org/officeDocument/2006/relationships/image" Target="../media/image5374.png" /><Relationship Id="rId514" Type="http://schemas.openxmlformats.org/officeDocument/2006/relationships/image" Target="../media/image5375.png" /><Relationship Id="rId515" Type="http://schemas.openxmlformats.org/officeDocument/2006/relationships/image" Target="../media/image5376.png" /><Relationship Id="rId516" Type="http://schemas.openxmlformats.org/officeDocument/2006/relationships/image" Target="../media/image5377.png" /><Relationship Id="rId517" Type="http://schemas.openxmlformats.org/officeDocument/2006/relationships/image" Target="../media/image5378.png" /><Relationship Id="rId518" Type="http://schemas.openxmlformats.org/officeDocument/2006/relationships/image" Target="../media/image5379.png" /><Relationship Id="rId519" Type="http://schemas.openxmlformats.org/officeDocument/2006/relationships/image" Target="../media/image5380.png" /><Relationship Id="rId52" Type="http://schemas.openxmlformats.org/officeDocument/2006/relationships/image" Target="../media/image4913.png" /><Relationship Id="rId520" Type="http://schemas.openxmlformats.org/officeDocument/2006/relationships/image" Target="../media/image5381.png" /><Relationship Id="rId521" Type="http://schemas.openxmlformats.org/officeDocument/2006/relationships/image" Target="../media/image5382.png" /><Relationship Id="rId522" Type="http://schemas.openxmlformats.org/officeDocument/2006/relationships/image" Target="../media/image5383.png" /><Relationship Id="rId523" Type="http://schemas.openxmlformats.org/officeDocument/2006/relationships/image" Target="../media/image5384.png" /><Relationship Id="rId524" Type="http://schemas.openxmlformats.org/officeDocument/2006/relationships/image" Target="../media/image5385.png" /><Relationship Id="rId525" Type="http://schemas.openxmlformats.org/officeDocument/2006/relationships/image" Target="../media/image5386.png" /><Relationship Id="rId526" Type="http://schemas.openxmlformats.org/officeDocument/2006/relationships/image" Target="../media/image5387.png" /><Relationship Id="rId527" Type="http://schemas.openxmlformats.org/officeDocument/2006/relationships/image" Target="../media/image5388.png" /><Relationship Id="rId528" Type="http://schemas.openxmlformats.org/officeDocument/2006/relationships/image" Target="../media/image5389.png" /><Relationship Id="rId529" Type="http://schemas.openxmlformats.org/officeDocument/2006/relationships/image" Target="../media/image5390.png" /><Relationship Id="rId53" Type="http://schemas.openxmlformats.org/officeDocument/2006/relationships/image" Target="../media/image4914.png" /><Relationship Id="rId530" Type="http://schemas.openxmlformats.org/officeDocument/2006/relationships/image" Target="../media/image5391.png" /><Relationship Id="rId531" Type="http://schemas.openxmlformats.org/officeDocument/2006/relationships/image" Target="../media/image5392.png" /><Relationship Id="rId532" Type="http://schemas.openxmlformats.org/officeDocument/2006/relationships/image" Target="../media/image5393.png" /><Relationship Id="rId533" Type="http://schemas.openxmlformats.org/officeDocument/2006/relationships/image" Target="../media/image5394.png" /><Relationship Id="rId534" Type="http://schemas.openxmlformats.org/officeDocument/2006/relationships/image" Target="../media/image5395.png" /><Relationship Id="rId535" Type="http://schemas.openxmlformats.org/officeDocument/2006/relationships/image" Target="../media/image5396.png" /><Relationship Id="rId536" Type="http://schemas.openxmlformats.org/officeDocument/2006/relationships/image" Target="../media/image5397.png" /><Relationship Id="rId537" Type="http://schemas.openxmlformats.org/officeDocument/2006/relationships/image" Target="../media/image5398.png" /><Relationship Id="rId538" Type="http://schemas.openxmlformats.org/officeDocument/2006/relationships/image" Target="../media/image5399.png" /><Relationship Id="rId539" Type="http://schemas.openxmlformats.org/officeDocument/2006/relationships/image" Target="../media/image5400.png" /><Relationship Id="rId54" Type="http://schemas.openxmlformats.org/officeDocument/2006/relationships/image" Target="../media/image4915.png" /><Relationship Id="rId540" Type="http://schemas.openxmlformats.org/officeDocument/2006/relationships/image" Target="../media/image5401.png" /><Relationship Id="rId541" Type="http://schemas.openxmlformats.org/officeDocument/2006/relationships/image" Target="../media/image5402.png" /><Relationship Id="rId542" Type="http://schemas.openxmlformats.org/officeDocument/2006/relationships/image" Target="../media/image5403.png" /><Relationship Id="rId543" Type="http://schemas.openxmlformats.org/officeDocument/2006/relationships/image" Target="../media/image5404.png" /><Relationship Id="rId544" Type="http://schemas.openxmlformats.org/officeDocument/2006/relationships/image" Target="../media/image5405.png" /><Relationship Id="rId545" Type="http://schemas.openxmlformats.org/officeDocument/2006/relationships/image" Target="../media/image5406.png" /><Relationship Id="rId546" Type="http://schemas.openxmlformats.org/officeDocument/2006/relationships/image" Target="../media/image5407.png" /><Relationship Id="rId547" Type="http://schemas.openxmlformats.org/officeDocument/2006/relationships/image" Target="../media/image5408.png" /><Relationship Id="rId548" Type="http://schemas.openxmlformats.org/officeDocument/2006/relationships/image" Target="../media/image5409.png" /><Relationship Id="rId549" Type="http://schemas.openxmlformats.org/officeDocument/2006/relationships/image" Target="../media/image5410.png" /><Relationship Id="rId55" Type="http://schemas.openxmlformats.org/officeDocument/2006/relationships/image" Target="../media/image4916.png" /><Relationship Id="rId550" Type="http://schemas.openxmlformats.org/officeDocument/2006/relationships/image" Target="../media/image5411.png" /><Relationship Id="rId551" Type="http://schemas.openxmlformats.org/officeDocument/2006/relationships/image" Target="../media/image5412.png" /><Relationship Id="rId552" Type="http://schemas.openxmlformats.org/officeDocument/2006/relationships/image" Target="../media/image5413.png" /><Relationship Id="rId553" Type="http://schemas.openxmlformats.org/officeDocument/2006/relationships/image" Target="../media/image5414.png" /><Relationship Id="rId554" Type="http://schemas.openxmlformats.org/officeDocument/2006/relationships/image" Target="../media/image5415.png" /><Relationship Id="rId555" Type="http://schemas.openxmlformats.org/officeDocument/2006/relationships/image" Target="../media/image5416.png" /><Relationship Id="rId556" Type="http://schemas.openxmlformats.org/officeDocument/2006/relationships/image" Target="../media/image5417.png" /><Relationship Id="rId557" Type="http://schemas.openxmlformats.org/officeDocument/2006/relationships/image" Target="../media/image5418.png" /><Relationship Id="rId558" Type="http://schemas.openxmlformats.org/officeDocument/2006/relationships/image" Target="../media/image5419.png" /><Relationship Id="rId559" Type="http://schemas.openxmlformats.org/officeDocument/2006/relationships/image" Target="../media/image5420.png" /><Relationship Id="rId56" Type="http://schemas.openxmlformats.org/officeDocument/2006/relationships/image" Target="../media/image4917.png" /><Relationship Id="rId560" Type="http://schemas.openxmlformats.org/officeDocument/2006/relationships/image" Target="../media/image5421.png" /><Relationship Id="rId561" Type="http://schemas.openxmlformats.org/officeDocument/2006/relationships/image" Target="../media/image5422.png" /><Relationship Id="rId562" Type="http://schemas.openxmlformats.org/officeDocument/2006/relationships/image" Target="../media/image5423.png" /><Relationship Id="rId563" Type="http://schemas.openxmlformats.org/officeDocument/2006/relationships/image" Target="../media/image5424.png" /><Relationship Id="rId564" Type="http://schemas.openxmlformats.org/officeDocument/2006/relationships/image" Target="../media/image5425.png" /><Relationship Id="rId565" Type="http://schemas.openxmlformats.org/officeDocument/2006/relationships/image" Target="../media/image5426.png" /><Relationship Id="rId566" Type="http://schemas.openxmlformats.org/officeDocument/2006/relationships/image" Target="../media/image5427.png" /><Relationship Id="rId567" Type="http://schemas.openxmlformats.org/officeDocument/2006/relationships/image" Target="../media/image5428.png" /><Relationship Id="rId568" Type="http://schemas.openxmlformats.org/officeDocument/2006/relationships/image" Target="../media/image5429.png" /><Relationship Id="rId569" Type="http://schemas.openxmlformats.org/officeDocument/2006/relationships/image" Target="../media/image5430.png" /><Relationship Id="rId57" Type="http://schemas.openxmlformats.org/officeDocument/2006/relationships/image" Target="../media/image4918.png" /><Relationship Id="rId570" Type="http://schemas.openxmlformats.org/officeDocument/2006/relationships/image" Target="../media/image5431.png" /><Relationship Id="rId571" Type="http://schemas.openxmlformats.org/officeDocument/2006/relationships/image" Target="../media/image5432.png" /><Relationship Id="rId572" Type="http://schemas.openxmlformats.org/officeDocument/2006/relationships/image" Target="../media/image5433.png" /><Relationship Id="rId573" Type="http://schemas.openxmlformats.org/officeDocument/2006/relationships/image" Target="../media/image5434.png" /><Relationship Id="rId574" Type="http://schemas.openxmlformats.org/officeDocument/2006/relationships/image" Target="../media/image5435.png" /><Relationship Id="rId575" Type="http://schemas.openxmlformats.org/officeDocument/2006/relationships/image" Target="../media/image5436.png" /><Relationship Id="rId576" Type="http://schemas.openxmlformats.org/officeDocument/2006/relationships/image" Target="../media/image5437.png" /><Relationship Id="rId577" Type="http://schemas.openxmlformats.org/officeDocument/2006/relationships/image" Target="../media/image5438.png" /><Relationship Id="rId578" Type="http://schemas.openxmlformats.org/officeDocument/2006/relationships/image" Target="../media/image5439.png" /><Relationship Id="rId579" Type="http://schemas.openxmlformats.org/officeDocument/2006/relationships/image" Target="../media/image5440.png" /><Relationship Id="rId58" Type="http://schemas.openxmlformats.org/officeDocument/2006/relationships/image" Target="../media/image4919.png" /><Relationship Id="rId580" Type="http://schemas.openxmlformats.org/officeDocument/2006/relationships/image" Target="../media/image5441.png" /><Relationship Id="rId581" Type="http://schemas.openxmlformats.org/officeDocument/2006/relationships/image" Target="../media/image5442.png" /><Relationship Id="rId582" Type="http://schemas.openxmlformats.org/officeDocument/2006/relationships/image" Target="../media/image5443.png" /><Relationship Id="rId583" Type="http://schemas.openxmlformats.org/officeDocument/2006/relationships/image" Target="../media/image5444.png" /><Relationship Id="rId584" Type="http://schemas.openxmlformats.org/officeDocument/2006/relationships/image" Target="../media/image5445.png" /><Relationship Id="rId585" Type="http://schemas.openxmlformats.org/officeDocument/2006/relationships/image" Target="../media/image5446.png" /><Relationship Id="rId586" Type="http://schemas.openxmlformats.org/officeDocument/2006/relationships/image" Target="../media/image5447.png" /><Relationship Id="rId587" Type="http://schemas.openxmlformats.org/officeDocument/2006/relationships/image" Target="../media/image5448.png" /><Relationship Id="rId588" Type="http://schemas.openxmlformats.org/officeDocument/2006/relationships/image" Target="../media/image5449.png" /><Relationship Id="rId589" Type="http://schemas.openxmlformats.org/officeDocument/2006/relationships/image" Target="../media/image5450.png" /><Relationship Id="rId59" Type="http://schemas.openxmlformats.org/officeDocument/2006/relationships/image" Target="../media/image4920.png" /><Relationship Id="rId590" Type="http://schemas.openxmlformats.org/officeDocument/2006/relationships/image" Target="../media/image5451.png" /><Relationship Id="rId591" Type="http://schemas.openxmlformats.org/officeDocument/2006/relationships/image" Target="../media/image5452.png" /><Relationship Id="rId592" Type="http://schemas.openxmlformats.org/officeDocument/2006/relationships/image" Target="../media/image5453.png" /><Relationship Id="rId593" Type="http://schemas.openxmlformats.org/officeDocument/2006/relationships/image" Target="../media/image5454.png" /><Relationship Id="rId594" Type="http://schemas.openxmlformats.org/officeDocument/2006/relationships/image" Target="../media/image5455.png" /><Relationship Id="rId595" Type="http://schemas.openxmlformats.org/officeDocument/2006/relationships/image" Target="../media/image5456.png" /><Relationship Id="rId596" Type="http://schemas.openxmlformats.org/officeDocument/2006/relationships/image" Target="../media/image5457.png" /><Relationship Id="rId597" Type="http://schemas.openxmlformats.org/officeDocument/2006/relationships/image" Target="../media/image5458.png" /><Relationship Id="rId598" Type="http://schemas.openxmlformats.org/officeDocument/2006/relationships/image" Target="../media/image5459.png" /><Relationship Id="rId599" Type="http://schemas.openxmlformats.org/officeDocument/2006/relationships/image" Target="../media/image5460.png" /><Relationship Id="rId6" Type="http://schemas.openxmlformats.org/officeDocument/2006/relationships/image" Target="../media/image4867.png" /><Relationship Id="rId60" Type="http://schemas.openxmlformats.org/officeDocument/2006/relationships/image" Target="../media/image4921.png" /><Relationship Id="rId600" Type="http://schemas.openxmlformats.org/officeDocument/2006/relationships/image" Target="../media/image5461.png" /><Relationship Id="rId601" Type="http://schemas.openxmlformats.org/officeDocument/2006/relationships/image" Target="../media/image5462.png" /><Relationship Id="rId602" Type="http://schemas.openxmlformats.org/officeDocument/2006/relationships/image" Target="../media/image5463.png" /><Relationship Id="rId603" Type="http://schemas.openxmlformats.org/officeDocument/2006/relationships/image" Target="../media/image5464.png" /><Relationship Id="rId604" Type="http://schemas.openxmlformats.org/officeDocument/2006/relationships/image" Target="../media/image5465.png" /><Relationship Id="rId605" Type="http://schemas.openxmlformats.org/officeDocument/2006/relationships/image" Target="../media/image5466.png" /><Relationship Id="rId606" Type="http://schemas.openxmlformats.org/officeDocument/2006/relationships/image" Target="../media/image5467.png" /><Relationship Id="rId607" Type="http://schemas.openxmlformats.org/officeDocument/2006/relationships/image" Target="../media/image5468.png" /><Relationship Id="rId608" Type="http://schemas.openxmlformats.org/officeDocument/2006/relationships/image" Target="../media/image5469.png" /><Relationship Id="rId609" Type="http://schemas.openxmlformats.org/officeDocument/2006/relationships/image" Target="../media/image5470.png" /><Relationship Id="rId61" Type="http://schemas.openxmlformats.org/officeDocument/2006/relationships/image" Target="../media/image4922.png" /><Relationship Id="rId610" Type="http://schemas.openxmlformats.org/officeDocument/2006/relationships/image" Target="../media/image5471.png" /><Relationship Id="rId611" Type="http://schemas.openxmlformats.org/officeDocument/2006/relationships/image" Target="../media/image5472.png" /><Relationship Id="rId612" Type="http://schemas.openxmlformats.org/officeDocument/2006/relationships/image" Target="../media/image5473.png" /><Relationship Id="rId613" Type="http://schemas.openxmlformats.org/officeDocument/2006/relationships/image" Target="../media/image5474.png" /><Relationship Id="rId614" Type="http://schemas.openxmlformats.org/officeDocument/2006/relationships/image" Target="../media/image5475.png" /><Relationship Id="rId615" Type="http://schemas.openxmlformats.org/officeDocument/2006/relationships/image" Target="../media/image5476.png" /><Relationship Id="rId616" Type="http://schemas.openxmlformats.org/officeDocument/2006/relationships/image" Target="../media/image5477.png" /><Relationship Id="rId617" Type="http://schemas.openxmlformats.org/officeDocument/2006/relationships/image" Target="../media/image5478.png" /><Relationship Id="rId618" Type="http://schemas.openxmlformats.org/officeDocument/2006/relationships/image" Target="../media/image5479.png" /><Relationship Id="rId619" Type="http://schemas.openxmlformats.org/officeDocument/2006/relationships/image" Target="../media/image5480.png" /><Relationship Id="rId62" Type="http://schemas.openxmlformats.org/officeDocument/2006/relationships/image" Target="../media/image4923.png" /><Relationship Id="rId620" Type="http://schemas.openxmlformats.org/officeDocument/2006/relationships/image" Target="../media/image5481.png" /><Relationship Id="rId621" Type="http://schemas.openxmlformats.org/officeDocument/2006/relationships/image" Target="../media/image5482.png" /><Relationship Id="rId622" Type="http://schemas.openxmlformats.org/officeDocument/2006/relationships/image" Target="../media/image5483.png" /><Relationship Id="rId623" Type="http://schemas.openxmlformats.org/officeDocument/2006/relationships/image" Target="../media/image5484.png" /><Relationship Id="rId624" Type="http://schemas.openxmlformats.org/officeDocument/2006/relationships/image" Target="../media/image5485.png" /><Relationship Id="rId625" Type="http://schemas.openxmlformats.org/officeDocument/2006/relationships/image" Target="../media/image5486.png" /><Relationship Id="rId626" Type="http://schemas.openxmlformats.org/officeDocument/2006/relationships/image" Target="../media/image5487.png" /><Relationship Id="rId627" Type="http://schemas.openxmlformats.org/officeDocument/2006/relationships/image" Target="../media/image5488.png" /><Relationship Id="rId628" Type="http://schemas.openxmlformats.org/officeDocument/2006/relationships/image" Target="../media/image5489.png" /><Relationship Id="rId629" Type="http://schemas.openxmlformats.org/officeDocument/2006/relationships/image" Target="../media/image5490.png" /><Relationship Id="rId63" Type="http://schemas.openxmlformats.org/officeDocument/2006/relationships/image" Target="../media/image4924.png" /><Relationship Id="rId630" Type="http://schemas.openxmlformats.org/officeDocument/2006/relationships/image" Target="../media/image5491.png" /><Relationship Id="rId631" Type="http://schemas.openxmlformats.org/officeDocument/2006/relationships/image" Target="../media/image5492.png" /><Relationship Id="rId632" Type="http://schemas.openxmlformats.org/officeDocument/2006/relationships/image" Target="../media/image5493.png" /><Relationship Id="rId633" Type="http://schemas.openxmlformats.org/officeDocument/2006/relationships/image" Target="../media/image5494.png" /><Relationship Id="rId634" Type="http://schemas.openxmlformats.org/officeDocument/2006/relationships/image" Target="../media/image5495.png" /><Relationship Id="rId635" Type="http://schemas.openxmlformats.org/officeDocument/2006/relationships/image" Target="../media/image5496.png" /><Relationship Id="rId636" Type="http://schemas.openxmlformats.org/officeDocument/2006/relationships/image" Target="../media/image5497.png" /><Relationship Id="rId637" Type="http://schemas.openxmlformats.org/officeDocument/2006/relationships/image" Target="../media/image5498.png" /><Relationship Id="rId638" Type="http://schemas.openxmlformats.org/officeDocument/2006/relationships/image" Target="../media/image5499.png" /><Relationship Id="rId639" Type="http://schemas.openxmlformats.org/officeDocument/2006/relationships/image" Target="../media/image5500.png" /><Relationship Id="rId64" Type="http://schemas.openxmlformats.org/officeDocument/2006/relationships/image" Target="../media/image4925.png" /><Relationship Id="rId640" Type="http://schemas.openxmlformats.org/officeDocument/2006/relationships/image" Target="../media/image5501.png" /><Relationship Id="rId641" Type="http://schemas.openxmlformats.org/officeDocument/2006/relationships/image" Target="../media/image5502.png" /><Relationship Id="rId642" Type="http://schemas.openxmlformats.org/officeDocument/2006/relationships/image" Target="../media/image5503.png" /><Relationship Id="rId643" Type="http://schemas.openxmlformats.org/officeDocument/2006/relationships/image" Target="../media/image5504.png" /><Relationship Id="rId644" Type="http://schemas.openxmlformats.org/officeDocument/2006/relationships/image" Target="../media/image5505.png" /><Relationship Id="rId645" Type="http://schemas.openxmlformats.org/officeDocument/2006/relationships/image" Target="../media/image5506.png" /><Relationship Id="rId646" Type="http://schemas.openxmlformats.org/officeDocument/2006/relationships/image" Target="../media/image5507.png" /><Relationship Id="rId647" Type="http://schemas.openxmlformats.org/officeDocument/2006/relationships/image" Target="../media/image5508.png" /><Relationship Id="rId648" Type="http://schemas.openxmlformats.org/officeDocument/2006/relationships/image" Target="../media/image5509.png" /><Relationship Id="rId649" Type="http://schemas.openxmlformats.org/officeDocument/2006/relationships/image" Target="../media/image5510.png" /><Relationship Id="rId65" Type="http://schemas.openxmlformats.org/officeDocument/2006/relationships/image" Target="../media/image4926.png" /><Relationship Id="rId650" Type="http://schemas.openxmlformats.org/officeDocument/2006/relationships/image" Target="../media/image5511.png" /><Relationship Id="rId651" Type="http://schemas.openxmlformats.org/officeDocument/2006/relationships/image" Target="../media/image5512.png" /><Relationship Id="rId652" Type="http://schemas.openxmlformats.org/officeDocument/2006/relationships/image" Target="../media/image5513.png" /><Relationship Id="rId653" Type="http://schemas.openxmlformats.org/officeDocument/2006/relationships/image" Target="../media/image5514.png" /><Relationship Id="rId654" Type="http://schemas.openxmlformats.org/officeDocument/2006/relationships/image" Target="../media/image5515.png" /><Relationship Id="rId655" Type="http://schemas.openxmlformats.org/officeDocument/2006/relationships/image" Target="../media/image5516.png" /><Relationship Id="rId656" Type="http://schemas.openxmlformats.org/officeDocument/2006/relationships/image" Target="../media/image5517.png" /><Relationship Id="rId657" Type="http://schemas.openxmlformats.org/officeDocument/2006/relationships/image" Target="../media/image5518.png" /><Relationship Id="rId658" Type="http://schemas.openxmlformats.org/officeDocument/2006/relationships/image" Target="../media/image5519.png" /><Relationship Id="rId659" Type="http://schemas.openxmlformats.org/officeDocument/2006/relationships/image" Target="../media/image5520.png" /><Relationship Id="rId66" Type="http://schemas.openxmlformats.org/officeDocument/2006/relationships/image" Target="../media/image4927.png" /><Relationship Id="rId660" Type="http://schemas.openxmlformats.org/officeDocument/2006/relationships/image" Target="../media/image5521.png" /><Relationship Id="rId661" Type="http://schemas.openxmlformats.org/officeDocument/2006/relationships/image" Target="../media/image5522.png" /><Relationship Id="rId662" Type="http://schemas.openxmlformats.org/officeDocument/2006/relationships/image" Target="../media/image5523.png" /><Relationship Id="rId663" Type="http://schemas.openxmlformats.org/officeDocument/2006/relationships/image" Target="../media/image5524.png" /><Relationship Id="rId664" Type="http://schemas.openxmlformats.org/officeDocument/2006/relationships/image" Target="../media/image5525.png" /><Relationship Id="rId665" Type="http://schemas.openxmlformats.org/officeDocument/2006/relationships/image" Target="../media/image5526.png" /><Relationship Id="rId666" Type="http://schemas.openxmlformats.org/officeDocument/2006/relationships/image" Target="../media/image5527.png" /><Relationship Id="rId667" Type="http://schemas.openxmlformats.org/officeDocument/2006/relationships/image" Target="../media/image5528.png" /><Relationship Id="rId668" Type="http://schemas.openxmlformats.org/officeDocument/2006/relationships/image" Target="../media/image5529.png" /><Relationship Id="rId669" Type="http://schemas.openxmlformats.org/officeDocument/2006/relationships/image" Target="../media/image5530.png" /><Relationship Id="rId67" Type="http://schemas.openxmlformats.org/officeDocument/2006/relationships/image" Target="../media/image4928.png" /><Relationship Id="rId670" Type="http://schemas.openxmlformats.org/officeDocument/2006/relationships/image" Target="../media/image5531.png" /><Relationship Id="rId671" Type="http://schemas.openxmlformats.org/officeDocument/2006/relationships/image" Target="../media/image5532.png" /><Relationship Id="rId672" Type="http://schemas.openxmlformats.org/officeDocument/2006/relationships/image" Target="../media/image5533.png" /><Relationship Id="rId673" Type="http://schemas.openxmlformats.org/officeDocument/2006/relationships/image" Target="../media/image5534.png" /><Relationship Id="rId674" Type="http://schemas.openxmlformats.org/officeDocument/2006/relationships/image" Target="../media/image5535.png" /><Relationship Id="rId675" Type="http://schemas.openxmlformats.org/officeDocument/2006/relationships/image" Target="../media/image5536.png" /><Relationship Id="rId676" Type="http://schemas.openxmlformats.org/officeDocument/2006/relationships/image" Target="../media/image5537.png" /><Relationship Id="rId677" Type="http://schemas.openxmlformats.org/officeDocument/2006/relationships/image" Target="../media/image5538.png" /><Relationship Id="rId678" Type="http://schemas.openxmlformats.org/officeDocument/2006/relationships/image" Target="../media/image5539.png" /><Relationship Id="rId679" Type="http://schemas.openxmlformats.org/officeDocument/2006/relationships/image" Target="../media/image5540.png" /><Relationship Id="rId68" Type="http://schemas.openxmlformats.org/officeDocument/2006/relationships/image" Target="../media/image4929.png" /><Relationship Id="rId680" Type="http://schemas.openxmlformats.org/officeDocument/2006/relationships/image" Target="../media/image5541.png" /><Relationship Id="rId681" Type="http://schemas.openxmlformats.org/officeDocument/2006/relationships/image" Target="../media/image5542.png" /><Relationship Id="rId682" Type="http://schemas.openxmlformats.org/officeDocument/2006/relationships/image" Target="../media/image5543.png" /><Relationship Id="rId683" Type="http://schemas.openxmlformats.org/officeDocument/2006/relationships/image" Target="../media/image5544.png" /><Relationship Id="rId684" Type="http://schemas.openxmlformats.org/officeDocument/2006/relationships/image" Target="../media/image5545.png" /><Relationship Id="rId685" Type="http://schemas.openxmlformats.org/officeDocument/2006/relationships/image" Target="../media/image5546.png" /><Relationship Id="rId686" Type="http://schemas.openxmlformats.org/officeDocument/2006/relationships/image" Target="../media/image5547.png" /><Relationship Id="rId687" Type="http://schemas.openxmlformats.org/officeDocument/2006/relationships/image" Target="../media/image5548.png" /><Relationship Id="rId688" Type="http://schemas.openxmlformats.org/officeDocument/2006/relationships/image" Target="../media/image5549.png" /><Relationship Id="rId689" Type="http://schemas.openxmlformats.org/officeDocument/2006/relationships/image" Target="../media/image5550.png" /><Relationship Id="rId69" Type="http://schemas.openxmlformats.org/officeDocument/2006/relationships/image" Target="../media/image4930.png" /><Relationship Id="rId690" Type="http://schemas.openxmlformats.org/officeDocument/2006/relationships/image" Target="../media/image5551.png" /><Relationship Id="rId691" Type="http://schemas.openxmlformats.org/officeDocument/2006/relationships/image" Target="../media/image5552.png" /><Relationship Id="rId692" Type="http://schemas.openxmlformats.org/officeDocument/2006/relationships/image" Target="../media/image5553.png" /><Relationship Id="rId693" Type="http://schemas.openxmlformats.org/officeDocument/2006/relationships/image" Target="../media/image5554.png" /><Relationship Id="rId694" Type="http://schemas.openxmlformats.org/officeDocument/2006/relationships/image" Target="../media/image5555.png" /><Relationship Id="rId695" Type="http://schemas.openxmlformats.org/officeDocument/2006/relationships/image" Target="../media/image5556.png" /><Relationship Id="rId696" Type="http://schemas.openxmlformats.org/officeDocument/2006/relationships/image" Target="../media/image5557.png" /><Relationship Id="rId697" Type="http://schemas.openxmlformats.org/officeDocument/2006/relationships/image" Target="../media/image5558.png" /><Relationship Id="rId698" Type="http://schemas.openxmlformats.org/officeDocument/2006/relationships/image" Target="../media/image5559.png" /><Relationship Id="rId699" Type="http://schemas.openxmlformats.org/officeDocument/2006/relationships/image" Target="../media/image5560.png" /><Relationship Id="rId7" Type="http://schemas.openxmlformats.org/officeDocument/2006/relationships/image" Target="../media/image4868.png" /><Relationship Id="rId70" Type="http://schemas.openxmlformats.org/officeDocument/2006/relationships/image" Target="../media/image4931.png" /><Relationship Id="rId700" Type="http://schemas.openxmlformats.org/officeDocument/2006/relationships/image" Target="../media/image5561.png" /><Relationship Id="rId701" Type="http://schemas.openxmlformats.org/officeDocument/2006/relationships/image" Target="../media/image5562.png" /><Relationship Id="rId702" Type="http://schemas.openxmlformats.org/officeDocument/2006/relationships/image" Target="../media/image5563.png" /><Relationship Id="rId703" Type="http://schemas.openxmlformats.org/officeDocument/2006/relationships/image" Target="../media/image5564.png" /><Relationship Id="rId704" Type="http://schemas.openxmlformats.org/officeDocument/2006/relationships/image" Target="../media/image5565.png" /><Relationship Id="rId705" Type="http://schemas.openxmlformats.org/officeDocument/2006/relationships/image" Target="../media/image5566.png" /><Relationship Id="rId706" Type="http://schemas.openxmlformats.org/officeDocument/2006/relationships/image" Target="../media/image5567.png" /><Relationship Id="rId707" Type="http://schemas.openxmlformats.org/officeDocument/2006/relationships/image" Target="../media/image5568.png" /><Relationship Id="rId708" Type="http://schemas.openxmlformats.org/officeDocument/2006/relationships/image" Target="../media/image5569.png" /><Relationship Id="rId709" Type="http://schemas.openxmlformats.org/officeDocument/2006/relationships/image" Target="../media/image5570.png" /><Relationship Id="rId71" Type="http://schemas.openxmlformats.org/officeDocument/2006/relationships/image" Target="../media/image4932.png" /><Relationship Id="rId710" Type="http://schemas.openxmlformats.org/officeDocument/2006/relationships/image" Target="../media/image5571.png" /><Relationship Id="rId711" Type="http://schemas.openxmlformats.org/officeDocument/2006/relationships/image" Target="../media/image5572.png" /><Relationship Id="rId712" Type="http://schemas.openxmlformats.org/officeDocument/2006/relationships/image" Target="../media/image5573.png" /><Relationship Id="rId713" Type="http://schemas.openxmlformats.org/officeDocument/2006/relationships/image" Target="../media/image5574.png" /><Relationship Id="rId714" Type="http://schemas.openxmlformats.org/officeDocument/2006/relationships/image" Target="../media/image5575.png" /><Relationship Id="rId715" Type="http://schemas.openxmlformats.org/officeDocument/2006/relationships/image" Target="../media/image5576.png" /><Relationship Id="rId716" Type="http://schemas.openxmlformats.org/officeDocument/2006/relationships/image" Target="../media/image5577.png" /><Relationship Id="rId717" Type="http://schemas.openxmlformats.org/officeDocument/2006/relationships/image" Target="../media/image5578.png" /><Relationship Id="rId718" Type="http://schemas.openxmlformats.org/officeDocument/2006/relationships/image" Target="../media/image5579.png" /><Relationship Id="rId719" Type="http://schemas.openxmlformats.org/officeDocument/2006/relationships/image" Target="../media/image5580.png" /><Relationship Id="rId72" Type="http://schemas.openxmlformats.org/officeDocument/2006/relationships/image" Target="../media/image4933.png" /><Relationship Id="rId720" Type="http://schemas.openxmlformats.org/officeDocument/2006/relationships/image" Target="../media/image5581.png" /><Relationship Id="rId721" Type="http://schemas.openxmlformats.org/officeDocument/2006/relationships/image" Target="../media/image5582.png" /><Relationship Id="rId722" Type="http://schemas.openxmlformats.org/officeDocument/2006/relationships/image" Target="../media/image5583.png" /><Relationship Id="rId723" Type="http://schemas.openxmlformats.org/officeDocument/2006/relationships/image" Target="../media/image5584.png" /><Relationship Id="rId724" Type="http://schemas.openxmlformats.org/officeDocument/2006/relationships/image" Target="../media/image5585.png" /><Relationship Id="rId725" Type="http://schemas.openxmlformats.org/officeDocument/2006/relationships/image" Target="../media/image5586.png" /><Relationship Id="rId726" Type="http://schemas.openxmlformats.org/officeDocument/2006/relationships/image" Target="../media/image5587.png" /><Relationship Id="rId727" Type="http://schemas.openxmlformats.org/officeDocument/2006/relationships/image" Target="../media/image5588.png" /><Relationship Id="rId728" Type="http://schemas.openxmlformats.org/officeDocument/2006/relationships/image" Target="../media/image5589.png" /><Relationship Id="rId729" Type="http://schemas.openxmlformats.org/officeDocument/2006/relationships/image" Target="../media/image5590.png" /><Relationship Id="rId73" Type="http://schemas.openxmlformats.org/officeDocument/2006/relationships/image" Target="../media/image4934.png" /><Relationship Id="rId730" Type="http://schemas.openxmlformats.org/officeDocument/2006/relationships/image" Target="../media/image5591.png" /><Relationship Id="rId731" Type="http://schemas.openxmlformats.org/officeDocument/2006/relationships/image" Target="../media/image5592.png" /><Relationship Id="rId732" Type="http://schemas.openxmlformats.org/officeDocument/2006/relationships/image" Target="../media/image5593.png" /><Relationship Id="rId733" Type="http://schemas.openxmlformats.org/officeDocument/2006/relationships/image" Target="../media/image5594.png" /><Relationship Id="rId734" Type="http://schemas.openxmlformats.org/officeDocument/2006/relationships/image" Target="../media/image5595.png" /><Relationship Id="rId735" Type="http://schemas.openxmlformats.org/officeDocument/2006/relationships/image" Target="../media/image5596.png" /><Relationship Id="rId736" Type="http://schemas.openxmlformats.org/officeDocument/2006/relationships/image" Target="../media/image5597.png" /><Relationship Id="rId737" Type="http://schemas.openxmlformats.org/officeDocument/2006/relationships/image" Target="../media/image5598.png" /><Relationship Id="rId738" Type="http://schemas.openxmlformats.org/officeDocument/2006/relationships/image" Target="../media/image5599.png" /><Relationship Id="rId739" Type="http://schemas.openxmlformats.org/officeDocument/2006/relationships/image" Target="../media/image5600.png" /><Relationship Id="rId74" Type="http://schemas.openxmlformats.org/officeDocument/2006/relationships/image" Target="../media/image4935.png" /><Relationship Id="rId740" Type="http://schemas.openxmlformats.org/officeDocument/2006/relationships/image" Target="../media/image5601.png" /><Relationship Id="rId741" Type="http://schemas.openxmlformats.org/officeDocument/2006/relationships/image" Target="../media/image5602.png" /><Relationship Id="rId742" Type="http://schemas.openxmlformats.org/officeDocument/2006/relationships/image" Target="../media/image5603.png" /><Relationship Id="rId743" Type="http://schemas.openxmlformats.org/officeDocument/2006/relationships/image" Target="../media/image5604.png" /><Relationship Id="rId744" Type="http://schemas.openxmlformats.org/officeDocument/2006/relationships/image" Target="../media/image5605.png" /><Relationship Id="rId745" Type="http://schemas.openxmlformats.org/officeDocument/2006/relationships/image" Target="../media/image5606.png" /><Relationship Id="rId746" Type="http://schemas.openxmlformats.org/officeDocument/2006/relationships/image" Target="../media/image5607.png" /><Relationship Id="rId747" Type="http://schemas.openxmlformats.org/officeDocument/2006/relationships/image" Target="../media/image5608.png" /><Relationship Id="rId748" Type="http://schemas.openxmlformats.org/officeDocument/2006/relationships/image" Target="../media/image5609.png" /><Relationship Id="rId749" Type="http://schemas.openxmlformats.org/officeDocument/2006/relationships/image" Target="../media/image5610.png" /><Relationship Id="rId75" Type="http://schemas.openxmlformats.org/officeDocument/2006/relationships/image" Target="../media/image4936.png" /><Relationship Id="rId750" Type="http://schemas.openxmlformats.org/officeDocument/2006/relationships/image" Target="../media/image5611.png" /><Relationship Id="rId751" Type="http://schemas.openxmlformats.org/officeDocument/2006/relationships/image" Target="../media/image5612.png" /><Relationship Id="rId752" Type="http://schemas.openxmlformats.org/officeDocument/2006/relationships/image" Target="../media/image5613.png" /><Relationship Id="rId753" Type="http://schemas.openxmlformats.org/officeDocument/2006/relationships/image" Target="../media/image5614.png" /><Relationship Id="rId754" Type="http://schemas.openxmlformats.org/officeDocument/2006/relationships/image" Target="../media/image5615.png" /><Relationship Id="rId755" Type="http://schemas.openxmlformats.org/officeDocument/2006/relationships/image" Target="../media/image5616.png" /><Relationship Id="rId756" Type="http://schemas.openxmlformats.org/officeDocument/2006/relationships/image" Target="../media/image5617.png" /><Relationship Id="rId757" Type="http://schemas.openxmlformats.org/officeDocument/2006/relationships/image" Target="../media/image5618.png" /><Relationship Id="rId758" Type="http://schemas.openxmlformats.org/officeDocument/2006/relationships/image" Target="../media/image5619.png" /><Relationship Id="rId759" Type="http://schemas.openxmlformats.org/officeDocument/2006/relationships/image" Target="../media/image5620.png" /><Relationship Id="rId76" Type="http://schemas.openxmlformats.org/officeDocument/2006/relationships/image" Target="../media/image4937.png" /><Relationship Id="rId760" Type="http://schemas.openxmlformats.org/officeDocument/2006/relationships/image" Target="../media/image5621.png" /><Relationship Id="rId761" Type="http://schemas.openxmlformats.org/officeDocument/2006/relationships/image" Target="../media/image5622.png" /><Relationship Id="rId762" Type="http://schemas.openxmlformats.org/officeDocument/2006/relationships/image" Target="../media/image5623.png" /><Relationship Id="rId763" Type="http://schemas.openxmlformats.org/officeDocument/2006/relationships/image" Target="../media/image5624.png" /><Relationship Id="rId764" Type="http://schemas.openxmlformats.org/officeDocument/2006/relationships/image" Target="../media/image5625.png" /><Relationship Id="rId765" Type="http://schemas.openxmlformats.org/officeDocument/2006/relationships/image" Target="../media/image5626.png" /><Relationship Id="rId766" Type="http://schemas.openxmlformats.org/officeDocument/2006/relationships/image" Target="../media/image5627.png" /><Relationship Id="rId767" Type="http://schemas.openxmlformats.org/officeDocument/2006/relationships/image" Target="../media/image5628.png" /><Relationship Id="rId768" Type="http://schemas.openxmlformats.org/officeDocument/2006/relationships/image" Target="../media/image5629.png" /><Relationship Id="rId769" Type="http://schemas.openxmlformats.org/officeDocument/2006/relationships/image" Target="../media/image5630.png" /><Relationship Id="rId77" Type="http://schemas.openxmlformats.org/officeDocument/2006/relationships/image" Target="../media/image4938.png" /><Relationship Id="rId770" Type="http://schemas.openxmlformats.org/officeDocument/2006/relationships/image" Target="../media/image5631.png" /><Relationship Id="rId771" Type="http://schemas.openxmlformats.org/officeDocument/2006/relationships/image" Target="../media/image5632.png" /><Relationship Id="rId772" Type="http://schemas.openxmlformats.org/officeDocument/2006/relationships/image" Target="../media/image5633.png" /><Relationship Id="rId773" Type="http://schemas.openxmlformats.org/officeDocument/2006/relationships/image" Target="../media/image5634.png" /><Relationship Id="rId774" Type="http://schemas.openxmlformats.org/officeDocument/2006/relationships/image" Target="../media/image5635.png" /><Relationship Id="rId775" Type="http://schemas.openxmlformats.org/officeDocument/2006/relationships/image" Target="../media/image5636.png" /><Relationship Id="rId776" Type="http://schemas.openxmlformats.org/officeDocument/2006/relationships/image" Target="../media/image5637.png" /><Relationship Id="rId777" Type="http://schemas.openxmlformats.org/officeDocument/2006/relationships/image" Target="../media/image5638.png" /><Relationship Id="rId778" Type="http://schemas.openxmlformats.org/officeDocument/2006/relationships/image" Target="../media/image5639.png" /><Relationship Id="rId779" Type="http://schemas.openxmlformats.org/officeDocument/2006/relationships/image" Target="../media/image5640.png" /><Relationship Id="rId78" Type="http://schemas.openxmlformats.org/officeDocument/2006/relationships/image" Target="../media/image4939.png" /><Relationship Id="rId780" Type="http://schemas.openxmlformats.org/officeDocument/2006/relationships/image" Target="../media/image5641.png" /><Relationship Id="rId781" Type="http://schemas.openxmlformats.org/officeDocument/2006/relationships/image" Target="../media/image5642.png" /><Relationship Id="rId782" Type="http://schemas.openxmlformats.org/officeDocument/2006/relationships/image" Target="../media/image5643.png" /><Relationship Id="rId783" Type="http://schemas.openxmlformats.org/officeDocument/2006/relationships/image" Target="../media/image5644.png" /><Relationship Id="rId784" Type="http://schemas.openxmlformats.org/officeDocument/2006/relationships/image" Target="../media/image5645.png" /><Relationship Id="rId785" Type="http://schemas.openxmlformats.org/officeDocument/2006/relationships/image" Target="../media/image5646.png" /><Relationship Id="rId786" Type="http://schemas.openxmlformats.org/officeDocument/2006/relationships/image" Target="../media/image5647.png" /><Relationship Id="rId787" Type="http://schemas.openxmlformats.org/officeDocument/2006/relationships/image" Target="../media/image5648.png" /><Relationship Id="rId788" Type="http://schemas.openxmlformats.org/officeDocument/2006/relationships/image" Target="../media/image5649.png" /><Relationship Id="rId789" Type="http://schemas.openxmlformats.org/officeDocument/2006/relationships/image" Target="../media/image5650.png" /><Relationship Id="rId79" Type="http://schemas.openxmlformats.org/officeDocument/2006/relationships/image" Target="../media/image4940.png" /><Relationship Id="rId790" Type="http://schemas.openxmlformats.org/officeDocument/2006/relationships/image" Target="../media/image5651.png" /><Relationship Id="rId791" Type="http://schemas.openxmlformats.org/officeDocument/2006/relationships/image" Target="../media/image5652.png" /><Relationship Id="rId792" Type="http://schemas.openxmlformats.org/officeDocument/2006/relationships/image" Target="../media/image5653.png" /><Relationship Id="rId793" Type="http://schemas.openxmlformats.org/officeDocument/2006/relationships/image" Target="../media/image5654.png" /><Relationship Id="rId794" Type="http://schemas.openxmlformats.org/officeDocument/2006/relationships/image" Target="../media/image5655.png" /><Relationship Id="rId795" Type="http://schemas.openxmlformats.org/officeDocument/2006/relationships/image" Target="../media/image5656.png" /><Relationship Id="rId796" Type="http://schemas.openxmlformats.org/officeDocument/2006/relationships/image" Target="../media/image5657.png" /><Relationship Id="rId797" Type="http://schemas.openxmlformats.org/officeDocument/2006/relationships/image" Target="../media/image5658.png" /><Relationship Id="rId798" Type="http://schemas.openxmlformats.org/officeDocument/2006/relationships/image" Target="../media/image5659.png" /><Relationship Id="rId799" Type="http://schemas.openxmlformats.org/officeDocument/2006/relationships/image" Target="../media/image5660.png" /><Relationship Id="rId8" Type="http://schemas.openxmlformats.org/officeDocument/2006/relationships/image" Target="../media/image4869.png" /><Relationship Id="rId80" Type="http://schemas.openxmlformats.org/officeDocument/2006/relationships/image" Target="../media/image4941.png" /><Relationship Id="rId800" Type="http://schemas.openxmlformats.org/officeDocument/2006/relationships/image" Target="../media/image5661.png" /><Relationship Id="rId801" Type="http://schemas.openxmlformats.org/officeDocument/2006/relationships/image" Target="../media/image5662.png" /><Relationship Id="rId802" Type="http://schemas.openxmlformats.org/officeDocument/2006/relationships/image" Target="../media/image5663.png" /><Relationship Id="rId803" Type="http://schemas.openxmlformats.org/officeDocument/2006/relationships/image" Target="../media/image5664.png" /><Relationship Id="rId804" Type="http://schemas.openxmlformats.org/officeDocument/2006/relationships/image" Target="../media/image5665.png" /><Relationship Id="rId805" Type="http://schemas.openxmlformats.org/officeDocument/2006/relationships/image" Target="../media/image5666.png" /><Relationship Id="rId806" Type="http://schemas.openxmlformats.org/officeDocument/2006/relationships/image" Target="../media/image5667.png" /><Relationship Id="rId807" Type="http://schemas.openxmlformats.org/officeDocument/2006/relationships/image" Target="../media/image5668.png" /><Relationship Id="rId808" Type="http://schemas.openxmlformats.org/officeDocument/2006/relationships/image" Target="../media/image5669.png" /><Relationship Id="rId809" Type="http://schemas.openxmlformats.org/officeDocument/2006/relationships/image" Target="../media/image5670.png" /><Relationship Id="rId81" Type="http://schemas.openxmlformats.org/officeDocument/2006/relationships/image" Target="../media/image4942.png" /><Relationship Id="rId810" Type="http://schemas.openxmlformats.org/officeDocument/2006/relationships/image" Target="../media/image5671.png" /><Relationship Id="rId811" Type="http://schemas.openxmlformats.org/officeDocument/2006/relationships/image" Target="../media/image5672.png" /><Relationship Id="rId812" Type="http://schemas.openxmlformats.org/officeDocument/2006/relationships/image" Target="../media/image5673.png" /><Relationship Id="rId813" Type="http://schemas.openxmlformats.org/officeDocument/2006/relationships/image" Target="../media/image5674.png" /><Relationship Id="rId814" Type="http://schemas.openxmlformats.org/officeDocument/2006/relationships/image" Target="../media/image5675.png" /><Relationship Id="rId815" Type="http://schemas.openxmlformats.org/officeDocument/2006/relationships/image" Target="../media/image5676.png" /><Relationship Id="rId816" Type="http://schemas.openxmlformats.org/officeDocument/2006/relationships/image" Target="../media/image5677.png" /><Relationship Id="rId817" Type="http://schemas.openxmlformats.org/officeDocument/2006/relationships/image" Target="../media/image5678.png" /><Relationship Id="rId818" Type="http://schemas.openxmlformats.org/officeDocument/2006/relationships/image" Target="../media/image5679.png" /><Relationship Id="rId819" Type="http://schemas.openxmlformats.org/officeDocument/2006/relationships/image" Target="../media/image5680.png" /><Relationship Id="rId82" Type="http://schemas.openxmlformats.org/officeDocument/2006/relationships/image" Target="../media/image4943.png" /><Relationship Id="rId820" Type="http://schemas.openxmlformats.org/officeDocument/2006/relationships/image" Target="../media/image5681.png" /><Relationship Id="rId821" Type="http://schemas.openxmlformats.org/officeDocument/2006/relationships/image" Target="../media/image5682.png" /><Relationship Id="rId822" Type="http://schemas.openxmlformats.org/officeDocument/2006/relationships/image" Target="../media/image5683.png" /><Relationship Id="rId823" Type="http://schemas.openxmlformats.org/officeDocument/2006/relationships/image" Target="../media/image5684.png" /><Relationship Id="rId824" Type="http://schemas.openxmlformats.org/officeDocument/2006/relationships/image" Target="../media/image5685.png" /><Relationship Id="rId825" Type="http://schemas.openxmlformats.org/officeDocument/2006/relationships/image" Target="../media/image5686.png" /><Relationship Id="rId826" Type="http://schemas.openxmlformats.org/officeDocument/2006/relationships/image" Target="../media/image5687.png" /><Relationship Id="rId827" Type="http://schemas.openxmlformats.org/officeDocument/2006/relationships/image" Target="../media/image5688.png" /><Relationship Id="rId828" Type="http://schemas.openxmlformats.org/officeDocument/2006/relationships/image" Target="../media/image5689.png" /><Relationship Id="rId829" Type="http://schemas.openxmlformats.org/officeDocument/2006/relationships/image" Target="../media/image5690.png" /><Relationship Id="rId83" Type="http://schemas.openxmlformats.org/officeDocument/2006/relationships/image" Target="../media/image4944.png" /><Relationship Id="rId830" Type="http://schemas.openxmlformats.org/officeDocument/2006/relationships/image" Target="../media/image5691.png" /><Relationship Id="rId831" Type="http://schemas.openxmlformats.org/officeDocument/2006/relationships/image" Target="../media/image5692.png" /><Relationship Id="rId832" Type="http://schemas.openxmlformats.org/officeDocument/2006/relationships/image" Target="../media/image5693.png" /><Relationship Id="rId833" Type="http://schemas.openxmlformats.org/officeDocument/2006/relationships/image" Target="../media/image5694.png" /><Relationship Id="rId834" Type="http://schemas.openxmlformats.org/officeDocument/2006/relationships/image" Target="../media/image5695.png" /><Relationship Id="rId835" Type="http://schemas.openxmlformats.org/officeDocument/2006/relationships/image" Target="../media/image5696.png" /><Relationship Id="rId836" Type="http://schemas.openxmlformats.org/officeDocument/2006/relationships/image" Target="../media/image5697.png" /><Relationship Id="rId837" Type="http://schemas.openxmlformats.org/officeDocument/2006/relationships/image" Target="../media/image5698.png" /><Relationship Id="rId838" Type="http://schemas.openxmlformats.org/officeDocument/2006/relationships/image" Target="../media/image5699.png" /><Relationship Id="rId839" Type="http://schemas.openxmlformats.org/officeDocument/2006/relationships/image" Target="../media/image5700.png" /><Relationship Id="rId84" Type="http://schemas.openxmlformats.org/officeDocument/2006/relationships/image" Target="../media/image4945.png" /><Relationship Id="rId840" Type="http://schemas.openxmlformats.org/officeDocument/2006/relationships/image" Target="../media/image5701.png" /><Relationship Id="rId841" Type="http://schemas.openxmlformats.org/officeDocument/2006/relationships/image" Target="../media/image5702.png" /><Relationship Id="rId842" Type="http://schemas.openxmlformats.org/officeDocument/2006/relationships/image" Target="../media/image5703.png" /><Relationship Id="rId843" Type="http://schemas.openxmlformats.org/officeDocument/2006/relationships/image" Target="../media/image5704.png" /><Relationship Id="rId844" Type="http://schemas.openxmlformats.org/officeDocument/2006/relationships/image" Target="../media/image5705.png" /><Relationship Id="rId845" Type="http://schemas.openxmlformats.org/officeDocument/2006/relationships/image" Target="../media/image5706.png" /><Relationship Id="rId846" Type="http://schemas.openxmlformats.org/officeDocument/2006/relationships/image" Target="../media/image5707.png" /><Relationship Id="rId847" Type="http://schemas.openxmlformats.org/officeDocument/2006/relationships/image" Target="../media/image5708.png" /><Relationship Id="rId848" Type="http://schemas.openxmlformats.org/officeDocument/2006/relationships/image" Target="../media/image5709.png" /><Relationship Id="rId849" Type="http://schemas.openxmlformats.org/officeDocument/2006/relationships/image" Target="../media/image5710.png" /><Relationship Id="rId85" Type="http://schemas.openxmlformats.org/officeDocument/2006/relationships/image" Target="../media/image4946.png" /><Relationship Id="rId850" Type="http://schemas.openxmlformats.org/officeDocument/2006/relationships/image" Target="../media/image5711.png" /><Relationship Id="rId851" Type="http://schemas.openxmlformats.org/officeDocument/2006/relationships/image" Target="../media/image5712.png" /><Relationship Id="rId852" Type="http://schemas.openxmlformats.org/officeDocument/2006/relationships/image" Target="../media/image5713.png" /><Relationship Id="rId853" Type="http://schemas.openxmlformats.org/officeDocument/2006/relationships/image" Target="../media/image5714.png" /><Relationship Id="rId854" Type="http://schemas.openxmlformats.org/officeDocument/2006/relationships/image" Target="../media/image5715.png" /><Relationship Id="rId855" Type="http://schemas.openxmlformats.org/officeDocument/2006/relationships/image" Target="../media/image5716.png" /><Relationship Id="rId856" Type="http://schemas.openxmlformats.org/officeDocument/2006/relationships/image" Target="../media/image5717.png" /><Relationship Id="rId857" Type="http://schemas.openxmlformats.org/officeDocument/2006/relationships/image" Target="../media/image5718.png" /><Relationship Id="rId858" Type="http://schemas.openxmlformats.org/officeDocument/2006/relationships/image" Target="../media/image5719.png" /><Relationship Id="rId859" Type="http://schemas.openxmlformats.org/officeDocument/2006/relationships/image" Target="../media/image5720.png" /><Relationship Id="rId86" Type="http://schemas.openxmlformats.org/officeDocument/2006/relationships/image" Target="../media/image4947.png" /><Relationship Id="rId860" Type="http://schemas.openxmlformats.org/officeDocument/2006/relationships/image" Target="../media/image5721.png" /><Relationship Id="rId861" Type="http://schemas.openxmlformats.org/officeDocument/2006/relationships/image" Target="../media/image5722.png" /><Relationship Id="rId862" Type="http://schemas.openxmlformats.org/officeDocument/2006/relationships/image" Target="../media/image5723.png" /><Relationship Id="rId863" Type="http://schemas.openxmlformats.org/officeDocument/2006/relationships/image" Target="../media/image5724.png" /><Relationship Id="rId864" Type="http://schemas.openxmlformats.org/officeDocument/2006/relationships/image" Target="../media/image5725.png" /><Relationship Id="rId865" Type="http://schemas.openxmlformats.org/officeDocument/2006/relationships/image" Target="../media/image5726.png" /><Relationship Id="rId866" Type="http://schemas.openxmlformats.org/officeDocument/2006/relationships/image" Target="../media/image5727.png" /><Relationship Id="rId867" Type="http://schemas.openxmlformats.org/officeDocument/2006/relationships/image" Target="../media/image5728.png" /><Relationship Id="rId868" Type="http://schemas.openxmlformats.org/officeDocument/2006/relationships/image" Target="../media/image5729.png" /><Relationship Id="rId869" Type="http://schemas.openxmlformats.org/officeDocument/2006/relationships/image" Target="../media/image5730.png" /><Relationship Id="rId87" Type="http://schemas.openxmlformats.org/officeDocument/2006/relationships/image" Target="../media/image4948.png" /><Relationship Id="rId870" Type="http://schemas.openxmlformats.org/officeDocument/2006/relationships/image" Target="../media/image5731.png" /><Relationship Id="rId871" Type="http://schemas.openxmlformats.org/officeDocument/2006/relationships/image" Target="../media/image5732.png" /><Relationship Id="rId872" Type="http://schemas.openxmlformats.org/officeDocument/2006/relationships/image" Target="../media/image5733.png" /><Relationship Id="rId873" Type="http://schemas.openxmlformats.org/officeDocument/2006/relationships/image" Target="../media/image5734.png" /><Relationship Id="rId874" Type="http://schemas.openxmlformats.org/officeDocument/2006/relationships/image" Target="../media/image5735.png" /><Relationship Id="rId875" Type="http://schemas.openxmlformats.org/officeDocument/2006/relationships/image" Target="../media/image5736.png" /><Relationship Id="rId876" Type="http://schemas.openxmlformats.org/officeDocument/2006/relationships/image" Target="../media/image5737.png" /><Relationship Id="rId877" Type="http://schemas.openxmlformats.org/officeDocument/2006/relationships/image" Target="../media/image5738.png" /><Relationship Id="rId878" Type="http://schemas.openxmlformats.org/officeDocument/2006/relationships/image" Target="../media/image5739.png" /><Relationship Id="rId879" Type="http://schemas.openxmlformats.org/officeDocument/2006/relationships/image" Target="../media/image5740.png" /><Relationship Id="rId88" Type="http://schemas.openxmlformats.org/officeDocument/2006/relationships/image" Target="../media/image4949.png" /><Relationship Id="rId880" Type="http://schemas.openxmlformats.org/officeDocument/2006/relationships/image" Target="../media/image5741.png" /><Relationship Id="rId881" Type="http://schemas.openxmlformats.org/officeDocument/2006/relationships/image" Target="../media/image5742.png" /><Relationship Id="rId882" Type="http://schemas.openxmlformats.org/officeDocument/2006/relationships/image" Target="../media/image5743.png" /><Relationship Id="rId883" Type="http://schemas.openxmlformats.org/officeDocument/2006/relationships/image" Target="../media/image5744.png" /><Relationship Id="rId884" Type="http://schemas.openxmlformats.org/officeDocument/2006/relationships/image" Target="../media/image5745.png" /><Relationship Id="rId885" Type="http://schemas.openxmlformats.org/officeDocument/2006/relationships/image" Target="../media/image5746.png" /><Relationship Id="rId886" Type="http://schemas.openxmlformats.org/officeDocument/2006/relationships/image" Target="../media/image5747.png" /><Relationship Id="rId887" Type="http://schemas.openxmlformats.org/officeDocument/2006/relationships/image" Target="../media/image5748.png" /><Relationship Id="rId888" Type="http://schemas.openxmlformats.org/officeDocument/2006/relationships/image" Target="../media/image5749.png" /><Relationship Id="rId889" Type="http://schemas.openxmlformats.org/officeDocument/2006/relationships/image" Target="../media/image5750.png" /><Relationship Id="rId89" Type="http://schemas.openxmlformats.org/officeDocument/2006/relationships/image" Target="../media/image4950.png" /><Relationship Id="rId890" Type="http://schemas.openxmlformats.org/officeDocument/2006/relationships/image" Target="../media/image5751.png" /><Relationship Id="rId891" Type="http://schemas.openxmlformats.org/officeDocument/2006/relationships/image" Target="../media/image5752.png" /><Relationship Id="rId892" Type="http://schemas.openxmlformats.org/officeDocument/2006/relationships/image" Target="../media/image5753.png" /><Relationship Id="rId893" Type="http://schemas.openxmlformats.org/officeDocument/2006/relationships/image" Target="../media/image5754.png" /><Relationship Id="rId894" Type="http://schemas.openxmlformats.org/officeDocument/2006/relationships/image" Target="../media/image5755.png" /><Relationship Id="rId895" Type="http://schemas.openxmlformats.org/officeDocument/2006/relationships/image" Target="../media/image5756.png" /><Relationship Id="rId896" Type="http://schemas.openxmlformats.org/officeDocument/2006/relationships/image" Target="../media/image5757.png" /><Relationship Id="rId897" Type="http://schemas.openxmlformats.org/officeDocument/2006/relationships/image" Target="../media/image5758.png" /><Relationship Id="rId898" Type="http://schemas.openxmlformats.org/officeDocument/2006/relationships/image" Target="../media/image5759.png" /><Relationship Id="rId899" Type="http://schemas.openxmlformats.org/officeDocument/2006/relationships/image" Target="../media/image5760.png" /><Relationship Id="rId9" Type="http://schemas.openxmlformats.org/officeDocument/2006/relationships/image" Target="../media/image4870.png" /><Relationship Id="rId90" Type="http://schemas.openxmlformats.org/officeDocument/2006/relationships/image" Target="../media/image4951.png" /><Relationship Id="rId900" Type="http://schemas.openxmlformats.org/officeDocument/2006/relationships/image" Target="../media/image5761.png" /><Relationship Id="rId901" Type="http://schemas.openxmlformats.org/officeDocument/2006/relationships/image" Target="../media/image5762.png" /><Relationship Id="rId902" Type="http://schemas.openxmlformats.org/officeDocument/2006/relationships/image" Target="../media/image5763.png" /><Relationship Id="rId903" Type="http://schemas.openxmlformats.org/officeDocument/2006/relationships/image" Target="../media/image5764.png" /><Relationship Id="rId904" Type="http://schemas.openxmlformats.org/officeDocument/2006/relationships/image" Target="../media/image5765.png" /><Relationship Id="rId905" Type="http://schemas.openxmlformats.org/officeDocument/2006/relationships/image" Target="../media/image5766.png" /><Relationship Id="rId906" Type="http://schemas.openxmlformats.org/officeDocument/2006/relationships/image" Target="../media/image5767.png" /><Relationship Id="rId907" Type="http://schemas.openxmlformats.org/officeDocument/2006/relationships/image" Target="../media/image5768.png" /><Relationship Id="rId908" Type="http://schemas.openxmlformats.org/officeDocument/2006/relationships/image" Target="../media/image5769.png" /><Relationship Id="rId909" Type="http://schemas.openxmlformats.org/officeDocument/2006/relationships/image" Target="../media/image5770.png" /><Relationship Id="rId91" Type="http://schemas.openxmlformats.org/officeDocument/2006/relationships/image" Target="../media/image4952.png" /><Relationship Id="rId910" Type="http://schemas.openxmlformats.org/officeDocument/2006/relationships/image" Target="../media/image5771.png" /><Relationship Id="rId911" Type="http://schemas.openxmlformats.org/officeDocument/2006/relationships/image" Target="../media/image5772.png" /><Relationship Id="rId912" Type="http://schemas.openxmlformats.org/officeDocument/2006/relationships/image" Target="../media/image5773.png" /><Relationship Id="rId913" Type="http://schemas.openxmlformats.org/officeDocument/2006/relationships/image" Target="../media/image5774.png" /><Relationship Id="rId914" Type="http://schemas.openxmlformats.org/officeDocument/2006/relationships/image" Target="../media/image5775.png" /><Relationship Id="rId915" Type="http://schemas.openxmlformats.org/officeDocument/2006/relationships/image" Target="../media/image5776.png" /><Relationship Id="rId916" Type="http://schemas.openxmlformats.org/officeDocument/2006/relationships/image" Target="../media/image5777.png" /><Relationship Id="rId917" Type="http://schemas.openxmlformats.org/officeDocument/2006/relationships/image" Target="../media/image5778.png" /><Relationship Id="rId918" Type="http://schemas.openxmlformats.org/officeDocument/2006/relationships/image" Target="../media/image5779.png" /><Relationship Id="rId919" Type="http://schemas.openxmlformats.org/officeDocument/2006/relationships/image" Target="../media/image5780.png" /><Relationship Id="rId92" Type="http://schemas.openxmlformats.org/officeDocument/2006/relationships/image" Target="../media/image4953.png" /><Relationship Id="rId920" Type="http://schemas.openxmlformats.org/officeDocument/2006/relationships/image" Target="../media/image5781.png" /><Relationship Id="rId921" Type="http://schemas.openxmlformats.org/officeDocument/2006/relationships/image" Target="../media/image5782.png" /><Relationship Id="rId922" Type="http://schemas.openxmlformats.org/officeDocument/2006/relationships/image" Target="../media/image5783.png" /><Relationship Id="rId923" Type="http://schemas.openxmlformats.org/officeDocument/2006/relationships/image" Target="../media/image5784.png" /><Relationship Id="rId924" Type="http://schemas.openxmlformats.org/officeDocument/2006/relationships/image" Target="../media/image5785.png" /><Relationship Id="rId925" Type="http://schemas.openxmlformats.org/officeDocument/2006/relationships/image" Target="../media/image5786.png" /><Relationship Id="rId926" Type="http://schemas.openxmlformats.org/officeDocument/2006/relationships/image" Target="../media/image5787.png" /><Relationship Id="rId927" Type="http://schemas.openxmlformats.org/officeDocument/2006/relationships/image" Target="../media/image5788.png" /><Relationship Id="rId928" Type="http://schemas.openxmlformats.org/officeDocument/2006/relationships/image" Target="../media/image5789.png" /><Relationship Id="rId929" Type="http://schemas.openxmlformats.org/officeDocument/2006/relationships/image" Target="../media/image5790.png" /><Relationship Id="rId93" Type="http://schemas.openxmlformats.org/officeDocument/2006/relationships/image" Target="../media/image4954.png" /><Relationship Id="rId930" Type="http://schemas.openxmlformats.org/officeDocument/2006/relationships/image" Target="../media/image5791.png" /><Relationship Id="rId931" Type="http://schemas.openxmlformats.org/officeDocument/2006/relationships/image" Target="../media/image5792.png" /><Relationship Id="rId932" Type="http://schemas.openxmlformats.org/officeDocument/2006/relationships/image" Target="../media/image5793.png" /><Relationship Id="rId933" Type="http://schemas.openxmlformats.org/officeDocument/2006/relationships/image" Target="../media/image5794.png" /><Relationship Id="rId934" Type="http://schemas.openxmlformats.org/officeDocument/2006/relationships/image" Target="../media/image5795.png" /><Relationship Id="rId935" Type="http://schemas.openxmlformats.org/officeDocument/2006/relationships/image" Target="../media/image5796.png" /><Relationship Id="rId936" Type="http://schemas.openxmlformats.org/officeDocument/2006/relationships/image" Target="../media/image5797.png" /><Relationship Id="rId937" Type="http://schemas.openxmlformats.org/officeDocument/2006/relationships/image" Target="../media/image5798.png" /><Relationship Id="rId938" Type="http://schemas.openxmlformats.org/officeDocument/2006/relationships/image" Target="../media/image5799.png" /><Relationship Id="rId939" Type="http://schemas.openxmlformats.org/officeDocument/2006/relationships/image" Target="../media/image5800.png" /><Relationship Id="rId94" Type="http://schemas.openxmlformats.org/officeDocument/2006/relationships/image" Target="../media/image4955.png" /><Relationship Id="rId940" Type="http://schemas.openxmlformats.org/officeDocument/2006/relationships/image" Target="../media/image5801.png" /><Relationship Id="rId941" Type="http://schemas.openxmlformats.org/officeDocument/2006/relationships/image" Target="../media/image5802.png" /><Relationship Id="rId942" Type="http://schemas.openxmlformats.org/officeDocument/2006/relationships/image" Target="../media/image5803.png" /><Relationship Id="rId943" Type="http://schemas.openxmlformats.org/officeDocument/2006/relationships/image" Target="../media/image5804.png" /><Relationship Id="rId944" Type="http://schemas.openxmlformats.org/officeDocument/2006/relationships/image" Target="../media/image5805.png" /><Relationship Id="rId945" Type="http://schemas.openxmlformats.org/officeDocument/2006/relationships/image" Target="../media/image5806.png" /><Relationship Id="rId946" Type="http://schemas.openxmlformats.org/officeDocument/2006/relationships/image" Target="../media/image5807.png" /><Relationship Id="rId947" Type="http://schemas.openxmlformats.org/officeDocument/2006/relationships/image" Target="../media/image5808.png" /><Relationship Id="rId948" Type="http://schemas.openxmlformats.org/officeDocument/2006/relationships/image" Target="../media/image5809.png" /><Relationship Id="rId949" Type="http://schemas.openxmlformats.org/officeDocument/2006/relationships/image" Target="../media/image5810.png" /><Relationship Id="rId95" Type="http://schemas.openxmlformats.org/officeDocument/2006/relationships/image" Target="../media/image4956.png" /><Relationship Id="rId950" Type="http://schemas.openxmlformats.org/officeDocument/2006/relationships/image" Target="../media/image5811.png" /><Relationship Id="rId951" Type="http://schemas.openxmlformats.org/officeDocument/2006/relationships/image" Target="../media/image5812.png" /><Relationship Id="rId952" Type="http://schemas.openxmlformats.org/officeDocument/2006/relationships/image" Target="../media/image5813.png" /><Relationship Id="rId953" Type="http://schemas.openxmlformats.org/officeDocument/2006/relationships/image" Target="../media/image5814.png" /><Relationship Id="rId954" Type="http://schemas.openxmlformats.org/officeDocument/2006/relationships/image" Target="../media/image5815.png" /><Relationship Id="rId955" Type="http://schemas.openxmlformats.org/officeDocument/2006/relationships/image" Target="../media/image5816.png" /><Relationship Id="rId956" Type="http://schemas.openxmlformats.org/officeDocument/2006/relationships/image" Target="../media/image5817.png" /><Relationship Id="rId957" Type="http://schemas.openxmlformats.org/officeDocument/2006/relationships/image" Target="../media/image5818.png" /><Relationship Id="rId958" Type="http://schemas.openxmlformats.org/officeDocument/2006/relationships/image" Target="../media/image5819.png" /><Relationship Id="rId959" Type="http://schemas.openxmlformats.org/officeDocument/2006/relationships/image" Target="../media/image5820.png" /><Relationship Id="rId96" Type="http://schemas.openxmlformats.org/officeDocument/2006/relationships/image" Target="../media/image4957.png" /><Relationship Id="rId960" Type="http://schemas.openxmlformats.org/officeDocument/2006/relationships/image" Target="../media/image5821.png" /><Relationship Id="rId961" Type="http://schemas.openxmlformats.org/officeDocument/2006/relationships/image" Target="../media/image5822.png" /><Relationship Id="rId962" Type="http://schemas.openxmlformats.org/officeDocument/2006/relationships/image" Target="../media/image5823.png" /><Relationship Id="rId963" Type="http://schemas.openxmlformats.org/officeDocument/2006/relationships/image" Target="../media/image5824.png" /><Relationship Id="rId964" Type="http://schemas.openxmlformats.org/officeDocument/2006/relationships/image" Target="../media/image5825.png" /><Relationship Id="rId965" Type="http://schemas.openxmlformats.org/officeDocument/2006/relationships/image" Target="../media/image5826.png" /><Relationship Id="rId966" Type="http://schemas.openxmlformats.org/officeDocument/2006/relationships/image" Target="../media/image5827.png" /><Relationship Id="rId967" Type="http://schemas.openxmlformats.org/officeDocument/2006/relationships/image" Target="../media/image5828.png" /><Relationship Id="rId968" Type="http://schemas.openxmlformats.org/officeDocument/2006/relationships/image" Target="../media/image5829.png" /><Relationship Id="rId969" Type="http://schemas.openxmlformats.org/officeDocument/2006/relationships/image" Target="../media/image5830.png" /><Relationship Id="rId97" Type="http://schemas.openxmlformats.org/officeDocument/2006/relationships/image" Target="../media/image4958.png" /><Relationship Id="rId970" Type="http://schemas.openxmlformats.org/officeDocument/2006/relationships/image" Target="../media/image5831.png" /><Relationship Id="rId971" Type="http://schemas.openxmlformats.org/officeDocument/2006/relationships/image" Target="../media/image5832.png" /><Relationship Id="rId972" Type="http://schemas.openxmlformats.org/officeDocument/2006/relationships/image" Target="../media/image5833.png" /><Relationship Id="rId973" Type="http://schemas.openxmlformats.org/officeDocument/2006/relationships/image" Target="../media/image5834.png" /><Relationship Id="rId974" Type="http://schemas.openxmlformats.org/officeDocument/2006/relationships/image" Target="../media/image5835.png" /><Relationship Id="rId975" Type="http://schemas.openxmlformats.org/officeDocument/2006/relationships/image" Target="../media/image5836.png" /><Relationship Id="rId976" Type="http://schemas.openxmlformats.org/officeDocument/2006/relationships/image" Target="../media/image5837.png" /><Relationship Id="rId977" Type="http://schemas.openxmlformats.org/officeDocument/2006/relationships/image" Target="../media/image5838.png" /><Relationship Id="rId978" Type="http://schemas.openxmlformats.org/officeDocument/2006/relationships/image" Target="../media/image5839.png" /><Relationship Id="rId979" Type="http://schemas.openxmlformats.org/officeDocument/2006/relationships/image" Target="../media/image5840.png" /><Relationship Id="rId98" Type="http://schemas.openxmlformats.org/officeDocument/2006/relationships/image" Target="../media/image4959.png" /><Relationship Id="rId980" Type="http://schemas.openxmlformats.org/officeDocument/2006/relationships/image" Target="../media/image5841.png" /><Relationship Id="rId981" Type="http://schemas.openxmlformats.org/officeDocument/2006/relationships/image" Target="../media/image5842.png" /><Relationship Id="rId982" Type="http://schemas.openxmlformats.org/officeDocument/2006/relationships/image" Target="../media/image5843.png" /><Relationship Id="rId983" Type="http://schemas.openxmlformats.org/officeDocument/2006/relationships/image" Target="../media/image5844.png" /><Relationship Id="rId984" Type="http://schemas.openxmlformats.org/officeDocument/2006/relationships/image" Target="../media/image5845.png" /><Relationship Id="rId985" Type="http://schemas.openxmlformats.org/officeDocument/2006/relationships/image" Target="../media/image5846.png" /><Relationship Id="rId986" Type="http://schemas.openxmlformats.org/officeDocument/2006/relationships/image" Target="../media/image5847.png" /><Relationship Id="rId987" Type="http://schemas.openxmlformats.org/officeDocument/2006/relationships/image" Target="../media/image5848.png" /><Relationship Id="rId988" Type="http://schemas.openxmlformats.org/officeDocument/2006/relationships/image" Target="../media/image5849.png" /><Relationship Id="rId989" Type="http://schemas.openxmlformats.org/officeDocument/2006/relationships/image" Target="../media/image5850.png" /><Relationship Id="rId99" Type="http://schemas.openxmlformats.org/officeDocument/2006/relationships/image" Target="../media/image4960.png" /><Relationship Id="rId990" Type="http://schemas.openxmlformats.org/officeDocument/2006/relationships/image" Target="../media/image5851.png" /><Relationship Id="rId991" Type="http://schemas.openxmlformats.org/officeDocument/2006/relationships/image" Target="../media/image5852.png" /><Relationship Id="rId992" Type="http://schemas.openxmlformats.org/officeDocument/2006/relationships/image" Target="../media/image5853.png" /><Relationship Id="rId993" Type="http://schemas.openxmlformats.org/officeDocument/2006/relationships/image" Target="../media/image5854.png" /><Relationship Id="rId994" Type="http://schemas.openxmlformats.org/officeDocument/2006/relationships/image" Target="../media/image5855.png" /><Relationship Id="rId995" Type="http://schemas.openxmlformats.org/officeDocument/2006/relationships/image" Target="../media/image5856.png" /><Relationship Id="rId996" Type="http://schemas.openxmlformats.org/officeDocument/2006/relationships/image" Target="../media/image5857.png" /><Relationship Id="rId997" Type="http://schemas.openxmlformats.org/officeDocument/2006/relationships/image" Target="../media/image5858.png" /><Relationship Id="rId998" Type="http://schemas.openxmlformats.org/officeDocument/2006/relationships/image" Target="../media/image5859.png" /><Relationship Id="rId999" Type="http://schemas.openxmlformats.org/officeDocument/2006/relationships/image" Target="../media/image5860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image" Target="../media/image6554.png" /><Relationship Id="rId100" Type="http://schemas.openxmlformats.org/officeDocument/2006/relationships/image" Target="../media/image6644.png" /><Relationship Id="rId101" Type="http://schemas.openxmlformats.org/officeDocument/2006/relationships/image" Target="../media/image6645.png" /><Relationship Id="rId102" Type="http://schemas.openxmlformats.org/officeDocument/2006/relationships/image" Target="../media/image6646.png" /><Relationship Id="rId103" Type="http://schemas.openxmlformats.org/officeDocument/2006/relationships/image" Target="../media/image6647.png" /><Relationship Id="rId104" Type="http://schemas.openxmlformats.org/officeDocument/2006/relationships/image" Target="../media/image6648.png" /><Relationship Id="rId105" Type="http://schemas.openxmlformats.org/officeDocument/2006/relationships/image" Target="../media/image6649.png" /><Relationship Id="rId106" Type="http://schemas.openxmlformats.org/officeDocument/2006/relationships/image" Target="../media/image6650.png" /><Relationship Id="rId107" Type="http://schemas.openxmlformats.org/officeDocument/2006/relationships/image" Target="../media/image6651.png" /><Relationship Id="rId108" Type="http://schemas.openxmlformats.org/officeDocument/2006/relationships/image" Target="../media/image6652.png" /><Relationship Id="rId109" Type="http://schemas.openxmlformats.org/officeDocument/2006/relationships/image" Target="../media/image6653.png" /><Relationship Id="rId11" Type="http://schemas.openxmlformats.org/officeDocument/2006/relationships/image" Target="../media/image6555.png" /><Relationship Id="rId110" Type="http://schemas.openxmlformats.org/officeDocument/2006/relationships/image" Target="../media/image6654.png" /><Relationship Id="rId111" Type="http://schemas.openxmlformats.org/officeDocument/2006/relationships/image" Target="../media/image6655.png" /><Relationship Id="rId112" Type="http://schemas.openxmlformats.org/officeDocument/2006/relationships/image" Target="../media/image6656.png" /><Relationship Id="rId113" Type="http://schemas.openxmlformats.org/officeDocument/2006/relationships/image" Target="../media/image6657.png" /><Relationship Id="rId114" Type="http://schemas.openxmlformats.org/officeDocument/2006/relationships/image" Target="../media/image6658.png" /><Relationship Id="rId115" Type="http://schemas.openxmlformats.org/officeDocument/2006/relationships/image" Target="../media/image6659.png" /><Relationship Id="rId116" Type="http://schemas.openxmlformats.org/officeDocument/2006/relationships/image" Target="../media/image6660.png" /><Relationship Id="rId117" Type="http://schemas.openxmlformats.org/officeDocument/2006/relationships/image" Target="../media/image6661.png" /><Relationship Id="rId118" Type="http://schemas.openxmlformats.org/officeDocument/2006/relationships/image" Target="../media/image6662.png" /><Relationship Id="rId119" Type="http://schemas.openxmlformats.org/officeDocument/2006/relationships/image" Target="../media/image6663.png" /><Relationship Id="rId12" Type="http://schemas.openxmlformats.org/officeDocument/2006/relationships/image" Target="../media/image6556.png" /><Relationship Id="rId120" Type="http://schemas.openxmlformats.org/officeDocument/2006/relationships/image" Target="../media/image6664.png" /><Relationship Id="rId121" Type="http://schemas.openxmlformats.org/officeDocument/2006/relationships/image" Target="../media/image6665.png" /><Relationship Id="rId122" Type="http://schemas.openxmlformats.org/officeDocument/2006/relationships/image" Target="../media/image6666.png" /><Relationship Id="rId123" Type="http://schemas.openxmlformats.org/officeDocument/2006/relationships/image" Target="../media/image6667.png" /><Relationship Id="rId124" Type="http://schemas.openxmlformats.org/officeDocument/2006/relationships/image" Target="../media/image6668.png" /><Relationship Id="rId125" Type="http://schemas.openxmlformats.org/officeDocument/2006/relationships/image" Target="../media/image6669.png" /><Relationship Id="rId126" Type="http://schemas.openxmlformats.org/officeDocument/2006/relationships/image" Target="../media/image6670.png" /><Relationship Id="rId127" Type="http://schemas.openxmlformats.org/officeDocument/2006/relationships/image" Target="../media/image6671.png" /><Relationship Id="rId128" Type="http://schemas.openxmlformats.org/officeDocument/2006/relationships/image" Target="../media/image6672.png" /><Relationship Id="rId129" Type="http://schemas.openxmlformats.org/officeDocument/2006/relationships/image" Target="../media/image6673.png" /><Relationship Id="rId13" Type="http://schemas.openxmlformats.org/officeDocument/2006/relationships/image" Target="../media/image6557.png" /><Relationship Id="rId130" Type="http://schemas.openxmlformats.org/officeDocument/2006/relationships/image" Target="../media/image6674.png" /><Relationship Id="rId131" Type="http://schemas.openxmlformats.org/officeDocument/2006/relationships/image" Target="../media/image6675.png" /><Relationship Id="rId132" Type="http://schemas.openxmlformats.org/officeDocument/2006/relationships/image" Target="../media/image6676.png" /><Relationship Id="rId133" Type="http://schemas.openxmlformats.org/officeDocument/2006/relationships/image" Target="../media/image6677.png" /><Relationship Id="rId134" Type="http://schemas.openxmlformats.org/officeDocument/2006/relationships/image" Target="../media/image6678.png" /><Relationship Id="rId135" Type="http://schemas.openxmlformats.org/officeDocument/2006/relationships/image" Target="../media/image6679.png" /><Relationship Id="rId136" Type="http://schemas.openxmlformats.org/officeDocument/2006/relationships/image" Target="../media/image6680.png" /><Relationship Id="rId137" Type="http://schemas.openxmlformats.org/officeDocument/2006/relationships/image" Target="../media/image6681.png" /><Relationship Id="rId138" Type="http://schemas.openxmlformats.org/officeDocument/2006/relationships/image" Target="../media/image6682.png" /><Relationship Id="rId139" Type="http://schemas.openxmlformats.org/officeDocument/2006/relationships/image" Target="../media/image6683.png" /><Relationship Id="rId14" Type="http://schemas.openxmlformats.org/officeDocument/2006/relationships/image" Target="../media/image6558.png" /><Relationship Id="rId140" Type="http://schemas.openxmlformats.org/officeDocument/2006/relationships/image" Target="../media/image6684.png" /><Relationship Id="rId141" Type="http://schemas.openxmlformats.org/officeDocument/2006/relationships/image" Target="../media/image6685.png" /><Relationship Id="rId142" Type="http://schemas.openxmlformats.org/officeDocument/2006/relationships/image" Target="../media/image6686.png" /><Relationship Id="rId143" Type="http://schemas.openxmlformats.org/officeDocument/2006/relationships/image" Target="../media/image6687.png" /><Relationship Id="rId144" Type="http://schemas.openxmlformats.org/officeDocument/2006/relationships/image" Target="../media/image6688.png" /><Relationship Id="rId145" Type="http://schemas.openxmlformats.org/officeDocument/2006/relationships/image" Target="../media/image6689.png" /><Relationship Id="rId146" Type="http://schemas.openxmlformats.org/officeDocument/2006/relationships/image" Target="../media/image6690.png" /><Relationship Id="rId147" Type="http://schemas.openxmlformats.org/officeDocument/2006/relationships/image" Target="../media/image6691.png" /><Relationship Id="rId148" Type="http://schemas.openxmlformats.org/officeDocument/2006/relationships/image" Target="../media/image6692.png" /><Relationship Id="rId149" Type="http://schemas.openxmlformats.org/officeDocument/2006/relationships/image" Target="../media/image6693.png" /><Relationship Id="rId15" Type="http://schemas.openxmlformats.org/officeDocument/2006/relationships/image" Target="../media/image6559.png" /><Relationship Id="rId150" Type="http://schemas.openxmlformats.org/officeDocument/2006/relationships/image" Target="../media/image6694.png" /><Relationship Id="rId151" Type="http://schemas.openxmlformats.org/officeDocument/2006/relationships/image" Target="../media/image6695.png" /><Relationship Id="rId152" Type="http://schemas.openxmlformats.org/officeDocument/2006/relationships/image" Target="../media/image6696.png" /><Relationship Id="rId153" Type="http://schemas.openxmlformats.org/officeDocument/2006/relationships/image" Target="../media/image6697.png" /><Relationship Id="rId154" Type="http://schemas.openxmlformats.org/officeDocument/2006/relationships/image" Target="../media/image6698.png" /><Relationship Id="rId155" Type="http://schemas.openxmlformats.org/officeDocument/2006/relationships/image" Target="../media/image6699.png" /><Relationship Id="rId156" Type="http://schemas.openxmlformats.org/officeDocument/2006/relationships/image" Target="../media/image6700.png" /><Relationship Id="rId157" Type="http://schemas.openxmlformats.org/officeDocument/2006/relationships/image" Target="../media/image6701.png" /><Relationship Id="rId158" Type="http://schemas.openxmlformats.org/officeDocument/2006/relationships/image" Target="../media/image6702.png" /><Relationship Id="rId159" Type="http://schemas.openxmlformats.org/officeDocument/2006/relationships/image" Target="../media/image6703.png" /><Relationship Id="rId16" Type="http://schemas.openxmlformats.org/officeDocument/2006/relationships/image" Target="../media/image6560.png" /><Relationship Id="rId160" Type="http://schemas.openxmlformats.org/officeDocument/2006/relationships/image" Target="../media/image6704.png" /><Relationship Id="rId161" Type="http://schemas.openxmlformats.org/officeDocument/2006/relationships/image" Target="../media/image6705.png" /><Relationship Id="rId162" Type="http://schemas.openxmlformats.org/officeDocument/2006/relationships/image" Target="../media/image6706.png" /><Relationship Id="rId163" Type="http://schemas.openxmlformats.org/officeDocument/2006/relationships/image" Target="../media/image6707.png" /><Relationship Id="rId164" Type="http://schemas.openxmlformats.org/officeDocument/2006/relationships/image" Target="../media/image6708.png" /><Relationship Id="rId165" Type="http://schemas.openxmlformats.org/officeDocument/2006/relationships/image" Target="../media/image6709.png" /><Relationship Id="rId166" Type="http://schemas.openxmlformats.org/officeDocument/2006/relationships/image" Target="../media/image6710.png" /><Relationship Id="rId167" Type="http://schemas.openxmlformats.org/officeDocument/2006/relationships/image" Target="../media/image6711.png" /><Relationship Id="rId168" Type="http://schemas.openxmlformats.org/officeDocument/2006/relationships/image" Target="../media/image6712.png" /><Relationship Id="rId169" Type="http://schemas.openxmlformats.org/officeDocument/2006/relationships/image" Target="../media/image6713.png" /><Relationship Id="rId17" Type="http://schemas.openxmlformats.org/officeDocument/2006/relationships/image" Target="../media/image6561.png" /><Relationship Id="rId170" Type="http://schemas.openxmlformats.org/officeDocument/2006/relationships/image" Target="../media/image6714.png" /><Relationship Id="rId171" Type="http://schemas.openxmlformats.org/officeDocument/2006/relationships/image" Target="../media/image6715.png" /><Relationship Id="rId172" Type="http://schemas.openxmlformats.org/officeDocument/2006/relationships/image" Target="../media/image6716.png" /><Relationship Id="rId173" Type="http://schemas.openxmlformats.org/officeDocument/2006/relationships/image" Target="../media/image6717.png" /><Relationship Id="rId174" Type="http://schemas.openxmlformats.org/officeDocument/2006/relationships/image" Target="../media/image6718.png" /><Relationship Id="rId175" Type="http://schemas.openxmlformats.org/officeDocument/2006/relationships/image" Target="../media/image6719.png" /><Relationship Id="rId176" Type="http://schemas.openxmlformats.org/officeDocument/2006/relationships/image" Target="../media/image6720.png" /><Relationship Id="rId177" Type="http://schemas.openxmlformats.org/officeDocument/2006/relationships/image" Target="../media/image6721.png" /><Relationship Id="rId178" Type="http://schemas.openxmlformats.org/officeDocument/2006/relationships/image" Target="../media/image6722.png" /><Relationship Id="rId179" Type="http://schemas.openxmlformats.org/officeDocument/2006/relationships/image" Target="../media/image6723.png" /><Relationship Id="rId18" Type="http://schemas.openxmlformats.org/officeDocument/2006/relationships/image" Target="../media/image6562.png" /><Relationship Id="rId180" Type="http://schemas.openxmlformats.org/officeDocument/2006/relationships/image" Target="../media/image6724.png" /><Relationship Id="rId181" Type="http://schemas.openxmlformats.org/officeDocument/2006/relationships/image" Target="../media/image6725.png" /><Relationship Id="rId182" Type="http://schemas.openxmlformats.org/officeDocument/2006/relationships/image" Target="../media/image6726.png" /><Relationship Id="rId183" Type="http://schemas.openxmlformats.org/officeDocument/2006/relationships/image" Target="../media/image6727.png" /><Relationship Id="rId184" Type="http://schemas.openxmlformats.org/officeDocument/2006/relationships/image" Target="../media/image6728.png" /><Relationship Id="rId185" Type="http://schemas.openxmlformats.org/officeDocument/2006/relationships/image" Target="../media/image6729.png" /><Relationship Id="rId186" Type="http://schemas.openxmlformats.org/officeDocument/2006/relationships/image" Target="../media/image6730.png" /><Relationship Id="rId187" Type="http://schemas.openxmlformats.org/officeDocument/2006/relationships/image" Target="../media/image6731.png" /><Relationship Id="rId188" Type="http://schemas.openxmlformats.org/officeDocument/2006/relationships/image" Target="../media/image6732.png" /><Relationship Id="rId189" Type="http://schemas.openxmlformats.org/officeDocument/2006/relationships/image" Target="../media/image6733.png" /><Relationship Id="rId19" Type="http://schemas.openxmlformats.org/officeDocument/2006/relationships/image" Target="../media/image6563.png" /><Relationship Id="rId190" Type="http://schemas.openxmlformats.org/officeDocument/2006/relationships/image" Target="../media/image6734.png" /><Relationship Id="rId191" Type="http://schemas.openxmlformats.org/officeDocument/2006/relationships/image" Target="../media/image6735.png" /><Relationship Id="rId192" Type="http://schemas.openxmlformats.org/officeDocument/2006/relationships/image" Target="../media/image6736.png" /><Relationship Id="rId193" Type="http://schemas.openxmlformats.org/officeDocument/2006/relationships/image" Target="../media/image6737.png" /><Relationship Id="rId194" Type="http://schemas.openxmlformats.org/officeDocument/2006/relationships/image" Target="../media/image6738.png" /><Relationship Id="rId195" Type="http://schemas.openxmlformats.org/officeDocument/2006/relationships/image" Target="../media/image6739.png" /><Relationship Id="rId196" Type="http://schemas.openxmlformats.org/officeDocument/2006/relationships/image" Target="../media/image6740.png" /><Relationship Id="rId197" Type="http://schemas.openxmlformats.org/officeDocument/2006/relationships/image" Target="../media/image6741.png" /><Relationship Id="rId198" Type="http://schemas.openxmlformats.org/officeDocument/2006/relationships/image" Target="../media/image6742.png" /><Relationship Id="rId199" Type="http://schemas.openxmlformats.org/officeDocument/2006/relationships/image" Target="../media/image6743.png" /><Relationship Id="rId2" Type="http://schemas.openxmlformats.org/officeDocument/2006/relationships/image" Target="../media/image6546.png" /><Relationship Id="rId20" Type="http://schemas.openxmlformats.org/officeDocument/2006/relationships/image" Target="../media/image6564.png" /><Relationship Id="rId200" Type="http://schemas.openxmlformats.org/officeDocument/2006/relationships/image" Target="../media/image6744.png" /><Relationship Id="rId201" Type="http://schemas.openxmlformats.org/officeDocument/2006/relationships/image" Target="../media/image6745.png" /><Relationship Id="rId202" Type="http://schemas.openxmlformats.org/officeDocument/2006/relationships/image" Target="../media/image6746.png" /><Relationship Id="rId203" Type="http://schemas.openxmlformats.org/officeDocument/2006/relationships/image" Target="../media/image6747.png" /><Relationship Id="rId204" Type="http://schemas.openxmlformats.org/officeDocument/2006/relationships/image" Target="../media/image6748.png" /><Relationship Id="rId205" Type="http://schemas.openxmlformats.org/officeDocument/2006/relationships/image" Target="../media/image6749.png" /><Relationship Id="rId206" Type="http://schemas.openxmlformats.org/officeDocument/2006/relationships/image" Target="../media/image6750.png" /><Relationship Id="rId207" Type="http://schemas.openxmlformats.org/officeDocument/2006/relationships/image" Target="../media/image6751.png" /><Relationship Id="rId208" Type="http://schemas.openxmlformats.org/officeDocument/2006/relationships/image" Target="../media/image6752.png" /><Relationship Id="rId209" Type="http://schemas.openxmlformats.org/officeDocument/2006/relationships/image" Target="../media/image6753.png" /><Relationship Id="rId21" Type="http://schemas.openxmlformats.org/officeDocument/2006/relationships/image" Target="../media/image6565.png" /><Relationship Id="rId210" Type="http://schemas.openxmlformats.org/officeDocument/2006/relationships/image" Target="../media/image6754.png" /><Relationship Id="rId211" Type="http://schemas.openxmlformats.org/officeDocument/2006/relationships/image" Target="../media/image6755.png" /><Relationship Id="rId212" Type="http://schemas.openxmlformats.org/officeDocument/2006/relationships/image" Target="../media/image6756.png" /><Relationship Id="rId213" Type="http://schemas.openxmlformats.org/officeDocument/2006/relationships/image" Target="../media/image6757.png" /><Relationship Id="rId214" Type="http://schemas.openxmlformats.org/officeDocument/2006/relationships/image" Target="../media/image6758.png" /><Relationship Id="rId215" Type="http://schemas.openxmlformats.org/officeDocument/2006/relationships/image" Target="../media/image6759.png" /><Relationship Id="rId216" Type="http://schemas.openxmlformats.org/officeDocument/2006/relationships/image" Target="../media/image6760.png" /><Relationship Id="rId217" Type="http://schemas.openxmlformats.org/officeDocument/2006/relationships/image" Target="../media/image6761.png" /><Relationship Id="rId218" Type="http://schemas.openxmlformats.org/officeDocument/2006/relationships/image" Target="../media/image6762.png" /><Relationship Id="rId219" Type="http://schemas.openxmlformats.org/officeDocument/2006/relationships/image" Target="../media/image6763.png" /><Relationship Id="rId22" Type="http://schemas.openxmlformats.org/officeDocument/2006/relationships/image" Target="../media/image6566.png" /><Relationship Id="rId220" Type="http://schemas.openxmlformats.org/officeDocument/2006/relationships/image" Target="../media/image6764.png" /><Relationship Id="rId221" Type="http://schemas.openxmlformats.org/officeDocument/2006/relationships/image" Target="../media/image6765.png" /><Relationship Id="rId222" Type="http://schemas.openxmlformats.org/officeDocument/2006/relationships/image" Target="../media/image6766.png" /><Relationship Id="rId223" Type="http://schemas.openxmlformats.org/officeDocument/2006/relationships/image" Target="../media/image6767.png" /><Relationship Id="rId224" Type="http://schemas.openxmlformats.org/officeDocument/2006/relationships/image" Target="../media/image6768.png" /><Relationship Id="rId225" Type="http://schemas.openxmlformats.org/officeDocument/2006/relationships/image" Target="../media/image6769.png" /><Relationship Id="rId226" Type="http://schemas.openxmlformats.org/officeDocument/2006/relationships/image" Target="../media/image6770.png" /><Relationship Id="rId227" Type="http://schemas.openxmlformats.org/officeDocument/2006/relationships/image" Target="../media/image6771.png" /><Relationship Id="rId228" Type="http://schemas.openxmlformats.org/officeDocument/2006/relationships/image" Target="../media/image6772.png" /><Relationship Id="rId229" Type="http://schemas.openxmlformats.org/officeDocument/2006/relationships/image" Target="../media/image6773.png" /><Relationship Id="rId23" Type="http://schemas.openxmlformats.org/officeDocument/2006/relationships/image" Target="../media/image6567.png" /><Relationship Id="rId230" Type="http://schemas.openxmlformats.org/officeDocument/2006/relationships/image" Target="../media/image6774.png" /><Relationship Id="rId231" Type="http://schemas.openxmlformats.org/officeDocument/2006/relationships/image" Target="../media/image6775.png" /><Relationship Id="rId232" Type="http://schemas.openxmlformats.org/officeDocument/2006/relationships/image" Target="../media/image6776.png" /><Relationship Id="rId233" Type="http://schemas.openxmlformats.org/officeDocument/2006/relationships/image" Target="../media/image6777.png" /><Relationship Id="rId234" Type="http://schemas.openxmlformats.org/officeDocument/2006/relationships/image" Target="../media/image6778.png" /><Relationship Id="rId235" Type="http://schemas.openxmlformats.org/officeDocument/2006/relationships/image" Target="../media/image6779.png" /><Relationship Id="rId236" Type="http://schemas.openxmlformats.org/officeDocument/2006/relationships/image" Target="../media/image6780.png" /><Relationship Id="rId237" Type="http://schemas.openxmlformats.org/officeDocument/2006/relationships/image" Target="../media/image6781.png" /><Relationship Id="rId238" Type="http://schemas.openxmlformats.org/officeDocument/2006/relationships/image" Target="../media/image6782.png" /><Relationship Id="rId239" Type="http://schemas.openxmlformats.org/officeDocument/2006/relationships/image" Target="../media/image6783.png" /><Relationship Id="rId24" Type="http://schemas.openxmlformats.org/officeDocument/2006/relationships/image" Target="../media/image6568.png" /><Relationship Id="rId240" Type="http://schemas.openxmlformats.org/officeDocument/2006/relationships/image" Target="../media/image6784.png" /><Relationship Id="rId241" Type="http://schemas.openxmlformats.org/officeDocument/2006/relationships/image" Target="../media/image6785.png" /><Relationship Id="rId242" Type="http://schemas.openxmlformats.org/officeDocument/2006/relationships/image" Target="../media/image6786.png" /><Relationship Id="rId243" Type="http://schemas.openxmlformats.org/officeDocument/2006/relationships/image" Target="../media/image6787.png" /><Relationship Id="rId244" Type="http://schemas.openxmlformats.org/officeDocument/2006/relationships/image" Target="../media/image6788.png" /><Relationship Id="rId245" Type="http://schemas.openxmlformats.org/officeDocument/2006/relationships/image" Target="../media/image6789.png" /><Relationship Id="rId246" Type="http://schemas.openxmlformats.org/officeDocument/2006/relationships/image" Target="../media/image6790.png" /><Relationship Id="rId247" Type="http://schemas.openxmlformats.org/officeDocument/2006/relationships/image" Target="../media/image6791.png" /><Relationship Id="rId248" Type="http://schemas.openxmlformats.org/officeDocument/2006/relationships/image" Target="../media/image6792.png" /><Relationship Id="rId249" Type="http://schemas.openxmlformats.org/officeDocument/2006/relationships/image" Target="../media/image6793.png" /><Relationship Id="rId25" Type="http://schemas.openxmlformats.org/officeDocument/2006/relationships/image" Target="../media/image6569.png" /><Relationship Id="rId250" Type="http://schemas.openxmlformats.org/officeDocument/2006/relationships/image" Target="../media/image6794.png" /><Relationship Id="rId251" Type="http://schemas.openxmlformats.org/officeDocument/2006/relationships/image" Target="../media/image6795.png" /><Relationship Id="rId252" Type="http://schemas.openxmlformats.org/officeDocument/2006/relationships/image" Target="../media/image6796.png" /><Relationship Id="rId253" Type="http://schemas.openxmlformats.org/officeDocument/2006/relationships/image" Target="../media/image6797.png" /><Relationship Id="rId254" Type="http://schemas.openxmlformats.org/officeDocument/2006/relationships/image" Target="../media/image6798.png" /><Relationship Id="rId255" Type="http://schemas.openxmlformats.org/officeDocument/2006/relationships/image" Target="../media/image6799.png" /><Relationship Id="rId256" Type="http://schemas.openxmlformats.org/officeDocument/2006/relationships/image" Target="../media/image6800.png" /><Relationship Id="rId257" Type="http://schemas.openxmlformats.org/officeDocument/2006/relationships/image" Target="../media/image6801.png" /><Relationship Id="rId258" Type="http://schemas.openxmlformats.org/officeDocument/2006/relationships/image" Target="../media/image6802.png" /><Relationship Id="rId259" Type="http://schemas.openxmlformats.org/officeDocument/2006/relationships/image" Target="../media/image6803.png" /><Relationship Id="rId26" Type="http://schemas.openxmlformats.org/officeDocument/2006/relationships/image" Target="../media/image6570.png" /><Relationship Id="rId260" Type="http://schemas.openxmlformats.org/officeDocument/2006/relationships/image" Target="../media/image6804.png" /><Relationship Id="rId261" Type="http://schemas.openxmlformats.org/officeDocument/2006/relationships/image" Target="../media/image6805.png" /><Relationship Id="rId262" Type="http://schemas.openxmlformats.org/officeDocument/2006/relationships/image" Target="../media/image6806.png" /><Relationship Id="rId263" Type="http://schemas.openxmlformats.org/officeDocument/2006/relationships/image" Target="../media/image6807.png" /><Relationship Id="rId264" Type="http://schemas.openxmlformats.org/officeDocument/2006/relationships/image" Target="../media/image6808.png" /><Relationship Id="rId265" Type="http://schemas.openxmlformats.org/officeDocument/2006/relationships/image" Target="../media/image6809.png" /><Relationship Id="rId266" Type="http://schemas.openxmlformats.org/officeDocument/2006/relationships/image" Target="../media/image6810.png" /><Relationship Id="rId267" Type="http://schemas.openxmlformats.org/officeDocument/2006/relationships/image" Target="../media/image6811.png" /><Relationship Id="rId268" Type="http://schemas.openxmlformats.org/officeDocument/2006/relationships/image" Target="../media/image6812.png" /><Relationship Id="rId269" Type="http://schemas.openxmlformats.org/officeDocument/2006/relationships/image" Target="../media/image6813.png" /><Relationship Id="rId27" Type="http://schemas.openxmlformats.org/officeDocument/2006/relationships/image" Target="../media/image6571.png" /><Relationship Id="rId270" Type="http://schemas.openxmlformats.org/officeDocument/2006/relationships/image" Target="../media/image6814.png" /><Relationship Id="rId271" Type="http://schemas.openxmlformats.org/officeDocument/2006/relationships/image" Target="../media/image6815.png" /><Relationship Id="rId272" Type="http://schemas.openxmlformats.org/officeDocument/2006/relationships/image" Target="../media/image6816.png" /><Relationship Id="rId273" Type="http://schemas.openxmlformats.org/officeDocument/2006/relationships/image" Target="../media/image6817.png" /><Relationship Id="rId274" Type="http://schemas.openxmlformats.org/officeDocument/2006/relationships/image" Target="../media/image6818.png" /><Relationship Id="rId275" Type="http://schemas.openxmlformats.org/officeDocument/2006/relationships/image" Target="../media/image6819.png" /><Relationship Id="rId276" Type="http://schemas.openxmlformats.org/officeDocument/2006/relationships/image" Target="../media/image6820.png" /><Relationship Id="rId277" Type="http://schemas.openxmlformats.org/officeDocument/2006/relationships/image" Target="../media/image6821.png" /><Relationship Id="rId278" Type="http://schemas.openxmlformats.org/officeDocument/2006/relationships/image" Target="../media/image6822.png" /><Relationship Id="rId279" Type="http://schemas.openxmlformats.org/officeDocument/2006/relationships/image" Target="../media/image6823.png" /><Relationship Id="rId28" Type="http://schemas.openxmlformats.org/officeDocument/2006/relationships/image" Target="../media/image6572.png" /><Relationship Id="rId280" Type="http://schemas.openxmlformats.org/officeDocument/2006/relationships/image" Target="../media/image6824.png" /><Relationship Id="rId281" Type="http://schemas.openxmlformats.org/officeDocument/2006/relationships/image" Target="../media/image6825.png" /><Relationship Id="rId282" Type="http://schemas.openxmlformats.org/officeDocument/2006/relationships/image" Target="../media/image6826.png" /><Relationship Id="rId283" Type="http://schemas.openxmlformats.org/officeDocument/2006/relationships/image" Target="../media/image6827.png" /><Relationship Id="rId284" Type="http://schemas.openxmlformats.org/officeDocument/2006/relationships/image" Target="../media/image6828.png" /><Relationship Id="rId285" Type="http://schemas.openxmlformats.org/officeDocument/2006/relationships/image" Target="../media/image6829.png" /><Relationship Id="rId286" Type="http://schemas.openxmlformats.org/officeDocument/2006/relationships/image" Target="../media/image6830.png" /><Relationship Id="rId287" Type="http://schemas.openxmlformats.org/officeDocument/2006/relationships/image" Target="../media/image6831.png" /><Relationship Id="rId288" Type="http://schemas.openxmlformats.org/officeDocument/2006/relationships/image" Target="../media/image6832.png" /><Relationship Id="rId289" Type="http://schemas.openxmlformats.org/officeDocument/2006/relationships/image" Target="../media/image6833.png" /><Relationship Id="rId29" Type="http://schemas.openxmlformats.org/officeDocument/2006/relationships/image" Target="../media/image6573.png" /><Relationship Id="rId290" Type="http://schemas.openxmlformats.org/officeDocument/2006/relationships/image" Target="../media/image6834.png" /><Relationship Id="rId291" Type="http://schemas.openxmlformats.org/officeDocument/2006/relationships/image" Target="../media/image6835.png" /><Relationship Id="rId292" Type="http://schemas.openxmlformats.org/officeDocument/2006/relationships/image" Target="../media/image6836.png" /><Relationship Id="rId293" Type="http://schemas.openxmlformats.org/officeDocument/2006/relationships/image" Target="../media/image6837.png" /><Relationship Id="rId294" Type="http://schemas.openxmlformats.org/officeDocument/2006/relationships/image" Target="../media/image6838.png" /><Relationship Id="rId295" Type="http://schemas.openxmlformats.org/officeDocument/2006/relationships/image" Target="../media/image6839.png" /><Relationship Id="rId296" Type="http://schemas.openxmlformats.org/officeDocument/2006/relationships/image" Target="../media/image6840.png" /><Relationship Id="rId297" Type="http://schemas.openxmlformats.org/officeDocument/2006/relationships/image" Target="../media/image6841.png" /><Relationship Id="rId298" Type="http://schemas.openxmlformats.org/officeDocument/2006/relationships/image" Target="../media/image6842.png" /><Relationship Id="rId299" Type="http://schemas.openxmlformats.org/officeDocument/2006/relationships/image" Target="../media/image6843.png" /><Relationship Id="rId3" Type="http://schemas.openxmlformats.org/officeDocument/2006/relationships/image" Target="../media/image6547.png" /><Relationship Id="rId30" Type="http://schemas.openxmlformats.org/officeDocument/2006/relationships/image" Target="../media/image6574.png" /><Relationship Id="rId300" Type="http://schemas.openxmlformats.org/officeDocument/2006/relationships/image" Target="../media/image6844.png" /><Relationship Id="rId301" Type="http://schemas.openxmlformats.org/officeDocument/2006/relationships/image" Target="../media/image6845.png" /><Relationship Id="rId302" Type="http://schemas.openxmlformats.org/officeDocument/2006/relationships/image" Target="../media/image6846.png" /><Relationship Id="rId303" Type="http://schemas.openxmlformats.org/officeDocument/2006/relationships/image" Target="../media/image6847.png" /><Relationship Id="rId304" Type="http://schemas.openxmlformats.org/officeDocument/2006/relationships/image" Target="../media/image6848.png" /><Relationship Id="rId305" Type="http://schemas.openxmlformats.org/officeDocument/2006/relationships/image" Target="../media/image6849.png" /><Relationship Id="rId306" Type="http://schemas.openxmlformats.org/officeDocument/2006/relationships/image" Target="../media/image6850.png" /><Relationship Id="rId307" Type="http://schemas.openxmlformats.org/officeDocument/2006/relationships/image" Target="../media/image6851.png" /><Relationship Id="rId308" Type="http://schemas.openxmlformats.org/officeDocument/2006/relationships/image" Target="../media/image6852.png" /><Relationship Id="rId309" Type="http://schemas.openxmlformats.org/officeDocument/2006/relationships/image" Target="../media/image6853.png" /><Relationship Id="rId31" Type="http://schemas.openxmlformats.org/officeDocument/2006/relationships/image" Target="../media/image6575.png" /><Relationship Id="rId310" Type="http://schemas.openxmlformats.org/officeDocument/2006/relationships/image" Target="../media/image6854.png" /><Relationship Id="rId311" Type="http://schemas.openxmlformats.org/officeDocument/2006/relationships/image" Target="../media/image6855.png" /><Relationship Id="rId312" Type="http://schemas.openxmlformats.org/officeDocument/2006/relationships/image" Target="../media/image6856.png" /><Relationship Id="rId313" Type="http://schemas.openxmlformats.org/officeDocument/2006/relationships/image" Target="../media/image6857.png" /><Relationship Id="rId314" Type="http://schemas.openxmlformats.org/officeDocument/2006/relationships/image" Target="../media/image6858.png" /><Relationship Id="rId315" Type="http://schemas.openxmlformats.org/officeDocument/2006/relationships/image" Target="../media/image6859.png" /><Relationship Id="rId316" Type="http://schemas.openxmlformats.org/officeDocument/2006/relationships/image" Target="../media/image6860.png" /><Relationship Id="rId317" Type="http://schemas.openxmlformats.org/officeDocument/2006/relationships/image" Target="../media/image6861.png" /><Relationship Id="rId318" Type="http://schemas.openxmlformats.org/officeDocument/2006/relationships/image" Target="../media/image6862.png" /><Relationship Id="rId319" Type="http://schemas.openxmlformats.org/officeDocument/2006/relationships/image" Target="../media/image6863.png" /><Relationship Id="rId32" Type="http://schemas.openxmlformats.org/officeDocument/2006/relationships/image" Target="../media/image6576.png" /><Relationship Id="rId320" Type="http://schemas.openxmlformats.org/officeDocument/2006/relationships/image" Target="../media/image6864.png" /><Relationship Id="rId321" Type="http://schemas.openxmlformats.org/officeDocument/2006/relationships/image" Target="../media/image6865.png" /><Relationship Id="rId322" Type="http://schemas.openxmlformats.org/officeDocument/2006/relationships/image" Target="../media/image6866.png" /><Relationship Id="rId323" Type="http://schemas.openxmlformats.org/officeDocument/2006/relationships/image" Target="../media/image6867.png" /><Relationship Id="rId324" Type="http://schemas.openxmlformats.org/officeDocument/2006/relationships/image" Target="../media/image6868.png" /><Relationship Id="rId325" Type="http://schemas.openxmlformats.org/officeDocument/2006/relationships/image" Target="../media/image6869.png" /><Relationship Id="rId326" Type="http://schemas.openxmlformats.org/officeDocument/2006/relationships/image" Target="../media/image6870.png" /><Relationship Id="rId327" Type="http://schemas.openxmlformats.org/officeDocument/2006/relationships/image" Target="../media/image6871.png" /><Relationship Id="rId328" Type="http://schemas.openxmlformats.org/officeDocument/2006/relationships/image" Target="../media/image6872.png" /><Relationship Id="rId329" Type="http://schemas.openxmlformats.org/officeDocument/2006/relationships/image" Target="../media/image6873.png" /><Relationship Id="rId33" Type="http://schemas.openxmlformats.org/officeDocument/2006/relationships/image" Target="../media/image6577.png" /><Relationship Id="rId330" Type="http://schemas.openxmlformats.org/officeDocument/2006/relationships/image" Target="../media/image6874.png" /><Relationship Id="rId331" Type="http://schemas.openxmlformats.org/officeDocument/2006/relationships/image" Target="../media/image6875.png" /><Relationship Id="rId332" Type="http://schemas.openxmlformats.org/officeDocument/2006/relationships/image" Target="../media/image6876.png" /><Relationship Id="rId333" Type="http://schemas.openxmlformats.org/officeDocument/2006/relationships/image" Target="../media/image6877.png" /><Relationship Id="rId334" Type="http://schemas.openxmlformats.org/officeDocument/2006/relationships/image" Target="../media/image6878.png" /><Relationship Id="rId335" Type="http://schemas.openxmlformats.org/officeDocument/2006/relationships/image" Target="../media/image6879.png" /><Relationship Id="rId336" Type="http://schemas.openxmlformats.org/officeDocument/2006/relationships/image" Target="../media/image6880.png" /><Relationship Id="rId337" Type="http://schemas.openxmlformats.org/officeDocument/2006/relationships/image" Target="../media/image6881.png" /><Relationship Id="rId338" Type="http://schemas.openxmlformats.org/officeDocument/2006/relationships/image" Target="../media/image6882.png" /><Relationship Id="rId339" Type="http://schemas.openxmlformats.org/officeDocument/2006/relationships/image" Target="../media/image6883.png" /><Relationship Id="rId34" Type="http://schemas.openxmlformats.org/officeDocument/2006/relationships/image" Target="../media/image6578.png" /><Relationship Id="rId340" Type="http://schemas.openxmlformats.org/officeDocument/2006/relationships/image" Target="../media/image6884.png" /><Relationship Id="rId341" Type="http://schemas.openxmlformats.org/officeDocument/2006/relationships/image" Target="../media/image6885.png" /><Relationship Id="rId342" Type="http://schemas.openxmlformats.org/officeDocument/2006/relationships/image" Target="../media/image6886.png" /><Relationship Id="rId343" Type="http://schemas.openxmlformats.org/officeDocument/2006/relationships/image" Target="../media/image6887.png" /><Relationship Id="rId344" Type="http://schemas.openxmlformats.org/officeDocument/2006/relationships/image" Target="../media/image6888.png" /><Relationship Id="rId345" Type="http://schemas.openxmlformats.org/officeDocument/2006/relationships/image" Target="../media/image6889.png" /><Relationship Id="rId346" Type="http://schemas.openxmlformats.org/officeDocument/2006/relationships/image" Target="../media/image6890.png" /><Relationship Id="rId347" Type="http://schemas.openxmlformats.org/officeDocument/2006/relationships/image" Target="../media/image6891.png" /><Relationship Id="rId348" Type="http://schemas.openxmlformats.org/officeDocument/2006/relationships/image" Target="../media/image6892.png" /><Relationship Id="rId349" Type="http://schemas.openxmlformats.org/officeDocument/2006/relationships/image" Target="../media/image6893.png" /><Relationship Id="rId35" Type="http://schemas.openxmlformats.org/officeDocument/2006/relationships/image" Target="../media/image6579.png" /><Relationship Id="rId350" Type="http://schemas.openxmlformats.org/officeDocument/2006/relationships/image" Target="../media/image6894.png" /><Relationship Id="rId351" Type="http://schemas.openxmlformats.org/officeDocument/2006/relationships/image" Target="../media/image6895.png" /><Relationship Id="rId352" Type="http://schemas.openxmlformats.org/officeDocument/2006/relationships/image" Target="../media/image6896.png" /><Relationship Id="rId353" Type="http://schemas.openxmlformats.org/officeDocument/2006/relationships/image" Target="../media/image6897.png" /><Relationship Id="rId354" Type="http://schemas.openxmlformats.org/officeDocument/2006/relationships/image" Target="../media/image6898.png" /><Relationship Id="rId355" Type="http://schemas.openxmlformats.org/officeDocument/2006/relationships/image" Target="../media/image6899.png" /><Relationship Id="rId356" Type="http://schemas.openxmlformats.org/officeDocument/2006/relationships/image" Target="../media/image6900.png" /><Relationship Id="rId357" Type="http://schemas.openxmlformats.org/officeDocument/2006/relationships/image" Target="../media/image6901.png" /><Relationship Id="rId358" Type="http://schemas.openxmlformats.org/officeDocument/2006/relationships/image" Target="../media/image6902.png" /><Relationship Id="rId359" Type="http://schemas.openxmlformats.org/officeDocument/2006/relationships/image" Target="../media/image6903.png" /><Relationship Id="rId36" Type="http://schemas.openxmlformats.org/officeDocument/2006/relationships/image" Target="../media/image6580.png" /><Relationship Id="rId360" Type="http://schemas.openxmlformats.org/officeDocument/2006/relationships/image" Target="../media/image6904.png" /><Relationship Id="rId361" Type="http://schemas.openxmlformats.org/officeDocument/2006/relationships/image" Target="../media/image6905.png" /><Relationship Id="rId362" Type="http://schemas.openxmlformats.org/officeDocument/2006/relationships/image" Target="../media/image6906.png" /><Relationship Id="rId363" Type="http://schemas.openxmlformats.org/officeDocument/2006/relationships/image" Target="../media/image6907.png" /><Relationship Id="rId364" Type="http://schemas.openxmlformats.org/officeDocument/2006/relationships/image" Target="../media/image6908.png" /><Relationship Id="rId365" Type="http://schemas.openxmlformats.org/officeDocument/2006/relationships/image" Target="../media/image6909.png" /><Relationship Id="rId366" Type="http://schemas.openxmlformats.org/officeDocument/2006/relationships/image" Target="../media/image6910.png" /><Relationship Id="rId367" Type="http://schemas.openxmlformats.org/officeDocument/2006/relationships/image" Target="../media/image6911.png" /><Relationship Id="rId368" Type="http://schemas.openxmlformats.org/officeDocument/2006/relationships/image" Target="../media/image6912.png" /><Relationship Id="rId369" Type="http://schemas.openxmlformats.org/officeDocument/2006/relationships/image" Target="../media/image6913.png" /><Relationship Id="rId37" Type="http://schemas.openxmlformats.org/officeDocument/2006/relationships/image" Target="../media/image6581.png" /><Relationship Id="rId370" Type="http://schemas.openxmlformats.org/officeDocument/2006/relationships/image" Target="../media/image6914.png" /><Relationship Id="rId371" Type="http://schemas.openxmlformats.org/officeDocument/2006/relationships/image" Target="../media/image6915.png" /><Relationship Id="rId372" Type="http://schemas.openxmlformats.org/officeDocument/2006/relationships/image" Target="../media/image6916.png" /><Relationship Id="rId373" Type="http://schemas.openxmlformats.org/officeDocument/2006/relationships/image" Target="../media/image6917.png" /><Relationship Id="rId374" Type="http://schemas.openxmlformats.org/officeDocument/2006/relationships/image" Target="../media/image6918.png" /><Relationship Id="rId375" Type="http://schemas.openxmlformats.org/officeDocument/2006/relationships/image" Target="../media/image6919.png" /><Relationship Id="rId376" Type="http://schemas.openxmlformats.org/officeDocument/2006/relationships/image" Target="../media/image6920.png" /><Relationship Id="rId377" Type="http://schemas.openxmlformats.org/officeDocument/2006/relationships/image" Target="../media/image6921.png" /><Relationship Id="rId378" Type="http://schemas.openxmlformats.org/officeDocument/2006/relationships/image" Target="../media/image6922.png" /><Relationship Id="rId379" Type="http://schemas.openxmlformats.org/officeDocument/2006/relationships/image" Target="../media/image6923.png" /><Relationship Id="rId38" Type="http://schemas.openxmlformats.org/officeDocument/2006/relationships/image" Target="../media/image6582.png" /><Relationship Id="rId380" Type="http://schemas.openxmlformats.org/officeDocument/2006/relationships/image" Target="../media/image6924.png" /><Relationship Id="rId381" Type="http://schemas.openxmlformats.org/officeDocument/2006/relationships/image" Target="../media/image6925.png" /><Relationship Id="rId382" Type="http://schemas.openxmlformats.org/officeDocument/2006/relationships/image" Target="../media/image6926.png" /><Relationship Id="rId383" Type="http://schemas.openxmlformats.org/officeDocument/2006/relationships/image" Target="../media/image6927.png" /><Relationship Id="rId384" Type="http://schemas.openxmlformats.org/officeDocument/2006/relationships/image" Target="../media/image6928.png" /><Relationship Id="rId385" Type="http://schemas.openxmlformats.org/officeDocument/2006/relationships/image" Target="../media/image6929.png" /><Relationship Id="rId386" Type="http://schemas.openxmlformats.org/officeDocument/2006/relationships/image" Target="../media/image6930.png" /><Relationship Id="rId387" Type="http://schemas.openxmlformats.org/officeDocument/2006/relationships/image" Target="../media/image6931.png" /><Relationship Id="rId388" Type="http://schemas.openxmlformats.org/officeDocument/2006/relationships/image" Target="../media/image6932.png" /><Relationship Id="rId389" Type="http://schemas.openxmlformats.org/officeDocument/2006/relationships/image" Target="../media/image6933.png" /><Relationship Id="rId39" Type="http://schemas.openxmlformats.org/officeDocument/2006/relationships/image" Target="../media/image6583.png" /><Relationship Id="rId390" Type="http://schemas.openxmlformats.org/officeDocument/2006/relationships/image" Target="../media/image6934.png" /><Relationship Id="rId391" Type="http://schemas.openxmlformats.org/officeDocument/2006/relationships/image" Target="../media/image6935.png" /><Relationship Id="rId392" Type="http://schemas.openxmlformats.org/officeDocument/2006/relationships/image" Target="../media/image6936.png" /><Relationship Id="rId393" Type="http://schemas.openxmlformats.org/officeDocument/2006/relationships/image" Target="../media/image6937.png" /><Relationship Id="rId394" Type="http://schemas.openxmlformats.org/officeDocument/2006/relationships/image" Target="../media/image6938.png" /><Relationship Id="rId395" Type="http://schemas.openxmlformats.org/officeDocument/2006/relationships/image" Target="../media/image6939.png" /><Relationship Id="rId396" Type="http://schemas.openxmlformats.org/officeDocument/2006/relationships/image" Target="../media/image6940.png" /><Relationship Id="rId397" Type="http://schemas.openxmlformats.org/officeDocument/2006/relationships/image" Target="../media/image6941.png" /><Relationship Id="rId398" Type="http://schemas.openxmlformats.org/officeDocument/2006/relationships/image" Target="../media/image6942.png" /><Relationship Id="rId399" Type="http://schemas.openxmlformats.org/officeDocument/2006/relationships/image" Target="../media/image6943.png" /><Relationship Id="rId4" Type="http://schemas.openxmlformats.org/officeDocument/2006/relationships/image" Target="../media/image6548.png" /><Relationship Id="rId40" Type="http://schemas.openxmlformats.org/officeDocument/2006/relationships/image" Target="../media/image6584.png" /><Relationship Id="rId400" Type="http://schemas.openxmlformats.org/officeDocument/2006/relationships/image" Target="../media/image6944.png" /><Relationship Id="rId401" Type="http://schemas.openxmlformats.org/officeDocument/2006/relationships/image" Target="../media/image6945.png" /><Relationship Id="rId402" Type="http://schemas.openxmlformats.org/officeDocument/2006/relationships/image" Target="../media/image6946.png" /><Relationship Id="rId403" Type="http://schemas.openxmlformats.org/officeDocument/2006/relationships/image" Target="../media/image6947.png" /><Relationship Id="rId404" Type="http://schemas.openxmlformats.org/officeDocument/2006/relationships/image" Target="../media/image6948.png" /><Relationship Id="rId405" Type="http://schemas.openxmlformats.org/officeDocument/2006/relationships/image" Target="../media/image6949.png" /><Relationship Id="rId406" Type="http://schemas.openxmlformats.org/officeDocument/2006/relationships/image" Target="../media/image6950.png" /><Relationship Id="rId407" Type="http://schemas.openxmlformats.org/officeDocument/2006/relationships/image" Target="../media/image6951.png" /><Relationship Id="rId408" Type="http://schemas.openxmlformats.org/officeDocument/2006/relationships/image" Target="../media/image6952.png" /><Relationship Id="rId409" Type="http://schemas.openxmlformats.org/officeDocument/2006/relationships/image" Target="../media/image6953.png" /><Relationship Id="rId41" Type="http://schemas.openxmlformats.org/officeDocument/2006/relationships/image" Target="../media/image6585.png" /><Relationship Id="rId410" Type="http://schemas.openxmlformats.org/officeDocument/2006/relationships/image" Target="../media/image6954.png" /><Relationship Id="rId411" Type="http://schemas.openxmlformats.org/officeDocument/2006/relationships/image" Target="../media/image6955.png" /><Relationship Id="rId412" Type="http://schemas.openxmlformats.org/officeDocument/2006/relationships/image" Target="../media/image6956.png" /><Relationship Id="rId413" Type="http://schemas.openxmlformats.org/officeDocument/2006/relationships/image" Target="../media/image6957.png" /><Relationship Id="rId414" Type="http://schemas.openxmlformats.org/officeDocument/2006/relationships/image" Target="../media/image6958.png" /><Relationship Id="rId415" Type="http://schemas.openxmlformats.org/officeDocument/2006/relationships/image" Target="../media/image6959.png" /><Relationship Id="rId416" Type="http://schemas.openxmlformats.org/officeDocument/2006/relationships/image" Target="../media/image6960.png" /><Relationship Id="rId417" Type="http://schemas.openxmlformats.org/officeDocument/2006/relationships/image" Target="../media/image6961.png" /><Relationship Id="rId418" Type="http://schemas.openxmlformats.org/officeDocument/2006/relationships/image" Target="../media/image6962.png" /><Relationship Id="rId419" Type="http://schemas.openxmlformats.org/officeDocument/2006/relationships/image" Target="../media/image6963.png" /><Relationship Id="rId42" Type="http://schemas.openxmlformats.org/officeDocument/2006/relationships/image" Target="../media/image6586.png" /><Relationship Id="rId420" Type="http://schemas.openxmlformats.org/officeDocument/2006/relationships/image" Target="../media/image6964.png" /><Relationship Id="rId421" Type="http://schemas.openxmlformats.org/officeDocument/2006/relationships/image" Target="../media/image6965.png" /><Relationship Id="rId422" Type="http://schemas.openxmlformats.org/officeDocument/2006/relationships/image" Target="../media/image6966.png" /><Relationship Id="rId423" Type="http://schemas.openxmlformats.org/officeDocument/2006/relationships/image" Target="../media/image6967.png" /><Relationship Id="rId424" Type="http://schemas.openxmlformats.org/officeDocument/2006/relationships/image" Target="../media/image6968.png" /><Relationship Id="rId425" Type="http://schemas.openxmlformats.org/officeDocument/2006/relationships/image" Target="../media/image6969.png" /><Relationship Id="rId426" Type="http://schemas.openxmlformats.org/officeDocument/2006/relationships/image" Target="../media/image6970.png" /><Relationship Id="rId427" Type="http://schemas.openxmlformats.org/officeDocument/2006/relationships/image" Target="../media/image6971.png" /><Relationship Id="rId428" Type="http://schemas.openxmlformats.org/officeDocument/2006/relationships/image" Target="../media/image6972.png" /><Relationship Id="rId429" Type="http://schemas.openxmlformats.org/officeDocument/2006/relationships/image" Target="../media/image6973.png" /><Relationship Id="rId43" Type="http://schemas.openxmlformats.org/officeDocument/2006/relationships/image" Target="../media/image6587.png" /><Relationship Id="rId430" Type="http://schemas.openxmlformats.org/officeDocument/2006/relationships/image" Target="../media/image6974.png" /><Relationship Id="rId431" Type="http://schemas.openxmlformats.org/officeDocument/2006/relationships/image" Target="../media/image6975.png" /><Relationship Id="rId432" Type="http://schemas.openxmlformats.org/officeDocument/2006/relationships/image" Target="../media/image6976.png" /><Relationship Id="rId433" Type="http://schemas.openxmlformats.org/officeDocument/2006/relationships/image" Target="../media/image6977.png" /><Relationship Id="rId434" Type="http://schemas.openxmlformats.org/officeDocument/2006/relationships/image" Target="../media/image6978.png" /><Relationship Id="rId435" Type="http://schemas.openxmlformats.org/officeDocument/2006/relationships/image" Target="../media/image6979.png" /><Relationship Id="rId436" Type="http://schemas.openxmlformats.org/officeDocument/2006/relationships/image" Target="../media/image6980.png" /><Relationship Id="rId437" Type="http://schemas.openxmlformats.org/officeDocument/2006/relationships/image" Target="../media/image6981.png" /><Relationship Id="rId438" Type="http://schemas.openxmlformats.org/officeDocument/2006/relationships/image" Target="../media/image6982.png" /><Relationship Id="rId439" Type="http://schemas.openxmlformats.org/officeDocument/2006/relationships/image" Target="../media/image6983.png" /><Relationship Id="rId44" Type="http://schemas.openxmlformats.org/officeDocument/2006/relationships/image" Target="../media/image6588.png" /><Relationship Id="rId440" Type="http://schemas.openxmlformats.org/officeDocument/2006/relationships/image" Target="../media/image6984.png" /><Relationship Id="rId441" Type="http://schemas.openxmlformats.org/officeDocument/2006/relationships/image" Target="../media/image6985.png" /><Relationship Id="rId442" Type="http://schemas.openxmlformats.org/officeDocument/2006/relationships/image" Target="../media/image6986.png" /><Relationship Id="rId443" Type="http://schemas.openxmlformats.org/officeDocument/2006/relationships/image" Target="../media/image6987.png" /><Relationship Id="rId444" Type="http://schemas.openxmlformats.org/officeDocument/2006/relationships/image" Target="../media/image6988.png" /><Relationship Id="rId445" Type="http://schemas.openxmlformats.org/officeDocument/2006/relationships/image" Target="../media/image6989.png" /><Relationship Id="rId446" Type="http://schemas.openxmlformats.org/officeDocument/2006/relationships/image" Target="../media/image6990.png" /><Relationship Id="rId447" Type="http://schemas.openxmlformats.org/officeDocument/2006/relationships/image" Target="../media/image6991.png" /><Relationship Id="rId448" Type="http://schemas.openxmlformats.org/officeDocument/2006/relationships/image" Target="../media/image6992.png" /><Relationship Id="rId449" Type="http://schemas.openxmlformats.org/officeDocument/2006/relationships/image" Target="../media/image6993.png" /><Relationship Id="rId45" Type="http://schemas.openxmlformats.org/officeDocument/2006/relationships/image" Target="../media/image6589.png" /><Relationship Id="rId450" Type="http://schemas.openxmlformats.org/officeDocument/2006/relationships/image" Target="../media/image6994.png" /><Relationship Id="rId451" Type="http://schemas.openxmlformats.org/officeDocument/2006/relationships/image" Target="../media/image6995.png" /><Relationship Id="rId452" Type="http://schemas.openxmlformats.org/officeDocument/2006/relationships/image" Target="../media/image6996.png" /><Relationship Id="rId453" Type="http://schemas.openxmlformats.org/officeDocument/2006/relationships/image" Target="../media/image6997.png" /><Relationship Id="rId454" Type="http://schemas.openxmlformats.org/officeDocument/2006/relationships/image" Target="../media/image6998.png" /><Relationship Id="rId455" Type="http://schemas.openxmlformats.org/officeDocument/2006/relationships/image" Target="../media/image6999.png" /><Relationship Id="rId456" Type="http://schemas.openxmlformats.org/officeDocument/2006/relationships/image" Target="../media/image7000.png" /><Relationship Id="rId457" Type="http://schemas.openxmlformats.org/officeDocument/2006/relationships/image" Target="../media/image7001.png" /><Relationship Id="rId458" Type="http://schemas.openxmlformats.org/officeDocument/2006/relationships/image" Target="../media/image7002.png" /><Relationship Id="rId459" Type="http://schemas.openxmlformats.org/officeDocument/2006/relationships/image" Target="../media/image7003.png" /><Relationship Id="rId46" Type="http://schemas.openxmlformats.org/officeDocument/2006/relationships/image" Target="../media/image6590.png" /><Relationship Id="rId460" Type="http://schemas.openxmlformats.org/officeDocument/2006/relationships/image" Target="../media/image7004.png" /><Relationship Id="rId461" Type="http://schemas.openxmlformats.org/officeDocument/2006/relationships/image" Target="../media/image7005.png" /><Relationship Id="rId462" Type="http://schemas.openxmlformats.org/officeDocument/2006/relationships/image" Target="../media/image7006.png" /><Relationship Id="rId463" Type="http://schemas.openxmlformats.org/officeDocument/2006/relationships/image" Target="../media/image7007.png" /><Relationship Id="rId464" Type="http://schemas.openxmlformats.org/officeDocument/2006/relationships/image" Target="../media/image7008.png" /><Relationship Id="rId465" Type="http://schemas.openxmlformats.org/officeDocument/2006/relationships/image" Target="../media/image7009.png" /><Relationship Id="rId466" Type="http://schemas.openxmlformats.org/officeDocument/2006/relationships/image" Target="../media/image7010.png" /><Relationship Id="rId467" Type="http://schemas.openxmlformats.org/officeDocument/2006/relationships/image" Target="../media/image7011.png" /><Relationship Id="rId468" Type="http://schemas.openxmlformats.org/officeDocument/2006/relationships/image" Target="../media/image7012.png" /><Relationship Id="rId469" Type="http://schemas.openxmlformats.org/officeDocument/2006/relationships/image" Target="../media/image7013.png" /><Relationship Id="rId47" Type="http://schemas.openxmlformats.org/officeDocument/2006/relationships/image" Target="../media/image6591.png" /><Relationship Id="rId470" Type="http://schemas.openxmlformats.org/officeDocument/2006/relationships/image" Target="../media/image7014.png" /><Relationship Id="rId471" Type="http://schemas.openxmlformats.org/officeDocument/2006/relationships/image" Target="../media/image7015.png" /><Relationship Id="rId472" Type="http://schemas.openxmlformats.org/officeDocument/2006/relationships/image" Target="../media/image7016.png" /><Relationship Id="rId473" Type="http://schemas.openxmlformats.org/officeDocument/2006/relationships/image" Target="../media/image7017.png" /><Relationship Id="rId474" Type="http://schemas.openxmlformats.org/officeDocument/2006/relationships/image" Target="../media/image7018.png" /><Relationship Id="rId475" Type="http://schemas.openxmlformats.org/officeDocument/2006/relationships/image" Target="../media/image7019.png" /><Relationship Id="rId476" Type="http://schemas.openxmlformats.org/officeDocument/2006/relationships/image" Target="../media/image7020.png" /><Relationship Id="rId477" Type="http://schemas.openxmlformats.org/officeDocument/2006/relationships/image" Target="../media/image7021.png" /><Relationship Id="rId478" Type="http://schemas.openxmlformats.org/officeDocument/2006/relationships/image" Target="../media/image7022.png" /><Relationship Id="rId479" Type="http://schemas.openxmlformats.org/officeDocument/2006/relationships/image" Target="../media/image7023.png" /><Relationship Id="rId48" Type="http://schemas.openxmlformats.org/officeDocument/2006/relationships/image" Target="../media/image6592.png" /><Relationship Id="rId480" Type="http://schemas.openxmlformats.org/officeDocument/2006/relationships/image" Target="../media/image7024.png" /><Relationship Id="rId481" Type="http://schemas.openxmlformats.org/officeDocument/2006/relationships/image" Target="../media/image7025.png" /><Relationship Id="rId482" Type="http://schemas.openxmlformats.org/officeDocument/2006/relationships/image" Target="../media/image7026.png" /><Relationship Id="rId483" Type="http://schemas.openxmlformats.org/officeDocument/2006/relationships/image" Target="../media/image7027.png" /><Relationship Id="rId484" Type="http://schemas.openxmlformats.org/officeDocument/2006/relationships/image" Target="../media/image7028.png" /><Relationship Id="rId485" Type="http://schemas.openxmlformats.org/officeDocument/2006/relationships/image" Target="../media/image7029.png" /><Relationship Id="rId486" Type="http://schemas.openxmlformats.org/officeDocument/2006/relationships/image" Target="../media/image7030.png" /><Relationship Id="rId487" Type="http://schemas.openxmlformats.org/officeDocument/2006/relationships/image" Target="../media/image7031.png" /><Relationship Id="rId488" Type="http://schemas.openxmlformats.org/officeDocument/2006/relationships/image" Target="../media/image7032.png" /><Relationship Id="rId489" Type="http://schemas.openxmlformats.org/officeDocument/2006/relationships/image" Target="../media/image7033.png" /><Relationship Id="rId49" Type="http://schemas.openxmlformats.org/officeDocument/2006/relationships/image" Target="../media/image6593.png" /><Relationship Id="rId490" Type="http://schemas.openxmlformats.org/officeDocument/2006/relationships/image" Target="../media/image7034.png" /><Relationship Id="rId491" Type="http://schemas.openxmlformats.org/officeDocument/2006/relationships/image" Target="../media/image7035.png" /><Relationship Id="rId492" Type="http://schemas.openxmlformats.org/officeDocument/2006/relationships/image" Target="../media/image7036.png" /><Relationship Id="rId493" Type="http://schemas.openxmlformats.org/officeDocument/2006/relationships/image" Target="../media/image7037.png" /><Relationship Id="rId494" Type="http://schemas.openxmlformats.org/officeDocument/2006/relationships/image" Target="../media/image7038.png" /><Relationship Id="rId495" Type="http://schemas.openxmlformats.org/officeDocument/2006/relationships/image" Target="../media/image7039.png" /><Relationship Id="rId496" Type="http://schemas.openxmlformats.org/officeDocument/2006/relationships/image" Target="../media/image7040.png" /><Relationship Id="rId497" Type="http://schemas.openxmlformats.org/officeDocument/2006/relationships/image" Target="../media/image7041.png" /><Relationship Id="rId498" Type="http://schemas.openxmlformats.org/officeDocument/2006/relationships/image" Target="../media/image7042.png" /><Relationship Id="rId499" Type="http://schemas.openxmlformats.org/officeDocument/2006/relationships/image" Target="../media/image7043.png" /><Relationship Id="rId5" Type="http://schemas.openxmlformats.org/officeDocument/2006/relationships/image" Target="../media/image6549.png" /><Relationship Id="rId50" Type="http://schemas.openxmlformats.org/officeDocument/2006/relationships/image" Target="../media/image6594.png" /><Relationship Id="rId500" Type="http://schemas.openxmlformats.org/officeDocument/2006/relationships/image" Target="../media/image7044.png" /><Relationship Id="rId501" Type="http://schemas.openxmlformats.org/officeDocument/2006/relationships/image" Target="../media/image7045.png" /><Relationship Id="rId502" Type="http://schemas.openxmlformats.org/officeDocument/2006/relationships/image" Target="../media/image7046.png" /><Relationship Id="rId503" Type="http://schemas.openxmlformats.org/officeDocument/2006/relationships/image" Target="../media/image7047.png" /><Relationship Id="rId504" Type="http://schemas.openxmlformats.org/officeDocument/2006/relationships/image" Target="../media/image7048.png" /><Relationship Id="rId505" Type="http://schemas.openxmlformats.org/officeDocument/2006/relationships/image" Target="../media/image7049.png" /><Relationship Id="rId506" Type="http://schemas.openxmlformats.org/officeDocument/2006/relationships/image" Target="../media/image7050.png" /><Relationship Id="rId507" Type="http://schemas.openxmlformats.org/officeDocument/2006/relationships/image" Target="../media/image7051.png" /><Relationship Id="rId508" Type="http://schemas.openxmlformats.org/officeDocument/2006/relationships/image" Target="../media/image7052.png" /><Relationship Id="rId509" Type="http://schemas.openxmlformats.org/officeDocument/2006/relationships/image" Target="../media/image7053.png" /><Relationship Id="rId51" Type="http://schemas.openxmlformats.org/officeDocument/2006/relationships/image" Target="../media/image6595.png" /><Relationship Id="rId510" Type="http://schemas.openxmlformats.org/officeDocument/2006/relationships/image" Target="../media/image7054.png" /><Relationship Id="rId511" Type="http://schemas.openxmlformats.org/officeDocument/2006/relationships/image" Target="../media/image7055.png" /><Relationship Id="rId512" Type="http://schemas.openxmlformats.org/officeDocument/2006/relationships/image" Target="../media/image7056.png" /><Relationship Id="rId513" Type="http://schemas.openxmlformats.org/officeDocument/2006/relationships/image" Target="../media/image7057.png" /><Relationship Id="rId514" Type="http://schemas.openxmlformats.org/officeDocument/2006/relationships/image" Target="../media/image7058.png" /><Relationship Id="rId515" Type="http://schemas.openxmlformats.org/officeDocument/2006/relationships/image" Target="../media/image7059.png" /><Relationship Id="rId516" Type="http://schemas.openxmlformats.org/officeDocument/2006/relationships/image" Target="../media/image7060.png" /><Relationship Id="rId517" Type="http://schemas.openxmlformats.org/officeDocument/2006/relationships/image" Target="../media/image7061.png" /><Relationship Id="rId518" Type="http://schemas.openxmlformats.org/officeDocument/2006/relationships/image" Target="../media/image7062.png" /><Relationship Id="rId519" Type="http://schemas.openxmlformats.org/officeDocument/2006/relationships/image" Target="../media/image7063.png" /><Relationship Id="rId52" Type="http://schemas.openxmlformats.org/officeDocument/2006/relationships/image" Target="../media/image6596.png" /><Relationship Id="rId520" Type="http://schemas.openxmlformats.org/officeDocument/2006/relationships/image" Target="../media/image7064.png" /><Relationship Id="rId521" Type="http://schemas.openxmlformats.org/officeDocument/2006/relationships/image" Target="../media/image7065.png" /><Relationship Id="rId522" Type="http://schemas.openxmlformats.org/officeDocument/2006/relationships/image" Target="../media/image7066.png" /><Relationship Id="rId523" Type="http://schemas.openxmlformats.org/officeDocument/2006/relationships/image" Target="../media/image7067.png" /><Relationship Id="rId524" Type="http://schemas.openxmlformats.org/officeDocument/2006/relationships/image" Target="../media/image7068.png" /><Relationship Id="rId525" Type="http://schemas.openxmlformats.org/officeDocument/2006/relationships/image" Target="../media/image7069.png" /><Relationship Id="rId526" Type="http://schemas.openxmlformats.org/officeDocument/2006/relationships/image" Target="../media/image7070.png" /><Relationship Id="rId527" Type="http://schemas.openxmlformats.org/officeDocument/2006/relationships/image" Target="../media/image7071.png" /><Relationship Id="rId528" Type="http://schemas.openxmlformats.org/officeDocument/2006/relationships/image" Target="../media/image7072.png" /><Relationship Id="rId529" Type="http://schemas.openxmlformats.org/officeDocument/2006/relationships/image" Target="../media/image7073.png" /><Relationship Id="rId53" Type="http://schemas.openxmlformats.org/officeDocument/2006/relationships/image" Target="../media/image6597.png" /><Relationship Id="rId530" Type="http://schemas.openxmlformats.org/officeDocument/2006/relationships/image" Target="../media/image7074.png" /><Relationship Id="rId531" Type="http://schemas.openxmlformats.org/officeDocument/2006/relationships/image" Target="../media/image7075.png" /><Relationship Id="rId532" Type="http://schemas.openxmlformats.org/officeDocument/2006/relationships/image" Target="../media/image7076.png" /><Relationship Id="rId533" Type="http://schemas.openxmlformats.org/officeDocument/2006/relationships/image" Target="../media/image7077.png" /><Relationship Id="rId534" Type="http://schemas.openxmlformats.org/officeDocument/2006/relationships/image" Target="../media/image7078.png" /><Relationship Id="rId535" Type="http://schemas.openxmlformats.org/officeDocument/2006/relationships/image" Target="../media/image7079.png" /><Relationship Id="rId536" Type="http://schemas.openxmlformats.org/officeDocument/2006/relationships/image" Target="../media/image7080.png" /><Relationship Id="rId537" Type="http://schemas.openxmlformats.org/officeDocument/2006/relationships/image" Target="../media/image7081.png" /><Relationship Id="rId538" Type="http://schemas.openxmlformats.org/officeDocument/2006/relationships/image" Target="../media/image7082.png" /><Relationship Id="rId539" Type="http://schemas.openxmlformats.org/officeDocument/2006/relationships/image" Target="../media/image7083.png" /><Relationship Id="rId54" Type="http://schemas.openxmlformats.org/officeDocument/2006/relationships/image" Target="../media/image6598.png" /><Relationship Id="rId540" Type="http://schemas.openxmlformats.org/officeDocument/2006/relationships/image" Target="../media/image7084.png" /><Relationship Id="rId541" Type="http://schemas.openxmlformats.org/officeDocument/2006/relationships/image" Target="../media/image7085.png" /><Relationship Id="rId542" Type="http://schemas.openxmlformats.org/officeDocument/2006/relationships/image" Target="../media/image7086.png" /><Relationship Id="rId543" Type="http://schemas.openxmlformats.org/officeDocument/2006/relationships/image" Target="../media/image7087.png" /><Relationship Id="rId544" Type="http://schemas.openxmlformats.org/officeDocument/2006/relationships/image" Target="../media/image7088.png" /><Relationship Id="rId545" Type="http://schemas.openxmlformats.org/officeDocument/2006/relationships/image" Target="../media/image7089.png" /><Relationship Id="rId546" Type="http://schemas.openxmlformats.org/officeDocument/2006/relationships/image" Target="../media/image7090.png" /><Relationship Id="rId547" Type="http://schemas.openxmlformats.org/officeDocument/2006/relationships/image" Target="../media/image7091.png" /><Relationship Id="rId548" Type="http://schemas.openxmlformats.org/officeDocument/2006/relationships/image" Target="../media/image7092.png" /><Relationship Id="rId549" Type="http://schemas.openxmlformats.org/officeDocument/2006/relationships/image" Target="../media/image7093.png" /><Relationship Id="rId55" Type="http://schemas.openxmlformats.org/officeDocument/2006/relationships/image" Target="../media/image6599.png" /><Relationship Id="rId550" Type="http://schemas.openxmlformats.org/officeDocument/2006/relationships/image" Target="../media/image7094.png" /><Relationship Id="rId551" Type="http://schemas.openxmlformats.org/officeDocument/2006/relationships/image" Target="../media/image7095.png" /><Relationship Id="rId552" Type="http://schemas.openxmlformats.org/officeDocument/2006/relationships/image" Target="../media/image7096.png" /><Relationship Id="rId553" Type="http://schemas.openxmlformats.org/officeDocument/2006/relationships/image" Target="../media/image7097.png" /><Relationship Id="rId554" Type="http://schemas.openxmlformats.org/officeDocument/2006/relationships/image" Target="../media/image7098.png" /><Relationship Id="rId555" Type="http://schemas.openxmlformats.org/officeDocument/2006/relationships/image" Target="../media/image7099.png" /><Relationship Id="rId556" Type="http://schemas.openxmlformats.org/officeDocument/2006/relationships/image" Target="../media/image7100.png" /><Relationship Id="rId557" Type="http://schemas.openxmlformats.org/officeDocument/2006/relationships/image" Target="../media/image7101.png" /><Relationship Id="rId558" Type="http://schemas.openxmlformats.org/officeDocument/2006/relationships/image" Target="../media/image7102.png" /><Relationship Id="rId559" Type="http://schemas.openxmlformats.org/officeDocument/2006/relationships/image" Target="../media/image7103.png" /><Relationship Id="rId56" Type="http://schemas.openxmlformats.org/officeDocument/2006/relationships/image" Target="../media/image6600.png" /><Relationship Id="rId560" Type="http://schemas.openxmlformats.org/officeDocument/2006/relationships/image" Target="../media/image7104.png" /><Relationship Id="rId561" Type="http://schemas.openxmlformats.org/officeDocument/2006/relationships/image" Target="../media/image7105.png" /><Relationship Id="rId562" Type="http://schemas.openxmlformats.org/officeDocument/2006/relationships/image" Target="../media/image7106.png" /><Relationship Id="rId563" Type="http://schemas.openxmlformats.org/officeDocument/2006/relationships/image" Target="../media/image7107.png" /><Relationship Id="rId564" Type="http://schemas.openxmlformats.org/officeDocument/2006/relationships/image" Target="../media/image7108.png" /><Relationship Id="rId565" Type="http://schemas.openxmlformats.org/officeDocument/2006/relationships/image" Target="../media/image7109.png" /><Relationship Id="rId566" Type="http://schemas.openxmlformats.org/officeDocument/2006/relationships/image" Target="../media/image7110.png" /><Relationship Id="rId567" Type="http://schemas.openxmlformats.org/officeDocument/2006/relationships/image" Target="../media/image7111.png" /><Relationship Id="rId568" Type="http://schemas.openxmlformats.org/officeDocument/2006/relationships/image" Target="../media/image7112.png" /><Relationship Id="rId569" Type="http://schemas.openxmlformats.org/officeDocument/2006/relationships/image" Target="../media/image7113.png" /><Relationship Id="rId57" Type="http://schemas.openxmlformats.org/officeDocument/2006/relationships/image" Target="../media/image6601.png" /><Relationship Id="rId570" Type="http://schemas.openxmlformats.org/officeDocument/2006/relationships/image" Target="../media/image7114.png" /><Relationship Id="rId571" Type="http://schemas.openxmlformats.org/officeDocument/2006/relationships/image" Target="../media/image7115.png" /><Relationship Id="rId572" Type="http://schemas.openxmlformats.org/officeDocument/2006/relationships/image" Target="../media/image7116.png" /><Relationship Id="rId573" Type="http://schemas.openxmlformats.org/officeDocument/2006/relationships/image" Target="../media/image7117.png" /><Relationship Id="rId574" Type="http://schemas.openxmlformats.org/officeDocument/2006/relationships/image" Target="../media/image7118.png" /><Relationship Id="rId575" Type="http://schemas.openxmlformats.org/officeDocument/2006/relationships/image" Target="../media/image7119.png" /><Relationship Id="rId576" Type="http://schemas.openxmlformats.org/officeDocument/2006/relationships/image" Target="../media/image7120.png" /><Relationship Id="rId577" Type="http://schemas.openxmlformats.org/officeDocument/2006/relationships/image" Target="../media/image7121.png" /><Relationship Id="rId578" Type="http://schemas.openxmlformats.org/officeDocument/2006/relationships/image" Target="../media/image7122.png" /><Relationship Id="rId579" Type="http://schemas.openxmlformats.org/officeDocument/2006/relationships/image" Target="../media/image7123.png" /><Relationship Id="rId58" Type="http://schemas.openxmlformats.org/officeDocument/2006/relationships/image" Target="../media/image6602.png" /><Relationship Id="rId580" Type="http://schemas.openxmlformats.org/officeDocument/2006/relationships/image" Target="../media/image7124.png" /><Relationship Id="rId581" Type="http://schemas.openxmlformats.org/officeDocument/2006/relationships/image" Target="../media/image7125.png" /><Relationship Id="rId582" Type="http://schemas.openxmlformats.org/officeDocument/2006/relationships/image" Target="../media/image7126.png" /><Relationship Id="rId583" Type="http://schemas.openxmlformats.org/officeDocument/2006/relationships/image" Target="../media/image7127.png" /><Relationship Id="rId584" Type="http://schemas.openxmlformats.org/officeDocument/2006/relationships/image" Target="../media/image7128.png" /><Relationship Id="rId585" Type="http://schemas.openxmlformats.org/officeDocument/2006/relationships/image" Target="../media/image7129.png" /><Relationship Id="rId586" Type="http://schemas.openxmlformats.org/officeDocument/2006/relationships/image" Target="../media/image7130.png" /><Relationship Id="rId587" Type="http://schemas.openxmlformats.org/officeDocument/2006/relationships/image" Target="../media/image7131.png" /><Relationship Id="rId588" Type="http://schemas.openxmlformats.org/officeDocument/2006/relationships/image" Target="../media/image7132.png" /><Relationship Id="rId589" Type="http://schemas.openxmlformats.org/officeDocument/2006/relationships/image" Target="../media/image7133.png" /><Relationship Id="rId59" Type="http://schemas.openxmlformats.org/officeDocument/2006/relationships/image" Target="../media/image6603.png" /><Relationship Id="rId590" Type="http://schemas.openxmlformats.org/officeDocument/2006/relationships/image" Target="../media/image7134.png" /><Relationship Id="rId591" Type="http://schemas.openxmlformats.org/officeDocument/2006/relationships/image" Target="../media/image7135.png" /><Relationship Id="rId592" Type="http://schemas.openxmlformats.org/officeDocument/2006/relationships/image" Target="../media/image7136.png" /><Relationship Id="rId593" Type="http://schemas.openxmlformats.org/officeDocument/2006/relationships/image" Target="../media/image7137.png" /><Relationship Id="rId594" Type="http://schemas.openxmlformats.org/officeDocument/2006/relationships/image" Target="../media/image7138.png" /><Relationship Id="rId595" Type="http://schemas.openxmlformats.org/officeDocument/2006/relationships/image" Target="../media/image7139.png" /><Relationship Id="rId596" Type="http://schemas.openxmlformats.org/officeDocument/2006/relationships/image" Target="../media/image7140.png" /><Relationship Id="rId597" Type="http://schemas.openxmlformats.org/officeDocument/2006/relationships/image" Target="../media/image7141.png" /><Relationship Id="rId598" Type="http://schemas.openxmlformats.org/officeDocument/2006/relationships/image" Target="../media/image7142.png" /><Relationship Id="rId599" Type="http://schemas.openxmlformats.org/officeDocument/2006/relationships/image" Target="../media/image7143.png" /><Relationship Id="rId6" Type="http://schemas.openxmlformats.org/officeDocument/2006/relationships/image" Target="../media/image6550.png" /><Relationship Id="rId60" Type="http://schemas.openxmlformats.org/officeDocument/2006/relationships/image" Target="../media/image6604.png" /><Relationship Id="rId600" Type="http://schemas.openxmlformats.org/officeDocument/2006/relationships/image" Target="../media/image7144.png" /><Relationship Id="rId601" Type="http://schemas.openxmlformats.org/officeDocument/2006/relationships/image" Target="../media/image7145.png" /><Relationship Id="rId602" Type="http://schemas.openxmlformats.org/officeDocument/2006/relationships/image" Target="../media/image7146.png" /><Relationship Id="rId603" Type="http://schemas.openxmlformats.org/officeDocument/2006/relationships/image" Target="../media/image7147.png" /><Relationship Id="rId604" Type="http://schemas.openxmlformats.org/officeDocument/2006/relationships/image" Target="../media/image7148.png" /><Relationship Id="rId605" Type="http://schemas.openxmlformats.org/officeDocument/2006/relationships/image" Target="../media/image7149.png" /><Relationship Id="rId606" Type="http://schemas.openxmlformats.org/officeDocument/2006/relationships/image" Target="../media/image7150.png" /><Relationship Id="rId607" Type="http://schemas.openxmlformats.org/officeDocument/2006/relationships/image" Target="../media/image7151.png" /><Relationship Id="rId608" Type="http://schemas.openxmlformats.org/officeDocument/2006/relationships/image" Target="../media/image7152.png" /><Relationship Id="rId609" Type="http://schemas.openxmlformats.org/officeDocument/2006/relationships/image" Target="../media/image7153.png" /><Relationship Id="rId61" Type="http://schemas.openxmlformats.org/officeDocument/2006/relationships/image" Target="../media/image6605.png" /><Relationship Id="rId610" Type="http://schemas.openxmlformats.org/officeDocument/2006/relationships/image" Target="../media/image7154.png" /><Relationship Id="rId611" Type="http://schemas.openxmlformats.org/officeDocument/2006/relationships/image" Target="../media/image7155.png" /><Relationship Id="rId612" Type="http://schemas.openxmlformats.org/officeDocument/2006/relationships/image" Target="../media/image7156.png" /><Relationship Id="rId613" Type="http://schemas.openxmlformats.org/officeDocument/2006/relationships/image" Target="../media/image7157.png" /><Relationship Id="rId614" Type="http://schemas.openxmlformats.org/officeDocument/2006/relationships/image" Target="../media/image7158.png" /><Relationship Id="rId615" Type="http://schemas.openxmlformats.org/officeDocument/2006/relationships/image" Target="../media/image7159.png" /><Relationship Id="rId616" Type="http://schemas.openxmlformats.org/officeDocument/2006/relationships/image" Target="../media/image7160.png" /><Relationship Id="rId617" Type="http://schemas.openxmlformats.org/officeDocument/2006/relationships/image" Target="../media/image7161.png" /><Relationship Id="rId618" Type="http://schemas.openxmlformats.org/officeDocument/2006/relationships/image" Target="../media/image7162.png" /><Relationship Id="rId619" Type="http://schemas.openxmlformats.org/officeDocument/2006/relationships/image" Target="../media/image7163.png" /><Relationship Id="rId62" Type="http://schemas.openxmlformats.org/officeDocument/2006/relationships/image" Target="../media/image6606.png" /><Relationship Id="rId620" Type="http://schemas.openxmlformats.org/officeDocument/2006/relationships/image" Target="../media/image7164.png" /><Relationship Id="rId621" Type="http://schemas.openxmlformats.org/officeDocument/2006/relationships/image" Target="../media/image7165.png" /><Relationship Id="rId622" Type="http://schemas.openxmlformats.org/officeDocument/2006/relationships/image" Target="../media/image7166.png" /><Relationship Id="rId623" Type="http://schemas.openxmlformats.org/officeDocument/2006/relationships/image" Target="../media/image7167.png" /><Relationship Id="rId624" Type="http://schemas.openxmlformats.org/officeDocument/2006/relationships/image" Target="../media/image7168.png" /><Relationship Id="rId625" Type="http://schemas.openxmlformats.org/officeDocument/2006/relationships/image" Target="../media/image7169.png" /><Relationship Id="rId626" Type="http://schemas.openxmlformats.org/officeDocument/2006/relationships/image" Target="../media/image7170.png" /><Relationship Id="rId627" Type="http://schemas.openxmlformats.org/officeDocument/2006/relationships/image" Target="../media/image7171.png" /><Relationship Id="rId628" Type="http://schemas.openxmlformats.org/officeDocument/2006/relationships/image" Target="../media/image7172.png" /><Relationship Id="rId629" Type="http://schemas.openxmlformats.org/officeDocument/2006/relationships/image" Target="../media/image7173.png" /><Relationship Id="rId63" Type="http://schemas.openxmlformats.org/officeDocument/2006/relationships/image" Target="../media/image6607.png" /><Relationship Id="rId630" Type="http://schemas.openxmlformats.org/officeDocument/2006/relationships/image" Target="../media/image7174.png" /><Relationship Id="rId631" Type="http://schemas.openxmlformats.org/officeDocument/2006/relationships/image" Target="../media/image7175.png" /><Relationship Id="rId632" Type="http://schemas.openxmlformats.org/officeDocument/2006/relationships/image" Target="../media/image7176.png" /><Relationship Id="rId633" Type="http://schemas.openxmlformats.org/officeDocument/2006/relationships/image" Target="../media/image7177.png" /><Relationship Id="rId634" Type="http://schemas.openxmlformats.org/officeDocument/2006/relationships/image" Target="../media/image7178.png" /><Relationship Id="rId635" Type="http://schemas.openxmlformats.org/officeDocument/2006/relationships/image" Target="../media/image7179.png" /><Relationship Id="rId636" Type="http://schemas.openxmlformats.org/officeDocument/2006/relationships/image" Target="../media/image7180.png" /><Relationship Id="rId637" Type="http://schemas.openxmlformats.org/officeDocument/2006/relationships/image" Target="../media/image7181.png" /><Relationship Id="rId638" Type="http://schemas.openxmlformats.org/officeDocument/2006/relationships/image" Target="../media/image7182.png" /><Relationship Id="rId639" Type="http://schemas.openxmlformats.org/officeDocument/2006/relationships/image" Target="../media/image7183.png" /><Relationship Id="rId64" Type="http://schemas.openxmlformats.org/officeDocument/2006/relationships/image" Target="../media/image6608.png" /><Relationship Id="rId640" Type="http://schemas.openxmlformats.org/officeDocument/2006/relationships/image" Target="../media/image7184.png" /><Relationship Id="rId641" Type="http://schemas.openxmlformats.org/officeDocument/2006/relationships/image" Target="../media/image7185.png" /><Relationship Id="rId642" Type="http://schemas.openxmlformats.org/officeDocument/2006/relationships/image" Target="../media/image7186.png" /><Relationship Id="rId643" Type="http://schemas.openxmlformats.org/officeDocument/2006/relationships/image" Target="../media/image7187.png" /><Relationship Id="rId644" Type="http://schemas.openxmlformats.org/officeDocument/2006/relationships/image" Target="../media/image7188.png" /><Relationship Id="rId645" Type="http://schemas.openxmlformats.org/officeDocument/2006/relationships/image" Target="../media/image7189.png" /><Relationship Id="rId646" Type="http://schemas.openxmlformats.org/officeDocument/2006/relationships/image" Target="../media/image7190.png" /><Relationship Id="rId647" Type="http://schemas.openxmlformats.org/officeDocument/2006/relationships/image" Target="../media/image7191.png" /><Relationship Id="rId648" Type="http://schemas.openxmlformats.org/officeDocument/2006/relationships/image" Target="../media/image7192.png" /><Relationship Id="rId649" Type="http://schemas.openxmlformats.org/officeDocument/2006/relationships/image" Target="../media/image7193.png" /><Relationship Id="rId65" Type="http://schemas.openxmlformats.org/officeDocument/2006/relationships/image" Target="../media/image6609.png" /><Relationship Id="rId650" Type="http://schemas.openxmlformats.org/officeDocument/2006/relationships/image" Target="../media/image7194.png" /><Relationship Id="rId651" Type="http://schemas.openxmlformats.org/officeDocument/2006/relationships/image" Target="../media/image7195.png" /><Relationship Id="rId652" Type="http://schemas.openxmlformats.org/officeDocument/2006/relationships/image" Target="../media/image7196.png" /><Relationship Id="rId653" Type="http://schemas.openxmlformats.org/officeDocument/2006/relationships/image" Target="../media/image7197.png" /><Relationship Id="rId654" Type="http://schemas.openxmlformats.org/officeDocument/2006/relationships/image" Target="../media/image7198.png" /><Relationship Id="rId66" Type="http://schemas.openxmlformats.org/officeDocument/2006/relationships/image" Target="../media/image6610.png" /><Relationship Id="rId67" Type="http://schemas.openxmlformats.org/officeDocument/2006/relationships/image" Target="../media/image6611.png" /><Relationship Id="rId68" Type="http://schemas.openxmlformats.org/officeDocument/2006/relationships/image" Target="../media/image6612.png" /><Relationship Id="rId69" Type="http://schemas.openxmlformats.org/officeDocument/2006/relationships/image" Target="../media/image6613.png" /><Relationship Id="rId7" Type="http://schemas.openxmlformats.org/officeDocument/2006/relationships/image" Target="../media/image6551.png" /><Relationship Id="rId70" Type="http://schemas.openxmlformats.org/officeDocument/2006/relationships/image" Target="../media/image6614.png" /><Relationship Id="rId71" Type="http://schemas.openxmlformats.org/officeDocument/2006/relationships/image" Target="../media/image6615.png" /><Relationship Id="rId72" Type="http://schemas.openxmlformats.org/officeDocument/2006/relationships/image" Target="../media/image6616.png" /><Relationship Id="rId73" Type="http://schemas.openxmlformats.org/officeDocument/2006/relationships/image" Target="../media/image6617.png" /><Relationship Id="rId74" Type="http://schemas.openxmlformats.org/officeDocument/2006/relationships/image" Target="../media/image6618.png" /><Relationship Id="rId75" Type="http://schemas.openxmlformats.org/officeDocument/2006/relationships/image" Target="../media/image6619.png" /><Relationship Id="rId76" Type="http://schemas.openxmlformats.org/officeDocument/2006/relationships/image" Target="../media/image6620.png" /><Relationship Id="rId77" Type="http://schemas.openxmlformats.org/officeDocument/2006/relationships/image" Target="../media/image6621.png" /><Relationship Id="rId78" Type="http://schemas.openxmlformats.org/officeDocument/2006/relationships/image" Target="../media/image6622.png" /><Relationship Id="rId79" Type="http://schemas.openxmlformats.org/officeDocument/2006/relationships/image" Target="../media/image6623.png" /><Relationship Id="rId8" Type="http://schemas.openxmlformats.org/officeDocument/2006/relationships/image" Target="../media/image6552.png" /><Relationship Id="rId80" Type="http://schemas.openxmlformats.org/officeDocument/2006/relationships/image" Target="../media/image6624.png" /><Relationship Id="rId81" Type="http://schemas.openxmlformats.org/officeDocument/2006/relationships/image" Target="../media/image6625.png" /><Relationship Id="rId82" Type="http://schemas.openxmlformats.org/officeDocument/2006/relationships/image" Target="../media/image6626.png" /><Relationship Id="rId83" Type="http://schemas.openxmlformats.org/officeDocument/2006/relationships/image" Target="../media/image6627.png" /><Relationship Id="rId84" Type="http://schemas.openxmlformats.org/officeDocument/2006/relationships/image" Target="../media/image6628.png" /><Relationship Id="rId85" Type="http://schemas.openxmlformats.org/officeDocument/2006/relationships/image" Target="../media/image6629.png" /><Relationship Id="rId86" Type="http://schemas.openxmlformats.org/officeDocument/2006/relationships/image" Target="../media/image6630.png" /><Relationship Id="rId87" Type="http://schemas.openxmlformats.org/officeDocument/2006/relationships/image" Target="../media/image6631.png" /><Relationship Id="rId88" Type="http://schemas.openxmlformats.org/officeDocument/2006/relationships/image" Target="../media/image6632.png" /><Relationship Id="rId89" Type="http://schemas.openxmlformats.org/officeDocument/2006/relationships/image" Target="../media/image6633.png" /><Relationship Id="rId9" Type="http://schemas.openxmlformats.org/officeDocument/2006/relationships/image" Target="../media/image6553.png" /><Relationship Id="rId90" Type="http://schemas.openxmlformats.org/officeDocument/2006/relationships/image" Target="../media/image6634.png" /><Relationship Id="rId91" Type="http://schemas.openxmlformats.org/officeDocument/2006/relationships/image" Target="../media/image6635.png" /><Relationship Id="rId92" Type="http://schemas.openxmlformats.org/officeDocument/2006/relationships/image" Target="../media/image6636.png" /><Relationship Id="rId93" Type="http://schemas.openxmlformats.org/officeDocument/2006/relationships/image" Target="../media/image6637.png" /><Relationship Id="rId94" Type="http://schemas.openxmlformats.org/officeDocument/2006/relationships/image" Target="../media/image6638.png" /><Relationship Id="rId95" Type="http://schemas.openxmlformats.org/officeDocument/2006/relationships/image" Target="../media/image6639.png" /><Relationship Id="rId96" Type="http://schemas.openxmlformats.org/officeDocument/2006/relationships/image" Target="../media/image6640.png" /><Relationship Id="rId97" Type="http://schemas.openxmlformats.org/officeDocument/2006/relationships/image" Target="../media/image6641.png" /><Relationship Id="rId98" Type="http://schemas.openxmlformats.org/officeDocument/2006/relationships/image" Target="../media/image6642.png" /><Relationship Id="rId99" Type="http://schemas.openxmlformats.org/officeDocument/2006/relationships/image" Target="../media/image66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image" Target="../media/image7207.png" /><Relationship Id="rId100" Type="http://schemas.openxmlformats.org/officeDocument/2006/relationships/image" Target="../media/image7297.png" /><Relationship Id="rId101" Type="http://schemas.openxmlformats.org/officeDocument/2006/relationships/image" Target="../media/image7298.png" /><Relationship Id="rId102" Type="http://schemas.openxmlformats.org/officeDocument/2006/relationships/image" Target="../media/image7299.png" /><Relationship Id="rId103" Type="http://schemas.openxmlformats.org/officeDocument/2006/relationships/image" Target="../media/image7300.png" /><Relationship Id="rId104" Type="http://schemas.openxmlformats.org/officeDocument/2006/relationships/image" Target="../media/image7301.png" /><Relationship Id="rId105" Type="http://schemas.openxmlformats.org/officeDocument/2006/relationships/image" Target="../media/image7302.png" /><Relationship Id="rId106" Type="http://schemas.openxmlformats.org/officeDocument/2006/relationships/image" Target="../media/image7303.png" /><Relationship Id="rId107" Type="http://schemas.openxmlformats.org/officeDocument/2006/relationships/image" Target="../media/image7304.png" /><Relationship Id="rId108" Type="http://schemas.openxmlformats.org/officeDocument/2006/relationships/image" Target="../media/image7305.png" /><Relationship Id="rId109" Type="http://schemas.openxmlformats.org/officeDocument/2006/relationships/image" Target="../media/image7306.png" /><Relationship Id="rId11" Type="http://schemas.openxmlformats.org/officeDocument/2006/relationships/image" Target="../media/image7208.png" /><Relationship Id="rId110" Type="http://schemas.openxmlformats.org/officeDocument/2006/relationships/image" Target="../media/image7307.png" /><Relationship Id="rId111" Type="http://schemas.openxmlformats.org/officeDocument/2006/relationships/image" Target="../media/image7308.png" /><Relationship Id="rId112" Type="http://schemas.openxmlformats.org/officeDocument/2006/relationships/image" Target="../media/image7309.png" /><Relationship Id="rId113" Type="http://schemas.openxmlformats.org/officeDocument/2006/relationships/image" Target="../media/image7310.png" /><Relationship Id="rId114" Type="http://schemas.openxmlformats.org/officeDocument/2006/relationships/image" Target="../media/image7311.png" /><Relationship Id="rId115" Type="http://schemas.openxmlformats.org/officeDocument/2006/relationships/image" Target="../media/image7312.png" /><Relationship Id="rId116" Type="http://schemas.openxmlformats.org/officeDocument/2006/relationships/image" Target="../media/image7313.png" /><Relationship Id="rId117" Type="http://schemas.openxmlformats.org/officeDocument/2006/relationships/image" Target="../media/image7314.png" /><Relationship Id="rId118" Type="http://schemas.openxmlformats.org/officeDocument/2006/relationships/image" Target="../media/image7315.png" /><Relationship Id="rId119" Type="http://schemas.openxmlformats.org/officeDocument/2006/relationships/image" Target="../media/image7316.png" /><Relationship Id="rId12" Type="http://schemas.openxmlformats.org/officeDocument/2006/relationships/image" Target="../media/image7209.png" /><Relationship Id="rId120" Type="http://schemas.openxmlformats.org/officeDocument/2006/relationships/image" Target="../media/image7317.png" /><Relationship Id="rId121" Type="http://schemas.openxmlformats.org/officeDocument/2006/relationships/image" Target="../media/image7318.png" /><Relationship Id="rId122" Type="http://schemas.openxmlformats.org/officeDocument/2006/relationships/image" Target="../media/image7319.png" /><Relationship Id="rId123" Type="http://schemas.openxmlformats.org/officeDocument/2006/relationships/image" Target="../media/image7320.png" /><Relationship Id="rId124" Type="http://schemas.openxmlformats.org/officeDocument/2006/relationships/image" Target="../media/image7321.png" /><Relationship Id="rId125" Type="http://schemas.openxmlformats.org/officeDocument/2006/relationships/image" Target="../media/image7322.png" /><Relationship Id="rId126" Type="http://schemas.openxmlformats.org/officeDocument/2006/relationships/image" Target="../media/image7323.png" /><Relationship Id="rId127" Type="http://schemas.openxmlformats.org/officeDocument/2006/relationships/image" Target="../media/image7324.png" /><Relationship Id="rId128" Type="http://schemas.openxmlformats.org/officeDocument/2006/relationships/image" Target="../media/image7325.png" /><Relationship Id="rId129" Type="http://schemas.openxmlformats.org/officeDocument/2006/relationships/image" Target="../media/image7326.png" /><Relationship Id="rId13" Type="http://schemas.openxmlformats.org/officeDocument/2006/relationships/image" Target="../media/image7210.png" /><Relationship Id="rId130" Type="http://schemas.openxmlformats.org/officeDocument/2006/relationships/image" Target="../media/image7327.png" /><Relationship Id="rId131" Type="http://schemas.openxmlformats.org/officeDocument/2006/relationships/image" Target="../media/image7328.png" /><Relationship Id="rId132" Type="http://schemas.openxmlformats.org/officeDocument/2006/relationships/image" Target="../media/image7329.png" /><Relationship Id="rId133" Type="http://schemas.openxmlformats.org/officeDocument/2006/relationships/image" Target="../media/image7330.png" /><Relationship Id="rId134" Type="http://schemas.openxmlformats.org/officeDocument/2006/relationships/image" Target="../media/image7331.png" /><Relationship Id="rId135" Type="http://schemas.openxmlformats.org/officeDocument/2006/relationships/image" Target="../media/image7332.png" /><Relationship Id="rId136" Type="http://schemas.openxmlformats.org/officeDocument/2006/relationships/image" Target="../media/image7333.png" /><Relationship Id="rId137" Type="http://schemas.openxmlformats.org/officeDocument/2006/relationships/image" Target="../media/image7334.png" /><Relationship Id="rId138" Type="http://schemas.openxmlformats.org/officeDocument/2006/relationships/image" Target="../media/image7335.png" /><Relationship Id="rId139" Type="http://schemas.openxmlformats.org/officeDocument/2006/relationships/image" Target="../media/image7336.png" /><Relationship Id="rId14" Type="http://schemas.openxmlformats.org/officeDocument/2006/relationships/image" Target="../media/image7211.png" /><Relationship Id="rId140" Type="http://schemas.openxmlformats.org/officeDocument/2006/relationships/image" Target="../media/image7337.png" /><Relationship Id="rId141" Type="http://schemas.openxmlformats.org/officeDocument/2006/relationships/image" Target="../media/image7338.png" /><Relationship Id="rId142" Type="http://schemas.openxmlformats.org/officeDocument/2006/relationships/image" Target="../media/image7339.png" /><Relationship Id="rId143" Type="http://schemas.openxmlformats.org/officeDocument/2006/relationships/image" Target="../media/image7340.png" /><Relationship Id="rId144" Type="http://schemas.openxmlformats.org/officeDocument/2006/relationships/image" Target="../media/image7341.png" /><Relationship Id="rId145" Type="http://schemas.openxmlformats.org/officeDocument/2006/relationships/image" Target="../media/image7342.png" /><Relationship Id="rId146" Type="http://schemas.openxmlformats.org/officeDocument/2006/relationships/image" Target="../media/image7343.png" /><Relationship Id="rId147" Type="http://schemas.openxmlformats.org/officeDocument/2006/relationships/image" Target="../media/image7344.png" /><Relationship Id="rId148" Type="http://schemas.openxmlformats.org/officeDocument/2006/relationships/image" Target="../media/image7345.png" /><Relationship Id="rId149" Type="http://schemas.openxmlformats.org/officeDocument/2006/relationships/image" Target="../media/image7346.png" /><Relationship Id="rId15" Type="http://schemas.openxmlformats.org/officeDocument/2006/relationships/image" Target="../media/image7212.png" /><Relationship Id="rId150" Type="http://schemas.openxmlformats.org/officeDocument/2006/relationships/image" Target="../media/image7347.png" /><Relationship Id="rId151" Type="http://schemas.openxmlformats.org/officeDocument/2006/relationships/image" Target="../media/image7348.png" /><Relationship Id="rId152" Type="http://schemas.openxmlformats.org/officeDocument/2006/relationships/image" Target="../media/image7349.png" /><Relationship Id="rId153" Type="http://schemas.openxmlformats.org/officeDocument/2006/relationships/image" Target="../media/image7350.png" /><Relationship Id="rId154" Type="http://schemas.openxmlformats.org/officeDocument/2006/relationships/image" Target="../media/image7351.png" /><Relationship Id="rId155" Type="http://schemas.openxmlformats.org/officeDocument/2006/relationships/image" Target="../media/image7352.png" /><Relationship Id="rId156" Type="http://schemas.openxmlformats.org/officeDocument/2006/relationships/image" Target="../media/image7353.png" /><Relationship Id="rId157" Type="http://schemas.openxmlformats.org/officeDocument/2006/relationships/image" Target="../media/image7354.png" /><Relationship Id="rId158" Type="http://schemas.openxmlformats.org/officeDocument/2006/relationships/image" Target="../media/image7355.png" /><Relationship Id="rId159" Type="http://schemas.openxmlformats.org/officeDocument/2006/relationships/image" Target="../media/image7356.png" /><Relationship Id="rId16" Type="http://schemas.openxmlformats.org/officeDocument/2006/relationships/image" Target="../media/image7213.png" /><Relationship Id="rId160" Type="http://schemas.openxmlformats.org/officeDocument/2006/relationships/image" Target="../media/image7357.png" /><Relationship Id="rId161" Type="http://schemas.openxmlformats.org/officeDocument/2006/relationships/image" Target="../media/image7358.png" /><Relationship Id="rId162" Type="http://schemas.openxmlformats.org/officeDocument/2006/relationships/image" Target="../media/image7359.png" /><Relationship Id="rId163" Type="http://schemas.openxmlformats.org/officeDocument/2006/relationships/image" Target="../media/image7360.png" /><Relationship Id="rId164" Type="http://schemas.openxmlformats.org/officeDocument/2006/relationships/image" Target="../media/image7361.png" /><Relationship Id="rId165" Type="http://schemas.openxmlformats.org/officeDocument/2006/relationships/image" Target="../media/image7362.png" /><Relationship Id="rId166" Type="http://schemas.openxmlformats.org/officeDocument/2006/relationships/image" Target="../media/image7363.png" /><Relationship Id="rId167" Type="http://schemas.openxmlformats.org/officeDocument/2006/relationships/image" Target="../media/image7364.png" /><Relationship Id="rId168" Type="http://schemas.openxmlformats.org/officeDocument/2006/relationships/image" Target="../media/image7365.png" /><Relationship Id="rId169" Type="http://schemas.openxmlformats.org/officeDocument/2006/relationships/image" Target="../media/image7366.png" /><Relationship Id="rId17" Type="http://schemas.openxmlformats.org/officeDocument/2006/relationships/image" Target="../media/image7214.png" /><Relationship Id="rId170" Type="http://schemas.openxmlformats.org/officeDocument/2006/relationships/image" Target="../media/image7367.png" /><Relationship Id="rId171" Type="http://schemas.openxmlformats.org/officeDocument/2006/relationships/image" Target="../media/image7368.png" /><Relationship Id="rId172" Type="http://schemas.openxmlformats.org/officeDocument/2006/relationships/image" Target="../media/image7369.png" /><Relationship Id="rId173" Type="http://schemas.openxmlformats.org/officeDocument/2006/relationships/image" Target="../media/image7370.png" /><Relationship Id="rId174" Type="http://schemas.openxmlformats.org/officeDocument/2006/relationships/image" Target="../media/image7371.png" /><Relationship Id="rId175" Type="http://schemas.openxmlformats.org/officeDocument/2006/relationships/image" Target="../media/image7372.png" /><Relationship Id="rId176" Type="http://schemas.openxmlformats.org/officeDocument/2006/relationships/image" Target="../media/image7373.png" /><Relationship Id="rId177" Type="http://schemas.openxmlformats.org/officeDocument/2006/relationships/image" Target="../media/image7374.png" /><Relationship Id="rId178" Type="http://schemas.openxmlformats.org/officeDocument/2006/relationships/image" Target="../media/image7375.png" /><Relationship Id="rId179" Type="http://schemas.openxmlformats.org/officeDocument/2006/relationships/image" Target="../media/image7376.png" /><Relationship Id="rId18" Type="http://schemas.openxmlformats.org/officeDocument/2006/relationships/image" Target="../media/image7215.png" /><Relationship Id="rId180" Type="http://schemas.openxmlformats.org/officeDocument/2006/relationships/image" Target="../media/image7377.png" /><Relationship Id="rId181" Type="http://schemas.openxmlformats.org/officeDocument/2006/relationships/image" Target="../media/image7378.png" /><Relationship Id="rId182" Type="http://schemas.openxmlformats.org/officeDocument/2006/relationships/image" Target="../media/image7379.png" /><Relationship Id="rId183" Type="http://schemas.openxmlformats.org/officeDocument/2006/relationships/image" Target="../media/image7380.png" /><Relationship Id="rId184" Type="http://schemas.openxmlformats.org/officeDocument/2006/relationships/image" Target="../media/image7381.png" /><Relationship Id="rId185" Type="http://schemas.openxmlformats.org/officeDocument/2006/relationships/image" Target="../media/image7382.png" /><Relationship Id="rId186" Type="http://schemas.openxmlformats.org/officeDocument/2006/relationships/image" Target="../media/image7383.png" /><Relationship Id="rId187" Type="http://schemas.openxmlformats.org/officeDocument/2006/relationships/image" Target="../media/image7384.png" /><Relationship Id="rId188" Type="http://schemas.openxmlformats.org/officeDocument/2006/relationships/image" Target="../media/image7385.png" /><Relationship Id="rId189" Type="http://schemas.openxmlformats.org/officeDocument/2006/relationships/image" Target="../media/image7386.png" /><Relationship Id="rId19" Type="http://schemas.openxmlformats.org/officeDocument/2006/relationships/image" Target="../media/image7216.png" /><Relationship Id="rId190" Type="http://schemas.openxmlformats.org/officeDocument/2006/relationships/image" Target="../media/image7387.png" /><Relationship Id="rId191" Type="http://schemas.openxmlformats.org/officeDocument/2006/relationships/image" Target="../media/image7388.png" /><Relationship Id="rId192" Type="http://schemas.openxmlformats.org/officeDocument/2006/relationships/image" Target="../media/image7389.png" /><Relationship Id="rId193" Type="http://schemas.openxmlformats.org/officeDocument/2006/relationships/image" Target="../media/image7390.png" /><Relationship Id="rId194" Type="http://schemas.openxmlformats.org/officeDocument/2006/relationships/image" Target="../media/image7391.png" /><Relationship Id="rId195" Type="http://schemas.openxmlformats.org/officeDocument/2006/relationships/image" Target="../media/image7392.png" /><Relationship Id="rId196" Type="http://schemas.openxmlformats.org/officeDocument/2006/relationships/image" Target="../media/image7393.png" /><Relationship Id="rId197" Type="http://schemas.openxmlformats.org/officeDocument/2006/relationships/image" Target="../media/image7394.png" /><Relationship Id="rId198" Type="http://schemas.openxmlformats.org/officeDocument/2006/relationships/image" Target="../media/image7395.png" /><Relationship Id="rId199" Type="http://schemas.openxmlformats.org/officeDocument/2006/relationships/image" Target="../media/image7396.png" /><Relationship Id="rId2" Type="http://schemas.openxmlformats.org/officeDocument/2006/relationships/image" Target="../media/image7199.png" /><Relationship Id="rId20" Type="http://schemas.openxmlformats.org/officeDocument/2006/relationships/image" Target="../media/image7217.png" /><Relationship Id="rId200" Type="http://schemas.openxmlformats.org/officeDocument/2006/relationships/image" Target="../media/image7397.png" /><Relationship Id="rId201" Type="http://schemas.openxmlformats.org/officeDocument/2006/relationships/image" Target="../media/image7398.png" /><Relationship Id="rId202" Type="http://schemas.openxmlformats.org/officeDocument/2006/relationships/image" Target="../media/image7399.png" /><Relationship Id="rId203" Type="http://schemas.openxmlformats.org/officeDocument/2006/relationships/image" Target="../media/image7400.png" /><Relationship Id="rId204" Type="http://schemas.openxmlformats.org/officeDocument/2006/relationships/image" Target="../media/image7401.png" /><Relationship Id="rId205" Type="http://schemas.openxmlformats.org/officeDocument/2006/relationships/image" Target="../media/image7402.png" /><Relationship Id="rId206" Type="http://schemas.openxmlformats.org/officeDocument/2006/relationships/image" Target="../media/image7403.png" /><Relationship Id="rId207" Type="http://schemas.openxmlformats.org/officeDocument/2006/relationships/image" Target="../media/image7404.png" /><Relationship Id="rId208" Type="http://schemas.openxmlformats.org/officeDocument/2006/relationships/image" Target="../media/image7405.png" /><Relationship Id="rId209" Type="http://schemas.openxmlformats.org/officeDocument/2006/relationships/image" Target="../media/image7406.png" /><Relationship Id="rId21" Type="http://schemas.openxmlformats.org/officeDocument/2006/relationships/image" Target="../media/image7218.png" /><Relationship Id="rId210" Type="http://schemas.openxmlformats.org/officeDocument/2006/relationships/image" Target="../media/image7407.png" /><Relationship Id="rId211" Type="http://schemas.openxmlformats.org/officeDocument/2006/relationships/image" Target="../media/image7408.png" /><Relationship Id="rId212" Type="http://schemas.openxmlformats.org/officeDocument/2006/relationships/image" Target="../media/image7409.png" /><Relationship Id="rId213" Type="http://schemas.openxmlformats.org/officeDocument/2006/relationships/image" Target="../media/image7410.png" /><Relationship Id="rId214" Type="http://schemas.openxmlformats.org/officeDocument/2006/relationships/image" Target="../media/image7411.png" /><Relationship Id="rId215" Type="http://schemas.openxmlformats.org/officeDocument/2006/relationships/image" Target="../media/image7412.png" /><Relationship Id="rId216" Type="http://schemas.openxmlformats.org/officeDocument/2006/relationships/image" Target="../media/image7413.png" /><Relationship Id="rId217" Type="http://schemas.openxmlformats.org/officeDocument/2006/relationships/image" Target="../media/image7414.png" /><Relationship Id="rId218" Type="http://schemas.openxmlformats.org/officeDocument/2006/relationships/image" Target="../media/image7415.png" /><Relationship Id="rId219" Type="http://schemas.openxmlformats.org/officeDocument/2006/relationships/image" Target="../media/image7416.png" /><Relationship Id="rId22" Type="http://schemas.openxmlformats.org/officeDocument/2006/relationships/image" Target="../media/image7219.png" /><Relationship Id="rId220" Type="http://schemas.openxmlformats.org/officeDocument/2006/relationships/image" Target="../media/image7417.png" /><Relationship Id="rId221" Type="http://schemas.openxmlformats.org/officeDocument/2006/relationships/image" Target="../media/image7418.png" /><Relationship Id="rId222" Type="http://schemas.openxmlformats.org/officeDocument/2006/relationships/image" Target="../media/image7419.png" /><Relationship Id="rId223" Type="http://schemas.openxmlformats.org/officeDocument/2006/relationships/image" Target="../media/image7420.png" /><Relationship Id="rId224" Type="http://schemas.openxmlformats.org/officeDocument/2006/relationships/image" Target="../media/image7421.png" /><Relationship Id="rId225" Type="http://schemas.openxmlformats.org/officeDocument/2006/relationships/image" Target="../media/image7422.png" /><Relationship Id="rId226" Type="http://schemas.openxmlformats.org/officeDocument/2006/relationships/image" Target="../media/image7423.png" /><Relationship Id="rId227" Type="http://schemas.openxmlformats.org/officeDocument/2006/relationships/image" Target="../media/image7424.png" /><Relationship Id="rId228" Type="http://schemas.openxmlformats.org/officeDocument/2006/relationships/image" Target="../media/image7425.png" /><Relationship Id="rId229" Type="http://schemas.openxmlformats.org/officeDocument/2006/relationships/image" Target="../media/image7426.png" /><Relationship Id="rId23" Type="http://schemas.openxmlformats.org/officeDocument/2006/relationships/image" Target="../media/image7220.png" /><Relationship Id="rId230" Type="http://schemas.openxmlformats.org/officeDocument/2006/relationships/image" Target="../media/image7427.png" /><Relationship Id="rId231" Type="http://schemas.openxmlformats.org/officeDocument/2006/relationships/image" Target="../media/image7428.png" /><Relationship Id="rId232" Type="http://schemas.openxmlformats.org/officeDocument/2006/relationships/image" Target="../media/image7429.png" /><Relationship Id="rId233" Type="http://schemas.openxmlformats.org/officeDocument/2006/relationships/image" Target="../media/image7430.png" /><Relationship Id="rId234" Type="http://schemas.openxmlformats.org/officeDocument/2006/relationships/image" Target="../media/image7431.png" /><Relationship Id="rId235" Type="http://schemas.openxmlformats.org/officeDocument/2006/relationships/image" Target="../media/image7432.png" /><Relationship Id="rId236" Type="http://schemas.openxmlformats.org/officeDocument/2006/relationships/image" Target="../media/image7433.png" /><Relationship Id="rId237" Type="http://schemas.openxmlformats.org/officeDocument/2006/relationships/image" Target="../media/image7434.png" /><Relationship Id="rId238" Type="http://schemas.openxmlformats.org/officeDocument/2006/relationships/image" Target="../media/image7435.png" /><Relationship Id="rId239" Type="http://schemas.openxmlformats.org/officeDocument/2006/relationships/image" Target="../media/image7436.png" /><Relationship Id="rId24" Type="http://schemas.openxmlformats.org/officeDocument/2006/relationships/image" Target="../media/image7221.png" /><Relationship Id="rId240" Type="http://schemas.openxmlformats.org/officeDocument/2006/relationships/image" Target="../media/image7437.png" /><Relationship Id="rId241" Type="http://schemas.openxmlformats.org/officeDocument/2006/relationships/image" Target="../media/image7438.png" /><Relationship Id="rId242" Type="http://schemas.openxmlformats.org/officeDocument/2006/relationships/image" Target="../media/image7439.png" /><Relationship Id="rId243" Type="http://schemas.openxmlformats.org/officeDocument/2006/relationships/image" Target="../media/image7440.png" /><Relationship Id="rId244" Type="http://schemas.openxmlformats.org/officeDocument/2006/relationships/image" Target="../media/image7441.png" /><Relationship Id="rId245" Type="http://schemas.openxmlformats.org/officeDocument/2006/relationships/image" Target="../media/image7442.png" /><Relationship Id="rId246" Type="http://schemas.openxmlformats.org/officeDocument/2006/relationships/image" Target="../media/image7443.png" /><Relationship Id="rId247" Type="http://schemas.openxmlformats.org/officeDocument/2006/relationships/image" Target="../media/image7444.png" /><Relationship Id="rId248" Type="http://schemas.openxmlformats.org/officeDocument/2006/relationships/image" Target="../media/image7445.png" /><Relationship Id="rId249" Type="http://schemas.openxmlformats.org/officeDocument/2006/relationships/image" Target="../media/image7446.png" /><Relationship Id="rId25" Type="http://schemas.openxmlformats.org/officeDocument/2006/relationships/image" Target="../media/image7222.png" /><Relationship Id="rId250" Type="http://schemas.openxmlformats.org/officeDocument/2006/relationships/image" Target="../media/image7447.png" /><Relationship Id="rId251" Type="http://schemas.openxmlformats.org/officeDocument/2006/relationships/image" Target="../media/image7448.png" /><Relationship Id="rId252" Type="http://schemas.openxmlformats.org/officeDocument/2006/relationships/image" Target="../media/image7449.png" /><Relationship Id="rId253" Type="http://schemas.openxmlformats.org/officeDocument/2006/relationships/image" Target="../media/image7450.png" /><Relationship Id="rId254" Type="http://schemas.openxmlformats.org/officeDocument/2006/relationships/image" Target="../media/image7451.png" /><Relationship Id="rId255" Type="http://schemas.openxmlformats.org/officeDocument/2006/relationships/image" Target="../media/image7452.png" /><Relationship Id="rId256" Type="http://schemas.openxmlformats.org/officeDocument/2006/relationships/image" Target="../media/image7453.png" /><Relationship Id="rId257" Type="http://schemas.openxmlformats.org/officeDocument/2006/relationships/image" Target="../media/image7454.png" /><Relationship Id="rId258" Type="http://schemas.openxmlformats.org/officeDocument/2006/relationships/image" Target="../media/image7455.png" /><Relationship Id="rId259" Type="http://schemas.openxmlformats.org/officeDocument/2006/relationships/image" Target="../media/image7456.png" /><Relationship Id="rId26" Type="http://schemas.openxmlformats.org/officeDocument/2006/relationships/image" Target="../media/image7223.png" /><Relationship Id="rId260" Type="http://schemas.openxmlformats.org/officeDocument/2006/relationships/image" Target="../media/image7457.png" /><Relationship Id="rId261" Type="http://schemas.openxmlformats.org/officeDocument/2006/relationships/image" Target="../media/image7458.png" /><Relationship Id="rId262" Type="http://schemas.openxmlformats.org/officeDocument/2006/relationships/image" Target="../media/image7459.png" /><Relationship Id="rId263" Type="http://schemas.openxmlformats.org/officeDocument/2006/relationships/image" Target="../media/image7460.png" /><Relationship Id="rId264" Type="http://schemas.openxmlformats.org/officeDocument/2006/relationships/image" Target="../media/image7461.png" /><Relationship Id="rId265" Type="http://schemas.openxmlformats.org/officeDocument/2006/relationships/image" Target="../media/image7462.png" /><Relationship Id="rId266" Type="http://schemas.openxmlformats.org/officeDocument/2006/relationships/image" Target="../media/image7463.png" /><Relationship Id="rId267" Type="http://schemas.openxmlformats.org/officeDocument/2006/relationships/image" Target="../media/image7464.png" /><Relationship Id="rId268" Type="http://schemas.openxmlformats.org/officeDocument/2006/relationships/image" Target="../media/image7465.png" /><Relationship Id="rId269" Type="http://schemas.openxmlformats.org/officeDocument/2006/relationships/image" Target="../media/image7466.png" /><Relationship Id="rId27" Type="http://schemas.openxmlformats.org/officeDocument/2006/relationships/image" Target="../media/image7224.png" /><Relationship Id="rId270" Type="http://schemas.openxmlformats.org/officeDocument/2006/relationships/image" Target="../media/image7467.png" /><Relationship Id="rId271" Type="http://schemas.openxmlformats.org/officeDocument/2006/relationships/image" Target="../media/image7468.png" /><Relationship Id="rId272" Type="http://schemas.openxmlformats.org/officeDocument/2006/relationships/image" Target="../media/image7469.png" /><Relationship Id="rId273" Type="http://schemas.openxmlformats.org/officeDocument/2006/relationships/image" Target="../media/image7470.png" /><Relationship Id="rId274" Type="http://schemas.openxmlformats.org/officeDocument/2006/relationships/image" Target="../media/image7471.png" /><Relationship Id="rId275" Type="http://schemas.openxmlformats.org/officeDocument/2006/relationships/image" Target="../media/image7472.png" /><Relationship Id="rId276" Type="http://schemas.openxmlformats.org/officeDocument/2006/relationships/image" Target="../media/image7473.png" /><Relationship Id="rId277" Type="http://schemas.openxmlformats.org/officeDocument/2006/relationships/image" Target="../media/image7474.png" /><Relationship Id="rId278" Type="http://schemas.openxmlformats.org/officeDocument/2006/relationships/image" Target="../media/image7475.png" /><Relationship Id="rId279" Type="http://schemas.openxmlformats.org/officeDocument/2006/relationships/image" Target="../media/image7476.png" /><Relationship Id="rId28" Type="http://schemas.openxmlformats.org/officeDocument/2006/relationships/image" Target="../media/image7225.png" /><Relationship Id="rId280" Type="http://schemas.openxmlformats.org/officeDocument/2006/relationships/image" Target="../media/image7477.png" /><Relationship Id="rId281" Type="http://schemas.openxmlformats.org/officeDocument/2006/relationships/image" Target="../media/image7478.png" /><Relationship Id="rId282" Type="http://schemas.openxmlformats.org/officeDocument/2006/relationships/image" Target="../media/image7479.png" /><Relationship Id="rId283" Type="http://schemas.openxmlformats.org/officeDocument/2006/relationships/image" Target="../media/image7480.png" /><Relationship Id="rId284" Type="http://schemas.openxmlformats.org/officeDocument/2006/relationships/image" Target="../media/image7481.png" /><Relationship Id="rId285" Type="http://schemas.openxmlformats.org/officeDocument/2006/relationships/image" Target="../media/image7482.png" /><Relationship Id="rId286" Type="http://schemas.openxmlformats.org/officeDocument/2006/relationships/image" Target="../media/image7483.png" /><Relationship Id="rId287" Type="http://schemas.openxmlformats.org/officeDocument/2006/relationships/image" Target="../media/image7484.png" /><Relationship Id="rId288" Type="http://schemas.openxmlformats.org/officeDocument/2006/relationships/image" Target="../media/image7485.png" /><Relationship Id="rId289" Type="http://schemas.openxmlformats.org/officeDocument/2006/relationships/image" Target="../media/image7486.png" /><Relationship Id="rId29" Type="http://schemas.openxmlformats.org/officeDocument/2006/relationships/image" Target="../media/image7226.png" /><Relationship Id="rId290" Type="http://schemas.openxmlformats.org/officeDocument/2006/relationships/image" Target="../media/image7487.png" /><Relationship Id="rId291" Type="http://schemas.openxmlformats.org/officeDocument/2006/relationships/image" Target="../media/image7488.png" /><Relationship Id="rId292" Type="http://schemas.openxmlformats.org/officeDocument/2006/relationships/image" Target="../media/image7489.png" /><Relationship Id="rId293" Type="http://schemas.openxmlformats.org/officeDocument/2006/relationships/image" Target="../media/image7490.png" /><Relationship Id="rId294" Type="http://schemas.openxmlformats.org/officeDocument/2006/relationships/image" Target="../media/image7491.png" /><Relationship Id="rId295" Type="http://schemas.openxmlformats.org/officeDocument/2006/relationships/image" Target="../media/image7492.png" /><Relationship Id="rId296" Type="http://schemas.openxmlformats.org/officeDocument/2006/relationships/image" Target="../media/image7493.png" /><Relationship Id="rId297" Type="http://schemas.openxmlformats.org/officeDocument/2006/relationships/image" Target="../media/image7494.png" /><Relationship Id="rId298" Type="http://schemas.openxmlformats.org/officeDocument/2006/relationships/image" Target="../media/image7495.png" /><Relationship Id="rId299" Type="http://schemas.openxmlformats.org/officeDocument/2006/relationships/image" Target="../media/image7496.png" /><Relationship Id="rId3" Type="http://schemas.openxmlformats.org/officeDocument/2006/relationships/image" Target="../media/image7200.png" /><Relationship Id="rId30" Type="http://schemas.openxmlformats.org/officeDocument/2006/relationships/image" Target="../media/image7227.png" /><Relationship Id="rId300" Type="http://schemas.openxmlformats.org/officeDocument/2006/relationships/image" Target="../media/image7497.png" /><Relationship Id="rId301" Type="http://schemas.openxmlformats.org/officeDocument/2006/relationships/image" Target="../media/image7498.png" /><Relationship Id="rId302" Type="http://schemas.openxmlformats.org/officeDocument/2006/relationships/image" Target="../media/image7499.png" /><Relationship Id="rId303" Type="http://schemas.openxmlformats.org/officeDocument/2006/relationships/image" Target="../media/image7500.png" /><Relationship Id="rId304" Type="http://schemas.openxmlformats.org/officeDocument/2006/relationships/image" Target="../media/image7501.png" /><Relationship Id="rId305" Type="http://schemas.openxmlformats.org/officeDocument/2006/relationships/image" Target="../media/image7502.png" /><Relationship Id="rId306" Type="http://schemas.openxmlformats.org/officeDocument/2006/relationships/image" Target="../media/image7503.png" /><Relationship Id="rId307" Type="http://schemas.openxmlformats.org/officeDocument/2006/relationships/image" Target="../media/image7504.png" /><Relationship Id="rId308" Type="http://schemas.openxmlformats.org/officeDocument/2006/relationships/image" Target="../media/image7505.png" /><Relationship Id="rId309" Type="http://schemas.openxmlformats.org/officeDocument/2006/relationships/image" Target="../media/image7506.png" /><Relationship Id="rId31" Type="http://schemas.openxmlformats.org/officeDocument/2006/relationships/image" Target="../media/image7228.png" /><Relationship Id="rId310" Type="http://schemas.openxmlformats.org/officeDocument/2006/relationships/image" Target="../media/image7507.png" /><Relationship Id="rId311" Type="http://schemas.openxmlformats.org/officeDocument/2006/relationships/image" Target="../media/image7508.png" /><Relationship Id="rId312" Type="http://schemas.openxmlformats.org/officeDocument/2006/relationships/image" Target="../media/image7509.png" /><Relationship Id="rId313" Type="http://schemas.openxmlformats.org/officeDocument/2006/relationships/image" Target="../media/image7510.png" /><Relationship Id="rId314" Type="http://schemas.openxmlformats.org/officeDocument/2006/relationships/image" Target="../media/image7511.png" /><Relationship Id="rId315" Type="http://schemas.openxmlformats.org/officeDocument/2006/relationships/image" Target="../media/image7512.png" /><Relationship Id="rId316" Type="http://schemas.openxmlformats.org/officeDocument/2006/relationships/image" Target="../media/image7513.png" /><Relationship Id="rId317" Type="http://schemas.openxmlformats.org/officeDocument/2006/relationships/image" Target="../media/image7514.png" /><Relationship Id="rId318" Type="http://schemas.openxmlformats.org/officeDocument/2006/relationships/image" Target="../media/image7515.png" /><Relationship Id="rId319" Type="http://schemas.openxmlformats.org/officeDocument/2006/relationships/image" Target="../media/image7516.png" /><Relationship Id="rId32" Type="http://schemas.openxmlformats.org/officeDocument/2006/relationships/image" Target="../media/image7229.png" /><Relationship Id="rId320" Type="http://schemas.openxmlformats.org/officeDocument/2006/relationships/image" Target="../media/image7517.png" /><Relationship Id="rId321" Type="http://schemas.openxmlformats.org/officeDocument/2006/relationships/image" Target="../media/image7518.png" /><Relationship Id="rId322" Type="http://schemas.openxmlformats.org/officeDocument/2006/relationships/image" Target="../media/image7519.png" /><Relationship Id="rId323" Type="http://schemas.openxmlformats.org/officeDocument/2006/relationships/image" Target="../media/image7520.png" /><Relationship Id="rId324" Type="http://schemas.openxmlformats.org/officeDocument/2006/relationships/image" Target="../media/image7521.png" /><Relationship Id="rId325" Type="http://schemas.openxmlformats.org/officeDocument/2006/relationships/image" Target="../media/image7522.png" /><Relationship Id="rId326" Type="http://schemas.openxmlformats.org/officeDocument/2006/relationships/image" Target="../media/image7523.png" /><Relationship Id="rId327" Type="http://schemas.openxmlformats.org/officeDocument/2006/relationships/image" Target="../media/image7524.png" /><Relationship Id="rId328" Type="http://schemas.openxmlformats.org/officeDocument/2006/relationships/image" Target="../media/image7525.png" /><Relationship Id="rId329" Type="http://schemas.openxmlformats.org/officeDocument/2006/relationships/image" Target="../media/image7526.png" /><Relationship Id="rId33" Type="http://schemas.openxmlformats.org/officeDocument/2006/relationships/image" Target="../media/image7230.png" /><Relationship Id="rId330" Type="http://schemas.openxmlformats.org/officeDocument/2006/relationships/image" Target="../media/image7527.png" /><Relationship Id="rId331" Type="http://schemas.openxmlformats.org/officeDocument/2006/relationships/image" Target="../media/image7528.png" /><Relationship Id="rId332" Type="http://schemas.openxmlformats.org/officeDocument/2006/relationships/image" Target="../media/image7529.png" /><Relationship Id="rId333" Type="http://schemas.openxmlformats.org/officeDocument/2006/relationships/image" Target="../media/image7530.png" /><Relationship Id="rId334" Type="http://schemas.openxmlformats.org/officeDocument/2006/relationships/image" Target="../media/image7531.png" /><Relationship Id="rId335" Type="http://schemas.openxmlformats.org/officeDocument/2006/relationships/image" Target="../media/image7532.png" /><Relationship Id="rId336" Type="http://schemas.openxmlformats.org/officeDocument/2006/relationships/image" Target="../media/image7533.png" /><Relationship Id="rId337" Type="http://schemas.openxmlformats.org/officeDocument/2006/relationships/image" Target="../media/image7534.png" /><Relationship Id="rId338" Type="http://schemas.openxmlformats.org/officeDocument/2006/relationships/image" Target="../media/image7535.png" /><Relationship Id="rId339" Type="http://schemas.openxmlformats.org/officeDocument/2006/relationships/image" Target="../media/image7536.png" /><Relationship Id="rId34" Type="http://schemas.openxmlformats.org/officeDocument/2006/relationships/image" Target="../media/image7231.png" /><Relationship Id="rId340" Type="http://schemas.openxmlformats.org/officeDocument/2006/relationships/image" Target="../media/image7537.png" /><Relationship Id="rId341" Type="http://schemas.openxmlformats.org/officeDocument/2006/relationships/image" Target="../media/image7538.png" /><Relationship Id="rId342" Type="http://schemas.openxmlformats.org/officeDocument/2006/relationships/image" Target="../media/image7539.png" /><Relationship Id="rId343" Type="http://schemas.openxmlformats.org/officeDocument/2006/relationships/image" Target="../media/image7540.png" /><Relationship Id="rId344" Type="http://schemas.openxmlformats.org/officeDocument/2006/relationships/image" Target="../media/image7541.png" /><Relationship Id="rId345" Type="http://schemas.openxmlformats.org/officeDocument/2006/relationships/image" Target="../media/image7542.png" /><Relationship Id="rId346" Type="http://schemas.openxmlformats.org/officeDocument/2006/relationships/image" Target="../media/image7543.png" /><Relationship Id="rId347" Type="http://schemas.openxmlformats.org/officeDocument/2006/relationships/image" Target="../media/image7544.png" /><Relationship Id="rId348" Type="http://schemas.openxmlformats.org/officeDocument/2006/relationships/image" Target="../media/image7545.png" /><Relationship Id="rId349" Type="http://schemas.openxmlformats.org/officeDocument/2006/relationships/image" Target="../media/image7546.png" /><Relationship Id="rId35" Type="http://schemas.openxmlformats.org/officeDocument/2006/relationships/image" Target="../media/image7232.png" /><Relationship Id="rId350" Type="http://schemas.openxmlformats.org/officeDocument/2006/relationships/image" Target="../media/image7547.png" /><Relationship Id="rId351" Type="http://schemas.openxmlformats.org/officeDocument/2006/relationships/image" Target="../media/image7548.png" /><Relationship Id="rId352" Type="http://schemas.openxmlformats.org/officeDocument/2006/relationships/image" Target="../media/image7549.png" /><Relationship Id="rId353" Type="http://schemas.openxmlformats.org/officeDocument/2006/relationships/image" Target="../media/image7550.png" /><Relationship Id="rId354" Type="http://schemas.openxmlformats.org/officeDocument/2006/relationships/image" Target="../media/image7551.png" /><Relationship Id="rId355" Type="http://schemas.openxmlformats.org/officeDocument/2006/relationships/image" Target="../media/image7552.png" /><Relationship Id="rId356" Type="http://schemas.openxmlformats.org/officeDocument/2006/relationships/image" Target="../media/image7553.png" /><Relationship Id="rId357" Type="http://schemas.openxmlformats.org/officeDocument/2006/relationships/image" Target="../media/image7554.png" /><Relationship Id="rId358" Type="http://schemas.openxmlformats.org/officeDocument/2006/relationships/image" Target="../media/image7555.png" /><Relationship Id="rId359" Type="http://schemas.openxmlformats.org/officeDocument/2006/relationships/image" Target="../media/image7556.png" /><Relationship Id="rId36" Type="http://schemas.openxmlformats.org/officeDocument/2006/relationships/image" Target="../media/image7233.png" /><Relationship Id="rId360" Type="http://schemas.openxmlformats.org/officeDocument/2006/relationships/image" Target="../media/image7557.png" /><Relationship Id="rId361" Type="http://schemas.openxmlformats.org/officeDocument/2006/relationships/image" Target="../media/image7558.png" /><Relationship Id="rId362" Type="http://schemas.openxmlformats.org/officeDocument/2006/relationships/image" Target="../media/image7559.png" /><Relationship Id="rId363" Type="http://schemas.openxmlformats.org/officeDocument/2006/relationships/image" Target="../media/image7560.png" /><Relationship Id="rId364" Type="http://schemas.openxmlformats.org/officeDocument/2006/relationships/image" Target="../media/image7561.png" /><Relationship Id="rId365" Type="http://schemas.openxmlformats.org/officeDocument/2006/relationships/image" Target="../media/image7562.png" /><Relationship Id="rId366" Type="http://schemas.openxmlformats.org/officeDocument/2006/relationships/image" Target="../media/image7563.png" /><Relationship Id="rId367" Type="http://schemas.openxmlformats.org/officeDocument/2006/relationships/image" Target="../media/image7564.png" /><Relationship Id="rId368" Type="http://schemas.openxmlformats.org/officeDocument/2006/relationships/image" Target="../media/image7565.png" /><Relationship Id="rId369" Type="http://schemas.openxmlformats.org/officeDocument/2006/relationships/image" Target="../media/image7566.png" /><Relationship Id="rId37" Type="http://schemas.openxmlformats.org/officeDocument/2006/relationships/image" Target="../media/image7234.png" /><Relationship Id="rId370" Type="http://schemas.openxmlformats.org/officeDocument/2006/relationships/image" Target="../media/image7567.png" /><Relationship Id="rId38" Type="http://schemas.openxmlformats.org/officeDocument/2006/relationships/image" Target="../media/image7235.png" /><Relationship Id="rId39" Type="http://schemas.openxmlformats.org/officeDocument/2006/relationships/image" Target="../media/image7236.png" /><Relationship Id="rId4" Type="http://schemas.openxmlformats.org/officeDocument/2006/relationships/image" Target="../media/image7201.png" /><Relationship Id="rId40" Type="http://schemas.openxmlformats.org/officeDocument/2006/relationships/image" Target="../media/image7237.png" /><Relationship Id="rId41" Type="http://schemas.openxmlformats.org/officeDocument/2006/relationships/image" Target="../media/image7238.png" /><Relationship Id="rId42" Type="http://schemas.openxmlformats.org/officeDocument/2006/relationships/image" Target="../media/image7239.png" /><Relationship Id="rId43" Type="http://schemas.openxmlformats.org/officeDocument/2006/relationships/image" Target="../media/image7240.png" /><Relationship Id="rId44" Type="http://schemas.openxmlformats.org/officeDocument/2006/relationships/image" Target="../media/image7241.png" /><Relationship Id="rId45" Type="http://schemas.openxmlformats.org/officeDocument/2006/relationships/image" Target="../media/image7242.png" /><Relationship Id="rId46" Type="http://schemas.openxmlformats.org/officeDocument/2006/relationships/image" Target="../media/image7243.png" /><Relationship Id="rId47" Type="http://schemas.openxmlformats.org/officeDocument/2006/relationships/image" Target="../media/image7244.png" /><Relationship Id="rId48" Type="http://schemas.openxmlformats.org/officeDocument/2006/relationships/image" Target="../media/image7245.png" /><Relationship Id="rId49" Type="http://schemas.openxmlformats.org/officeDocument/2006/relationships/image" Target="../media/image7246.png" /><Relationship Id="rId5" Type="http://schemas.openxmlformats.org/officeDocument/2006/relationships/image" Target="../media/image7202.png" /><Relationship Id="rId50" Type="http://schemas.openxmlformats.org/officeDocument/2006/relationships/image" Target="../media/image7247.png" /><Relationship Id="rId51" Type="http://schemas.openxmlformats.org/officeDocument/2006/relationships/image" Target="../media/image7248.png" /><Relationship Id="rId52" Type="http://schemas.openxmlformats.org/officeDocument/2006/relationships/image" Target="../media/image7249.png" /><Relationship Id="rId53" Type="http://schemas.openxmlformats.org/officeDocument/2006/relationships/image" Target="../media/image7250.png" /><Relationship Id="rId54" Type="http://schemas.openxmlformats.org/officeDocument/2006/relationships/image" Target="../media/image7251.png" /><Relationship Id="rId55" Type="http://schemas.openxmlformats.org/officeDocument/2006/relationships/image" Target="../media/image7252.png" /><Relationship Id="rId56" Type="http://schemas.openxmlformats.org/officeDocument/2006/relationships/image" Target="../media/image7253.png" /><Relationship Id="rId57" Type="http://schemas.openxmlformats.org/officeDocument/2006/relationships/image" Target="../media/image7254.png" /><Relationship Id="rId58" Type="http://schemas.openxmlformats.org/officeDocument/2006/relationships/image" Target="../media/image7255.png" /><Relationship Id="rId59" Type="http://schemas.openxmlformats.org/officeDocument/2006/relationships/image" Target="../media/image7256.png" /><Relationship Id="rId6" Type="http://schemas.openxmlformats.org/officeDocument/2006/relationships/image" Target="../media/image7203.png" /><Relationship Id="rId60" Type="http://schemas.openxmlformats.org/officeDocument/2006/relationships/image" Target="../media/image7257.png" /><Relationship Id="rId61" Type="http://schemas.openxmlformats.org/officeDocument/2006/relationships/image" Target="../media/image7258.png" /><Relationship Id="rId62" Type="http://schemas.openxmlformats.org/officeDocument/2006/relationships/image" Target="../media/image7259.png" /><Relationship Id="rId63" Type="http://schemas.openxmlformats.org/officeDocument/2006/relationships/image" Target="../media/image7260.png" /><Relationship Id="rId64" Type="http://schemas.openxmlformats.org/officeDocument/2006/relationships/image" Target="../media/image7261.png" /><Relationship Id="rId65" Type="http://schemas.openxmlformats.org/officeDocument/2006/relationships/image" Target="../media/image7262.png" /><Relationship Id="rId66" Type="http://schemas.openxmlformats.org/officeDocument/2006/relationships/image" Target="../media/image7263.png" /><Relationship Id="rId67" Type="http://schemas.openxmlformats.org/officeDocument/2006/relationships/image" Target="../media/image7264.png" /><Relationship Id="rId68" Type="http://schemas.openxmlformats.org/officeDocument/2006/relationships/image" Target="../media/image7265.png" /><Relationship Id="rId69" Type="http://schemas.openxmlformats.org/officeDocument/2006/relationships/image" Target="../media/image7266.png" /><Relationship Id="rId7" Type="http://schemas.openxmlformats.org/officeDocument/2006/relationships/image" Target="../media/image7204.png" /><Relationship Id="rId70" Type="http://schemas.openxmlformats.org/officeDocument/2006/relationships/image" Target="../media/image7267.png" /><Relationship Id="rId71" Type="http://schemas.openxmlformats.org/officeDocument/2006/relationships/image" Target="../media/image7268.png" /><Relationship Id="rId72" Type="http://schemas.openxmlformats.org/officeDocument/2006/relationships/image" Target="../media/image7269.png" /><Relationship Id="rId73" Type="http://schemas.openxmlformats.org/officeDocument/2006/relationships/image" Target="../media/image7270.png" /><Relationship Id="rId74" Type="http://schemas.openxmlformats.org/officeDocument/2006/relationships/image" Target="../media/image7271.png" /><Relationship Id="rId75" Type="http://schemas.openxmlformats.org/officeDocument/2006/relationships/image" Target="../media/image7272.png" /><Relationship Id="rId76" Type="http://schemas.openxmlformats.org/officeDocument/2006/relationships/image" Target="../media/image7273.png" /><Relationship Id="rId77" Type="http://schemas.openxmlformats.org/officeDocument/2006/relationships/image" Target="../media/image7274.png" /><Relationship Id="rId78" Type="http://schemas.openxmlformats.org/officeDocument/2006/relationships/image" Target="../media/image7275.png" /><Relationship Id="rId79" Type="http://schemas.openxmlformats.org/officeDocument/2006/relationships/image" Target="../media/image7276.png" /><Relationship Id="rId8" Type="http://schemas.openxmlformats.org/officeDocument/2006/relationships/image" Target="../media/image7205.png" /><Relationship Id="rId80" Type="http://schemas.openxmlformats.org/officeDocument/2006/relationships/image" Target="../media/image7277.png" /><Relationship Id="rId81" Type="http://schemas.openxmlformats.org/officeDocument/2006/relationships/image" Target="../media/image7278.png" /><Relationship Id="rId82" Type="http://schemas.openxmlformats.org/officeDocument/2006/relationships/image" Target="../media/image7279.png" /><Relationship Id="rId83" Type="http://schemas.openxmlformats.org/officeDocument/2006/relationships/image" Target="../media/image7280.png" /><Relationship Id="rId84" Type="http://schemas.openxmlformats.org/officeDocument/2006/relationships/image" Target="../media/image7281.png" /><Relationship Id="rId85" Type="http://schemas.openxmlformats.org/officeDocument/2006/relationships/image" Target="../media/image7282.png" /><Relationship Id="rId86" Type="http://schemas.openxmlformats.org/officeDocument/2006/relationships/image" Target="../media/image7283.png" /><Relationship Id="rId87" Type="http://schemas.openxmlformats.org/officeDocument/2006/relationships/image" Target="../media/image7284.png" /><Relationship Id="rId88" Type="http://schemas.openxmlformats.org/officeDocument/2006/relationships/image" Target="../media/image7285.png" /><Relationship Id="rId89" Type="http://schemas.openxmlformats.org/officeDocument/2006/relationships/image" Target="../media/image7286.png" /><Relationship Id="rId9" Type="http://schemas.openxmlformats.org/officeDocument/2006/relationships/image" Target="../media/image7206.png" /><Relationship Id="rId90" Type="http://schemas.openxmlformats.org/officeDocument/2006/relationships/image" Target="../media/image7287.png" /><Relationship Id="rId91" Type="http://schemas.openxmlformats.org/officeDocument/2006/relationships/image" Target="../media/image7288.png" /><Relationship Id="rId92" Type="http://schemas.openxmlformats.org/officeDocument/2006/relationships/image" Target="../media/image7289.png" /><Relationship Id="rId93" Type="http://schemas.openxmlformats.org/officeDocument/2006/relationships/image" Target="../media/image7290.png" /><Relationship Id="rId94" Type="http://schemas.openxmlformats.org/officeDocument/2006/relationships/image" Target="../media/image7291.png" /><Relationship Id="rId95" Type="http://schemas.openxmlformats.org/officeDocument/2006/relationships/image" Target="../media/image7292.png" /><Relationship Id="rId96" Type="http://schemas.openxmlformats.org/officeDocument/2006/relationships/image" Target="../media/image7293.png" /><Relationship Id="rId97" Type="http://schemas.openxmlformats.org/officeDocument/2006/relationships/image" Target="../media/image7294.png" /><Relationship Id="rId98" Type="http://schemas.openxmlformats.org/officeDocument/2006/relationships/image" Target="../media/image7295.png" /><Relationship Id="rId99" Type="http://schemas.openxmlformats.org/officeDocument/2006/relationships/image" Target="../media/image729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64236" y="1162812"/>
            <a:ext cx="6854952" cy="1677924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31773" y="1589628"/>
            <a:ext cx="186309" cy="317468"/>
          </a:xfrm>
          <a:prstGeom prst="rect"/>
          <a:ln w="0">
            <a:noFill/>
          </a:ln>
        </p:spPr>
      </p:pic>
      <p:pic>
        <p:nvPicPr>
          <p:cNvPr id="4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53908" y="1661446"/>
            <a:ext cx="252032" cy="253270"/>
          </a:xfrm>
          <a:prstGeom prst="rect"/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827276" y="1669066"/>
            <a:ext cx="212217" cy="245650"/>
          </a:xfrm>
          <a:prstGeom prst="rect"/>
          <a:ln w="0">
            <a:noFill/>
          </a:ln>
        </p:spPr>
      </p:pic>
      <p:pic>
        <p:nvPicPr>
          <p:cNvPr id="6" name="New picture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053304" y="1669066"/>
            <a:ext cx="238220" cy="238030"/>
          </a:xfrm>
          <a:prstGeom prst="rect"/>
          <a:ln w="0">
            <a:noFill/>
          </a:ln>
        </p:spPr>
      </p:pic>
      <p:pic>
        <p:nvPicPr>
          <p:cNvPr id="7" name="New picture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2308289" y="1661446"/>
            <a:ext cx="108394" cy="245650"/>
          </a:xfrm>
          <a:prstGeom prst="rect"/>
          <a:ln w="0">
            <a:noFill/>
          </a:ln>
        </p:spPr>
      </p:pic>
      <p:pic>
        <p:nvPicPr>
          <p:cNvPr id="8" name="New picture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2407539" y="1661446"/>
            <a:ext cx="250412" cy="253270"/>
          </a:xfrm>
          <a:prstGeom prst="rect"/>
          <a:ln w="0">
            <a:noFill/>
          </a:ln>
        </p:spPr>
      </p:pic>
      <p:pic>
        <p:nvPicPr>
          <p:cNvPr id="9" name="New picture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2680907" y="1661446"/>
            <a:ext cx="253460" cy="343281"/>
          </a:xfrm>
          <a:prstGeom prst="rect"/>
          <a:ln w="0">
            <a:noFill/>
          </a:ln>
        </p:spPr>
      </p:pic>
      <p:pic>
        <p:nvPicPr>
          <p:cNvPr id="10" name="New picture"/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2952655" y="1661446"/>
            <a:ext cx="248984" cy="253270"/>
          </a:xfrm>
          <a:prstGeom prst="rect"/>
          <a:ln w="0">
            <a:noFill/>
          </a:ln>
        </p:spPr>
      </p:pic>
      <p:pic>
        <p:nvPicPr>
          <p:cNvPr id="11" name="New picture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3210782" y="1661445"/>
            <a:ext cx="172498" cy="253270"/>
          </a:xfrm>
          <a:prstGeom prst="rect"/>
          <a:ln w="0">
            <a:noFill/>
          </a:ln>
        </p:spPr>
      </p:pic>
      <p:pic>
        <p:nvPicPr>
          <p:cNvPr id="12" name="New picture"/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3497866" y="1661445"/>
            <a:ext cx="172498" cy="253270"/>
          </a:xfrm>
          <a:prstGeom prst="rect"/>
          <a:ln w="0">
            <a:noFill/>
          </a:ln>
        </p:spPr>
      </p:pic>
      <p:pic>
        <p:nvPicPr>
          <p:cNvPr id="13" name="New picture"/>
          <p:cNvPicPr/>
          <p:nvPr/>
        </p:nvPicPr>
        <p:blipFill>
          <a:blip r:embed="rId12"/>
          <a:srcRect/>
          <a:stretch>
            <a:fillRect/>
          </a:stretch>
        </p:blipFill>
        <p:spPr>
          <a:xfrm>
            <a:off x="3687223" y="1669066"/>
            <a:ext cx="212217" cy="245650"/>
          </a:xfrm>
          <a:prstGeom prst="rect"/>
          <a:ln w="0">
            <a:noFill/>
          </a:ln>
        </p:spPr>
      </p:pic>
      <p:pic>
        <p:nvPicPr>
          <p:cNvPr id="14" name="New picture"/>
          <p:cNvPicPr/>
          <p:nvPr/>
        </p:nvPicPr>
        <p:blipFill>
          <a:blip r:embed="rId13"/>
          <a:srcRect/>
          <a:stretch>
            <a:fillRect/>
          </a:stretch>
        </p:blipFill>
        <p:spPr>
          <a:xfrm>
            <a:off x="3939159" y="1661446"/>
            <a:ext cx="109918" cy="245650"/>
          </a:xfrm>
          <a:prstGeom prst="rect"/>
          <a:ln w="0">
            <a:noFill/>
          </a:ln>
        </p:spPr>
      </p:pic>
      <p:sp>
        <p:nvSpPr>
          <p:cNvPr id="15" name="New shape"/>
          <p:cNvSpPr/>
          <p:nvPr/>
        </p:nvSpPr>
        <p:spPr>
          <a:xfrm>
            <a:off x="4171283" y="1589627"/>
            <a:ext cx="56483" cy="31746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" name="New picture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4252151" y="1661446"/>
            <a:ext cx="248983" cy="253270"/>
          </a:xfrm>
          <a:prstGeom prst="rect"/>
          <a:ln w="0">
            <a:noFill/>
          </a:ln>
        </p:spPr>
      </p:pic>
      <p:pic>
        <p:nvPicPr>
          <p:cNvPr id="17" name="New picture"/>
          <p:cNvPicPr/>
          <p:nvPr/>
        </p:nvPicPr>
        <p:blipFill>
          <a:blip r:embed="rId15"/>
          <a:srcRect/>
          <a:stretch>
            <a:fillRect/>
          </a:stretch>
        </p:blipFill>
        <p:spPr>
          <a:xfrm>
            <a:off x="4633912" y="1661446"/>
            <a:ext cx="357378" cy="245650"/>
          </a:xfrm>
          <a:prstGeom prst="rect"/>
          <a:ln w="0">
            <a:noFill/>
          </a:ln>
        </p:spPr>
      </p:pic>
      <p:pic>
        <p:nvPicPr>
          <p:cNvPr id="18" name="New picture"/>
          <p:cNvPicPr/>
          <p:nvPr/>
        </p:nvPicPr>
        <p:blipFill>
          <a:blip r:embed="rId16"/>
          <a:srcRect/>
          <a:stretch>
            <a:fillRect/>
          </a:stretch>
        </p:blipFill>
        <p:spPr>
          <a:xfrm>
            <a:off x="5014151" y="1661446"/>
            <a:ext cx="252032" cy="253270"/>
          </a:xfrm>
          <a:prstGeom prst="rect"/>
          <a:ln w="0">
            <a:noFill/>
          </a:ln>
        </p:spPr>
      </p:pic>
      <p:pic>
        <p:nvPicPr>
          <p:cNvPr id="19" name="New picture"/>
          <p:cNvPicPr/>
          <p:nvPr/>
        </p:nvPicPr>
        <p:blipFill>
          <a:blip r:embed="rId17"/>
          <a:srcRect/>
          <a:stretch>
            <a:fillRect/>
          </a:stretch>
        </p:blipFill>
        <p:spPr>
          <a:xfrm>
            <a:off x="5290566" y="1661445"/>
            <a:ext cx="245840" cy="253270"/>
          </a:xfrm>
          <a:prstGeom prst="rect"/>
          <a:ln w="0">
            <a:noFill/>
          </a:ln>
        </p:spPr>
      </p:pic>
      <p:pic>
        <p:nvPicPr>
          <p:cNvPr id="20" name="New picture"/>
          <p:cNvPicPr/>
          <p:nvPr/>
        </p:nvPicPr>
        <p:blipFill>
          <a:blip r:embed="rId18"/>
          <a:srcRect/>
          <a:stretch>
            <a:fillRect/>
          </a:stretch>
        </p:blipFill>
        <p:spPr>
          <a:xfrm>
            <a:off x="5562409" y="1589628"/>
            <a:ext cx="210693" cy="317468"/>
          </a:xfrm>
          <a:prstGeom prst="rect"/>
          <a:ln w="0">
            <a:noFill/>
          </a:ln>
        </p:spPr>
      </p:pic>
      <p:sp>
        <p:nvSpPr>
          <p:cNvPr id="21" name="New shape"/>
          <p:cNvSpPr/>
          <p:nvPr/>
        </p:nvSpPr>
        <p:spPr>
          <a:xfrm>
            <a:off x="5808249" y="1589627"/>
            <a:ext cx="56483" cy="5191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5808249" y="1669066"/>
            <a:ext cx="56483" cy="23803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" name="New picture"/>
          <p:cNvPicPr/>
          <p:nvPr/>
        </p:nvPicPr>
        <p:blipFill>
          <a:blip r:embed="rId19"/>
          <a:srcRect/>
          <a:stretch>
            <a:fillRect/>
          </a:stretch>
        </p:blipFill>
        <p:spPr>
          <a:xfrm>
            <a:off x="5899881" y="1661446"/>
            <a:ext cx="210693" cy="245650"/>
          </a:xfrm>
          <a:prstGeom prst="rect"/>
          <a:ln w="0">
            <a:noFill/>
          </a:ln>
        </p:spPr>
      </p:pic>
      <p:pic>
        <p:nvPicPr>
          <p:cNvPr id="24" name="New picture"/>
          <p:cNvPicPr/>
          <p:nvPr/>
        </p:nvPicPr>
        <p:blipFill>
          <a:blip r:embed="rId20"/>
          <a:srcRect/>
          <a:stretch>
            <a:fillRect/>
          </a:stretch>
        </p:blipFill>
        <p:spPr>
          <a:xfrm>
            <a:off x="6136577" y="1661446"/>
            <a:ext cx="247364" cy="253270"/>
          </a:xfrm>
          <a:prstGeom prst="rect"/>
          <a:ln w="0">
            <a:noFill/>
          </a:ln>
        </p:spPr>
      </p:pic>
      <p:sp>
        <p:nvSpPr>
          <p:cNvPr id="25" name="New shape"/>
          <p:cNvSpPr/>
          <p:nvPr/>
        </p:nvSpPr>
        <p:spPr>
          <a:xfrm>
            <a:off x="6194583" y="1713262"/>
            <a:ext cx="131350" cy="5495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" name="New shape"/>
          <p:cNvSpPr/>
          <p:nvPr/>
        </p:nvSpPr>
        <p:spPr>
          <a:xfrm>
            <a:off x="1138618" y="2065782"/>
            <a:ext cx="56483" cy="31746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" name="New picture"/>
          <p:cNvPicPr/>
          <p:nvPr/>
        </p:nvPicPr>
        <p:blipFill>
          <a:blip r:embed="rId21"/>
          <a:srcRect/>
          <a:stretch>
            <a:fillRect/>
          </a:stretch>
        </p:blipFill>
        <p:spPr>
          <a:xfrm>
            <a:off x="1219486" y="2137505"/>
            <a:ext cx="248983" cy="254889"/>
          </a:xfrm>
          <a:prstGeom prst="rect"/>
          <a:ln w="0">
            <a:noFill/>
          </a:ln>
        </p:spPr>
      </p:pic>
      <p:pic>
        <p:nvPicPr>
          <p:cNvPr id="28" name="New picture"/>
          <p:cNvPicPr/>
          <p:nvPr/>
        </p:nvPicPr>
        <p:blipFill>
          <a:blip r:embed="rId22"/>
          <a:srcRect/>
          <a:stretch>
            <a:fillRect/>
          </a:stretch>
        </p:blipFill>
        <p:spPr>
          <a:xfrm>
            <a:off x="1482185" y="2137505"/>
            <a:ext cx="250412" cy="254889"/>
          </a:xfrm>
          <a:prstGeom prst="rect"/>
          <a:ln w="0">
            <a:noFill/>
          </a:ln>
        </p:spPr>
      </p:pic>
      <p:pic>
        <p:nvPicPr>
          <p:cNvPr id="29" name="New picture"/>
          <p:cNvPicPr/>
          <p:nvPr/>
        </p:nvPicPr>
        <p:blipFill>
          <a:blip r:embed="rId23"/>
          <a:srcRect/>
          <a:stretch>
            <a:fillRect/>
          </a:stretch>
        </p:blipFill>
        <p:spPr>
          <a:xfrm>
            <a:off x="1769269" y="2137505"/>
            <a:ext cx="108394" cy="245745"/>
          </a:xfrm>
          <a:prstGeom prst="rect"/>
          <a:ln w="0">
            <a:noFill/>
          </a:ln>
        </p:spPr>
      </p:pic>
      <p:pic>
        <p:nvPicPr>
          <p:cNvPr id="30" name="New picture"/>
          <p:cNvPicPr/>
          <p:nvPr/>
        </p:nvPicPr>
        <p:blipFill>
          <a:blip r:embed="rId24"/>
          <a:srcRect/>
          <a:stretch>
            <a:fillRect/>
          </a:stretch>
        </p:blipFill>
        <p:spPr>
          <a:xfrm>
            <a:off x="1892903" y="2137505"/>
            <a:ext cx="212312" cy="245745"/>
          </a:xfrm>
          <a:prstGeom prst="rect"/>
          <a:ln w="0">
            <a:noFill/>
          </a:ln>
        </p:spPr>
      </p:pic>
      <p:sp>
        <p:nvSpPr>
          <p:cNvPr id="31" name="New shape"/>
          <p:cNvSpPr/>
          <p:nvPr/>
        </p:nvSpPr>
        <p:spPr>
          <a:xfrm>
            <a:off x="2138839" y="2065782"/>
            <a:ext cx="56483" cy="5343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2138839" y="2145125"/>
            <a:ext cx="56483" cy="23812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" name="New picture"/>
          <p:cNvPicPr/>
          <p:nvPr/>
        </p:nvPicPr>
        <p:blipFill>
          <a:blip r:embed="rId25"/>
          <a:srcRect/>
          <a:stretch>
            <a:fillRect/>
          </a:stretch>
        </p:blipFill>
        <p:spPr>
          <a:xfrm>
            <a:off x="2230374" y="2137505"/>
            <a:ext cx="212312" cy="245745"/>
          </a:xfrm>
          <a:prstGeom prst="rect"/>
          <a:ln w="0">
            <a:noFill/>
          </a:ln>
        </p:spPr>
      </p:pic>
      <p:pic>
        <p:nvPicPr>
          <p:cNvPr id="34" name="New picture"/>
          <p:cNvPicPr/>
          <p:nvPr/>
        </p:nvPicPr>
        <p:blipFill>
          <a:blip r:embed="rId26"/>
          <a:srcRect/>
          <a:stretch>
            <a:fillRect/>
          </a:stretch>
        </p:blipFill>
        <p:spPr>
          <a:xfrm>
            <a:off x="2467070" y="2137505"/>
            <a:ext cx="255080" cy="343376"/>
          </a:xfrm>
          <a:prstGeom prst="rect"/>
          <a:ln w="0">
            <a:noFill/>
          </a:ln>
        </p:spPr>
      </p:pic>
      <p:pic>
        <p:nvPicPr>
          <p:cNvPr id="35" name="New picture"/>
          <p:cNvPicPr/>
          <p:nvPr/>
        </p:nvPicPr>
        <p:blipFill>
          <a:blip r:embed="rId27"/>
          <a:srcRect/>
          <a:stretch>
            <a:fillRect/>
          </a:stretch>
        </p:blipFill>
        <p:spPr>
          <a:xfrm>
            <a:off x="2854928" y="2137506"/>
            <a:ext cx="250508" cy="326612"/>
          </a:xfrm>
          <a:prstGeom prst="rect"/>
          <a:ln w="0">
            <a:noFill/>
          </a:ln>
        </p:spPr>
      </p:pic>
      <p:pic>
        <p:nvPicPr>
          <p:cNvPr id="36" name="New picture"/>
          <p:cNvPicPr/>
          <p:nvPr/>
        </p:nvPicPr>
        <p:blipFill>
          <a:blip r:embed="rId28"/>
          <a:srcRect/>
          <a:stretch>
            <a:fillRect/>
          </a:stretch>
        </p:blipFill>
        <p:spPr>
          <a:xfrm>
            <a:off x="3117628" y="2137505"/>
            <a:ext cx="253460" cy="254889"/>
          </a:xfrm>
          <a:prstGeom prst="rect"/>
          <a:ln w="0">
            <a:noFill/>
          </a:ln>
        </p:spPr>
      </p:pic>
      <p:pic>
        <p:nvPicPr>
          <p:cNvPr id="37" name="New picture"/>
          <p:cNvPicPr/>
          <p:nvPr/>
        </p:nvPicPr>
        <p:blipFill>
          <a:blip r:embed="rId29"/>
          <a:srcRect/>
          <a:stretch>
            <a:fillRect/>
          </a:stretch>
        </p:blipFill>
        <p:spPr>
          <a:xfrm>
            <a:off x="3390995" y="2145125"/>
            <a:ext cx="212217" cy="247269"/>
          </a:xfrm>
          <a:prstGeom prst="rect"/>
          <a:ln w="0">
            <a:noFill/>
          </a:ln>
        </p:spPr>
      </p:pic>
      <p:pic>
        <p:nvPicPr>
          <p:cNvPr id="38" name="New picture"/>
          <p:cNvPicPr/>
          <p:nvPr/>
        </p:nvPicPr>
        <p:blipFill>
          <a:blip r:embed="rId30"/>
          <a:srcRect/>
          <a:stretch>
            <a:fillRect/>
          </a:stretch>
        </p:blipFill>
        <p:spPr>
          <a:xfrm>
            <a:off x="3642931" y="2137505"/>
            <a:ext cx="109918" cy="245745"/>
          </a:xfrm>
          <a:prstGeom prst="rect"/>
          <a:ln w="0">
            <a:noFill/>
          </a:ln>
        </p:spPr>
      </p:pic>
      <p:sp>
        <p:nvSpPr>
          <p:cNvPr id="39" name="New shape"/>
          <p:cNvSpPr/>
          <p:nvPr/>
        </p:nvSpPr>
        <p:spPr>
          <a:xfrm>
            <a:off x="3873532" y="2065782"/>
            <a:ext cx="58007" cy="31746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" name="New picture"/>
          <p:cNvPicPr/>
          <p:nvPr/>
        </p:nvPicPr>
        <p:blipFill>
          <a:blip r:embed="rId31"/>
          <a:srcRect/>
          <a:stretch>
            <a:fillRect/>
          </a:stretch>
        </p:blipFill>
        <p:spPr>
          <a:xfrm>
            <a:off x="3955923" y="2137505"/>
            <a:ext cx="248888" cy="254889"/>
          </a:xfrm>
          <a:prstGeom prst="rect"/>
          <a:ln w="0">
            <a:noFill/>
          </a:ln>
        </p:spPr>
      </p:pic>
      <p:pic>
        <p:nvPicPr>
          <p:cNvPr id="41" name="New picture"/>
          <p:cNvPicPr/>
          <p:nvPr/>
        </p:nvPicPr>
        <p:blipFill>
          <a:blip r:embed="rId32"/>
          <a:srcRect/>
          <a:stretch>
            <a:fillRect/>
          </a:stretch>
        </p:blipFill>
        <p:spPr>
          <a:xfrm>
            <a:off x="4214051" y="2137505"/>
            <a:ext cx="172498" cy="254889"/>
          </a:xfrm>
          <a:prstGeom prst="rect"/>
          <a:ln w="0">
            <a:noFill/>
          </a:ln>
        </p:spPr>
      </p:pic>
      <p:pic>
        <p:nvPicPr>
          <p:cNvPr id="42" name="New picture"/>
          <p:cNvPicPr/>
          <p:nvPr/>
        </p:nvPicPr>
        <p:blipFill>
          <a:blip r:embed="rId33"/>
          <a:srcRect/>
          <a:stretch>
            <a:fillRect/>
          </a:stretch>
        </p:blipFill>
        <p:spPr>
          <a:xfrm>
            <a:off x="4507230" y="2065782"/>
            <a:ext cx="250412" cy="326612"/>
          </a:xfrm>
          <a:prstGeom prst="rect"/>
          <a:ln w="0">
            <a:noFill/>
          </a:ln>
        </p:spPr>
      </p:pic>
      <p:sp>
        <p:nvSpPr>
          <p:cNvPr id="43" name="New shape"/>
          <p:cNvSpPr/>
          <p:nvPr/>
        </p:nvSpPr>
        <p:spPr>
          <a:xfrm>
            <a:off x="4849273" y="2018538"/>
            <a:ext cx="120586" cy="9763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" name="New picture"/>
          <p:cNvPicPr/>
          <p:nvPr/>
        </p:nvPicPr>
        <p:blipFill>
          <a:blip r:embed="rId34"/>
          <a:srcRect/>
          <a:stretch>
            <a:fillRect/>
          </a:stretch>
        </p:blipFill>
        <p:spPr>
          <a:xfrm>
            <a:off x="4777455" y="2137505"/>
            <a:ext cx="248983" cy="254889"/>
          </a:xfrm>
          <a:prstGeom prst="rect"/>
          <a:ln w="0">
            <a:noFill/>
          </a:ln>
        </p:spPr>
      </p:pic>
      <p:pic>
        <p:nvPicPr>
          <p:cNvPr id="45" name="New picture"/>
          <p:cNvPicPr/>
          <p:nvPr/>
        </p:nvPicPr>
        <p:blipFill>
          <a:blip r:embed="rId35"/>
          <a:srcRect/>
          <a:stretch>
            <a:fillRect/>
          </a:stretch>
        </p:blipFill>
        <p:spPr>
          <a:xfrm>
            <a:off x="5047774" y="2065782"/>
            <a:ext cx="250412" cy="326612"/>
          </a:xfrm>
          <a:prstGeom prst="rect"/>
          <a:ln w="0">
            <a:noFill/>
          </a:ln>
        </p:spPr>
      </p:pic>
      <p:pic>
        <p:nvPicPr>
          <p:cNvPr id="46" name="New picture"/>
          <p:cNvPicPr/>
          <p:nvPr/>
        </p:nvPicPr>
        <p:blipFill>
          <a:blip r:embed="rId36"/>
          <a:srcRect/>
          <a:stretch>
            <a:fillRect/>
          </a:stretch>
        </p:blipFill>
        <p:spPr>
          <a:xfrm>
            <a:off x="5321142" y="2145125"/>
            <a:ext cx="212217" cy="247269"/>
          </a:xfrm>
          <a:prstGeom prst="rect"/>
          <a:ln w="0">
            <a:noFill/>
          </a:ln>
        </p:spPr>
      </p:pic>
      <p:pic>
        <p:nvPicPr>
          <p:cNvPr id="47" name="New picture"/>
          <p:cNvPicPr/>
          <p:nvPr/>
        </p:nvPicPr>
        <p:blipFill>
          <a:blip r:embed="rId37"/>
          <a:srcRect/>
          <a:stretch>
            <a:fillRect/>
          </a:stretch>
        </p:blipFill>
        <p:spPr>
          <a:xfrm>
            <a:off x="5554789" y="2065782"/>
            <a:ext cx="119062" cy="317468"/>
          </a:xfrm>
          <a:prstGeom prst="rect"/>
          <a:ln w="0">
            <a:noFill/>
          </a:ln>
        </p:spPr>
      </p:pic>
      <p:pic>
        <p:nvPicPr>
          <p:cNvPr id="48" name="New picture"/>
          <p:cNvPicPr/>
          <p:nvPr/>
        </p:nvPicPr>
        <p:blipFill>
          <a:blip r:embed="rId38"/>
          <a:srcRect/>
          <a:stretch>
            <a:fillRect/>
          </a:stretch>
        </p:blipFill>
        <p:spPr>
          <a:xfrm>
            <a:off x="5673852" y="2137505"/>
            <a:ext cx="251936" cy="254889"/>
          </a:xfrm>
          <a:prstGeom prst="rect"/>
          <a:ln w="0">
            <a:noFill/>
          </a:ln>
        </p:spPr>
      </p:pic>
      <p:pic>
        <p:nvPicPr>
          <p:cNvPr id="49" name="New picture"/>
          <p:cNvPicPr/>
          <p:nvPr/>
        </p:nvPicPr>
        <p:blipFill>
          <a:blip r:embed="rId39"/>
          <a:srcRect/>
          <a:stretch>
            <a:fillRect/>
          </a:stretch>
        </p:blipFill>
        <p:spPr>
          <a:xfrm>
            <a:off x="5957792" y="2137505"/>
            <a:ext cx="212312" cy="245745"/>
          </a:xfrm>
          <a:prstGeom prst="rect"/>
          <a:ln w="0">
            <a:noFill/>
          </a:ln>
        </p:spPr>
      </p:pic>
      <p:pic>
        <p:nvPicPr>
          <p:cNvPr id="50" name="New picture"/>
          <p:cNvPicPr/>
          <p:nvPr/>
        </p:nvPicPr>
        <p:blipFill>
          <a:blip r:embed="rId40"/>
          <a:srcRect/>
          <a:stretch>
            <a:fillRect/>
          </a:stretch>
        </p:blipFill>
        <p:spPr>
          <a:xfrm>
            <a:off x="6190012" y="2065782"/>
            <a:ext cx="119062" cy="317468"/>
          </a:xfrm>
          <a:prstGeom prst="rect"/>
          <a:ln w="0">
            <a:noFill/>
          </a:ln>
        </p:spPr>
      </p:pic>
      <p:pic>
        <p:nvPicPr>
          <p:cNvPr id="51" name="New picture"/>
          <p:cNvPicPr/>
          <p:nvPr/>
        </p:nvPicPr>
        <p:blipFill>
          <a:blip r:embed="rId41"/>
          <a:srcRect/>
          <a:stretch>
            <a:fillRect/>
          </a:stretch>
        </p:blipFill>
        <p:spPr>
          <a:xfrm>
            <a:off x="6306027" y="2137505"/>
            <a:ext cx="172593" cy="254889"/>
          </a:xfrm>
          <a:prstGeom prst="rect"/>
          <a:ln w="0">
            <a:noFill/>
          </a:ln>
        </p:spPr>
      </p:pic>
      <p:pic>
        <p:nvPicPr>
          <p:cNvPr id="52" name="New picture"/>
          <p:cNvPicPr/>
          <p:nvPr/>
        </p:nvPicPr>
        <p:blipFill>
          <a:blip r:embed="rId42"/>
          <a:srcRect/>
          <a:stretch>
            <a:fillRect/>
          </a:stretch>
        </p:blipFill>
        <p:spPr>
          <a:xfrm>
            <a:off x="683514" y="3659029"/>
            <a:ext cx="64199" cy="108299"/>
          </a:xfrm>
          <a:prstGeom prst="rect"/>
          <a:ln w="0">
            <a:noFill/>
          </a:ln>
        </p:spPr>
      </p:pic>
      <p:pic>
        <p:nvPicPr>
          <p:cNvPr id="53" name="New picture"/>
          <p:cNvPicPr/>
          <p:nvPr/>
        </p:nvPicPr>
        <p:blipFill>
          <a:blip r:embed="rId43"/>
          <a:srcRect/>
          <a:stretch>
            <a:fillRect/>
          </a:stretch>
        </p:blipFill>
        <p:spPr>
          <a:xfrm>
            <a:off x="753809" y="3686460"/>
            <a:ext cx="71723" cy="82391"/>
          </a:xfrm>
          <a:prstGeom prst="rect"/>
          <a:ln w="0">
            <a:noFill/>
          </a:ln>
        </p:spPr>
      </p:pic>
      <p:sp>
        <p:nvSpPr>
          <p:cNvPr id="54" name="New shape"/>
          <p:cNvSpPr/>
          <p:nvPr/>
        </p:nvSpPr>
        <p:spPr>
          <a:xfrm>
            <a:off x="767524" y="3697129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" name="New picture"/>
          <p:cNvPicPr/>
          <p:nvPr/>
        </p:nvPicPr>
        <p:blipFill>
          <a:blip r:embed="rId44"/>
          <a:srcRect/>
          <a:stretch>
            <a:fillRect/>
          </a:stretch>
        </p:blipFill>
        <p:spPr>
          <a:xfrm>
            <a:off x="885063" y="3686461"/>
            <a:ext cx="120682" cy="80867"/>
          </a:xfrm>
          <a:prstGeom prst="rect"/>
          <a:ln w="0">
            <a:noFill/>
          </a:ln>
        </p:spPr>
      </p:pic>
      <p:pic>
        <p:nvPicPr>
          <p:cNvPr id="56" name="New picture"/>
          <p:cNvPicPr/>
          <p:nvPr/>
        </p:nvPicPr>
        <p:blipFill>
          <a:blip r:embed="rId45"/>
          <a:srcRect/>
          <a:stretch>
            <a:fillRect/>
          </a:stretch>
        </p:blipFill>
        <p:spPr>
          <a:xfrm>
            <a:off x="1022509" y="3686460"/>
            <a:ext cx="65723" cy="82391"/>
          </a:xfrm>
          <a:prstGeom prst="rect"/>
          <a:ln w="0">
            <a:noFill/>
          </a:ln>
        </p:spPr>
      </p:pic>
      <p:sp>
        <p:nvSpPr>
          <p:cNvPr id="57" name="New shape"/>
          <p:cNvSpPr/>
          <p:nvPr/>
        </p:nvSpPr>
        <p:spPr>
          <a:xfrm>
            <a:off x="1036320" y="3727703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" name="New picture"/>
          <p:cNvPicPr/>
          <p:nvPr/>
        </p:nvPicPr>
        <p:blipFill>
          <a:blip r:embed="rId46"/>
          <a:srcRect/>
          <a:stretch>
            <a:fillRect/>
          </a:stretch>
        </p:blipFill>
        <p:spPr>
          <a:xfrm>
            <a:off x="1106519" y="3686460"/>
            <a:ext cx="65627" cy="82391"/>
          </a:xfrm>
          <a:prstGeom prst="rect"/>
          <a:ln w="0">
            <a:noFill/>
          </a:ln>
        </p:spPr>
      </p:pic>
      <p:pic>
        <p:nvPicPr>
          <p:cNvPr id="59" name="New picture"/>
          <p:cNvPicPr/>
          <p:nvPr/>
        </p:nvPicPr>
        <p:blipFill>
          <a:blip r:embed="rId47"/>
          <a:srcRect/>
          <a:stretch>
            <a:fillRect/>
          </a:stretch>
        </p:blipFill>
        <p:spPr>
          <a:xfrm>
            <a:off x="1190530" y="3659029"/>
            <a:ext cx="67151" cy="108299"/>
          </a:xfrm>
          <a:prstGeom prst="rect"/>
          <a:ln w="0">
            <a:noFill/>
          </a:ln>
        </p:spPr>
      </p:pic>
      <p:sp>
        <p:nvSpPr>
          <p:cNvPr id="60" name="New shape"/>
          <p:cNvSpPr/>
          <p:nvPr/>
        </p:nvSpPr>
        <p:spPr>
          <a:xfrm>
            <a:off x="1283684" y="368950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" name="New picture"/>
          <p:cNvPicPr/>
          <p:nvPr/>
        </p:nvPicPr>
        <p:blipFill>
          <a:blip r:embed="rId48"/>
          <a:srcRect/>
          <a:stretch>
            <a:fillRect/>
          </a:stretch>
        </p:blipFill>
        <p:spPr>
          <a:xfrm>
            <a:off x="1282160" y="3654457"/>
            <a:ext cx="16764" cy="16764"/>
          </a:xfrm>
          <a:prstGeom prst="rect"/>
          <a:ln w="0">
            <a:noFill/>
          </a:ln>
        </p:spPr>
      </p:pic>
      <p:pic>
        <p:nvPicPr>
          <p:cNvPr id="62" name="New picture"/>
          <p:cNvPicPr/>
          <p:nvPr/>
        </p:nvPicPr>
        <p:blipFill>
          <a:blip r:embed="rId49"/>
          <a:srcRect/>
          <a:stretch>
            <a:fillRect/>
          </a:stretch>
        </p:blipFill>
        <p:spPr>
          <a:xfrm>
            <a:off x="1321880" y="3686461"/>
            <a:ext cx="70199" cy="80867"/>
          </a:xfrm>
          <a:prstGeom prst="rect"/>
          <a:ln w="0">
            <a:noFill/>
          </a:ln>
        </p:spPr>
      </p:pic>
      <p:pic>
        <p:nvPicPr>
          <p:cNvPr id="63" name="New picture"/>
          <p:cNvPicPr/>
          <p:nvPr/>
        </p:nvPicPr>
        <p:blipFill>
          <a:blip r:embed="rId50"/>
          <a:srcRect/>
          <a:stretch>
            <a:fillRect/>
          </a:stretch>
        </p:blipFill>
        <p:spPr>
          <a:xfrm>
            <a:off x="1411891" y="3686460"/>
            <a:ext cx="70295" cy="82391"/>
          </a:xfrm>
          <a:prstGeom prst="rect"/>
          <a:ln w="0">
            <a:noFill/>
          </a:ln>
        </p:spPr>
      </p:pic>
      <p:sp>
        <p:nvSpPr>
          <p:cNvPr id="64" name="New shape"/>
          <p:cNvSpPr/>
          <p:nvPr/>
        </p:nvSpPr>
        <p:spPr>
          <a:xfrm>
            <a:off x="1424178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1543812" y="36591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" name="New picture"/>
          <p:cNvPicPr/>
          <p:nvPr/>
        </p:nvPicPr>
        <p:blipFill>
          <a:blip r:embed="rId51"/>
          <a:srcRect/>
          <a:stretch>
            <a:fillRect/>
          </a:stretch>
        </p:blipFill>
        <p:spPr>
          <a:xfrm>
            <a:off x="1576864" y="3686460"/>
            <a:ext cx="71723" cy="82391"/>
          </a:xfrm>
          <a:prstGeom prst="rect"/>
          <a:ln w="0">
            <a:noFill/>
          </a:ln>
        </p:spPr>
      </p:pic>
      <p:sp>
        <p:nvSpPr>
          <p:cNvPr id="67" name="New shape"/>
          <p:cNvSpPr/>
          <p:nvPr/>
        </p:nvSpPr>
        <p:spPr>
          <a:xfrm>
            <a:off x="1590580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" name="New picture"/>
          <p:cNvPicPr/>
          <p:nvPr/>
        </p:nvPicPr>
        <p:blipFill>
          <a:blip r:embed="rId52"/>
          <a:srcRect/>
          <a:stretch>
            <a:fillRect/>
          </a:stretch>
        </p:blipFill>
        <p:spPr>
          <a:xfrm>
            <a:off x="1662398" y="3686460"/>
            <a:ext cx="65627" cy="82391"/>
          </a:xfrm>
          <a:prstGeom prst="rect"/>
          <a:ln w="0">
            <a:noFill/>
          </a:ln>
        </p:spPr>
      </p:pic>
      <p:sp>
        <p:nvSpPr>
          <p:cNvPr id="69" name="New shape"/>
          <p:cNvSpPr/>
          <p:nvPr/>
        </p:nvSpPr>
        <p:spPr>
          <a:xfrm>
            <a:off x="1676114" y="372770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" name="New picture"/>
          <p:cNvPicPr/>
          <p:nvPr/>
        </p:nvPicPr>
        <p:blipFill>
          <a:blip r:embed="rId53"/>
          <a:srcRect/>
          <a:stretch>
            <a:fillRect/>
          </a:stretch>
        </p:blipFill>
        <p:spPr>
          <a:xfrm>
            <a:off x="1752410" y="3686461"/>
            <a:ext cx="41243" cy="80867"/>
          </a:xfrm>
          <a:prstGeom prst="rect"/>
          <a:ln w="0">
            <a:noFill/>
          </a:ln>
        </p:spPr>
      </p:pic>
      <p:pic>
        <p:nvPicPr>
          <p:cNvPr id="71" name="New picture"/>
          <p:cNvPicPr/>
          <p:nvPr/>
        </p:nvPicPr>
        <p:blipFill>
          <a:blip r:embed="rId54"/>
          <a:srcRect/>
          <a:stretch>
            <a:fillRect/>
          </a:stretch>
        </p:blipFill>
        <p:spPr>
          <a:xfrm>
            <a:off x="1807464" y="3686461"/>
            <a:ext cx="70199" cy="80867"/>
          </a:xfrm>
          <a:prstGeom prst="rect"/>
          <a:ln w="0">
            <a:noFill/>
          </a:ln>
        </p:spPr>
      </p:pic>
      <p:sp>
        <p:nvSpPr>
          <p:cNvPr id="72" name="New shape"/>
          <p:cNvSpPr/>
          <p:nvPr/>
        </p:nvSpPr>
        <p:spPr>
          <a:xfrm>
            <a:off x="1902142" y="368950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" name="New picture"/>
          <p:cNvPicPr/>
          <p:nvPr/>
        </p:nvPicPr>
        <p:blipFill>
          <a:blip r:embed="rId55"/>
          <a:srcRect/>
          <a:stretch>
            <a:fillRect/>
          </a:stretch>
        </p:blipFill>
        <p:spPr>
          <a:xfrm>
            <a:off x="1900618" y="3654457"/>
            <a:ext cx="16764" cy="16764"/>
          </a:xfrm>
          <a:prstGeom prst="rect"/>
          <a:ln w="0">
            <a:noFill/>
          </a:ln>
        </p:spPr>
      </p:pic>
      <p:pic>
        <p:nvPicPr>
          <p:cNvPr id="74" name="New picture"/>
          <p:cNvPicPr/>
          <p:nvPr/>
        </p:nvPicPr>
        <p:blipFill>
          <a:blip r:embed="rId56"/>
          <a:srcRect/>
          <a:stretch>
            <a:fillRect/>
          </a:stretch>
        </p:blipFill>
        <p:spPr>
          <a:xfrm>
            <a:off x="1940243" y="3686461"/>
            <a:ext cx="70294" cy="80867"/>
          </a:xfrm>
          <a:prstGeom prst="rect"/>
          <a:ln w="0">
            <a:noFill/>
          </a:ln>
        </p:spPr>
      </p:pic>
      <p:pic>
        <p:nvPicPr>
          <p:cNvPr id="75" name="New picture"/>
          <p:cNvPicPr/>
          <p:nvPr/>
        </p:nvPicPr>
        <p:blipFill>
          <a:blip r:embed="rId57"/>
          <a:srcRect/>
          <a:stretch>
            <a:fillRect/>
          </a:stretch>
        </p:blipFill>
        <p:spPr>
          <a:xfrm>
            <a:off x="2025777" y="3687985"/>
            <a:ext cx="77914" cy="117538"/>
          </a:xfrm>
          <a:prstGeom prst="rect"/>
          <a:ln w="0">
            <a:noFill/>
          </a:ln>
        </p:spPr>
      </p:pic>
      <p:sp>
        <p:nvSpPr>
          <p:cNvPr id="76" name="New shape"/>
          <p:cNvSpPr/>
          <p:nvPr/>
        </p:nvSpPr>
        <p:spPr>
          <a:xfrm>
            <a:off x="2042636" y="3697129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7" name="New shape"/>
          <p:cNvSpPr/>
          <p:nvPr/>
        </p:nvSpPr>
        <p:spPr>
          <a:xfrm>
            <a:off x="2037969" y="3765804"/>
            <a:ext cx="51911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" name="New picture"/>
          <p:cNvPicPr/>
          <p:nvPr/>
        </p:nvPicPr>
        <p:blipFill>
          <a:blip r:embed="rId58"/>
          <a:srcRect/>
          <a:stretch>
            <a:fillRect/>
          </a:stretch>
        </p:blipFill>
        <p:spPr>
          <a:xfrm>
            <a:off x="2154079" y="3686460"/>
            <a:ext cx="71723" cy="82391"/>
          </a:xfrm>
          <a:prstGeom prst="rect"/>
          <a:ln w="0">
            <a:noFill/>
          </a:ln>
        </p:spPr>
      </p:pic>
      <p:sp>
        <p:nvSpPr>
          <p:cNvPr id="79" name="New shape"/>
          <p:cNvSpPr/>
          <p:nvPr/>
        </p:nvSpPr>
        <p:spPr>
          <a:xfrm>
            <a:off x="2167795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" name="New picture"/>
          <p:cNvPicPr/>
          <p:nvPr/>
        </p:nvPicPr>
        <p:blipFill>
          <a:blip r:embed="rId59"/>
          <a:srcRect/>
          <a:stretch>
            <a:fillRect/>
          </a:stretch>
        </p:blipFill>
        <p:spPr>
          <a:xfrm>
            <a:off x="2235041" y="3665125"/>
            <a:ext cx="47244" cy="103727"/>
          </a:xfrm>
          <a:prstGeom prst="rect"/>
          <a:ln w="0">
            <a:noFill/>
          </a:ln>
        </p:spPr>
      </p:pic>
      <p:sp>
        <p:nvSpPr>
          <p:cNvPr id="81" name="New shape"/>
          <p:cNvSpPr/>
          <p:nvPr/>
        </p:nvSpPr>
        <p:spPr>
          <a:xfrm>
            <a:off x="2339340" y="36591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2" name="New shape"/>
          <p:cNvSpPr/>
          <p:nvPr/>
        </p:nvSpPr>
        <p:spPr>
          <a:xfrm>
            <a:off x="2375440" y="3659029"/>
            <a:ext cx="10763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3" name="New shape"/>
          <p:cNvSpPr/>
          <p:nvPr/>
        </p:nvSpPr>
        <p:spPr>
          <a:xfrm>
            <a:off x="2412111" y="368950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" name="New picture"/>
          <p:cNvPicPr/>
          <p:nvPr/>
        </p:nvPicPr>
        <p:blipFill>
          <a:blip r:embed="rId60"/>
          <a:srcRect/>
          <a:stretch>
            <a:fillRect/>
          </a:stretch>
        </p:blipFill>
        <p:spPr>
          <a:xfrm>
            <a:off x="2410587" y="3654457"/>
            <a:ext cx="16859" cy="16764"/>
          </a:xfrm>
          <a:prstGeom prst="rect"/>
          <a:ln w="0">
            <a:noFill/>
          </a:ln>
        </p:spPr>
      </p:pic>
      <p:pic>
        <p:nvPicPr>
          <p:cNvPr id="85" name="New picture"/>
          <p:cNvPicPr/>
          <p:nvPr/>
        </p:nvPicPr>
        <p:blipFill>
          <a:blip r:embed="rId61"/>
          <a:srcRect/>
          <a:stretch>
            <a:fillRect/>
          </a:stretch>
        </p:blipFill>
        <p:spPr>
          <a:xfrm>
            <a:off x="2450306" y="3686461"/>
            <a:ext cx="70199" cy="80867"/>
          </a:xfrm>
          <a:prstGeom prst="rect"/>
          <a:ln w="0">
            <a:noFill/>
          </a:ln>
        </p:spPr>
      </p:pic>
      <p:pic>
        <p:nvPicPr>
          <p:cNvPr id="86" name="New picture"/>
          <p:cNvPicPr/>
          <p:nvPr/>
        </p:nvPicPr>
        <p:blipFill>
          <a:blip r:embed="rId62"/>
          <a:srcRect/>
          <a:stretch>
            <a:fillRect/>
          </a:stretch>
        </p:blipFill>
        <p:spPr>
          <a:xfrm>
            <a:off x="2534317" y="3665125"/>
            <a:ext cx="47339" cy="103727"/>
          </a:xfrm>
          <a:prstGeom prst="rect"/>
          <a:ln w="0">
            <a:noFill/>
          </a:ln>
        </p:spPr>
      </p:pic>
      <p:pic>
        <p:nvPicPr>
          <p:cNvPr id="87" name="New picture"/>
          <p:cNvPicPr/>
          <p:nvPr/>
        </p:nvPicPr>
        <p:blipFill>
          <a:blip r:embed="rId63"/>
          <a:srcRect/>
          <a:stretch>
            <a:fillRect/>
          </a:stretch>
        </p:blipFill>
        <p:spPr>
          <a:xfrm>
            <a:off x="2592324" y="3686460"/>
            <a:ext cx="70199" cy="82391"/>
          </a:xfrm>
          <a:prstGeom prst="rect"/>
          <a:ln w="0">
            <a:noFill/>
          </a:ln>
        </p:spPr>
      </p:pic>
      <p:sp>
        <p:nvSpPr>
          <p:cNvPr id="88" name="New shape"/>
          <p:cNvSpPr/>
          <p:nvPr/>
        </p:nvSpPr>
        <p:spPr>
          <a:xfrm>
            <a:off x="2604516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9" name="New shape"/>
          <p:cNvSpPr/>
          <p:nvPr/>
        </p:nvSpPr>
        <p:spPr>
          <a:xfrm>
            <a:off x="2683764" y="36591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0" name="New shape"/>
          <p:cNvSpPr/>
          <p:nvPr/>
        </p:nvSpPr>
        <p:spPr>
          <a:xfrm>
            <a:off x="2723388" y="36591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1" name="New shape"/>
          <p:cNvSpPr/>
          <p:nvPr/>
        </p:nvSpPr>
        <p:spPr>
          <a:xfrm>
            <a:off x="2763393" y="368950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" name="New picture"/>
          <p:cNvPicPr/>
          <p:nvPr/>
        </p:nvPicPr>
        <p:blipFill>
          <a:blip r:embed="rId64"/>
          <a:srcRect/>
          <a:stretch>
            <a:fillRect/>
          </a:stretch>
        </p:blipFill>
        <p:spPr>
          <a:xfrm>
            <a:off x="2761774" y="3654457"/>
            <a:ext cx="16859" cy="16764"/>
          </a:xfrm>
          <a:prstGeom prst="rect"/>
          <a:ln w="0">
            <a:noFill/>
          </a:ln>
        </p:spPr>
      </p:pic>
      <p:pic>
        <p:nvPicPr>
          <p:cNvPr id="93" name="New picture"/>
          <p:cNvPicPr/>
          <p:nvPr/>
        </p:nvPicPr>
        <p:blipFill>
          <a:blip r:embed="rId65"/>
          <a:srcRect/>
          <a:stretch>
            <a:fillRect/>
          </a:stretch>
        </p:blipFill>
        <p:spPr>
          <a:xfrm>
            <a:off x="2792349" y="3687985"/>
            <a:ext cx="77914" cy="117538"/>
          </a:xfrm>
          <a:prstGeom prst="rect"/>
          <a:ln w="0">
            <a:noFill/>
          </a:ln>
        </p:spPr>
      </p:pic>
      <p:sp>
        <p:nvSpPr>
          <p:cNvPr id="94" name="New shape"/>
          <p:cNvSpPr/>
          <p:nvPr/>
        </p:nvSpPr>
        <p:spPr>
          <a:xfrm>
            <a:off x="2809113" y="3697129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5" name="New shape"/>
          <p:cNvSpPr/>
          <p:nvPr/>
        </p:nvSpPr>
        <p:spPr>
          <a:xfrm>
            <a:off x="2804541" y="3765804"/>
            <a:ext cx="51911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" name="New picture"/>
          <p:cNvPicPr/>
          <p:nvPr/>
        </p:nvPicPr>
        <p:blipFill>
          <a:blip r:embed="rId66"/>
          <a:srcRect/>
          <a:stretch>
            <a:fillRect/>
          </a:stretch>
        </p:blipFill>
        <p:spPr>
          <a:xfrm>
            <a:off x="2879407" y="3686460"/>
            <a:ext cx="71723" cy="82391"/>
          </a:xfrm>
          <a:prstGeom prst="rect"/>
          <a:ln w="0">
            <a:noFill/>
          </a:ln>
        </p:spPr>
      </p:pic>
      <p:sp>
        <p:nvSpPr>
          <p:cNvPr id="97" name="New shape"/>
          <p:cNvSpPr/>
          <p:nvPr/>
        </p:nvSpPr>
        <p:spPr>
          <a:xfrm>
            <a:off x="2893123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" name="New picture"/>
          <p:cNvPicPr/>
          <p:nvPr/>
        </p:nvPicPr>
        <p:blipFill>
          <a:blip r:embed="rId67"/>
          <a:srcRect/>
          <a:stretch>
            <a:fillRect/>
          </a:stretch>
        </p:blipFill>
        <p:spPr>
          <a:xfrm>
            <a:off x="2971038" y="3686461"/>
            <a:ext cx="68675" cy="80867"/>
          </a:xfrm>
          <a:prstGeom prst="rect"/>
          <a:ln w="0">
            <a:noFill/>
          </a:ln>
        </p:spPr>
      </p:pic>
      <p:pic>
        <p:nvPicPr>
          <p:cNvPr id="99" name="New picture"/>
          <p:cNvPicPr/>
          <p:nvPr/>
        </p:nvPicPr>
        <p:blipFill>
          <a:blip r:embed="rId68"/>
          <a:srcRect/>
          <a:stretch>
            <a:fillRect/>
          </a:stretch>
        </p:blipFill>
        <p:spPr>
          <a:xfrm>
            <a:off x="3059525" y="3686460"/>
            <a:ext cx="65627" cy="82391"/>
          </a:xfrm>
          <a:prstGeom prst="rect"/>
          <a:ln w="0">
            <a:noFill/>
          </a:ln>
        </p:spPr>
      </p:pic>
      <p:pic>
        <p:nvPicPr>
          <p:cNvPr id="100" name="New picture"/>
          <p:cNvPicPr/>
          <p:nvPr/>
        </p:nvPicPr>
        <p:blipFill>
          <a:blip r:embed="rId69"/>
          <a:srcRect/>
          <a:stretch>
            <a:fillRect/>
          </a:stretch>
        </p:blipFill>
        <p:spPr>
          <a:xfrm>
            <a:off x="3134487" y="3686460"/>
            <a:ext cx="71723" cy="82391"/>
          </a:xfrm>
          <a:prstGeom prst="rect"/>
          <a:ln w="0">
            <a:noFill/>
          </a:ln>
        </p:spPr>
      </p:pic>
      <p:sp>
        <p:nvSpPr>
          <p:cNvPr id="101" name="New shape"/>
          <p:cNvSpPr/>
          <p:nvPr/>
        </p:nvSpPr>
        <p:spPr>
          <a:xfrm>
            <a:off x="3148203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" name="New picture"/>
          <p:cNvPicPr/>
          <p:nvPr/>
        </p:nvPicPr>
        <p:blipFill>
          <a:blip r:embed="rId70"/>
          <a:srcRect/>
          <a:stretch>
            <a:fillRect/>
          </a:stretch>
        </p:blipFill>
        <p:spPr>
          <a:xfrm>
            <a:off x="3259646" y="3686460"/>
            <a:ext cx="65627" cy="82391"/>
          </a:xfrm>
          <a:prstGeom prst="rect"/>
          <a:ln w="0">
            <a:noFill/>
          </a:ln>
        </p:spPr>
      </p:pic>
      <p:sp>
        <p:nvSpPr>
          <p:cNvPr id="103" name="New shape"/>
          <p:cNvSpPr/>
          <p:nvPr/>
        </p:nvSpPr>
        <p:spPr>
          <a:xfrm>
            <a:off x="3273361" y="372770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" name="New picture"/>
          <p:cNvPicPr/>
          <p:nvPr/>
        </p:nvPicPr>
        <p:blipFill>
          <a:blip r:embed="rId71"/>
          <a:srcRect/>
          <a:stretch>
            <a:fillRect/>
          </a:stretch>
        </p:blipFill>
        <p:spPr>
          <a:xfrm>
            <a:off x="3348228" y="3686461"/>
            <a:ext cx="42767" cy="80867"/>
          </a:xfrm>
          <a:prstGeom prst="rect"/>
          <a:ln w="0">
            <a:noFill/>
          </a:ln>
        </p:spPr>
      </p:pic>
      <p:pic>
        <p:nvPicPr>
          <p:cNvPr id="105" name="New picture"/>
          <p:cNvPicPr/>
          <p:nvPr/>
        </p:nvPicPr>
        <p:blipFill>
          <a:blip r:embed="rId72"/>
          <a:srcRect/>
          <a:stretch>
            <a:fillRect/>
          </a:stretch>
        </p:blipFill>
        <p:spPr>
          <a:xfrm>
            <a:off x="3395567" y="3665125"/>
            <a:ext cx="47244" cy="103727"/>
          </a:xfrm>
          <a:prstGeom prst="rect"/>
          <a:ln w="0">
            <a:noFill/>
          </a:ln>
        </p:spPr>
      </p:pic>
      <p:sp>
        <p:nvSpPr>
          <p:cNvPr id="106" name="New shape"/>
          <p:cNvSpPr/>
          <p:nvPr/>
        </p:nvSpPr>
        <p:spPr>
          <a:xfrm>
            <a:off x="3461195" y="368950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" name="New picture"/>
          <p:cNvPicPr/>
          <p:nvPr/>
        </p:nvPicPr>
        <p:blipFill>
          <a:blip r:embed="rId73"/>
          <a:srcRect/>
          <a:stretch>
            <a:fillRect/>
          </a:stretch>
        </p:blipFill>
        <p:spPr>
          <a:xfrm>
            <a:off x="3459575" y="3654457"/>
            <a:ext cx="16859" cy="16764"/>
          </a:xfrm>
          <a:prstGeom prst="rect"/>
          <a:ln w="0">
            <a:noFill/>
          </a:ln>
        </p:spPr>
      </p:pic>
      <p:pic>
        <p:nvPicPr>
          <p:cNvPr id="108" name="New picture"/>
          <p:cNvPicPr/>
          <p:nvPr/>
        </p:nvPicPr>
        <p:blipFill>
          <a:blip r:embed="rId74"/>
          <a:srcRect/>
          <a:stretch>
            <a:fillRect/>
          </a:stretch>
        </p:blipFill>
        <p:spPr>
          <a:xfrm>
            <a:off x="3490246" y="3657505"/>
            <a:ext cx="51911" cy="109823"/>
          </a:xfrm>
          <a:prstGeom prst="rect"/>
          <a:ln w="0">
            <a:noFill/>
          </a:ln>
        </p:spPr>
      </p:pic>
      <p:sp>
        <p:nvSpPr>
          <p:cNvPr id="109" name="New shape"/>
          <p:cNvSpPr/>
          <p:nvPr/>
        </p:nvSpPr>
        <p:spPr>
          <a:xfrm>
            <a:off x="3551301" y="368950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" name="New picture"/>
          <p:cNvPicPr/>
          <p:nvPr/>
        </p:nvPicPr>
        <p:blipFill>
          <a:blip r:embed="rId75"/>
          <a:srcRect/>
          <a:stretch>
            <a:fillRect/>
          </a:stretch>
        </p:blipFill>
        <p:spPr>
          <a:xfrm>
            <a:off x="3549682" y="3654457"/>
            <a:ext cx="16859" cy="16764"/>
          </a:xfrm>
          <a:prstGeom prst="rect"/>
          <a:ln w="0">
            <a:noFill/>
          </a:ln>
        </p:spPr>
      </p:pic>
      <p:pic>
        <p:nvPicPr>
          <p:cNvPr id="111" name="New picture"/>
          <p:cNvPicPr/>
          <p:nvPr/>
        </p:nvPicPr>
        <p:blipFill>
          <a:blip r:embed="rId76"/>
          <a:srcRect/>
          <a:stretch>
            <a:fillRect/>
          </a:stretch>
        </p:blipFill>
        <p:spPr>
          <a:xfrm>
            <a:off x="3584924" y="3686460"/>
            <a:ext cx="64103" cy="82391"/>
          </a:xfrm>
          <a:prstGeom prst="rect"/>
          <a:ln w="0">
            <a:noFill/>
          </a:ln>
        </p:spPr>
      </p:pic>
      <p:sp>
        <p:nvSpPr>
          <p:cNvPr id="112" name="New shape"/>
          <p:cNvSpPr/>
          <p:nvPr/>
        </p:nvSpPr>
        <p:spPr>
          <a:xfrm>
            <a:off x="3667411" y="368950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" name="New picture"/>
          <p:cNvPicPr/>
          <p:nvPr/>
        </p:nvPicPr>
        <p:blipFill>
          <a:blip r:embed="rId77"/>
          <a:srcRect/>
          <a:stretch>
            <a:fillRect/>
          </a:stretch>
        </p:blipFill>
        <p:spPr>
          <a:xfrm>
            <a:off x="3665887" y="3654457"/>
            <a:ext cx="16764" cy="16764"/>
          </a:xfrm>
          <a:prstGeom prst="rect"/>
          <a:ln w="0">
            <a:noFill/>
          </a:ln>
        </p:spPr>
      </p:pic>
      <p:pic>
        <p:nvPicPr>
          <p:cNvPr id="114" name="New picture"/>
          <p:cNvPicPr/>
          <p:nvPr/>
        </p:nvPicPr>
        <p:blipFill>
          <a:blip r:embed="rId78"/>
          <a:srcRect/>
          <a:stretch>
            <a:fillRect/>
          </a:stretch>
        </p:blipFill>
        <p:spPr>
          <a:xfrm>
            <a:off x="3701035" y="3686460"/>
            <a:ext cx="71723" cy="82391"/>
          </a:xfrm>
          <a:prstGeom prst="rect"/>
          <a:ln w="0">
            <a:noFill/>
          </a:ln>
        </p:spPr>
      </p:pic>
      <p:sp>
        <p:nvSpPr>
          <p:cNvPr id="115" name="New shape"/>
          <p:cNvSpPr/>
          <p:nvPr/>
        </p:nvSpPr>
        <p:spPr>
          <a:xfrm>
            <a:off x="3714750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" name="New shape"/>
          <p:cNvSpPr/>
          <p:nvPr/>
        </p:nvSpPr>
        <p:spPr>
          <a:xfrm>
            <a:off x="3793236" y="36591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7" name="New shape"/>
          <p:cNvSpPr/>
          <p:nvPr/>
        </p:nvSpPr>
        <p:spPr>
          <a:xfrm>
            <a:off x="3832860" y="36591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" name="New picture"/>
          <p:cNvPicPr/>
          <p:nvPr/>
        </p:nvPicPr>
        <p:blipFill>
          <a:blip r:embed="rId79"/>
          <a:srcRect/>
          <a:stretch>
            <a:fillRect/>
          </a:stretch>
        </p:blipFill>
        <p:spPr>
          <a:xfrm>
            <a:off x="3867340" y="3686460"/>
            <a:ext cx="70295" cy="82391"/>
          </a:xfrm>
          <a:prstGeom prst="rect"/>
          <a:ln w="0">
            <a:noFill/>
          </a:ln>
        </p:spPr>
      </p:pic>
      <p:sp>
        <p:nvSpPr>
          <p:cNvPr id="119" name="New shape"/>
          <p:cNvSpPr/>
          <p:nvPr/>
        </p:nvSpPr>
        <p:spPr>
          <a:xfrm>
            <a:off x="3879628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" name="New picture"/>
          <p:cNvPicPr/>
          <p:nvPr/>
        </p:nvPicPr>
        <p:blipFill>
          <a:blip r:embed="rId80"/>
          <a:srcRect/>
          <a:stretch>
            <a:fillRect/>
          </a:stretch>
        </p:blipFill>
        <p:spPr>
          <a:xfrm>
            <a:off x="3989546" y="3686461"/>
            <a:ext cx="58007" cy="82391"/>
          </a:xfrm>
          <a:prstGeom prst="rect"/>
          <a:ln w="0">
            <a:noFill/>
          </a:ln>
        </p:spPr>
      </p:pic>
      <p:pic>
        <p:nvPicPr>
          <p:cNvPr id="121" name="New picture"/>
          <p:cNvPicPr/>
          <p:nvPr/>
        </p:nvPicPr>
        <p:blipFill>
          <a:blip r:embed="rId81"/>
          <a:srcRect/>
          <a:stretch>
            <a:fillRect/>
          </a:stretch>
        </p:blipFill>
        <p:spPr>
          <a:xfrm>
            <a:off x="4061365" y="3686461"/>
            <a:ext cx="77819" cy="82391"/>
          </a:xfrm>
          <a:prstGeom prst="rect"/>
          <a:ln w="0">
            <a:noFill/>
          </a:ln>
        </p:spPr>
      </p:pic>
      <p:sp>
        <p:nvSpPr>
          <p:cNvPr id="122" name="New shape"/>
          <p:cNvSpPr/>
          <p:nvPr/>
        </p:nvSpPr>
        <p:spPr>
          <a:xfrm>
            <a:off x="4073556" y="3697129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" name="New picture"/>
          <p:cNvPicPr/>
          <p:nvPr/>
        </p:nvPicPr>
        <p:blipFill>
          <a:blip r:embed="rId82"/>
          <a:srcRect/>
          <a:stretch>
            <a:fillRect/>
          </a:stretch>
        </p:blipFill>
        <p:spPr>
          <a:xfrm>
            <a:off x="4159091" y="3686461"/>
            <a:ext cx="68675" cy="80867"/>
          </a:xfrm>
          <a:prstGeom prst="rect"/>
          <a:ln w="0">
            <a:noFill/>
          </a:ln>
        </p:spPr>
      </p:pic>
      <p:pic>
        <p:nvPicPr>
          <p:cNvPr id="124" name="New picture"/>
          <p:cNvPicPr/>
          <p:nvPr/>
        </p:nvPicPr>
        <p:blipFill>
          <a:blip r:embed="rId83"/>
          <a:srcRect/>
          <a:stretch>
            <a:fillRect/>
          </a:stretch>
        </p:blipFill>
        <p:spPr>
          <a:xfrm>
            <a:off x="4241482" y="3665125"/>
            <a:ext cx="48863" cy="103727"/>
          </a:xfrm>
          <a:prstGeom prst="rect"/>
          <a:ln w="0">
            <a:noFill/>
          </a:ln>
        </p:spPr>
      </p:pic>
      <p:pic>
        <p:nvPicPr>
          <p:cNvPr id="125" name="New picture"/>
          <p:cNvPicPr/>
          <p:nvPr/>
        </p:nvPicPr>
        <p:blipFill>
          <a:blip r:embed="rId84"/>
          <a:srcRect/>
          <a:stretch>
            <a:fillRect/>
          </a:stretch>
        </p:blipFill>
        <p:spPr>
          <a:xfrm>
            <a:off x="4340733" y="3659029"/>
            <a:ext cx="76391" cy="109823"/>
          </a:xfrm>
          <a:prstGeom prst="rect"/>
          <a:ln w="0">
            <a:noFill/>
          </a:ln>
        </p:spPr>
      </p:pic>
      <p:sp>
        <p:nvSpPr>
          <p:cNvPr id="126" name="New shape"/>
          <p:cNvSpPr/>
          <p:nvPr/>
        </p:nvSpPr>
        <p:spPr>
          <a:xfrm>
            <a:off x="4354544" y="369712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" name="New picture"/>
          <p:cNvPicPr/>
          <p:nvPr/>
        </p:nvPicPr>
        <p:blipFill>
          <a:blip r:embed="rId85"/>
          <a:srcRect/>
          <a:stretch>
            <a:fillRect/>
          </a:stretch>
        </p:blipFill>
        <p:spPr>
          <a:xfrm>
            <a:off x="4437031" y="3686460"/>
            <a:ext cx="70199" cy="82391"/>
          </a:xfrm>
          <a:prstGeom prst="rect"/>
          <a:ln w="0">
            <a:noFill/>
          </a:ln>
        </p:spPr>
      </p:pic>
      <p:sp>
        <p:nvSpPr>
          <p:cNvPr id="128" name="New shape"/>
          <p:cNvSpPr/>
          <p:nvPr/>
        </p:nvSpPr>
        <p:spPr>
          <a:xfrm>
            <a:off x="4449223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" name="New picture"/>
          <p:cNvPicPr/>
          <p:nvPr/>
        </p:nvPicPr>
        <p:blipFill>
          <a:blip r:embed="rId86"/>
          <a:srcRect/>
          <a:stretch>
            <a:fillRect/>
          </a:stretch>
        </p:blipFill>
        <p:spPr>
          <a:xfrm>
            <a:off x="4519422" y="3686461"/>
            <a:ext cx="58007" cy="82391"/>
          </a:xfrm>
          <a:prstGeom prst="rect"/>
          <a:ln w="0">
            <a:noFill/>
          </a:ln>
        </p:spPr>
      </p:pic>
      <p:pic>
        <p:nvPicPr>
          <p:cNvPr id="130" name="New picture"/>
          <p:cNvPicPr/>
          <p:nvPr/>
        </p:nvPicPr>
        <p:blipFill>
          <a:blip r:embed="rId87"/>
          <a:srcRect/>
          <a:stretch>
            <a:fillRect/>
          </a:stretch>
        </p:blipFill>
        <p:spPr>
          <a:xfrm>
            <a:off x="4630865" y="3659029"/>
            <a:ext cx="74866" cy="109823"/>
          </a:xfrm>
          <a:prstGeom prst="rect"/>
          <a:ln w="0">
            <a:noFill/>
          </a:ln>
        </p:spPr>
      </p:pic>
      <p:sp>
        <p:nvSpPr>
          <p:cNvPr id="131" name="New shape"/>
          <p:cNvSpPr/>
          <p:nvPr/>
        </p:nvSpPr>
        <p:spPr>
          <a:xfrm>
            <a:off x="4643151" y="369712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" name="New picture"/>
          <p:cNvPicPr/>
          <p:nvPr/>
        </p:nvPicPr>
        <p:blipFill>
          <a:blip r:embed="rId88"/>
          <a:srcRect/>
          <a:stretch>
            <a:fillRect/>
          </a:stretch>
        </p:blipFill>
        <p:spPr>
          <a:xfrm>
            <a:off x="4725543" y="3686461"/>
            <a:ext cx="77915" cy="82391"/>
          </a:xfrm>
          <a:prstGeom prst="rect"/>
          <a:ln w="0">
            <a:noFill/>
          </a:ln>
        </p:spPr>
      </p:pic>
      <p:sp>
        <p:nvSpPr>
          <p:cNvPr id="133" name="New shape"/>
          <p:cNvSpPr/>
          <p:nvPr/>
        </p:nvSpPr>
        <p:spPr>
          <a:xfrm>
            <a:off x="4739354" y="3697129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" name="New picture"/>
          <p:cNvPicPr/>
          <p:nvPr/>
        </p:nvPicPr>
        <p:blipFill>
          <a:blip r:embed="rId89"/>
          <a:srcRect/>
          <a:stretch>
            <a:fillRect/>
          </a:stretch>
        </p:blipFill>
        <p:spPr>
          <a:xfrm>
            <a:off x="4823270" y="3686461"/>
            <a:ext cx="120682" cy="80867"/>
          </a:xfrm>
          <a:prstGeom prst="rect"/>
          <a:ln w="0">
            <a:noFill/>
          </a:ln>
        </p:spPr>
      </p:pic>
      <p:pic>
        <p:nvPicPr>
          <p:cNvPr id="135" name="New picture"/>
          <p:cNvPicPr/>
          <p:nvPr/>
        </p:nvPicPr>
        <p:blipFill>
          <a:blip r:embed="rId90"/>
          <a:srcRect/>
          <a:stretch>
            <a:fillRect/>
          </a:stretch>
        </p:blipFill>
        <p:spPr>
          <a:xfrm>
            <a:off x="4960715" y="3686460"/>
            <a:ext cx="65722" cy="82391"/>
          </a:xfrm>
          <a:prstGeom prst="rect"/>
          <a:ln w="0">
            <a:noFill/>
          </a:ln>
        </p:spPr>
      </p:pic>
      <p:sp>
        <p:nvSpPr>
          <p:cNvPr id="136" name="New shape"/>
          <p:cNvSpPr/>
          <p:nvPr/>
        </p:nvSpPr>
        <p:spPr>
          <a:xfrm>
            <a:off x="4974526" y="3727703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7" name="New shape"/>
          <p:cNvSpPr/>
          <p:nvPr/>
        </p:nvSpPr>
        <p:spPr>
          <a:xfrm>
            <a:off x="5050823" y="368950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" name="New picture"/>
          <p:cNvPicPr/>
          <p:nvPr/>
        </p:nvPicPr>
        <p:blipFill>
          <a:blip r:embed="rId91"/>
          <a:srcRect/>
          <a:stretch>
            <a:fillRect/>
          </a:stretch>
        </p:blipFill>
        <p:spPr>
          <a:xfrm>
            <a:off x="5049298" y="3654457"/>
            <a:ext cx="16764" cy="16764"/>
          </a:xfrm>
          <a:prstGeom prst="rect"/>
          <a:ln w="0">
            <a:noFill/>
          </a:ln>
        </p:spPr>
      </p:pic>
      <p:pic>
        <p:nvPicPr>
          <p:cNvPr id="139" name="New picture"/>
          <p:cNvPicPr/>
          <p:nvPr/>
        </p:nvPicPr>
        <p:blipFill>
          <a:blip r:embed="rId92"/>
          <a:srcRect/>
          <a:stretch>
            <a:fillRect/>
          </a:stretch>
        </p:blipFill>
        <p:spPr>
          <a:xfrm>
            <a:off x="5090541" y="3686461"/>
            <a:ext cx="68675" cy="80867"/>
          </a:xfrm>
          <a:prstGeom prst="rect"/>
          <a:ln w="0">
            <a:noFill/>
          </a:ln>
        </p:spPr>
      </p:pic>
      <p:pic>
        <p:nvPicPr>
          <p:cNvPr id="140" name="New picture"/>
          <p:cNvPicPr/>
          <p:nvPr/>
        </p:nvPicPr>
        <p:blipFill>
          <a:blip r:embed="rId93"/>
          <a:srcRect/>
          <a:stretch>
            <a:fillRect/>
          </a:stretch>
        </p:blipFill>
        <p:spPr>
          <a:xfrm>
            <a:off x="5179124" y="3686460"/>
            <a:ext cx="71723" cy="82391"/>
          </a:xfrm>
          <a:prstGeom prst="rect"/>
          <a:ln w="0">
            <a:noFill/>
          </a:ln>
        </p:spPr>
      </p:pic>
      <p:sp>
        <p:nvSpPr>
          <p:cNvPr id="141" name="New shape"/>
          <p:cNvSpPr/>
          <p:nvPr/>
        </p:nvSpPr>
        <p:spPr>
          <a:xfrm>
            <a:off x="5192840" y="3697129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" name="New picture"/>
          <p:cNvPicPr/>
          <p:nvPr/>
        </p:nvPicPr>
        <p:blipFill>
          <a:blip r:embed="rId94"/>
          <a:srcRect/>
          <a:stretch>
            <a:fillRect/>
          </a:stretch>
        </p:blipFill>
        <p:spPr>
          <a:xfrm>
            <a:off x="5261515" y="3686461"/>
            <a:ext cx="58102" cy="82391"/>
          </a:xfrm>
          <a:prstGeom prst="rect"/>
          <a:ln w="0">
            <a:noFill/>
          </a:ln>
        </p:spPr>
      </p:pic>
      <p:pic>
        <p:nvPicPr>
          <p:cNvPr id="143" name="New picture"/>
          <p:cNvPicPr/>
          <p:nvPr/>
        </p:nvPicPr>
        <p:blipFill>
          <a:blip r:embed="rId95"/>
          <a:srcRect/>
          <a:stretch>
            <a:fillRect/>
          </a:stretch>
        </p:blipFill>
        <p:spPr>
          <a:xfrm>
            <a:off x="5373053" y="3686461"/>
            <a:ext cx="74771" cy="117539"/>
          </a:xfrm>
          <a:prstGeom prst="rect"/>
          <a:ln w="0">
            <a:noFill/>
          </a:ln>
        </p:spPr>
      </p:pic>
      <p:sp>
        <p:nvSpPr>
          <p:cNvPr id="144" name="New shape"/>
          <p:cNvSpPr/>
          <p:nvPr/>
        </p:nvSpPr>
        <p:spPr>
          <a:xfrm>
            <a:off x="5386769" y="369712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" name="New picture"/>
          <p:cNvPicPr/>
          <p:nvPr/>
        </p:nvPicPr>
        <p:blipFill>
          <a:blip r:embed="rId96"/>
          <a:srcRect/>
          <a:stretch>
            <a:fillRect/>
          </a:stretch>
        </p:blipFill>
        <p:spPr>
          <a:xfrm>
            <a:off x="5472303" y="3689509"/>
            <a:ext cx="70199" cy="79343"/>
          </a:xfrm>
          <a:prstGeom prst="rect"/>
          <a:ln w="0">
            <a:noFill/>
          </a:ln>
        </p:spPr>
      </p:pic>
      <p:sp>
        <p:nvSpPr>
          <p:cNvPr id="146" name="New shape"/>
          <p:cNvSpPr/>
          <p:nvPr/>
        </p:nvSpPr>
        <p:spPr>
          <a:xfrm>
            <a:off x="5568506" y="368950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" name="New picture"/>
          <p:cNvPicPr/>
          <p:nvPr/>
        </p:nvPicPr>
        <p:blipFill>
          <a:blip r:embed="rId97"/>
          <a:srcRect/>
          <a:stretch>
            <a:fillRect/>
          </a:stretch>
        </p:blipFill>
        <p:spPr>
          <a:xfrm>
            <a:off x="5565458" y="3654457"/>
            <a:ext cx="16764" cy="16764"/>
          </a:xfrm>
          <a:prstGeom prst="rect"/>
          <a:ln w="0">
            <a:noFill/>
          </a:ln>
        </p:spPr>
      </p:pic>
      <p:pic>
        <p:nvPicPr>
          <p:cNvPr id="148" name="New picture"/>
          <p:cNvPicPr/>
          <p:nvPr/>
        </p:nvPicPr>
        <p:blipFill>
          <a:blip r:embed="rId98"/>
          <a:srcRect/>
          <a:stretch>
            <a:fillRect/>
          </a:stretch>
        </p:blipFill>
        <p:spPr>
          <a:xfrm>
            <a:off x="5641753" y="3686460"/>
            <a:ext cx="64198" cy="82391"/>
          </a:xfrm>
          <a:prstGeom prst="rect"/>
          <a:ln w="0">
            <a:noFill/>
          </a:ln>
        </p:spPr>
      </p:pic>
      <p:pic>
        <p:nvPicPr>
          <p:cNvPr id="149" name="New picture"/>
          <p:cNvPicPr/>
          <p:nvPr/>
        </p:nvPicPr>
        <p:blipFill>
          <a:blip r:embed="rId99"/>
          <a:srcRect/>
          <a:stretch>
            <a:fillRect/>
          </a:stretch>
        </p:blipFill>
        <p:spPr>
          <a:xfrm>
            <a:off x="5716619" y="3686461"/>
            <a:ext cx="77915" cy="82391"/>
          </a:xfrm>
          <a:prstGeom prst="rect"/>
          <a:ln w="0">
            <a:noFill/>
          </a:ln>
        </p:spPr>
      </p:pic>
      <p:sp>
        <p:nvSpPr>
          <p:cNvPr id="150" name="New shape"/>
          <p:cNvSpPr/>
          <p:nvPr/>
        </p:nvSpPr>
        <p:spPr>
          <a:xfrm>
            <a:off x="5728811" y="369712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" name="New picture"/>
          <p:cNvPicPr/>
          <p:nvPr/>
        </p:nvPicPr>
        <p:blipFill>
          <a:blip r:embed="rId100"/>
          <a:srcRect/>
          <a:stretch>
            <a:fillRect/>
          </a:stretch>
        </p:blipFill>
        <p:spPr>
          <a:xfrm>
            <a:off x="5814346" y="3686461"/>
            <a:ext cx="68675" cy="80867"/>
          </a:xfrm>
          <a:prstGeom prst="rect"/>
          <a:ln w="0">
            <a:noFill/>
          </a:ln>
        </p:spPr>
      </p:pic>
      <p:pic>
        <p:nvPicPr>
          <p:cNvPr id="152" name="New picture"/>
          <p:cNvPicPr/>
          <p:nvPr/>
        </p:nvPicPr>
        <p:blipFill>
          <a:blip r:embed="rId101"/>
          <a:srcRect/>
          <a:stretch>
            <a:fillRect/>
          </a:stretch>
        </p:blipFill>
        <p:spPr>
          <a:xfrm>
            <a:off x="5907501" y="3686461"/>
            <a:ext cx="70199" cy="80867"/>
          </a:xfrm>
          <a:prstGeom prst="rect"/>
          <a:ln w="0">
            <a:noFill/>
          </a:ln>
        </p:spPr>
      </p:pic>
      <p:pic>
        <p:nvPicPr>
          <p:cNvPr id="153" name="New picture"/>
          <p:cNvPicPr/>
          <p:nvPr/>
        </p:nvPicPr>
        <p:blipFill>
          <a:blip r:embed="rId102"/>
          <a:srcRect/>
          <a:stretch>
            <a:fillRect/>
          </a:stretch>
        </p:blipFill>
        <p:spPr>
          <a:xfrm>
            <a:off x="5994559" y="3686460"/>
            <a:ext cx="65722" cy="82391"/>
          </a:xfrm>
          <a:prstGeom prst="rect"/>
          <a:ln w="0">
            <a:noFill/>
          </a:ln>
        </p:spPr>
      </p:pic>
      <p:sp>
        <p:nvSpPr>
          <p:cNvPr id="154" name="New shape"/>
          <p:cNvSpPr/>
          <p:nvPr/>
        </p:nvSpPr>
        <p:spPr>
          <a:xfrm>
            <a:off x="6008370" y="3727703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5" name="New shape"/>
          <p:cNvSpPr/>
          <p:nvPr/>
        </p:nvSpPr>
        <p:spPr>
          <a:xfrm>
            <a:off x="6084666" y="368950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" name="New picture"/>
          <p:cNvPicPr/>
          <p:nvPr/>
        </p:nvPicPr>
        <p:blipFill>
          <a:blip r:embed="rId103"/>
          <a:srcRect/>
          <a:stretch>
            <a:fillRect/>
          </a:stretch>
        </p:blipFill>
        <p:spPr>
          <a:xfrm>
            <a:off x="6083141" y="3654457"/>
            <a:ext cx="16764" cy="16764"/>
          </a:xfrm>
          <a:prstGeom prst="rect"/>
          <a:ln w="0">
            <a:noFill/>
          </a:ln>
        </p:spPr>
      </p:pic>
      <p:pic>
        <p:nvPicPr>
          <p:cNvPr id="157" name="New picture"/>
          <p:cNvPicPr/>
          <p:nvPr/>
        </p:nvPicPr>
        <p:blipFill>
          <a:blip r:embed="rId104"/>
          <a:srcRect/>
          <a:stretch>
            <a:fillRect/>
          </a:stretch>
        </p:blipFill>
        <p:spPr>
          <a:xfrm>
            <a:off x="6115145" y="3686461"/>
            <a:ext cx="58007" cy="82391"/>
          </a:xfrm>
          <a:prstGeom prst="rect"/>
          <a:ln w="0">
            <a:noFill/>
          </a:ln>
        </p:spPr>
      </p:pic>
      <p:pic>
        <p:nvPicPr>
          <p:cNvPr id="158" name="New picture"/>
          <p:cNvPicPr/>
          <p:nvPr/>
        </p:nvPicPr>
        <p:blipFill>
          <a:blip r:embed="rId105"/>
          <a:srcRect/>
          <a:stretch>
            <a:fillRect/>
          </a:stretch>
        </p:blipFill>
        <p:spPr>
          <a:xfrm>
            <a:off x="6182392" y="3686461"/>
            <a:ext cx="58007" cy="82391"/>
          </a:xfrm>
          <a:prstGeom prst="rect"/>
          <a:ln w="0">
            <a:noFill/>
          </a:ln>
        </p:spPr>
      </p:pic>
      <p:pic>
        <p:nvPicPr>
          <p:cNvPr id="159" name="New picture"/>
          <p:cNvPicPr/>
          <p:nvPr/>
        </p:nvPicPr>
        <p:blipFill>
          <a:blip r:embed="rId106"/>
          <a:srcRect/>
          <a:stretch>
            <a:fillRect/>
          </a:stretch>
        </p:blipFill>
        <p:spPr>
          <a:xfrm>
            <a:off x="6254114" y="3686460"/>
            <a:ext cx="71818" cy="82391"/>
          </a:xfrm>
          <a:prstGeom prst="rect"/>
          <a:ln w="0">
            <a:noFill/>
          </a:ln>
        </p:spPr>
      </p:pic>
      <p:sp>
        <p:nvSpPr>
          <p:cNvPr id="160" name="New shape"/>
          <p:cNvSpPr/>
          <p:nvPr/>
        </p:nvSpPr>
        <p:spPr>
          <a:xfrm>
            <a:off x="6266307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" name="New picture"/>
          <p:cNvPicPr/>
          <p:nvPr/>
        </p:nvPicPr>
        <p:blipFill>
          <a:blip r:embed="rId107"/>
          <a:srcRect/>
          <a:stretch>
            <a:fillRect/>
          </a:stretch>
        </p:blipFill>
        <p:spPr>
          <a:xfrm>
            <a:off x="6345745" y="3686461"/>
            <a:ext cx="68675" cy="80867"/>
          </a:xfrm>
          <a:prstGeom prst="rect"/>
          <a:ln w="0">
            <a:noFill/>
          </a:ln>
        </p:spPr>
      </p:pic>
      <p:pic>
        <p:nvPicPr>
          <p:cNvPr id="162" name="New picture"/>
          <p:cNvPicPr/>
          <p:nvPr/>
        </p:nvPicPr>
        <p:blipFill>
          <a:blip r:embed="rId108"/>
          <a:srcRect/>
          <a:stretch>
            <a:fillRect/>
          </a:stretch>
        </p:blipFill>
        <p:spPr>
          <a:xfrm>
            <a:off x="6428232" y="3665125"/>
            <a:ext cx="47244" cy="103727"/>
          </a:xfrm>
          <a:prstGeom prst="rect"/>
          <a:ln w="0">
            <a:noFill/>
          </a:ln>
        </p:spPr>
      </p:pic>
      <p:pic>
        <p:nvPicPr>
          <p:cNvPr id="163" name="New picture"/>
          <p:cNvPicPr/>
          <p:nvPr/>
        </p:nvPicPr>
        <p:blipFill>
          <a:blip r:embed="rId109"/>
          <a:srcRect/>
          <a:stretch>
            <a:fillRect/>
          </a:stretch>
        </p:blipFill>
        <p:spPr>
          <a:xfrm>
            <a:off x="6532054" y="3689509"/>
            <a:ext cx="70200" cy="79343"/>
          </a:xfrm>
          <a:prstGeom prst="rect"/>
          <a:ln w="0">
            <a:noFill/>
          </a:ln>
        </p:spPr>
      </p:pic>
      <p:pic>
        <p:nvPicPr>
          <p:cNvPr id="164" name="New picture"/>
          <p:cNvPicPr/>
          <p:nvPr/>
        </p:nvPicPr>
        <p:blipFill>
          <a:blip r:embed="rId110"/>
          <a:srcRect/>
          <a:stretch>
            <a:fillRect/>
          </a:stretch>
        </p:blipFill>
        <p:spPr>
          <a:xfrm>
            <a:off x="6626733" y="3686461"/>
            <a:ext cx="68675" cy="80867"/>
          </a:xfrm>
          <a:prstGeom prst="rect"/>
          <a:ln w="0">
            <a:noFill/>
          </a:ln>
        </p:spPr>
      </p:pic>
      <p:pic>
        <p:nvPicPr>
          <p:cNvPr id="165" name="New picture"/>
          <p:cNvPicPr/>
          <p:nvPr/>
        </p:nvPicPr>
        <p:blipFill>
          <a:blip r:embed="rId111"/>
          <a:srcRect/>
          <a:stretch>
            <a:fillRect/>
          </a:stretch>
        </p:blipFill>
        <p:spPr>
          <a:xfrm>
            <a:off x="6715316" y="3686460"/>
            <a:ext cx="71724" cy="82391"/>
          </a:xfrm>
          <a:prstGeom prst="rect"/>
          <a:ln w="0">
            <a:noFill/>
          </a:ln>
        </p:spPr>
      </p:pic>
      <p:sp>
        <p:nvSpPr>
          <p:cNvPr id="166" name="New shape"/>
          <p:cNvSpPr/>
          <p:nvPr/>
        </p:nvSpPr>
        <p:spPr>
          <a:xfrm>
            <a:off x="6729031" y="369712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" name="New picture"/>
          <p:cNvPicPr/>
          <p:nvPr/>
        </p:nvPicPr>
        <p:blipFill>
          <a:blip r:embed="rId112"/>
          <a:srcRect/>
          <a:stretch>
            <a:fillRect/>
          </a:stretch>
        </p:blipFill>
        <p:spPr>
          <a:xfrm>
            <a:off x="672846" y="3886391"/>
            <a:ext cx="53435" cy="109918"/>
          </a:xfrm>
          <a:prstGeom prst="rect"/>
          <a:ln w="0">
            <a:noFill/>
          </a:ln>
        </p:spPr>
      </p:pic>
      <p:pic>
        <p:nvPicPr>
          <p:cNvPr id="168" name="New picture"/>
          <p:cNvPicPr/>
          <p:nvPr/>
        </p:nvPicPr>
        <p:blipFill>
          <a:blip r:embed="rId113"/>
          <a:srcRect/>
          <a:stretch>
            <a:fillRect/>
          </a:stretch>
        </p:blipFill>
        <p:spPr>
          <a:xfrm>
            <a:off x="729329" y="3915346"/>
            <a:ext cx="77915" cy="82391"/>
          </a:xfrm>
          <a:prstGeom prst="rect"/>
          <a:ln w="0">
            <a:noFill/>
          </a:ln>
        </p:spPr>
      </p:pic>
      <p:sp>
        <p:nvSpPr>
          <p:cNvPr id="169" name="New shape"/>
          <p:cNvSpPr/>
          <p:nvPr/>
        </p:nvSpPr>
        <p:spPr>
          <a:xfrm>
            <a:off x="741521" y="392601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" name="New picture"/>
          <p:cNvPicPr/>
          <p:nvPr/>
        </p:nvPicPr>
        <p:blipFill>
          <a:blip r:embed="rId114"/>
          <a:srcRect/>
          <a:stretch>
            <a:fillRect/>
          </a:stretch>
        </p:blipFill>
        <p:spPr>
          <a:xfrm>
            <a:off x="827056" y="3915346"/>
            <a:ext cx="42767" cy="80962"/>
          </a:xfrm>
          <a:prstGeom prst="rect"/>
          <a:ln w="0">
            <a:noFill/>
          </a:ln>
        </p:spPr>
      </p:pic>
      <p:pic>
        <p:nvPicPr>
          <p:cNvPr id="171" name="New picture"/>
          <p:cNvPicPr/>
          <p:nvPr/>
        </p:nvPicPr>
        <p:blipFill>
          <a:blip r:embed="rId115"/>
          <a:srcRect/>
          <a:stretch>
            <a:fillRect/>
          </a:stretch>
        </p:blipFill>
        <p:spPr>
          <a:xfrm>
            <a:off x="872871" y="3894010"/>
            <a:ext cx="47339" cy="103823"/>
          </a:xfrm>
          <a:prstGeom prst="rect"/>
          <a:ln w="0">
            <a:noFill/>
          </a:ln>
        </p:spPr>
      </p:pic>
      <p:pic>
        <p:nvPicPr>
          <p:cNvPr id="172" name="New picture"/>
          <p:cNvPicPr/>
          <p:nvPr/>
        </p:nvPicPr>
        <p:blipFill>
          <a:blip r:embed="rId116"/>
          <a:srcRect/>
          <a:stretch>
            <a:fillRect/>
          </a:stretch>
        </p:blipFill>
        <p:spPr>
          <a:xfrm>
            <a:off x="930878" y="3915346"/>
            <a:ext cx="71819" cy="82487"/>
          </a:xfrm>
          <a:prstGeom prst="rect"/>
          <a:ln w="0">
            <a:noFill/>
          </a:ln>
        </p:spPr>
      </p:pic>
      <p:sp>
        <p:nvSpPr>
          <p:cNvPr id="173" name="New shape"/>
          <p:cNvSpPr/>
          <p:nvPr/>
        </p:nvSpPr>
        <p:spPr>
          <a:xfrm>
            <a:off x="944690" y="392610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" name="New picture"/>
          <p:cNvPicPr/>
          <p:nvPr/>
        </p:nvPicPr>
        <p:blipFill>
          <a:blip r:embed="rId117"/>
          <a:srcRect/>
          <a:stretch>
            <a:fillRect/>
          </a:stretch>
        </p:blipFill>
        <p:spPr>
          <a:xfrm>
            <a:off x="1057656" y="3915346"/>
            <a:ext cx="64103" cy="82486"/>
          </a:xfrm>
          <a:prstGeom prst="rect"/>
          <a:ln w="0">
            <a:noFill/>
          </a:ln>
        </p:spPr>
      </p:pic>
      <p:pic>
        <p:nvPicPr>
          <p:cNvPr id="175" name="New picture"/>
          <p:cNvPicPr/>
          <p:nvPr/>
        </p:nvPicPr>
        <p:blipFill>
          <a:blip r:embed="rId118"/>
          <a:srcRect/>
          <a:stretch>
            <a:fillRect/>
          </a:stretch>
        </p:blipFill>
        <p:spPr>
          <a:xfrm>
            <a:off x="1138618" y="3915346"/>
            <a:ext cx="42767" cy="80962"/>
          </a:xfrm>
          <a:prstGeom prst="rect"/>
          <a:ln w="0">
            <a:noFill/>
          </a:ln>
        </p:spPr>
      </p:pic>
      <p:pic>
        <p:nvPicPr>
          <p:cNvPr id="176" name="New picture"/>
          <p:cNvPicPr/>
          <p:nvPr/>
        </p:nvPicPr>
        <p:blipFill>
          <a:blip r:embed="rId119"/>
          <a:srcRect/>
          <a:stretch>
            <a:fillRect/>
          </a:stretch>
        </p:blipFill>
        <p:spPr>
          <a:xfrm>
            <a:off x="1187482" y="3915346"/>
            <a:ext cx="77819" cy="82486"/>
          </a:xfrm>
          <a:prstGeom prst="rect"/>
          <a:ln w="0">
            <a:noFill/>
          </a:ln>
        </p:spPr>
      </p:pic>
      <p:sp>
        <p:nvSpPr>
          <p:cNvPr id="177" name="New shape"/>
          <p:cNvSpPr/>
          <p:nvPr/>
        </p:nvSpPr>
        <p:spPr>
          <a:xfrm>
            <a:off x="1199674" y="3926110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8" name="New shape"/>
          <p:cNvSpPr/>
          <p:nvPr/>
        </p:nvSpPr>
        <p:spPr>
          <a:xfrm>
            <a:off x="1285208" y="391849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" name="New picture"/>
          <p:cNvPicPr/>
          <p:nvPr/>
        </p:nvPicPr>
        <p:blipFill>
          <a:blip r:embed="rId120"/>
          <a:srcRect/>
          <a:stretch>
            <a:fillRect/>
          </a:stretch>
        </p:blipFill>
        <p:spPr>
          <a:xfrm>
            <a:off x="1283684" y="3883437"/>
            <a:ext cx="16764" cy="16764"/>
          </a:xfrm>
          <a:prstGeom prst="rect"/>
          <a:ln w="0">
            <a:noFill/>
          </a:ln>
        </p:spPr>
      </p:pic>
      <p:pic>
        <p:nvPicPr>
          <p:cNvPr id="180" name="New picture"/>
          <p:cNvPicPr/>
          <p:nvPr/>
        </p:nvPicPr>
        <p:blipFill>
          <a:blip r:embed="rId121"/>
          <a:srcRect/>
          <a:stretch>
            <a:fillRect/>
          </a:stretch>
        </p:blipFill>
        <p:spPr>
          <a:xfrm>
            <a:off x="1315688" y="3915346"/>
            <a:ext cx="58103" cy="82486"/>
          </a:xfrm>
          <a:prstGeom prst="rect"/>
          <a:ln w="0">
            <a:noFill/>
          </a:ln>
        </p:spPr>
      </p:pic>
      <p:pic>
        <p:nvPicPr>
          <p:cNvPr id="181" name="New picture"/>
          <p:cNvPicPr/>
          <p:nvPr/>
        </p:nvPicPr>
        <p:blipFill>
          <a:blip r:embed="rId122"/>
          <a:srcRect/>
          <a:stretch>
            <a:fillRect/>
          </a:stretch>
        </p:blipFill>
        <p:spPr>
          <a:xfrm>
            <a:off x="1384459" y="3915346"/>
            <a:ext cx="56483" cy="82486"/>
          </a:xfrm>
          <a:prstGeom prst="rect"/>
          <a:ln w="0">
            <a:noFill/>
          </a:ln>
        </p:spPr>
      </p:pic>
      <p:pic>
        <p:nvPicPr>
          <p:cNvPr id="182" name="New picture"/>
          <p:cNvPicPr/>
          <p:nvPr/>
        </p:nvPicPr>
        <p:blipFill>
          <a:blip r:embed="rId123"/>
          <a:srcRect/>
          <a:stretch>
            <a:fillRect/>
          </a:stretch>
        </p:blipFill>
        <p:spPr>
          <a:xfrm>
            <a:off x="1454658" y="3915346"/>
            <a:ext cx="65723" cy="82486"/>
          </a:xfrm>
          <a:prstGeom prst="rect"/>
          <a:ln w="0">
            <a:noFill/>
          </a:ln>
        </p:spPr>
      </p:pic>
      <p:sp>
        <p:nvSpPr>
          <p:cNvPr id="183" name="New shape"/>
          <p:cNvSpPr/>
          <p:nvPr/>
        </p:nvSpPr>
        <p:spPr>
          <a:xfrm>
            <a:off x="1466945" y="3956590"/>
            <a:ext cx="39624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" name="New picture"/>
          <p:cNvPicPr/>
          <p:nvPr/>
        </p:nvPicPr>
        <p:blipFill>
          <a:blip r:embed="rId124"/>
          <a:srcRect/>
          <a:stretch>
            <a:fillRect/>
          </a:stretch>
        </p:blipFill>
        <p:spPr>
          <a:xfrm>
            <a:off x="1543240" y="3915346"/>
            <a:ext cx="70295" cy="80962"/>
          </a:xfrm>
          <a:prstGeom prst="rect"/>
          <a:ln w="0">
            <a:noFill/>
          </a:ln>
        </p:spPr>
      </p:pic>
      <p:pic>
        <p:nvPicPr>
          <p:cNvPr id="185" name="New picture"/>
          <p:cNvPicPr/>
          <p:nvPr/>
        </p:nvPicPr>
        <p:blipFill>
          <a:blip r:embed="rId125"/>
          <a:srcRect/>
          <a:stretch>
            <a:fillRect/>
          </a:stretch>
        </p:blipFill>
        <p:spPr>
          <a:xfrm>
            <a:off x="1633347" y="3915346"/>
            <a:ext cx="64103" cy="82486"/>
          </a:xfrm>
          <a:prstGeom prst="rect"/>
          <a:ln w="0">
            <a:noFill/>
          </a:ln>
        </p:spPr>
      </p:pic>
      <p:pic>
        <p:nvPicPr>
          <p:cNvPr id="186" name="New picture"/>
          <p:cNvPicPr/>
          <p:nvPr/>
        </p:nvPicPr>
        <p:blipFill>
          <a:blip r:embed="rId126"/>
          <a:srcRect/>
          <a:stretch>
            <a:fillRect/>
          </a:stretch>
        </p:blipFill>
        <p:spPr>
          <a:xfrm>
            <a:off x="1706689" y="3915346"/>
            <a:ext cx="71723" cy="82487"/>
          </a:xfrm>
          <a:prstGeom prst="rect"/>
          <a:ln w="0">
            <a:noFill/>
          </a:ln>
        </p:spPr>
      </p:pic>
      <p:sp>
        <p:nvSpPr>
          <p:cNvPr id="187" name="New shape"/>
          <p:cNvSpPr/>
          <p:nvPr/>
        </p:nvSpPr>
        <p:spPr>
          <a:xfrm>
            <a:off x="1720405" y="392610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" name="New picture"/>
          <p:cNvPicPr/>
          <p:nvPr/>
        </p:nvPicPr>
        <p:blipFill>
          <a:blip r:embed="rId127"/>
          <a:srcRect/>
          <a:stretch>
            <a:fillRect/>
          </a:stretch>
        </p:blipFill>
        <p:spPr>
          <a:xfrm>
            <a:off x="1833372" y="3915346"/>
            <a:ext cx="70295" cy="82391"/>
          </a:xfrm>
          <a:prstGeom prst="rect"/>
          <a:ln w="0">
            <a:noFill/>
          </a:ln>
        </p:spPr>
      </p:pic>
      <p:sp>
        <p:nvSpPr>
          <p:cNvPr id="189" name="New shape"/>
          <p:cNvSpPr/>
          <p:nvPr/>
        </p:nvSpPr>
        <p:spPr>
          <a:xfrm>
            <a:off x="1845659" y="392601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" name="New picture"/>
          <p:cNvPicPr/>
          <p:nvPr/>
        </p:nvPicPr>
        <p:blipFill>
          <a:blip r:embed="rId128"/>
          <a:srcRect/>
          <a:stretch>
            <a:fillRect/>
          </a:stretch>
        </p:blipFill>
        <p:spPr>
          <a:xfrm>
            <a:off x="1912715" y="3894011"/>
            <a:ext cx="48863" cy="103727"/>
          </a:xfrm>
          <a:prstGeom prst="rect"/>
          <a:ln w="0">
            <a:noFill/>
          </a:ln>
        </p:spPr>
      </p:pic>
      <p:pic>
        <p:nvPicPr>
          <p:cNvPr id="191" name="New picture"/>
          <p:cNvPicPr/>
          <p:nvPr/>
        </p:nvPicPr>
        <p:blipFill>
          <a:blip r:embed="rId129"/>
          <a:srcRect/>
          <a:stretch>
            <a:fillRect/>
          </a:stretch>
        </p:blipFill>
        <p:spPr>
          <a:xfrm>
            <a:off x="2007489" y="3886391"/>
            <a:ext cx="53435" cy="109918"/>
          </a:xfrm>
          <a:prstGeom prst="rect"/>
          <a:ln w="0">
            <a:noFill/>
          </a:ln>
        </p:spPr>
      </p:pic>
      <p:pic>
        <p:nvPicPr>
          <p:cNvPr id="192" name="New picture"/>
          <p:cNvPicPr/>
          <p:nvPr/>
        </p:nvPicPr>
        <p:blipFill>
          <a:blip r:embed="rId130"/>
          <a:srcRect/>
          <a:stretch>
            <a:fillRect/>
          </a:stretch>
        </p:blipFill>
        <p:spPr>
          <a:xfrm>
            <a:off x="2063972" y="3915346"/>
            <a:ext cx="77914" cy="82391"/>
          </a:xfrm>
          <a:prstGeom prst="rect"/>
          <a:ln w="0">
            <a:noFill/>
          </a:ln>
        </p:spPr>
      </p:pic>
      <p:sp>
        <p:nvSpPr>
          <p:cNvPr id="193" name="New shape"/>
          <p:cNvSpPr/>
          <p:nvPr/>
        </p:nvSpPr>
        <p:spPr>
          <a:xfrm>
            <a:off x="2077783" y="392601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" name="New picture"/>
          <p:cNvPicPr/>
          <p:nvPr/>
        </p:nvPicPr>
        <p:blipFill>
          <a:blip r:embed="rId131"/>
          <a:srcRect/>
          <a:stretch>
            <a:fillRect/>
          </a:stretch>
        </p:blipFill>
        <p:spPr>
          <a:xfrm>
            <a:off x="2161699" y="3915442"/>
            <a:ext cx="68675" cy="80867"/>
          </a:xfrm>
          <a:prstGeom prst="rect"/>
          <a:ln w="0">
            <a:noFill/>
          </a:ln>
        </p:spPr>
      </p:pic>
      <p:pic>
        <p:nvPicPr>
          <p:cNvPr id="195" name="New picture"/>
          <p:cNvPicPr/>
          <p:nvPr/>
        </p:nvPicPr>
        <p:blipFill>
          <a:blip r:embed="rId132"/>
          <a:srcRect/>
          <a:stretch>
            <a:fillRect/>
          </a:stretch>
        </p:blipFill>
        <p:spPr>
          <a:xfrm>
            <a:off x="2244090" y="3894011"/>
            <a:ext cx="48863" cy="103727"/>
          </a:xfrm>
          <a:prstGeom prst="rect"/>
          <a:ln w="0">
            <a:noFill/>
          </a:ln>
        </p:spPr>
      </p:pic>
      <p:sp>
        <p:nvSpPr>
          <p:cNvPr id="196" name="New shape"/>
          <p:cNvSpPr/>
          <p:nvPr/>
        </p:nvSpPr>
        <p:spPr>
          <a:xfrm>
            <a:off x="2350008" y="38877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7" name="New shape"/>
          <p:cNvSpPr/>
          <p:nvPr/>
        </p:nvSpPr>
        <p:spPr>
          <a:xfrm>
            <a:off x="2384679" y="3887915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" name="New picture"/>
          <p:cNvPicPr/>
          <p:nvPr/>
        </p:nvPicPr>
        <p:blipFill>
          <a:blip r:embed="rId133"/>
          <a:srcRect/>
          <a:stretch>
            <a:fillRect/>
          </a:stretch>
        </p:blipFill>
        <p:spPr>
          <a:xfrm>
            <a:off x="2401538" y="3915346"/>
            <a:ext cx="77819" cy="82486"/>
          </a:xfrm>
          <a:prstGeom prst="rect"/>
          <a:ln w="0">
            <a:noFill/>
          </a:ln>
        </p:spPr>
      </p:pic>
      <p:sp>
        <p:nvSpPr>
          <p:cNvPr id="199" name="New shape"/>
          <p:cNvSpPr/>
          <p:nvPr/>
        </p:nvSpPr>
        <p:spPr>
          <a:xfrm>
            <a:off x="2413730" y="3926110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" name="New picture"/>
          <p:cNvPicPr/>
          <p:nvPr/>
        </p:nvPicPr>
        <p:blipFill>
          <a:blip r:embed="rId134"/>
          <a:srcRect/>
          <a:stretch>
            <a:fillRect/>
          </a:stretch>
        </p:blipFill>
        <p:spPr>
          <a:xfrm>
            <a:off x="2499169" y="3887914"/>
            <a:ext cx="74867" cy="109918"/>
          </a:xfrm>
          <a:prstGeom prst="rect"/>
          <a:ln w="0">
            <a:noFill/>
          </a:ln>
        </p:spPr>
      </p:pic>
      <p:sp>
        <p:nvSpPr>
          <p:cNvPr id="201" name="New shape"/>
          <p:cNvSpPr/>
          <p:nvPr/>
        </p:nvSpPr>
        <p:spPr>
          <a:xfrm>
            <a:off x="2512885" y="392611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" name="New picture"/>
          <p:cNvPicPr/>
          <p:nvPr/>
        </p:nvPicPr>
        <p:blipFill>
          <a:blip r:embed="rId135"/>
          <a:srcRect/>
          <a:stretch>
            <a:fillRect/>
          </a:stretch>
        </p:blipFill>
        <p:spPr>
          <a:xfrm>
            <a:off x="2577084" y="3918395"/>
            <a:ext cx="30480" cy="117539"/>
          </a:xfrm>
          <a:prstGeom prst="rect"/>
          <a:ln w="0">
            <a:noFill/>
          </a:ln>
        </p:spPr>
      </p:pic>
      <p:pic>
        <p:nvPicPr>
          <p:cNvPr id="203" name="New picture"/>
          <p:cNvPicPr/>
          <p:nvPr/>
        </p:nvPicPr>
        <p:blipFill>
          <a:blip r:embed="rId136"/>
          <a:srcRect/>
          <a:stretch>
            <a:fillRect/>
          </a:stretch>
        </p:blipFill>
        <p:spPr>
          <a:xfrm>
            <a:off x="2592324" y="3883342"/>
            <a:ext cx="18288" cy="16764"/>
          </a:xfrm>
          <a:prstGeom prst="rect"/>
          <a:ln w="0">
            <a:noFill/>
          </a:ln>
        </p:spPr>
      </p:pic>
      <p:pic>
        <p:nvPicPr>
          <p:cNvPr id="204" name="New picture"/>
          <p:cNvPicPr/>
          <p:nvPr/>
        </p:nvPicPr>
        <p:blipFill>
          <a:blip r:embed="rId137"/>
          <a:srcRect/>
          <a:stretch>
            <a:fillRect/>
          </a:stretch>
        </p:blipFill>
        <p:spPr>
          <a:xfrm>
            <a:off x="2628900" y="3915346"/>
            <a:ext cx="71818" cy="82487"/>
          </a:xfrm>
          <a:prstGeom prst="rect"/>
          <a:ln w="0">
            <a:noFill/>
          </a:ln>
        </p:spPr>
      </p:pic>
      <p:sp>
        <p:nvSpPr>
          <p:cNvPr id="205" name="New shape"/>
          <p:cNvSpPr/>
          <p:nvPr/>
        </p:nvSpPr>
        <p:spPr>
          <a:xfrm>
            <a:off x="2642711" y="392610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" name="New picture"/>
          <p:cNvPicPr/>
          <p:nvPr/>
        </p:nvPicPr>
        <p:blipFill>
          <a:blip r:embed="rId138"/>
          <a:srcRect/>
          <a:stretch>
            <a:fillRect/>
          </a:stretch>
        </p:blipFill>
        <p:spPr>
          <a:xfrm>
            <a:off x="2709863" y="3894010"/>
            <a:ext cx="47339" cy="103823"/>
          </a:xfrm>
          <a:prstGeom prst="rect"/>
          <a:ln w="0">
            <a:noFill/>
          </a:ln>
        </p:spPr>
      </p:pic>
      <p:pic>
        <p:nvPicPr>
          <p:cNvPr id="207" name="New picture"/>
          <p:cNvPicPr/>
          <p:nvPr/>
        </p:nvPicPr>
        <p:blipFill>
          <a:blip r:embed="rId139"/>
          <a:srcRect/>
          <a:stretch>
            <a:fillRect/>
          </a:stretch>
        </p:blipFill>
        <p:spPr>
          <a:xfrm>
            <a:off x="2809113" y="3887914"/>
            <a:ext cx="74867" cy="109918"/>
          </a:xfrm>
          <a:prstGeom prst="rect"/>
          <a:ln w="0">
            <a:noFill/>
          </a:ln>
        </p:spPr>
      </p:pic>
      <p:sp>
        <p:nvSpPr>
          <p:cNvPr id="208" name="New shape"/>
          <p:cNvSpPr/>
          <p:nvPr/>
        </p:nvSpPr>
        <p:spPr>
          <a:xfrm>
            <a:off x="2822924" y="392611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" name="New picture"/>
          <p:cNvPicPr/>
          <p:nvPr/>
        </p:nvPicPr>
        <p:blipFill>
          <a:blip r:embed="rId140"/>
          <a:srcRect/>
          <a:stretch>
            <a:fillRect/>
          </a:stretch>
        </p:blipFill>
        <p:spPr>
          <a:xfrm>
            <a:off x="2903791" y="3915346"/>
            <a:ext cx="71818" cy="82487"/>
          </a:xfrm>
          <a:prstGeom prst="rect"/>
          <a:ln w="0">
            <a:noFill/>
          </a:ln>
        </p:spPr>
      </p:pic>
      <p:sp>
        <p:nvSpPr>
          <p:cNvPr id="210" name="New shape"/>
          <p:cNvSpPr/>
          <p:nvPr/>
        </p:nvSpPr>
        <p:spPr>
          <a:xfrm>
            <a:off x="2916079" y="392610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" name="New picture"/>
          <p:cNvPicPr/>
          <p:nvPr/>
        </p:nvPicPr>
        <p:blipFill>
          <a:blip r:embed="rId141"/>
          <a:srcRect/>
          <a:stretch>
            <a:fillRect/>
          </a:stretch>
        </p:blipFill>
        <p:spPr>
          <a:xfrm>
            <a:off x="3033617" y="3915346"/>
            <a:ext cx="76390" cy="117539"/>
          </a:xfrm>
          <a:prstGeom prst="rect"/>
          <a:ln w="0">
            <a:noFill/>
          </a:ln>
        </p:spPr>
      </p:pic>
      <p:sp>
        <p:nvSpPr>
          <p:cNvPr id="212" name="New shape"/>
          <p:cNvSpPr/>
          <p:nvPr/>
        </p:nvSpPr>
        <p:spPr>
          <a:xfrm>
            <a:off x="3048857" y="392611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3" name="New shape"/>
          <p:cNvSpPr/>
          <p:nvPr/>
        </p:nvSpPr>
        <p:spPr>
          <a:xfrm>
            <a:off x="3130296" y="38877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" name="New picture"/>
          <p:cNvPicPr/>
          <p:nvPr/>
        </p:nvPicPr>
        <p:blipFill>
          <a:blip r:embed="rId142"/>
          <a:srcRect/>
          <a:stretch>
            <a:fillRect/>
          </a:stretch>
        </p:blipFill>
        <p:spPr>
          <a:xfrm>
            <a:off x="3169539" y="3918395"/>
            <a:ext cx="68675" cy="79439"/>
          </a:xfrm>
          <a:prstGeom prst="rect"/>
          <a:ln w="0">
            <a:noFill/>
          </a:ln>
        </p:spPr>
      </p:pic>
      <p:pic>
        <p:nvPicPr>
          <p:cNvPr id="215" name="New picture"/>
          <p:cNvPicPr/>
          <p:nvPr/>
        </p:nvPicPr>
        <p:blipFill>
          <a:blip r:embed="rId143"/>
          <a:srcRect/>
          <a:stretch>
            <a:fillRect/>
          </a:stretch>
        </p:blipFill>
        <p:spPr>
          <a:xfrm>
            <a:off x="3252026" y="3915441"/>
            <a:ext cx="58007" cy="82391"/>
          </a:xfrm>
          <a:prstGeom prst="rect"/>
          <a:ln w="0">
            <a:noFill/>
          </a:ln>
        </p:spPr>
      </p:pic>
      <p:pic>
        <p:nvPicPr>
          <p:cNvPr id="216" name="New picture"/>
          <p:cNvPicPr/>
          <p:nvPr/>
        </p:nvPicPr>
        <p:blipFill>
          <a:blip r:embed="rId144"/>
          <a:srcRect/>
          <a:stretch>
            <a:fillRect/>
          </a:stretch>
        </p:blipFill>
        <p:spPr>
          <a:xfrm>
            <a:off x="3363372" y="3915346"/>
            <a:ext cx="71818" cy="82487"/>
          </a:xfrm>
          <a:prstGeom prst="rect"/>
          <a:ln w="0">
            <a:noFill/>
          </a:ln>
        </p:spPr>
      </p:pic>
      <p:sp>
        <p:nvSpPr>
          <p:cNvPr id="217" name="New shape"/>
          <p:cNvSpPr/>
          <p:nvPr/>
        </p:nvSpPr>
        <p:spPr>
          <a:xfrm>
            <a:off x="3375660" y="392610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" name="New picture"/>
          <p:cNvPicPr/>
          <p:nvPr/>
        </p:nvPicPr>
        <p:blipFill>
          <a:blip r:embed="rId145"/>
          <a:srcRect/>
          <a:stretch>
            <a:fillRect/>
          </a:stretch>
        </p:blipFill>
        <p:spPr>
          <a:xfrm>
            <a:off x="3453574" y="3915442"/>
            <a:ext cx="70295" cy="80867"/>
          </a:xfrm>
          <a:prstGeom prst="rect"/>
          <a:ln w="0">
            <a:noFill/>
          </a:ln>
        </p:spPr>
      </p:pic>
      <p:pic>
        <p:nvPicPr>
          <p:cNvPr id="219" name="New picture"/>
          <p:cNvPicPr/>
          <p:nvPr/>
        </p:nvPicPr>
        <p:blipFill>
          <a:blip r:embed="rId146"/>
          <a:srcRect/>
          <a:stretch>
            <a:fillRect/>
          </a:stretch>
        </p:blipFill>
        <p:spPr>
          <a:xfrm>
            <a:off x="3587972" y="3915346"/>
            <a:ext cx="74771" cy="117539"/>
          </a:xfrm>
          <a:prstGeom prst="rect"/>
          <a:ln w="0">
            <a:noFill/>
          </a:ln>
        </p:spPr>
      </p:pic>
      <p:sp>
        <p:nvSpPr>
          <p:cNvPr id="220" name="New shape"/>
          <p:cNvSpPr/>
          <p:nvPr/>
        </p:nvSpPr>
        <p:spPr>
          <a:xfrm>
            <a:off x="3601688" y="392611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1" name="New shape"/>
          <p:cNvSpPr/>
          <p:nvPr/>
        </p:nvSpPr>
        <p:spPr>
          <a:xfrm>
            <a:off x="3683508" y="38877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" name="New picture"/>
          <p:cNvPicPr/>
          <p:nvPr/>
        </p:nvPicPr>
        <p:blipFill>
          <a:blip r:embed="rId147"/>
          <a:srcRect/>
          <a:stretch>
            <a:fillRect/>
          </a:stretch>
        </p:blipFill>
        <p:spPr>
          <a:xfrm>
            <a:off x="3722275" y="3918395"/>
            <a:ext cx="70199" cy="79343"/>
          </a:xfrm>
          <a:prstGeom prst="rect"/>
          <a:ln w="0">
            <a:noFill/>
          </a:ln>
        </p:spPr>
      </p:pic>
      <p:pic>
        <p:nvPicPr>
          <p:cNvPr id="223" name="New picture"/>
          <p:cNvPicPr/>
          <p:nvPr/>
        </p:nvPicPr>
        <p:blipFill>
          <a:blip r:embed="rId148"/>
          <a:srcRect/>
          <a:stretch>
            <a:fillRect/>
          </a:stretch>
        </p:blipFill>
        <p:spPr>
          <a:xfrm>
            <a:off x="3806285" y="3915346"/>
            <a:ext cx="56483" cy="82486"/>
          </a:xfrm>
          <a:prstGeom prst="rect"/>
          <a:ln w="0">
            <a:noFill/>
          </a:ln>
        </p:spPr>
      </p:pic>
      <p:pic>
        <p:nvPicPr>
          <p:cNvPr id="224" name="New picture"/>
          <p:cNvPicPr/>
          <p:nvPr/>
        </p:nvPicPr>
        <p:blipFill>
          <a:blip r:embed="rId149"/>
          <a:srcRect/>
          <a:stretch>
            <a:fillRect/>
          </a:stretch>
        </p:blipFill>
        <p:spPr>
          <a:xfrm>
            <a:off x="3916204" y="3887914"/>
            <a:ext cx="76391" cy="109918"/>
          </a:xfrm>
          <a:prstGeom prst="rect"/>
          <a:ln w="0">
            <a:noFill/>
          </a:ln>
        </p:spPr>
      </p:pic>
      <p:sp>
        <p:nvSpPr>
          <p:cNvPr id="225" name="New shape"/>
          <p:cNvSpPr/>
          <p:nvPr/>
        </p:nvSpPr>
        <p:spPr>
          <a:xfrm>
            <a:off x="3930015" y="392611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6" name="New shape"/>
          <p:cNvSpPr/>
          <p:nvPr/>
        </p:nvSpPr>
        <p:spPr>
          <a:xfrm>
            <a:off x="4014026" y="3887915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" name="New picture"/>
          <p:cNvPicPr/>
          <p:nvPr/>
        </p:nvPicPr>
        <p:blipFill>
          <a:blip r:embed="rId150"/>
          <a:srcRect/>
          <a:stretch>
            <a:fillRect/>
          </a:stretch>
        </p:blipFill>
        <p:spPr>
          <a:xfrm>
            <a:off x="4029266" y="3915346"/>
            <a:ext cx="70199" cy="82487"/>
          </a:xfrm>
          <a:prstGeom prst="rect"/>
          <a:ln w="0">
            <a:noFill/>
          </a:ln>
        </p:spPr>
      </p:pic>
      <p:sp>
        <p:nvSpPr>
          <p:cNvPr id="228" name="New shape"/>
          <p:cNvSpPr/>
          <p:nvPr/>
        </p:nvSpPr>
        <p:spPr>
          <a:xfrm>
            <a:off x="4041457" y="392610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9" name="New shape"/>
          <p:cNvSpPr/>
          <p:nvPr/>
        </p:nvSpPr>
        <p:spPr>
          <a:xfrm>
            <a:off x="4052126" y="3880294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" name="New picture"/>
          <p:cNvPicPr/>
          <p:nvPr/>
        </p:nvPicPr>
        <p:blipFill>
          <a:blip r:embed="rId151"/>
          <a:srcRect/>
          <a:stretch>
            <a:fillRect/>
          </a:stretch>
        </p:blipFill>
        <p:spPr>
          <a:xfrm>
            <a:off x="4108608" y="3894011"/>
            <a:ext cx="48863" cy="103727"/>
          </a:xfrm>
          <a:prstGeom prst="rect"/>
          <a:ln w="0">
            <a:noFill/>
          </a:ln>
        </p:spPr>
      </p:pic>
      <p:pic>
        <p:nvPicPr>
          <p:cNvPr id="231" name="New picture"/>
          <p:cNvPicPr/>
          <p:nvPr/>
        </p:nvPicPr>
        <p:blipFill>
          <a:blip r:embed="rId152"/>
          <a:srcRect/>
          <a:stretch>
            <a:fillRect/>
          </a:stretch>
        </p:blipFill>
        <p:spPr>
          <a:xfrm>
            <a:off x="4172807" y="3918395"/>
            <a:ext cx="70199" cy="79439"/>
          </a:xfrm>
          <a:prstGeom prst="rect"/>
          <a:ln w="0">
            <a:noFill/>
          </a:ln>
        </p:spPr>
      </p:pic>
      <p:pic>
        <p:nvPicPr>
          <p:cNvPr id="232" name="New picture"/>
          <p:cNvPicPr/>
          <p:nvPr/>
        </p:nvPicPr>
        <p:blipFill>
          <a:blip r:embed="rId153"/>
          <a:srcRect/>
          <a:stretch>
            <a:fillRect/>
          </a:stretch>
        </p:blipFill>
        <p:spPr>
          <a:xfrm>
            <a:off x="4262913" y="3887914"/>
            <a:ext cx="74771" cy="109918"/>
          </a:xfrm>
          <a:prstGeom prst="rect"/>
          <a:ln w="0">
            <a:noFill/>
          </a:ln>
        </p:spPr>
      </p:pic>
      <p:sp>
        <p:nvSpPr>
          <p:cNvPr id="233" name="New shape"/>
          <p:cNvSpPr/>
          <p:nvPr/>
        </p:nvSpPr>
        <p:spPr>
          <a:xfrm>
            <a:off x="4276630" y="392611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" name="New picture"/>
          <p:cNvPicPr/>
          <p:nvPr/>
        </p:nvPicPr>
        <p:blipFill>
          <a:blip r:embed="rId154"/>
          <a:srcRect/>
          <a:stretch>
            <a:fillRect/>
          </a:stretch>
        </p:blipFill>
        <p:spPr>
          <a:xfrm>
            <a:off x="4357592" y="3915346"/>
            <a:ext cx="71723" cy="82487"/>
          </a:xfrm>
          <a:prstGeom prst="rect"/>
          <a:ln w="0">
            <a:noFill/>
          </a:ln>
        </p:spPr>
      </p:pic>
      <p:sp>
        <p:nvSpPr>
          <p:cNvPr id="235" name="New shape"/>
          <p:cNvSpPr/>
          <p:nvPr/>
        </p:nvSpPr>
        <p:spPr>
          <a:xfrm>
            <a:off x="4371308" y="392610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" name="New picture"/>
          <p:cNvPicPr/>
          <p:nvPr/>
        </p:nvPicPr>
        <p:blipFill>
          <a:blip r:embed="rId155"/>
          <a:srcRect/>
          <a:stretch>
            <a:fillRect/>
          </a:stretch>
        </p:blipFill>
        <p:spPr>
          <a:xfrm>
            <a:off x="4439984" y="3915346"/>
            <a:ext cx="58102" cy="82486"/>
          </a:xfrm>
          <a:prstGeom prst="rect"/>
          <a:ln w="0">
            <a:noFill/>
          </a:ln>
        </p:spPr>
      </p:pic>
      <p:pic>
        <p:nvPicPr>
          <p:cNvPr id="237" name="New picture"/>
          <p:cNvPicPr/>
          <p:nvPr/>
        </p:nvPicPr>
        <p:blipFill>
          <a:blip r:embed="rId156"/>
          <a:srcRect/>
          <a:stretch>
            <a:fillRect/>
          </a:stretch>
        </p:blipFill>
        <p:spPr>
          <a:xfrm>
            <a:off x="4516374" y="3979450"/>
            <a:ext cx="16764" cy="18383"/>
          </a:xfrm>
          <a:prstGeom prst="rect"/>
          <a:ln w="0">
            <a:noFill/>
          </a:ln>
        </p:spPr>
      </p:pic>
      <p:pic>
        <p:nvPicPr>
          <p:cNvPr id="238" name="New picture"/>
          <p:cNvPicPr/>
          <p:nvPr/>
        </p:nvPicPr>
        <p:blipFill>
          <a:blip r:embed="rId157"/>
          <a:srcRect/>
          <a:stretch>
            <a:fillRect/>
          </a:stretch>
        </p:blipFill>
        <p:spPr>
          <a:xfrm>
            <a:off x="4598860" y="3887914"/>
            <a:ext cx="112966" cy="108395"/>
          </a:xfrm>
          <a:prstGeom prst="rect"/>
          <a:ln w="0">
            <a:noFill/>
          </a:ln>
        </p:spPr>
      </p:pic>
      <p:pic>
        <p:nvPicPr>
          <p:cNvPr id="239" name="New picture"/>
          <p:cNvPicPr/>
          <p:nvPr/>
        </p:nvPicPr>
        <p:blipFill>
          <a:blip r:embed="rId158"/>
          <a:srcRect/>
          <a:stretch>
            <a:fillRect/>
          </a:stretch>
        </p:blipFill>
        <p:spPr>
          <a:xfrm>
            <a:off x="4733163" y="3915346"/>
            <a:ext cx="71818" cy="82487"/>
          </a:xfrm>
          <a:prstGeom prst="rect"/>
          <a:ln w="0">
            <a:noFill/>
          </a:ln>
        </p:spPr>
      </p:pic>
      <p:sp>
        <p:nvSpPr>
          <p:cNvPr id="240" name="New shape"/>
          <p:cNvSpPr/>
          <p:nvPr/>
        </p:nvSpPr>
        <p:spPr>
          <a:xfrm>
            <a:off x="4746974" y="392610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" name="New picture"/>
          <p:cNvPicPr/>
          <p:nvPr/>
        </p:nvPicPr>
        <p:blipFill>
          <a:blip r:embed="rId159"/>
          <a:srcRect/>
          <a:stretch>
            <a:fillRect/>
          </a:stretch>
        </p:blipFill>
        <p:spPr>
          <a:xfrm>
            <a:off x="4746974" y="3883342"/>
            <a:ext cx="48863" cy="24384"/>
          </a:xfrm>
          <a:prstGeom prst="rect"/>
          <a:ln w="0">
            <a:noFill/>
          </a:ln>
        </p:spPr>
      </p:pic>
      <p:pic>
        <p:nvPicPr>
          <p:cNvPr id="242" name="New picture"/>
          <p:cNvPicPr/>
          <p:nvPr/>
        </p:nvPicPr>
        <p:blipFill>
          <a:blip r:embed="rId160"/>
          <a:srcRect/>
          <a:stretch>
            <a:fillRect/>
          </a:stretch>
        </p:blipFill>
        <p:spPr>
          <a:xfrm>
            <a:off x="4824794" y="3915346"/>
            <a:ext cx="120682" cy="80962"/>
          </a:xfrm>
          <a:prstGeom prst="rect"/>
          <a:ln w="0">
            <a:noFill/>
          </a:ln>
        </p:spPr>
      </p:pic>
      <p:pic>
        <p:nvPicPr>
          <p:cNvPr id="243" name="New picture"/>
          <p:cNvPicPr/>
          <p:nvPr/>
        </p:nvPicPr>
        <p:blipFill>
          <a:blip r:embed="rId161"/>
          <a:srcRect/>
          <a:stretch>
            <a:fillRect/>
          </a:stretch>
        </p:blipFill>
        <p:spPr>
          <a:xfrm>
            <a:off x="4965287" y="3915346"/>
            <a:ext cx="71818" cy="82487"/>
          </a:xfrm>
          <a:prstGeom prst="rect"/>
          <a:ln w="0">
            <a:noFill/>
          </a:ln>
        </p:spPr>
      </p:pic>
      <p:sp>
        <p:nvSpPr>
          <p:cNvPr id="244" name="New shape"/>
          <p:cNvSpPr/>
          <p:nvPr/>
        </p:nvSpPr>
        <p:spPr>
          <a:xfrm>
            <a:off x="4979098" y="392610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" name="New picture"/>
          <p:cNvPicPr/>
          <p:nvPr/>
        </p:nvPicPr>
        <p:blipFill>
          <a:blip r:embed="rId162"/>
          <a:srcRect/>
          <a:stretch>
            <a:fillRect/>
          </a:stretch>
        </p:blipFill>
        <p:spPr>
          <a:xfrm>
            <a:off x="5087493" y="3915441"/>
            <a:ext cx="58007" cy="82391"/>
          </a:xfrm>
          <a:prstGeom prst="rect"/>
          <a:ln w="0">
            <a:noFill/>
          </a:ln>
        </p:spPr>
      </p:pic>
      <p:sp>
        <p:nvSpPr>
          <p:cNvPr id="246" name="New shape"/>
          <p:cNvSpPr/>
          <p:nvPr/>
        </p:nvSpPr>
        <p:spPr>
          <a:xfrm>
            <a:off x="5165312" y="3918394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" name="New picture"/>
          <p:cNvPicPr/>
          <p:nvPr/>
        </p:nvPicPr>
        <p:blipFill>
          <a:blip r:embed="rId163"/>
          <a:srcRect/>
          <a:stretch>
            <a:fillRect/>
          </a:stretch>
        </p:blipFill>
        <p:spPr>
          <a:xfrm>
            <a:off x="5162264" y="3883343"/>
            <a:ext cx="16859" cy="16764"/>
          </a:xfrm>
          <a:prstGeom prst="rect"/>
          <a:ln w="0">
            <a:noFill/>
          </a:ln>
        </p:spPr>
      </p:pic>
      <p:sp>
        <p:nvSpPr>
          <p:cNvPr id="248" name="New shape"/>
          <p:cNvSpPr/>
          <p:nvPr/>
        </p:nvSpPr>
        <p:spPr>
          <a:xfrm>
            <a:off x="5242561" y="38877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" name="New picture"/>
          <p:cNvPicPr/>
          <p:nvPr/>
        </p:nvPicPr>
        <p:blipFill>
          <a:blip r:embed="rId164"/>
          <a:srcRect/>
          <a:stretch>
            <a:fillRect/>
          </a:stretch>
        </p:blipFill>
        <p:spPr>
          <a:xfrm>
            <a:off x="5278375" y="3915346"/>
            <a:ext cx="70199" cy="82391"/>
          </a:xfrm>
          <a:prstGeom prst="rect"/>
          <a:ln w="0">
            <a:noFill/>
          </a:ln>
        </p:spPr>
      </p:pic>
      <p:sp>
        <p:nvSpPr>
          <p:cNvPr id="250" name="New shape"/>
          <p:cNvSpPr/>
          <p:nvPr/>
        </p:nvSpPr>
        <p:spPr>
          <a:xfrm>
            <a:off x="5290566" y="392601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" name="New picture"/>
          <p:cNvPicPr/>
          <p:nvPr/>
        </p:nvPicPr>
        <p:blipFill>
          <a:blip r:embed="rId165"/>
          <a:srcRect/>
          <a:stretch>
            <a:fillRect/>
          </a:stretch>
        </p:blipFill>
        <p:spPr>
          <a:xfrm>
            <a:off x="5360860" y="3915441"/>
            <a:ext cx="58007" cy="82391"/>
          </a:xfrm>
          <a:prstGeom prst="rect"/>
          <a:ln w="0">
            <a:noFill/>
          </a:ln>
        </p:spPr>
      </p:pic>
      <p:pic>
        <p:nvPicPr>
          <p:cNvPr id="252" name="New picture"/>
          <p:cNvPicPr/>
          <p:nvPr/>
        </p:nvPicPr>
        <p:blipFill>
          <a:blip r:embed="rId166"/>
          <a:srcRect/>
          <a:stretch>
            <a:fillRect/>
          </a:stretch>
        </p:blipFill>
        <p:spPr>
          <a:xfrm>
            <a:off x="5470779" y="3915346"/>
            <a:ext cx="65627" cy="82486"/>
          </a:xfrm>
          <a:prstGeom prst="rect"/>
          <a:ln w="0">
            <a:noFill/>
          </a:ln>
        </p:spPr>
      </p:pic>
      <p:sp>
        <p:nvSpPr>
          <p:cNvPr id="253" name="New shape"/>
          <p:cNvSpPr/>
          <p:nvPr/>
        </p:nvSpPr>
        <p:spPr>
          <a:xfrm>
            <a:off x="5482971" y="3956590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" name="New picture"/>
          <p:cNvPicPr/>
          <p:nvPr/>
        </p:nvPicPr>
        <p:blipFill>
          <a:blip r:embed="rId167"/>
          <a:srcRect/>
          <a:stretch>
            <a:fillRect/>
          </a:stretch>
        </p:blipFill>
        <p:spPr>
          <a:xfrm>
            <a:off x="5559361" y="3915346"/>
            <a:ext cx="76295" cy="117539"/>
          </a:xfrm>
          <a:prstGeom prst="rect"/>
          <a:ln w="0">
            <a:noFill/>
          </a:ln>
        </p:spPr>
      </p:pic>
      <p:sp>
        <p:nvSpPr>
          <p:cNvPr id="255" name="New shape"/>
          <p:cNvSpPr/>
          <p:nvPr/>
        </p:nvSpPr>
        <p:spPr>
          <a:xfrm>
            <a:off x="5573078" y="3926110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" name="New picture"/>
          <p:cNvPicPr/>
          <p:nvPr/>
        </p:nvPicPr>
        <p:blipFill>
          <a:blip r:embed="rId168"/>
          <a:srcRect/>
          <a:stretch>
            <a:fillRect/>
          </a:stretch>
        </p:blipFill>
        <p:spPr>
          <a:xfrm>
            <a:off x="5654040" y="3915346"/>
            <a:ext cx="76295" cy="117539"/>
          </a:xfrm>
          <a:prstGeom prst="rect"/>
          <a:ln w="0">
            <a:noFill/>
          </a:ln>
        </p:spPr>
      </p:pic>
      <p:sp>
        <p:nvSpPr>
          <p:cNvPr id="257" name="New shape"/>
          <p:cNvSpPr/>
          <p:nvPr/>
        </p:nvSpPr>
        <p:spPr>
          <a:xfrm>
            <a:off x="5669280" y="392611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8" name="New shape"/>
          <p:cNvSpPr/>
          <p:nvPr/>
        </p:nvSpPr>
        <p:spPr>
          <a:xfrm>
            <a:off x="5750052" y="38877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" name="New shape"/>
          <p:cNvSpPr/>
          <p:nvPr/>
        </p:nvSpPr>
        <p:spPr>
          <a:xfrm>
            <a:off x="5789962" y="391849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" name="New picture"/>
          <p:cNvPicPr/>
          <p:nvPr/>
        </p:nvPicPr>
        <p:blipFill>
          <a:blip r:embed="rId169"/>
          <a:srcRect/>
          <a:stretch>
            <a:fillRect/>
          </a:stretch>
        </p:blipFill>
        <p:spPr>
          <a:xfrm>
            <a:off x="5788437" y="3883437"/>
            <a:ext cx="16764" cy="16764"/>
          </a:xfrm>
          <a:prstGeom prst="rect"/>
          <a:ln w="0">
            <a:noFill/>
          </a:ln>
        </p:spPr>
      </p:pic>
      <p:pic>
        <p:nvPicPr>
          <p:cNvPr id="261" name="New picture"/>
          <p:cNvPicPr/>
          <p:nvPr/>
        </p:nvPicPr>
        <p:blipFill>
          <a:blip r:embed="rId170"/>
          <a:srcRect/>
          <a:stretch>
            <a:fillRect/>
          </a:stretch>
        </p:blipFill>
        <p:spPr>
          <a:xfrm>
            <a:off x="5825013" y="3915346"/>
            <a:ext cx="64198" cy="82486"/>
          </a:xfrm>
          <a:prstGeom prst="rect"/>
          <a:ln w="0">
            <a:noFill/>
          </a:ln>
        </p:spPr>
      </p:pic>
      <p:pic>
        <p:nvPicPr>
          <p:cNvPr id="262" name="New picture"/>
          <p:cNvPicPr/>
          <p:nvPr/>
        </p:nvPicPr>
        <p:blipFill>
          <a:blip r:embed="rId171"/>
          <a:srcRect/>
          <a:stretch>
            <a:fillRect/>
          </a:stretch>
        </p:blipFill>
        <p:spPr>
          <a:xfrm>
            <a:off x="5899880" y="3915346"/>
            <a:ext cx="65722" cy="82391"/>
          </a:xfrm>
          <a:prstGeom prst="rect"/>
          <a:ln w="0">
            <a:noFill/>
          </a:ln>
        </p:spPr>
      </p:pic>
      <p:sp>
        <p:nvSpPr>
          <p:cNvPr id="263" name="New shape"/>
          <p:cNvSpPr/>
          <p:nvPr/>
        </p:nvSpPr>
        <p:spPr>
          <a:xfrm>
            <a:off x="5913691" y="3956590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4" name="New picture"/>
          <p:cNvPicPr/>
          <p:nvPr/>
        </p:nvPicPr>
        <p:blipFill>
          <a:blip r:embed="rId172"/>
          <a:srcRect/>
          <a:stretch>
            <a:fillRect/>
          </a:stretch>
        </p:blipFill>
        <p:spPr>
          <a:xfrm>
            <a:off x="5979318" y="3894011"/>
            <a:ext cx="47339" cy="103727"/>
          </a:xfrm>
          <a:prstGeom prst="rect"/>
          <a:ln w="0">
            <a:noFill/>
          </a:ln>
        </p:spPr>
      </p:pic>
      <p:sp>
        <p:nvSpPr>
          <p:cNvPr id="265" name="New shape"/>
          <p:cNvSpPr/>
          <p:nvPr/>
        </p:nvSpPr>
        <p:spPr>
          <a:xfrm>
            <a:off x="6044850" y="3918394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" name="New picture"/>
          <p:cNvPicPr/>
          <p:nvPr/>
        </p:nvPicPr>
        <p:blipFill>
          <a:blip r:embed="rId173"/>
          <a:srcRect/>
          <a:stretch>
            <a:fillRect/>
          </a:stretch>
        </p:blipFill>
        <p:spPr>
          <a:xfrm>
            <a:off x="6041803" y="3883343"/>
            <a:ext cx="16859" cy="16764"/>
          </a:xfrm>
          <a:prstGeom prst="rect"/>
          <a:ln w="0">
            <a:noFill/>
          </a:ln>
        </p:spPr>
      </p:pic>
      <p:pic>
        <p:nvPicPr>
          <p:cNvPr id="267" name="New picture"/>
          <p:cNvPicPr/>
          <p:nvPr/>
        </p:nvPicPr>
        <p:blipFill>
          <a:blip r:embed="rId174"/>
          <a:srcRect/>
          <a:stretch>
            <a:fillRect/>
          </a:stretch>
        </p:blipFill>
        <p:spPr>
          <a:xfrm>
            <a:off x="6078474" y="3915346"/>
            <a:ext cx="77915" cy="82486"/>
          </a:xfrm>
          <a:prstGeom prst="rect"/>
          <a:ln w="0">
            <a:noFill/>
          </a:ln>
        </p:spPr>
      </p:pic>
      <p:sp>
        <p:nvSpPr>
          <p:cNvPr id="268" name="New shape"/>
          <p:cNvSpPr/>
          <p:nvPr/>
        </p:nvSpPr>
        <p:spPr>
          <a:xfrm>
            <a:off x="6092285" y="3926110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" name="New picture"/>
          <p:cNvPicPr/>
          <p:nvPr/>
        </p:nvPicPr>
        <p:blipFill>
          <a:blip r:embed="rId175"/>
          <a:srcRect/>
          <a:stretch>
            <a:fillRect/>
          </a:stretch>
        </p:blipFill>
        <p:spPr>
          <a:xfrm>
            <a:off x="6176296" y="3915346"/>
            <a:ext cx="70295" cy="80962"/>
          </a:xfrm>
          <a:prstGeom prst="rect"/>
          <a:ln w="0">
            <a:noFill/>
          </a:ln>
        </p:spPr>
      </p:pic>
      <p:pic>
        <p:nvPicPr>
          <p:cNvPr id="270" name="New picture"/>
          <p:cNvPicPr/>
          <p:nvPr/>
        </p:nvPicPr>
        <p:blipFill>
          <a:blip r:embed="rId176"/>
          <a:srcRect/>
          <a:stretch>
            <a:fillRect/>
          </a:stretch>
        </p:blipFill>
        <p:spPr>
          <a:xfrm>
            <a:off x="6261640" y="3915346"/>
            <a:ext cx="58102" cy="82486"/>
          </a:xfrm>
          <a:prstGeom prst="rect"/>
          <a:ln w="0">
            <a:noFill/>
          </a:ln>
        </p:spPr>
      </p:pic>
      <p:pic>
        <p:nvPicPr>
          <p:cNvPr id="271" name="New picture"/>
          <p:cNvPicPr/>
          <p:nvPr/>
        </p:nvPicPr>
        <p:blipFill>
          <a:blip r:embed="rId177"/>
          <a:srcRect/>
          <a:stretch>
            <a:fillRect/>
          </a:stretch>
        </p:blipFill>
        <p:spPr>
          <a:xfrm>
            <a:off x="677418" y="4144328"/>
            <a:ext cx="65627" cy="82391"/>
          </a:xfrm>
          <a:prstGeom prst="rect"/>
          <a:ln w="0">
            <a:noFill/>
          </a:ln>
        </p:spPr>
      </p:pic>
      <p:sp>
        <p:nvSpPr>
          <p:cNvPr id="272" name="New shape"/>
          <p:cNvSpPr/>
          <p:nvPr/>
        </p:nvSpPr>
        <p:spPr>
          <a:xfrm>
            <a:off x="689610" y="4185476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" name="New picture"/>
          <p:cNvPicPr/>
          <p:nvPr/>
        </p:nvPicPr>
        <p:blipFill>
          <a:blip r:embed="rId178"/>
          <a:srcRect/>
          <a:stretch>
            <a:fillRect/>
          </a:stretch>
        </p:blipFill>
        <p:spPr>
          <a:xfrm>
            <a:off x="750760" y="4147376"/>
            <a:ext cx="73247" cy="77819"/>
          </a:xfrm>
          <a:prstGeom prst="rect"/>
          <a:ln w="0">
            <a:noFill/>
          </a:ln>
        </p:spPr>
      </p:pic>
      <p:pic>
        <p:nvPicPr>
          <p:cNvPr id="274" name="New picture"/>
          <p:cNvPicPr/>
          <p:nvPr/>
        </p:nvPicPr>
        <p:blipFill>
          <a:blip r:embed="rId179"/>
          <a:srcRect/>
          <a:stretch>
            <a:fillRect/>
          </a:stretch>
        </p:blipFill>
        <p:spPr>
          <a:xfrm>
            <a:off x="828580" y="4144328"/>
            <a:ext cx="65723" cy="82391"/>
          </a:xfrm>
          <a:prstGeom prst="rect"/>
          <a:ln w="0">
            <a:noFill/>
          </a:ln>
        </p:spPr>
      </p:pic>
      <p:sp>
        <p:nvSpPr>
          <p:cNvPr id="275" name="New shape"/>
          <p:cNvSpPr/>
          <p:nvPr/>
        </p:nvSpPr>
        <p:spPr>
          <a:xfrm>
            <a:off x="842391" y="4185476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" name="New picture"/>
          <p:cNvPicPr/>
          <p:nvPr/>
        </p:nvPicPr>
        <p:blipFill>
          <a:blip r:embed="rId180"/>
          <a:srcRect/>
          <a:stretch>
            <a:fillRect/>
          </a:stretch>
        </p:blipFill>
        <p:spPr>
          <a:xfrm>
            <a:off x="917162" y="4144328"/>
            <a:ext cx="70295" cy="80867"/>
          </a:xfrm>
          <a:prstGeom prst="rect"/>
          <a:ln w="0">
            <a:noFill/>
          </a:ln>
        </p:spPr>
      </p:pic>
      <p:pic>
        <p:nvPicPr>
          <p:cNvPr id="277" name="New picture"/>
          <p:cNvPicPr/>
          <p:nvPr/>
        </p:nvPicPr>
        <p:blipFill>
          <a:blip r:embed="rId181"/>
          <a:srcRect/>
          <a:stretch>
            <a:fillRect/>
          </a:stretch>
        </p:blipFill>
        <p:spPr>
          <a:xfrm>
            <a:off x="1007364" y="4144328"/>
            <a:ext cx="64103" cy="82391"/>
          </a:xfrm>
          <a:prstGeom prst="rect"/>
          <a:ln w="0">
            <a:noFill/>
          </a:ln>
        </p:spPr>
      </p:pic>
      <p:pic>
        <p:nvPicPr>
          <p:cNvPr id="278" name="New picture"/>
          <p:cNvPicPr/>
          <p:nvPr/>
        </p:nvPicPr>
        <p:blipFill>
          <a:blip r:embed="rId182"/>
          <a:srcRect/>
          <a:stretch>
            <a:fillRect/>
          </a:stretch>
        </p:blipFill>
        <p:spPr>
          <a:xfrm>
            <a:off x="1082135" y="4144327"/>
            <a:ext cx="70199" cy="82391"/>
          </a:xfrm>
          <a:prstGeom prst="rect"/>
          <a:ln w="0">
            <a:noFill/>
          </a:ln>
        </p:spPr>
      </p:pic>
      <p:sp>
        <p:nvSpPr>
          <p:cNvPr id="279" name="New shape"/>
          <p:cNvSpPr/>
          <p:nvPr/>
        </p:nvSpPr>
        <p:spPr>
          <a:xfrm>
            <a:off x="1094327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0" name="New shape"/>
          <p:cNvSpPr/>
          <p:nvPr/>
        </p:nvSpPr>
        <p:spPr>
          <a:xfrm>
            <a:off x="1104995" y="4109180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1" name="New picture"/>
          <p:cNvPicPr/>
          <p:nvPr/>
        </p:nvPicPr>
        <p:blipFill>
          <a:blip r:embed="rId183"/>
          <a:srcRect/>
          <a:stretch>
            <a:fillRect/>
          </a:stretch>
        </p:blipFill>
        <p:spPr>
          <a:xfrm>
            <a:off x="1167574" y="4144327"/>
            <a:ext cx="71818" cy="82391"/>
          </a:xfrm>
          <a:prstGeom prst="rect"/>
          <a:ln w="0">
            <a:noFill/>
          </a:ln>
        </p:spPr>
      </p:pic>
      <p:sp>
        <p:nvSpPr>
          <p:cNvPr id="282" name="New shape"/>
          <p:cNvSpPr/>
          <p:nvPr/>
        </p:nvSpPr>
        <p:spPr>
          <a:xfrm>
            <a:off x="1181386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3" name="New picture"/>
          <p:cNvPicPr/>
          <p:nvPr/>
        </p:nvPicPr>
        <p:blipFill>
          <a:blip r:embed="rId184"/>
          <a:srcRect/>
          <a:stretch>
            <a:fillRect/>
          </a:stretch>
        </p:blipFill>
        <p:spPr>
          <a:xfrm>
            <a:off x="1251585" y="4144327"/>
            <a:ext cx="56483" cy="82391"/>
          </a:xfrm>
          <a:prstGeom prst="rect"/>
          <a:ln w="0">
            <a:noFill/>
          </a:ln>
        </p:spPr>
      </p:pic>
      <p:pic>
        <p:nvPicPr>
          <p:cNvPr id="284" name="New picture"/>
          <p:cNvPicPr/>
          <p:nvPr/>
        </p:nvPicPr>
        <p:blipFill>
          <a:blip r:embed="rId185"/>
          <a:srcRect/>
          <a:stretch>
            <a:fillRect/>
          </a:stretch>
        </p:blipFill>
        <p:spPr>
          <a:xfrm>
            <a:off x="1361504" y="4116800"/>
            <a:ext cx="76390" cy="109918"/>
          </a:xfrm>
          <a:prstGeom prst="rect"/>
          <a:ln w="0">
            <a:noFill/>
          </a:ln>
        </p:spPr>
      </p:pic>
      <p:sp>
        <p:nvSpPr>
          <p:cNvPr id="285" name="New shape"/>
          <p:cNvSpPr/>
          <p:nvPr/>
        </p:nvSpPr>
        <p:spPr>
          <a:xfrm>
            <a:off x="1375315" y="415499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6" name="New picture"/>
          <p:cNvPicPr/>
          <p:nvPr/>
        </p:nvPicPr>
        <p:blipFill>
          <a:blip r:embed="rId186"/>
          <a:srcRect/>
          <a:stretch>
            <a:fillRect/>
          </a:stretch>
        </p:blipFill>
        <p:spPr>
          <a:xfrm>
            <a:off x="1456182" y="4144328"/>
            <a:ext cx="79438" cy="82391"/>
          </a:xfrm>
          <a:prstGeom prst="rect"/>
          <a:ln w="0">
            <a:noFill/>
          </a:ln>
        </p:spPr>
      </p:pic>
      <p:sp>
        <p:nvSpPr>
          <p:cNvPr id="287" name="New shape"/>
          <p:cNvSpPr/>
          <p:nvPr/>
        </p:nvSpPr>
        <p:spPr>
          <a:xfrm>
            <a:off x="1469993" y="415499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8" name="New picture"/>
          <p:cNvPicPr/>
          <p:nvPr/>
        </p:nvPicPr>
        <p:blipFill>
          <a:blip r:embed="rId187"/>
          <a:srcRect/>
          <a:stretch>
            <a:fillRect/>
          </a:stretch>
        </p:blipFill>
        <p:spPr>
          <a:xfrm>
            <a:off x="1555433" y="4144328"/>
            <a:ext cx="68675" cy="80867"/>
          </a:xfrm>
          <a:prstGeom prst="rect"/>
          <a:ln w="0">
            <a:noFill/>
          </a:ln>
        </p:spPr>
      </p:pic>
      <p:pic>
        <p:nvPicPr>
          <p:cNvPr id="289" name="New picture"/>
          <p:cNvPicPr/>
          <p:nvPr/>
        </p:nvPicPr>
        <p:blipFill>
          <a:blip r:embed="rId188"/>
          <a:srcRect/>
          <a:stretch>
            <a:fillRect/>
          </a:stretch>
        </p:blipFill>
        <p:spPr>
          <a:xfrm>
            <a:off x="1637919" y="4122896"/>
            <a:ext cx="47339" cy="103822"/>
          </a:xfrm>
          <a:prstGeom prst="rect"/>
          <a:ln w="0">
            <a:noFill/>
          </a:ln>
        </p:spPr>
      </p:pic>
      <p:pic>
        <p:nvPicPr>
          <p:cNvPr id="290" name="New picture"/>
          <p:cNvPicPr/>
          <p:nvPr/>
        </p:nvPicPr>
        <p:blipFill>
          <a:blip r:embed="rId189"/>
          <a:srcRect/>
          <a:stretch>
            <a:fillRect/>
          </a:stretch>
        </p:blipFill>
        <p:spPr>
          <a:xfrm>
            <a:off x="1737170" y="4144328"/>
            <a:ext cx="77914" cy="82391"/>
          </a:xfrm>
          <a:prstGeom prst="rect"/>
          <a:ln w="0">
            <a:noFill/>
          </a:ln>
        </p:spPr>
      </p:pic>
      <p:sp>
        <p:nvSpPr>
          <p:cNvPr id="291" name="New shape"/>
          <p:cNvSpPr/>
          <p:nvPr/>
        </p:nvSpPr>
        <p:spPr>
          <a:xfrm>
            <a:off x="1750886" y="4154996"/>
            <a:ext cx="52006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2" name="New picture"/>
          <p:cNvPicPr/>
          <p:nvPr/>
        </p:nvPicPr>
        <p:blipFill>
          <a:blip r:embed="rId190"/>
          <a:srcRect/>
          <a:stretch>
            <a:fillRect/>
          </a:stretch>
        </p:blipFill>
        <p:spPr>
          <a:xfrm>
            <a:off x="1834896" y="4144328"/>
            <a:ext cx="70294" cy="80867"/>
          </a:xfrm>
          <a:prstGeom prst="rect"/>
          <a:ln w="0">
            <a:noFill/>
          </a:ln>
        </p:spPr>
      </p:pic>
      <p:pic>
        <p:nvPicPr>
          <p:cNvPr id="293" name="New picture"/>
          <p:cNvPicPr/>
          <p:nvPr/>
        </p:nvPicPr>
        <p:blipFill>
          <a:blip r:embed="rId191"/>
          <a:srcRect/>
          <a:stretch>
            <a:fillRect/>
          </a:stretch>
        </p:blipFill>
        <p:spPr>
          <a:xfrm>
            <a:off x="1964722" y="4144327"/>
            <a:ext cx="71723" cy="82391"/>
          </a:xfrm>
          <a:prstGeom prst="rect"/>
          <a:ln w="0">
            <a:noFill/>
          </a:ln>
        </p:spPr>
      </p:pic>
      <p:sp>
        <p:nvSpPr>
          <p:cNvPr id="294" name="New shape"/>
          <p:cNvSpPr/>
          <p:nvPr/>
        </p:nvSpPr>
        <p:spPr>
          <a:xfrm>
            <a:off x="1976914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5" name="New picture"/>
          <p:cNvPicPr/>
          <p:nvPr/>
        </p:nvPicPr>
        <p:blipFill>
          <a:blip r:embed="rId192"/>
          <a:srcRect/>
          <a:stretch>
            <a:fillRect/>
          </a:stretch>
        </p:blipFill>
        <p:spPr>
          <a:xfrm>
            <a:off x="2054828" y="4144328"/>
            <a:ext cx="70294" cy="80867"/>
          </a:xfrm>
          <a:prstGeom prst="rect"/>
          <a:ln w="0">
            <a:noFill/>
          </a:ln>
        </p:spPr>
      </p:pic>
      <p:pic>
        <p:nvPicPr>
          <p:cNvPr id="296" name="New picture"/>
          <p:cNvPicPr/>
          <p:nvPr/>
        </p:nvPicPr>
        <p:blipFill>
          <a:blip r:embed="rId193"/>
          <a:srcRect/>
          <a:stretch>
            <a:fillRect/>
          </a:stretch>
        </p:blipFill>
        <p:spPr>
          <a:xfrm>
            <a:off x="2138839" y="4122992"/>
            <a:ext cx="47244" cy="103727"/>
          </a:xfrm>
          <a:prstGeom prst="rect"/>
          <a:ln w="0">
            <a:noFill/>
          </a:ln>
        </p:spPr>
      </p:pic>
      <p:pic>
        <p:nvPicPr>
          <p:cNvPr id="297" name="New picture"/>
          <p:cNvPicPr/>
          <p:nvPr/>
        </p:nvPicPr>
        <p:blipFill>
          <a:blip r:embed="rId194"/>
          <a:srcRect/>
          <a:stretch>
            <a:fillRect/>
          </a:stretch>
        </p:blipFill>
        <p:spPr>
          <a:xfrm>
            <a:off x="2196751" y="4144232"/>
            <a:ext cx="71818" cy="82391"/>
          </a:xfrm>
          <a:prstGeom prst="rect"/>
          <a:ln w="0">
            <a:noFill/>
          </a:ln>
        </p:spPr>
      </p:pic>
      <p:sp>
        <p:nvSpPr>
          <p:cNvPr id="298" name="New shape"/>
          <p:cNvSpPr/>
          <p:nvPr/>
        </p:nvSpPr>
        <p:spPr>
          <a:xfrm>
            <a:off x="2208943" y="415490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9" name="New picture"/>
          <p:cNvPicPr/>
          <p:nvPr/>
        </p:nvPicPr>
        <p:blipFill>
          <a:blip r:embed="rId195"/>
          <a:srcRect/>
          <a:stretch>
            <a:fillRect/>
          </a:stretch>
        </p:blipFill>
        <p:spPr>
          <a:xfrm>
            <a:off x="2288476" y="4144328"/>
            <a:ext cx="68675" cy="80867"/>
          </a:xfrm>
          <a:prstGeom prst="rect"/>
          <a:ln w="0">
            <a:noFill/>
          </a:ln>
        </p:spPr>
      </p:pic>
      <p:pic>
        <p:nvPicPr>
          <p:cNvPr id="300" name="New picture"/>
          <p:cNvPicPr/>
          <p:nvPr/>
        </p:nvPicPr>
        <p:blipFill>
          <a:blip r:embed="rId196"/>
          <a:srcRect/>
          <a:stretch>
            <a:fillRect/>
          </a:stretch>
        </p:blipFill>
        <p:spPr>
          <a:xfrm>
            <a:off x="2376963" y="4116800"/>
            <a:ext cx="74867" cy="109918"/>
          </a:xfrm>
          <a:prstGeom prst="rect"/>
          <a:ln w="0">
            <a:noFill/>
          </a:ln>
        </p:spPr>
      </p:pic>
      <p:sp>
        <p:nvSpPr>
          <p:cNvPr id="301" name="New shape"/>
          <p:cNvSpPr/>
          <p:nvPr/>
        </p:nvSpPr>
        <p:spPr>
          <a:xfrm>
            <a:off x="2390775" y="415499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2" name="New picture"/>
          <p:cNvPicPr/>
          <p:nvPr/>
        </p:nvPicPr>
        <p:blipFill>
          <a:blip r:embed="rId197"/>
          <a:srcRect/>
          <a:stretch>
            <a:fillRect/>
          </a:stretch>
        </p:blipFill>
        <p:spPr>
          <a:xfrm>
            <a:off x="2516029" y="4144232"/>
            <a:ext cx="76295" cy="117539"/>
          </a:xfrm>
          <a:prstGeom prst="rect"/>
          <a:ln w="0">
            <a:noFill/>
          </a:ln>
        </p:spPr>
      </p:pic>
      <p:sp>
        <p:nvSpPr>
          <p:cNvPr id="303" name="New shape"/>
          <p:cNvSpPr/>
          <p:nvPr/>
        </p:nvSpPr>
        <p:spPr>
          <a:xfrm>
            <a:off x="2529745" y="4154996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4" name="New picture"/>
          <p:cNvPicPr/>
          <p:nvPr/>
        </p:nvPicPr>
        <p:blipFill>
          <a:blip r:embed="rId198"/>
          <a:srcRect/>
          <a:stretch>
            <a:fillRect/>
          </a:stretch>
        </p:blipFill>
        <p:spPr>
          <a:xfrm>
            <a:off x="2606040" y="4144328"/>
            <a:ext cx="65723" cy="82391"/>
          </a:xfrm>
          <a:prstGeom prst="rect"/>
          <a:ln w="0">
            <a:noFill/>
          </a:ln>
        </p:spPr>
      </p:pic>
      <p:sp>
        <p:nvSpPr>
          <p:cNvPr id="305" name="New shape"/>
          <p:cNvSpPr/>
          <p:nvPr/>
        </p:nvSpPr>
        <p:spPr>
          <a:xfrm>
            <a:off x="2619851" y="4185476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6" name="New picture"/>
          <p:cNvPicPr/>
          <p:nvPr/>
        </p:nvPicPr>
        <p:blipFill>
          <a:blip r:embed="rId199"/>
          <a:srcRect/>
          <a:stretch>
            <a:fillRect/>
          </a:stretch>
        </p:blipFill>
        <p:spPr>
          <a:xfrm>
            <a:off x="2694623" y="4144328"/>
            <a:ext cx="42767" cy="80867"/>
          </a:xfrm>
          <a:prstGeom prst="rect"/>
          <a:ln w="0">
            <a:noFill/>
          </a:ln>
        </p:spPr>
      </p:pic>
      <p:sp>
        <p:nvSpPr>
          <p:cNvPr id="307" name="New shape"/>
          <p:cNvSpPr/>
          <p:nvPr/>
        </p:nvSpPr>
        <p:spPr>
          <a:xfrm>
            <a:off x="2750820" y="41163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8" name="New picture"/>
          <p:cNvPicPr/>
          <p:nvPr/>
        </p:nvPicPr>
        <p:blipFill>
          <a:blip r:embed="rId200"/>
          <a:srcRect/>
          <a:stretch>
            <a:fillRect/>
          </a:stretch>
        </p:blipFill>
        <p:spPr>
          <a:xfrm>
            <a:off x="2786253" y="4144327"/>
            <a:ext cx="70199" cy="82391"/>
          </a:xfrm>
          <a:prstGeom prst="rect"/>
          <a:ln w="0">
            <a:noFill/>
          </a:ln>
        </p:spPr>
      </p:pic>
      <p:sp>
        <p:nvSpPr>
          <p:cNvPr id="309" name="New shape"/>
          <p:cNvSpPr/>
          <p:nvPr/>
        </p:nvSpPr>
        <p:spPr>
          <a:xfrm>
            <a:off x="2798445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0" name="New picture"/>
          <p:cNvPicPr/>
          <p:nvPr/>
        </p:nvPicPr>
        <p:blipFill>
          <a:blip r:embed="rId201"/>
          <a:srcRect/>
          <a:stretch>
            <a:fillRect/>
          </a:stretch>
        </p:blipFill>
        <p:spPr>
          <a:xfrm>
            <a:off x="2876360" y="4144328"/>
            <a:ext cx="42767" cy="80867"/>
          </a:xfrm>
          <a:prstGeom prst="rect"/>
          <a:ln w="0">
            <a:noFill/>
          </a:ln>
        </p:spPr>
      </p:pic>
      <p:pic>
        <p:nvPicPr>
          <p:cNvPr id="311" name="New picture"/>
          <p:cNvPicPr/>
          <p:nvPr/>
        </p:nvPicPr>
        <p:blipFill>
          <a:blip r:embed="rId202"/>
          <a:srcRect/>
          <a:stretch>
            <a:fillRect/>
          </a:stretch>
        </p:blipFill>
        <p:spPr>
          <a:xfrm>
            <a:off x="2972562" y="4144328"/>
            <a:ext cx="74771" cy="117443"/>
          </a:xfrm>
          <a:prstGeom prst="rect"/>
          <a:ln w="0">
            <a:noFill/>
          </a:ln>
        </p:spPr>
      </p:pic>
      <p:sp>
        <p:nvSpPr>
          <p:cNvPr id="312" name="New shape"/>
          <p:cNvSpPr/>
          <p:nvPr/>
        </p:nvSpPr>
        <p:spPr>
          <a:xfrm>
            <a:off x="2986278" y="415499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3" name="New picture"/>
          <p:cNvPicPr/>
          <p:nvPr/>
        </p:nvPicPr>
        <p:blipFill>
          <a:blip r:embed="rId203"/>
          <a:srcRect/>
          <a:stretch>
            <a:fillRect/>
          </a:stretch>
        </p:blipFill>
        <p:spPr>
          <a:xfrm>
            <a:off x="3062573" y="4144232"/>
            <a:ext cx="71818" cy="82391"/>
          </a:xfrm>
          <a:prstGeom prst="rect"/>
          <a:ln w="0">
            <a:noFill/>
          </a:ln>
        </p:spPr>
      </p:pic>
      <p:sp>
        <p:nvSpPr>
          <p:cNvPr id="314" name="New shape"/>
          <p:cNvSpPr/>
          <p:nvPr/>
        </p:nvSpPr>
        <p:spPr>
          <a:xfrm>
            <a:off x="3074765" y="415490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5" name="New picture"/>
          <p:cNvPicPr/>
          <p:nvPr/>
        </p:nvPicPr>
        <p:blipFill>
          <a:blip r:embed="rId204"/>
          <a:srcRect/>
          <a:stretch>
            <a:fillRect/>
          </a:stretch>
        </p:blipFill>
        <p:spPr>
          <a:xfrm>
            <a:off x="3154299" y="4147376"/>
            <a:ext cx="68675" cy="79343"/>
          </a:xfrm>
          <a:prstGeom prst="rect"/>
          <a:ln w="0">
            <a:noFill/>
          </a:ln>
        </p:spPr>
      </p:pic>
      <p:pic>
        <p:nvPicPr>
          <p:cNvPr id="316" name="New picture"/>
          <p:cNvPicPr/>
          <p:nvPr/>
        </p:nvPicPr>
        <p:blipFill>
          <a:blip r:embed="rId205"/>
          <a:srcRect/>
          <a:stretch>
            <a:fillRect/>
          </a:stretch>
        </p:blipFill>
        <p:spPr>
          <a:xfrm>
            <a:off x="3236690" y="4147376"/>
            <a:ext cx="71818" cy="77819"/>
          </a:xfrm>
          <a:prstGeom prst="rect"/>
          <a:ln w="0">
            <a:noFill/>
          </a:ln>
        </p:spPr>
      </p:pic>
      <p:pic>
        <p:nvPicPr>
          <p:cNvPr id="317" name="New picture"/>
          <p:cNvPicPr/>
          <p:nvPr/>
        </p:nvPicPr>
        <p:blipFill>
          <a:blip r:embed="rId206"/>
          <a:srcRect/>
          <a:stretch>
            <a:fillRect/>
          </a:stretch>
        </p:blipFill>
        <p:spPr>
          <a:xfrm>
            <a:off x="3316129" y="4144327"/>
            <a:ext cx="71818" cy="82391"/>
          </a:xfrm>
          <a:prstGeom prst="rect"/>
          <a:ln w="0">
            <a:noFill/>
          </a:ln>
        </p:spPr>
      </p:pic>
      <p:sp>
        <p:nvSpPr>
          <p:cNvPr id="318" name="New shape"/>
          <p:cNvSpPr/>
          <p:nvPr/>
        </p:nvSpPr>
        <p:spPr>
          <a:xfrm>
            <a:off x="3329940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9" name="New picture"/>
          <p:cNvPicPr/>
          <p:nvPr/>
        </p:nvPicPr>
        <p:blipFill>
          <a:blip r:embed="rId207"/>
          <a:srcRect/>
          <a:stretch>
            <a:fillRect/>
          </a:stretch>
        </p:blipFill>
        <p:spPr>
          <a:xfrm>
            <a:off x="3407759" y="4144232"/>
            <a:ext cx="70295" cy="80962"/>
          </a:xfrm>
          <a:prstGeom prst="rect"/>
          <a:ln w="0">
            <a:noFill/>
          </a:ln>
        </p:spPr>
      </p:pic>
      <p:pic>
        <p:nvPicPr>
          <p:cNvPr id="320" name="New picture"/>
          <p:cNvPicPr/>
          <p:nvPr/>
        </p:nvPicPr>
        <p:blipFill>
          <a:blip r:embed="rId208"/>
          <a:srcRect/>
          <a:stretch>
            <a:fillRect/>
          </a:stretch>
        </p:blipFill>
        <p:spPr>
          <a:xfrm>
            <a:off x="3490150" y="4122992"/>
            <a:ext cx="48863" cy="103727"/>
          </a:xfrm>
          <a:prstGeom prst="rect"/>
          <a:ln w="0">
            <a:noFill/>
          </a:ln>
        </p:spPr>
      </p:pic>
      <p:pic>
        <p:nvPicPr>
          <p:cNvPr id="321" name="New picture"/>
          <p:cNvPicPr/>
          <p:nvPr/>
        </p:nvPicPr>
        <p:blipFill>
          <a:blip r:embed="rId209"/>
          <a:srcRect/>
          <a:stretch>
            <a:fillRect/>
          </a:stretch>
        </p:blipFill>
        <p:spPr>
          <a:xfrm>
            <a:off x="3595592" y="4144328"/>
            <a:ext cx="74771" cy="117443"/>
          </a:xfrm>
          <a:prstGeom prst="rect"/>
          <a:ln w="0">
            <a:noFill/>
          </a:ln>
        </p:spPr>
      </p:pic>
      <p:sp>
        <p:nvSpPr>
          <p:cNvPr id="322" name="New shape"/>
          <p:cNvSpPr/>
          <p:nvPr/>
        </p:nvSpPr>
        <p:spPr>
          <a:xfrm>
            <a:off x="3609308" y="415499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3" name="New picture"/>
          <p:cNvPicPr/>
          <p:nvPr/>
        </p:nvPicPr>
        <p:blipFill>
          <a:blip r:embed="rId210"/>
          <a:srcRect/>
          <a:stretch>
            <a:fillRect/>
          </a:stretch>
        </p:blipFill>
        <p:spPr>
          <a:xfrm>
            <a:off x="3684175" y="4144328"/>
            <a:ext cx="65627" cy="82391"/>
          </a:xfrm>
          <a:prstGeom prst="rect"/>
          <a:ln w="0">
            <a:noFill/>
          </a:ln>
        </p:spPr>
      </p:pic>
      <p:sp>
        <p:nvSpPr>
          <p:cNvPr id="324" name="New shape"/>
          <p:cNvSpPr/>
          <p:nvPr/>
        </p:nvSpPr>
        <p:spPr>
          <a:xfrm>
            <a:off x="3697891" y="4185476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5" name="New picture"/>
          <p:cNvPicPr/>
          <p:nvPr/>
        </p:nvPicPr>
        <p:blipFill>
          <a:blip r:embed="rId211"/>
          <a:srcRect/>
          <a:stretch>
            <a:fillRect/>
          </a:stretch>
        </p:blipFill>
        <p:spPr>
          <a:xfrm>
            <a:off x="3774281" y="4144328"/>
            <a:ext cx="41243" cy="80867"/>
          </a:xfrm>
          <a:prstGeom prst="rect"/>
          <a:ln w="0">
            <a:noFill/>
          </a:ln>
        </p:spPr>
      </p:pic>
      <p:pic>
        <p:nvPicPr>
          <p:cNvPr id="326" name="New picture"/>
          <p:cNvPicPr/>
          <p:nvPr/>
        </p:nvPicPr>
        <p:blipFill>
          <a:blip r:embed="rId212"/>
          <a:srcRect/>
          <a:stretch>
            <a:fillRect/>
          </a:stretch>
        </p:blipFill>
        <p:spPr>
          <a:xfrm>
            <a:off x="3820001" y="4144328"/>
            <a:ext cx="67247" cy="82391"/>
          </a:xfrm>
          <a:prstGeom prst="rect"/>
          <a:ln w="0">
            <a:noFill/>
          </a:ln>
        </p:spPr>
      </p:pic>
      <p:sp>
        <p:nvSpPr>
          <p:cNvPr id="327" name="New shape"/>
          <p:cNvSpPr/>
          <p:nvPr/>
        </p:nvSpPr>
        <p:spPr>
          <a:xfrm>
            <a:off x="3833812" y="4185476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28" name="New shape"/>
          <p:cNvSpPr/>
          <p:nvPr/>
        </p:nvSpPr>
        <p:spPr>
          <a:xfrm>
            <a:off x="3911632" y="4147376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9" name="New picture"/>
          <p:cNvPicPr/>
          <p:nvPr/>
        </p:nvPicPr>
        <p:blipFill>
          <a:blip r:embed="rId213"/>
          <a:srcRect/>
          <a:stretch>
            <a:fillRect/>
          </a:stretch>
        </p:blipFill>
        <p:spPr>
          <a:xfrm>
            <a:off x="3893344" y="4112228"/>
            <a:ext cx="48863" cy="24479"/>
          </a:xfrm>
          <a:prstGeom prst="rect"/>
          <a:ln w="0">
            <a:noFill/>
          </a:ln>
        </p:spPr>
      </p:pic>
      <p:pic>
        <p:nvPicPr>
          <p:cNvPr id="330" name="New picture"/>
          <p:cNvPicPr/>
          <p:nvPr/>
        </p:nvPicPr>
        <p:blipFill>
          <a:blip r:embed="rId214"/>
          <a:srcRect/>
          <a:stretch>
            <a:fillRect/>
          </a:stretch>
        </p:blipFill>
        <p:spPr>
          <a:xfrm>
            <a:off x="3939159" y="4122992"/>
            <a:ext cx="48863" cy="103727"/>
          </a:xfrm>
          <a:prstGeom prst="rect"/>
          <a:ln w="0">
            <a:noFill/>
          </a:ln>
        </p:spPr>
      </p:pic>
      <p:pic>
        <p:nvPicPr>
          <p:cNvPr id="331" name="New picture"/>
          <p:cNvPicPr/>
          <p:nvPr/>
        </p:nvPicPr>
        <p:blipFill>
          <a:blip r:embed="rId215"/>
          <a:srcRect/>
          <a:stretch>
            <a:fillRect/>
          </a:stretch>
        </p:blipFill>
        <p:spPr>
          <a:xfrm>
            <a:off x="4004787" y="4144328"/>
            <a:ext cx="41243" cy="80867"/>
          </a:xfrm>
          <a:prstGeom prst="rect"/>
          <a:ln w="0">
            <a:noFill/>
          </a:ln>
        </p:spPr>
      </p:pic>
      <p:pic>
        <p:nvPicPr>
          <p:cNvPr id="332" name="New picture"/>
          <p:cNvPicPr/>
          <p:nvPr/>
        </p:nvPicPr>
        <p:blipFill>
          <a:blip r:embed="rId216"/>
          <a:srcRect/>
          <a:stretch>
            <a:fillRect/>
          </a:stretch>
        </p:blipFill>
        <p:spPr>
          <a:xfrm>
            <a:off x="4052221" y="4144232"/>
            <a:ext cx="71723" cy="82391"/>
          </a:xfrm>
          <a:prstGeom prst="rect"/>
          <a:ln w="0">
            <a:noFill/>
          </a:ln>
        </p:spPr>
      </p:pic>
      <p:sp>
        <p:nvSpPr>
          <p:cNvPr id="333" name="New shape"/>
          <p:cNvSpPr/>
          <p:nvPr/>
        </p:nvSpPr>
        <p:spPr>
          <a:xfrm>
            <a:off x="4065936" y="415490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34" name="New shape"/>
          <p:cNvSpPr/>
          <p:nvPr/>
        </p:nvSpPr>
        <p:spPr>
          <a:xfrm>
            <a:off x="4183476" y="414737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5" name="New picture"/>
          <p:cNvPicPr/>
          <p:nvPr/>
        </p:nvPicPr>
        <p:blipFill>
          <a:blip r:embed="rId217"/>
          <a:srcRect/>
          <a:stretch>
            <a:fillRect/>
          </a:stretch>
        </p:blipFill>
        <p:spPr>
          <a:xfrm>
            <a:off x="4181951" y="4112323"/>
            <a:ext cx="16764" cy="16764"/>
          </a:xfrm>
          <a:prstGeom prst="rect"/>
          <a:ln w="0">
            <a:noFill/>
          </a:ln>
        </p:spPr>
      </p:pic>
      <p:pic>
        <p:nvPicPr>
          <p:cNvPr id="336" name="New picture"/>
          <p:cNvPicPr/>
          <p:nvPr/>
        </p:nvPicPr>
        <p:blipFill>
          <a:blip r:embed="rId218"/>
          <a:srcRect/>
          <a:stretch>
            <a:fillRect/>
          </a:stretch>
        </p:blipFill>
        <p:spPr>
          <a:xfrm>
            <a:off x="4223195" y="4144328"/>
            <a:ext cx="68675" cy="80867"/>
          </a:xfrm>
          <a:prstGeom prst="rect"/>
          <a:ln w="0">
            <a:noFill/>
          </a:ln>
        </p:spPr>
      </p:pic>
      <p:pic>
        <p:nvPicPr>
          <p:cNvPr id="337" name="New picture"/>
          <p:cNvPicPr/>
          <p:nvPr/>
        </p:nvPicPr>
        <p:blipFill>
          <a:blip r:embed="rId219"/>
          <a:srcRect/>
          <a:stretch>
            <a:fillRect/>
          </a:stretch>
        </p:blipFill>
        <p:spPr>
          <a:xfrm>
            <a:off x="4305681" y="4122896"/>
            <a:ext cx="47339" cy="103822"/>
          </a:xfrm>
          <a:prstGeom prst="rect"/>
          <a:ln w="0">
            <a:noFill/>
          </a:ln>
        </p:spPr>
      </p:pic>
      <p:sp>
        <p:nvSpPr>
          <p:cNvPr id="338" name="New shape"/>
          <p:cNvSpPr/>
          <p:nvPr/>
        </p:nvSpPr>
        <p:spPr>
          <a:xfrm>
            <a:off x="4371308" y="414737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9" name="New picture"/>
          <p:cNvPicPr/>
          <p:nvPr/>
        </p:nvPicPr>
        <p:blipFill>
          <a:blip r:embed="rId220"/>
          <a:srcRect/>
          <a:stretch>
            <a:fillRect/>
          </a:stretch>
        </p:blipFill>
        <p:spPr>
          <a:xfrm>
            <a:off x="4369784" y="4112323"/>
            <a:ext cx="16859" cy="16764"/>
          </a:xfrm>
          <a:prstGeom prst="rect"/>
          <a:ln w="0">
            <a:noFill/>
          </a:ln>
        </p:spPr>
      </p:pic>
      <p:pic>
        <p:nvPicPr>
          <p:cNvPr id="340" name="New picture"/>
          <p:cNvPicPr/>
          <p:nvPr/>
        </p:nvPicPr>
        <p:blipFill>
          <a:blip r:embed="rId221"/>
          <a:srcRect/>
          <a:stretch>
            <a:fillRect/>
          </a:stretch>
        </p:blipFill>
        <p:spPr>
          <a:xfrm>
            <a:off x="4409504" y="4144328"/>
            <a:ext cx="120586" cy="80867"/>
          </a:xfrm>
          <a:prstGeom prst="rect"/>
          <a:ln w="0">
            <a:noFill/>
          </a:ln>
        </p:spPr>
      </p:pic>
      <p:sp>
        <p:nvSpPr>
          <p:cNvPr id="341" name="New shape"/>
          <p:cNvSpPr/>
          <p:nvPr/>
        </p:nvSpPr>
        <p:spPr>
          <a:xfrm>
            <a:off x="4556093" y="414737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2" name="New picture"/>
          <p:cNvPicPr/>
          <p:nvPr/>
        </p:nvPicPr>
        <p:blipFill>
          <a:blip r:embed="rId222"/>
          <a:srcRect/>
          <a:stretch>
            <a:fillRect/>
          </a:stretch>
        </p:blipFill>
        <p:spPr>
          <a:xfrm>
            <a:off x="4554569" y="4112323"/>
            <a:ext cx="16859" cy="16764"/>
          </a:xfrm>
          <a:prstGeom prst="rect"/>
          <a:ln w="0">
            <a:noFill/>
          </a:ln>
        </p:spPr>
      </p:pic>
      <p:pic>
        <p:nvPicPr>
          <p:cNvPr id="343" name="New picture"/>
          <p:cNvPicPr/>
          <p:nvPr/>
        </p:nvPicPr>
        <p:blipFill>
          <a:blip r:embed="rId223"/>
          <a:srcRect/>
          <a:stretch>
            <a:fillRect/>
          </a:stretch>
        </p:blipFill>
        <p:spPr>
          <a:xfrm>
            <a:off x="4589716" y="4116800"/>
            <a:ext cx="76295" cy="109918"/>
          </a:xfrm>
          <a:prstGeom prst="rect"/>
          <a:ln w="0">
            <a:noFill/>
          </a:ln>
        </p:spPr>
      </p:pic>
      <p:sp>
        <p:nvSpPr>
          <p:cNvPr id="344" name="New shape"/>
          <p:cNvSpPr/>
          <p:nvPr/>
        </p:nvSpPr>
        <p:spPr>
          <a:xfrm>
            <a:off x="4603433" y="415499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5" name="New picture"/>
          <p:cNvPicPr/>
          <p:nvPr/>
        </p:nvPicPr>
        <p:blipFill>
          <a:blip r:embed="rId224"/>
          <a:srcRect/>
          <a:stretch>
            <a:fillRect/>
          </a:stretch>
        </p:blipFill>
        <p:spPr>
          <a:xfrm>
            <a:off x="4684300" y="4144232"/>
            <a:ext cx="65627" cy="82486"/>
          </a:xfrm>
          <a:prstGeom prst="rect"/>
          <a:ln w="0">
            <a:noFill/>
          </a:ln>
        </p:spPr>
      </p:pic>
      <p:sp>
        <p:nvSpPr>
          <p:cNvPr id="346" name="New shape"/>
          <p:cNvSpPr/>
          <p:nvPr/>
        </p:nvSpPr>
        <p:spPr>
          <a:xfrm>
            <a:off x="4696492" y="4185476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7" name="New picture"/>
          <p:cNvPicPr/>
          <p:nvPr/>
        </p:nvPicPr>
        <p:blipFill>
          <a:blip r:embed="rId225"/>
          <a:srcRect/>
          <a:stretch>
            <a:fillRect/>
          </a:stretch>
        </p:blipFill>
        <p:spPr>
          <a:xfrm>
            <a:off x="4772882" y="4144328"/>
            <a:ext cx="70199" cy="80867"/>
          </a:xfrm>
          <a:prstGeom prst="rect"/>
          <a:ln w="0">
            <a:noFill/>
          </a:ln>
        </p:spPr>
      </p:pic>
      <p:pic>
        <p:nvPicPr>
          <p:cNvPr id="348" name="New picture"/>
          <p:cNvPicPr/>
          <p:nvPr/>
        </p:nvPicPr>
        <p:blipFill>
          <a:blip r:embed="rId226"/>
          <a:srcRect/>
          <a:stretch>
            <a:fillRect/>
          </a:stretch>
        </p:blipFill>
        <p:spPr>
          <a:xfrm>
            <a:off x="4856988" y="4122992"/>
            <a:ext cx="47339" cy="103727"/>
          </a:xfrm>
          <a:prstGeom prst="rect"/>
          <a:ln w="0">
            <a:noFill/>
          </a:ln>
        </p:spPr>
      </p:pic>
      <p:pic>
        <p:nvPicPr>
          <p:cNvPr id="349" name="New picture"/>
          <p:cNvPicPr/>
          <p:nvPr/>
        </p:nvPicPr>
        <p:blipFill>
          <a:blip r:embed="rId227"/>
          <a:srcRect/>
          <a:stretch>
            <a:fillRect/>
          </a:stretch>
        </p:blipFill>
        <p:spPr>
          <a:xfrm>
            <a:off x="4914900" y="4144327"/>
            <a:ext cx="70295" cy="82391"/>
          </a:xfrm>
          <a:prstGeom prst="rect"/>
          <a:ln w="0">
            <a:noFill/>
          </a:ln>
        </p:spPr>
      </p:pic>
      <p:sp>
        <p:nvSpPr>
          <p:cNvPr id="350" name="New shape"/>
          <p:cNvSpPr/>
          <p:nvPr/>
        </p:nvSpPr>
        <p:spPr>
          <a:xfrm>
            <a:off x="4927188" y="4154995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1" name="New picture"/>
          <p:cNvPicPr/>
          <p:nvPr/>
        </p:nvPicPr>
        <p:blipFill>
          <a:blip r:embed="rId228"/>
          <a:srcRect/>
          <a:stretch>
            <a:fillRect/>
          </a:stretch>
        </p:blipFill>
        <p:spPr>
          <a:xfrm>
            <a:off x="4997386" y="4144327"/>
            <a:ext cx="58007" cy="82391"/>
          </a:xfrm>
          <a:prstGeom prst="rect"/>
          <a:ln w="0">
            <a:noFill/>
          </a:ln>
        </p:spPr>
      </p:pic>
      <p:pic>
        <p:nvPicPr>
          <p:cNvPr id="352" name="New picture"/>
          <p:cNvPicPr/>
          <p:nvPr/>
        </p:nvPicPr>
        <p:blipFill>
          <a:blip r:embed="rId229"/>
          <a:srcRect/>
          <a:stretch>
            <a:fillRect/>
          </a:stretch>
        </p:blipFill>
        <p:spPr>
          <a:xfrm>
            <a:off x="5107305" y="4144327"/>
            <a:ext cx="71818" cy="82391"/>
          </a:xfrm>
          <a:prstGeom prst="rect"/>
          <a:ln w="0">
            <a:noFill/>
          </a:ln>
        </p:spPr>
      </p:pic>
      <p:sp>
        <p:nvSpPr>
          <p:cNvPr id="353" name="New shape"/>
          <p:cNvSpPr/>
          <p:nvPr/>
        </p:nvSpPr>
        <p:spPr>
          <a:xfrm>
            <a:off x="5121116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4" name="New picture"/>
          <p:cNvPicPr/>
          <p:nvPr/>
        </p:nvPicPr>
        <p:blipFill>
          <a:blip r:embed="rId230"/>
          <a:srcRect/>
          <a:stretch>
            <a:fillRect/>
          </a:stretch>
        </p:blipFill>
        <p:spPr>
          <a:xfrm>
            <a:off x="5188268" y="4122992"/>
            <a:ext cx="47244" cy="103727"/>
          </a:xfrm>
          <a:prstGeom prst="rect"/>
          <a:ln w="0">
            <a:noFill/>
          </a:ln>
        </p:spPr>
      </p:pic>
      <p:sp>
        <p:nvSpPr>
          <p:cNvPr id="355" name="New shape"/>
          <p:cNvSpPr/>
          <p:nvPr/>
        </p:nvSpPr>
        <p:spPr>
          <a:xfrm>
            <a:off x="5293614" y="414737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6" name="New picture"/>
          <p:cNvPicPr/>
          <p:nvPr/>
        </p:nvPicPr>
        <p:blipFill>
          <a:blip r:embed="rId231"/>
          <a:srcRect/>
          <a:stretch>
            <a:fillRect/>
          </a:stretch>
        </p:blipFill>
        <p:spPr>
          <a:xfrm>
            <a:off x="5292090" y="4112229"/>
            <a:ext cx="16764" cy="16764"/>
          </a:xfrm>
          <a:prstGeom prst="rect"/>
          <a:ln w="0">
            <a:noFill/>
          </a:ln>
        </p:spPr>
      </p:pic>
      <p:pic>
        <p:nvPicPr>
          <p:cNvPr id="357" name="New picture"/>
          <p:cNvPicPr/>
          <p:nvPr/>
        </p:nvPicPr>
        <p:blipFill>
          <a:blip r:embed="rId232"/>
          <a:srcRect/>
          <a:stretch>
            <a:fillRect/>
          </a:stretch>
        </p:blipFill>
        <p:spPr>
          <a:xfrm>
            <a:off x="5331809" y="4144328"/>
            <a:ext cx="70199" cy="80867"/>
          </a:xfrm>
          <a:prstGeom prst="rect"/>
          <a:ln w="0">
            <a:noFill/>
          </a:ln>
        </p:spPr>
      </p:pic>
      <p:pic>
        <p:nvPicPr>
          <p:cNvPr id="358" name="New picture"/>
          <p:cNvPicPr/>
          <p:nvPr/>
        </p:nvPicPr>
        <p:blipFill>
          <a:blip r:embed="rId233"/>
          <a:srcRect/>
          <a:stretch>
            <a:fillRect/>
          </a:stretch>
        </p:blipFill>
        <p:spPr>
          <a:xfrm>
            <a:off x="5418868" y="4144328"/>
            <a:ext cx="65627" cy="82391"/>
          </a:xfrm>
          <a:prstGeom prst="rect"/>
          <a:ln w="0">
            <a:noFill/>
          </a:ln>
        </p:spPr>
      </p:pic>
      <p:sp>
        <p:nvSpPr>
          <p:cNvPr id="359" name="New shape"/>
          <p:cNvSpPr/>
          <p:nvPr/>
        </p:nvSpPr>
        <p:spPr>
          <a:xfrm>
            <a:off x="5432584" y="4185476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0" name="New picture"/>
          <p:cNvPicPr/>
          <p:nvPr/>
        </p:nvPicPr>
        <p:blipFill>
          <a:blip r:embed="rId234"/>
          <a:srcRect/>
          <a:stretch>
            <a:fillRect/>
          </a:stretch>
        </p:blipFill>
        <p:spPr>
          <a:xfrm>
            <a:off x="5502878" y="4144328"/>
            <a:ext cx="64103" cy="82391"/>
          </a:xfrm>
          <a:prstGeom prst="rect"/>
          <a:ln w="0">
            <a:noFill/>
          </a:ln>
        </p:spPr>
      </p:pic>
      <p:pic>
        <p:nvPicPr>
          <p:cNvPr id="361" name="New picture"/>
          <p:cNvPicPr/>
          <p:nvPr/>
        </p:nvPicPr>
        <p:blipFill>
          <a:blip r:embed="rId235"/>
          <a:srcRect/>
          <a:stretch>
            <a:fillRect/>
          </a:stretch>
        </p:blipFill>
        <p:spPr>
          <a:xfrm>
            <a:off x="5577649" y="4144328"/>
            <a:ext cx="64103" cy="82391"/>
          </a:xfrm>
          <a:prstGeom prst="rect"/>
          <a:ln w="0">
            <a:noFill/>
          </a:ln>
        </p:spPr>
      </p:pic>
      <p:pic>
        <p:nvPicPr>
          <p:cNvPr id="362" name="New picture"/>
          <p:cNvPicPr/>
          <p:nvPr/>
        </p:nvPicPr>
        <p:blipFill>
          <a:blip r:embed="rId236"/>
          <a:srcRect/>
          <a:stretch>
            <a:fillRect/>
          </a:stretch>
        </p:blipFill>
        <p:spPr>
          <a:xfrm>
            <a:off x="5652420" y="4144232"/>
            <a:ext cx="71818" cy="82487"/>
          </a:xfrm>
          <a:prstGeom prst="rect"/>
          <a:ln w="0">
            <a:noFill/>
          </a:ln>
        </p:spPr>
      </p:pic>
      <p:sp>
        <p:nvSpPr>
          <p:cNvPr id="363" name="New shape"/>
          <p:cNvSpPr/>
          <p:nvPr/>
        </p:nvSpPr>
        <p:spPr>
          <a:xfrm>
            <a:off x="5664708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4" name="New picture"/>
          <p:cNvPicPr/>
          <p:nvPr/>
        </p:nvPicPr>
        <p:blipFill>
          <a:blip r:embed="rId237"/>
          <a:srcRect/>
          <a:stretch>
            <a:fillRect/>
          </a:stretch>
        </p:blipFill>
        <p:spPr>
          <a:xfrm>
            <a:off x="5734908" y="4144327"/>
            <a:ext cx="58102" cy="82391"/>
          </a:xfrm>
          <a:prstGeom prst="rect"/>
          <a:ln w="0">
            <a:noFill/>
          </a:ln>
        </p:spPr>
      </p:pic>
      <p:pic>
        <p:nvPicPr>
          <p:cNvPr id="365" name="New picture"/>
          <p:cNvPicPr/>
          <p:nvPr/>
        </p:nvPicPr>
        <p:blipFill>
          <a:blip r:embed="rId238"/>
          <a:srcRect/>
          <a:stretch>
            <a:fillRect/>
          </a:stretch>
        </p:blipFill>
        <p:spPr>
          <a:xfrm>
            <a:off x="5802154" y="4144327"/>
            <a:ext cx="58007" cy="82391"/>
          </a:xfrm>
          <a:prstGeom prst="rect"/>
          <a:ln w="0">
            <a:noFill/>
          </a:ln>
        </p:spPr>
      </p:pic>
      <p:sp>
        <p:nvSpPr>
          <p:cNvPr id="366" name="New shape"/>
          <p:cNvSpPr/>
          <p:nvPr/>
        </p:nvSpPr>
        <p:spPr>
          <a:xfrm>
            <a:off x="5880068" y="414737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7" name="New picture"/>
          <p:cNvPicPr/>
          <p:nvPr/>
        </p:nvPicPr>
        <p:blipFill>
          <a:blip r:embed="rId239"/>
          <a:srcRect/>
          <a:stretch>
            <a:fillRect/>
          </a:stretch>
        </p:blipFill>
        <p:spPr>
          <a:xfrm>
            <a:off x="5878544" y="4112229"/>
            <a:ext cx="16764" cy="16764"/>
          </a:xfrm>
          <a:prstGeom prst="rect"/>
          <a:ln w="0">
            <a:noFill/>
          </a:ln>
        </p:spPr>
      </p:pic>
      <p:pic>
        <p:nvPicPr>
          <p:cNvPr id="368" name="New picture"/>
          <p:cNvPicPr/>
          <p:nvPr/>
        </p:nvPicPr>
        <p:blipFill>
          <a:blip r:embed="rId240"/>
          <a:srcRect/>
          <a:stretch>
            <a:fillRect/>
          </a:stretch>
        </p:blipFill>
        <p:spPr>
          <a:xfrm>
            <a:off x="5919692" y="4116800"/>
            <a:ext cx="73342" cy="109918"/>
          </a:xfrm>
          <a:prstGeom prst="rect"/>
          <a:ln w="0">
            <a:noFill/>
          </a:ln>
        </p:spPr>
      </p:pic>
      <p:sp>
        <p:nvSpPr>
          <p:cNvPr id="369" name="New shape"/>
          <p:cNvSpPr/>
          <p:nvPr/>
        </p:nvSpPr>
        <p:spPr>
          <a:xfrm>
            <a:off x="5931884" y="415499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70" name="New shape"/>
          <p:cNvSpPr/>
          <p:nvPr/>
        </p:nvSpPr>
        <p:spPr>
          <a:xfrm>
            <a:off x="6013704" y="41163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1" name="New picture"/>
          <p:cNvPicPr/>
          <p:nvPr/>
        </p:nvPicPr>
        <p:blipFill>
          <a:blip r:embed="rId241"/>
          <a:srcRect/>
          <a:stretch>
            <a:fillRect/>
          </a:stretch>
        </p:blipFill>
        <p:spPr>
          <a:xfrm>
            <a:off x="6047994" y="4144232"/>
            <a:ext cx="71723" cy="82391"/>
          </a:xfrm>
          <a:prstGeom prst="rect"/>
          <a:ln w="0">
            <a:noFill/>
          </a:ln>
        </p:spPr>
      </p:pic>
      <p:sp>
        <p:nvSpPr>
          <p:cNvPr id="372" name="New shape"/>
          <p:cNvSpPr/>
          <p:nvPr/>
        </p:nvSpPr>
        <p:spPr>
          <a:xfrm>
            <a:off x="6061710" y="415490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3" name="New picture"/>
          <p:cNvPicPr/>
          <p:nvPr/>
        </p:nvPicPr>
        <p:blipFill>
          <a:blip r:embed="rId242"/>
          <a:srcRect/>
          <a:stretch>
            <a:fillRect/>
          </a:stretch>
        </p:blipFill>
        <p:spPr>
          <a:xfrm>
            <a:off x="6130480" y="4144327"/>
            <a:ext cx="58007" cy="82391"/>
          </a:xfrm>
          <a:prstGeom prst="rect"/>
          <a:ln w="0">
            <a:noFill/>
          </a:ln>
        </p:spPr>
      </p:pic>
      <p:pic>
        <p:nvPicPr>
          <p:cNvPr id="374" name="New picture"/>
          <p:cNvPicPr/>
          <p:nvPr/>
        </p:nvPicPr>
        <p:blipFill>
          <a:blip r:embed="rId243"/>
          <a:srcRect/>
          <a:stretch>
            <a:fillRect/>
          </a:stretch>
        </p:blipFill>
        <p:spPr>
          <a:xfrm>
            <a:off x="6203728" y="4208431"/>
            <a:ext cx="21431" cy="42672"/>
          </a:xfrm>
          <a:prstGeom prst="rect"/>
          <a:ln w="0">
            <a:noFill/>
          </a:ln>
        </p:spPr>
      </p:pic>
      <p:sp>
        <p:nvSpPr>
          <p:cNvPr id="375" name="New shape"/>
          <p:cNvSpPr/>
          <p:nvPr/>
        </p:nvSpPr>
        <p:spPr>
          <a:xfrm>
            <a:off x="6289548" y="411632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6" name="New picture"/>
          <p:cNvPicPr/>
          <p:nvPr/>
        </p:nvPicPr>
        <p:blipFill>
          <a:blip r:embed="rId244"/>
          <a:srcRect/>
          <a:stretch>
            <a:fillRect/>
          </a:stretch>
        </p:blipFill>
        <p:spPr>
          <a:xfrm>
            <a:off x="6322790" y="4144327"/>
            <a:ext cx="71818" cy="82391"/>
          </a:xfrm>
          <a:prstGeom prst="rect"/>
          <a:ln w="0">
            <a:noFill/>
          </a:ln>
        </p:spPr>
      </p:pic>
      <p:sp>
        <p:nvSpPr>
          <p:cNvPr id="377" name="New shape"/>
          <p:cNvSpPr/>
          <p:nvPr/>
        </p:nvSpPr>
        <p:spPr>
          <a:xfrm>
            <a:off x="6336601" y="415499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8" name="New picture"/>
          <p:cNvPicPr/>
          <p:nvPr/>
        </p:nvPicPr>
        <p:blipFill>
          <a:blip r:embed="rId245"/>
          <a:srcRect/>
          <a:stretch>
            <a:fillRect/>
          </a:stretch>
        </p:blipFill>
        <p:spPr>
          <a:xfrm>
            <a:off x="6406801" y="4144327"/>
            <a:ext cx="56483" cy="82391"/>
          </a:xfrm>
          <a:prstGeom prst="rect"/>
          <a:ln w="0">
            <a:noFill/>
          </a:ln>
        </p:spPr>
      </p:pic>
      <p:pic>
        <p:nvPicPr>
          <p:cNvPr id="379" name="New picture"/>
          <p:cNvPicPr/>
          <p:nvPr/>
        </p:nvPicPr>
        <p:blipFill>
          <a:blip r:embed="rId246"/>
          <a:srcRect/>
          <a:stretch>
            <a:fillRect/>
          </a:stretch>
        </p:blipFill>
        <p:spPr>
          <a:xfrm>
            <a:off x="677418" y="4373213"/>
            <a:ext cx="64103" cy="82391"/>
          </a:xfrm>
          <a:prstGeom prst="rect"/>
          <a:ln w="0">
            <a:noFill/>
          </a:ln>
        </p:spPr>
      </p:pic>
      <p:pic>
        <p:nvPicPr>
          <p:cNvPr id="380" name="New picture"/>
          <p:cNvPicPr/>
          <p:nvPr/>
        </p:nvPicPr>
        <p:blipFill>
          <a:blip r:embed="rId247"/>
          <a:srcRect/>
          <a:stretch>
            <a:fillRect/>
          </a:stretch>
        </p:blipFill>
        <p:spPr>
          <a:xfrm>
            <a:off x="752285" y="4373214"/>
            <a:ext cx="77819" cy="82391"/>
          </a:xfrm>
          <a:prstGeom prst="rect"/>
          <a:ln w="0">
            <a:noFill/>
          </a:ln>
        </p:spPr>
      </p:pic>
      <p:sp>
        <p:nvSpPr>
          <p:cNvPr id="381" name="New shape"/>
          <p:cNvSpPr/>
          <p:nvPr/>
        </p:nvSpPr>
        <p:spPr>
          <a:xfrm>
            <a:off x="766001" y="438388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2" name="New picture"/>
          <p:cNvPicPr/>
          <p:nvPr/>
        </p:nvPicPr>
        <p:blipFill>
          <a:blip r:embed="rId248"/>
          <a:srcRect/>
          <a:stretch>
            <a:fillRect/>
          </a:stretch>
        </p:blipFill>
        <p:spPr>
          <a:xfrm>
            <a:off x="850011" y="4373213"/>
            <a:ext cx="70199" cy="80867"/>
          </a:xfrm>
          <a:prstGeom prst="rect"/>
          <a:ln w="0">
            <a:noFill/>
          </a:ln>
        </p:spPr>
      </p:pic>
      <p:pic>
        <p:nvPicPr>
          <p:cNvPr id="383" name="New picture"/>
          <p:cNvPicPr/>
          <p:nvPr/>
        </p:nvPicPr>
        <p:blipFill>
          <a:blip r:embed="rId249"/>
          <a:srcRect/>
          <a:stretch>
            <a:fillRect/>
          </a:stretch>
        </p:blipFill>
        <p:spPr>
          <a:xfrm>
            <a:off x="940117" y="4373213"/>
            <a:ext cx="64103" cy="82391"/>
          </a:xfrm>
          <a:prstGeom prst="rect"/>
          <a:ln w="0">
            <a:noFill/>
          </a:ln>
        </p:spPr>
      </p:pic>
      <p:pic>
        <p:nvPicPr>
          <p:cNvPr id="384" name="New picture"/>
          <p:cNvPicPr/>
          <p:nvPr/>
        </p:nvPicPr>
        <p:blipFill>
          <a:blip r:embed="rId250"/>
          <a:srcRect/>
          <a:stretch>
            <a:fillRect/>
          </a:stretch>
        </p:blipFill>
        <p:spPr>
          <a:xfrm>
            <a:off x="1014984" y="4373213"/>
            <a:ext cx="70199" cy="82391"/>
          </a:xfrm>
          <a:prstGeom prst="rect"/>
          <a:ln w="0">
            <a:noFill/>
          </a:ln>
        </p:spPr>
      </p:pic>
      <p:sp>
        <p:nvSpPr>
          <p:cNvPr id="385" name="New shape"/>
          <p:cNvSpPr/>
          <p:nvPr/>
        </p:nvSpPr>
        <p:spPr>
          <a:xfrm>
            <a:off x="1027176" y="438388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6" name="New picture"/>
          <p:cNvPicPr/>
          <p:nvPr/>
        </p:nvPicPr>
        <p:blipFill>
          <a:blip r:embed="rId251"/>
          <a:srcRect/>
          <a:stretch>
            <a:fillRect/>
          </a:stretch>
        </p:blipFill>
        <p:spPr>
          <a:xfrm>
            <a:off x="1104995" y="4373214"/>
            <a:ext cx="76390" cy="117539"/>
          </a:xfrm>
          <a:prstGeom prst="rect"/>
          <a:ln w="0">
            <a:noFill/>
          </a:ln>
        </p:spPr>
      </p:pic>
      <p:sp>
        <p:nvSpPr>
          <p:cNvPr id="387" name="New shape"/>
          <p:cNvSpPr/>
          <p:nvPr/>
        </p:nvSpPr>
        <p:spPr>
          <a:xfrm>
            <a:off x="1118711" y="438388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8" name="New picture"/>
          <p:cNvPicPr/>
          <p:nvPr/>
        </p:nvPicPr>
        <p:blipFill>
          <a:blip r:embed="rId252"/>
          <a:srcRect/>
          <a:stretch>
            <a:fillRect/>
          </a:stretch>
        </p:blipFill>
        <p:spPr>
          <a:xfrm>
            <a:off x="1190435" y="4351877"/>
            <a:ext cx="47339" cy="103823"/>
          </a:xfrm>
          <a:prstGeom prst="rect"/>
          <a:ln w="0">
            <a:noFill/>
          </a:ln>
        </p:spPr>
      </p:pic>
      <p:pic>
        <p:nvPicPr>
          <p:cNvPr id="389" name="New picture"/>
          <p:cNvPicPr/>
          <p:nvPr/>
        </p:nvPicPr>
        <p:blipFill>
          <a:blip r:embed="rId253"/>
          <a:srcRect/>
          <a:stretch>
            <a:fillRect/>
          </a:stretch>
        </p:blipFill>
        <p:spPr>
          <a:xfrm>
            <a:off x="1245489" y="4373213"/>
            <a:ext cx="58007" cy="82391"/>
          </a:xfrm>
          <a:prstGeom prst="rect"/>
          <a:ln w="0">
            <a:noFill/>
          </a:ln>
        </p:spPr>
      </p:pic>
      <p:pic>
        <p:nvPicPr>
          <p:cNvPr id="390" name="New picture"/>
          <p:cNvPicPr/>
          <p:nvPr/>
        </p:nvPicPr>
        <p:blipFill>
          <a:blip r:embed="rId254"/>
          <a:srcRect/>
          <a:stretch>
            <a:fillRect/>
          </a:stretch>
        </p:blipFill>
        <p:spPr>
          <a:xfrm>
            <a:off x="1356932" y="4345686"/>
            <a:ext cx="74866" cy="109918"/>
          </a:xfrm>
          <a:prstGeom prst="rect"/>
          <a:ln w="0">
            <a:noFill/>
          </a:ln>
        </p:spPr>
      </p:pic>
      <p:sp>
        <p:nvSpPr>
          <p:cNvPr id="391" name="New shape"/>
          <p:cNvSpPr/>
          <p:nvPr/>
        </p:nvSpPr>
        <p:spPr>
          <a:xfrm>
            <a:off x="1370743" y="438388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2" name="New picture"/>
          <p:cNvPicPr/>
          <p:nvPr/>
        </p:nvPicPr>
        <p:blipFill>
          <a:blip r:embed="rId255"/>
          <a:srcRect/>
          <a:stretch>
            <a:fillRect/>
          </a:stretch>
        </p:blipFill>
        <p:spPr>
          <a:xfrm>
            <a:off x="1451705" y="4373213"/>
            <a:ext cx="71723" cy="82391"/>
          </a:xfrm>
          <a:prstGeom prst="rect"/>
          <a:ln w="0">
            <a:noFill/>
          </a:ln>
        </p:spPr>
      </p:pic>
      <p:sp>
        <p:nvSpPr>
          <p:cNvPr id="393" name="New shape"/>
          <p:cNvSpPr/>
          <p:nvPr/>
        </p:nvSpPr>
        <p:spPr>
          <a:xfrm>
            <a:off x="1465421" y="438388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4" name="New picture"/>
          <p:cNvPicPr/>
          <p:nvPr/>
        </p:nvPicPr>
        <p:blipFill>
          <a:blip r:embed="rId256"/>
          <a:srcRect/>
          <a:stretch>
            <a:fillRect/>
          </a:stretch>
        </p:blipFill>
        <p:spPr>
          <a:xfrm>
            <a:off x="1584484" y="4345686"/>
            <a:ext cx="73343" cy="109918"/>
          </a:xfrm>
          <a:prstGeom prst="rect"/>
          <a:ln w="0">
            <a:noFill/>
          </a:ln>
        </p:spPr>
      </p:pic>
      <p:sp>
        <p:nvSpPr>
          <p:cNvPr id="395" name="New shape"/>
          <p:cNvSpPr/>
          <p:nvPr/>
        </p:nvSpPr>
        <p:spPr>
          <a:xfrm>
            <a:off x="1596676" y="438388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6" name="New picture"/>
          <p:cNvPicPr/>
          <p:nvPr/>
        </p:nvPicPr>
        <p:blipFill>
          <a:blip r:embed="rId257"/>
          <a:srcRect/>
          <a:stretch>
            <a:fillRect/>
          </a:stretch>
        </p:blipFill>
        <p:spPr>
          <a:xfrm>
            <a:off x="1671542" y="4373213"/>
            <a:ext cx="67151" cy="82391"/>
          </a:xfrm>
          <a:prstGeom prst="rect"/>
          <a:ln w="0">
            <a:noFill/>
          </a:ln>
        </p:spPr>
      </p:pic>
      <p:sp>
        <p:nvSpPr>
          <p:cNvPr id="397" name="New shape"/>
          <p:cNvSpPr/>
          <p:nvPr/>
        </p:nvSpPr>
        <p:spPr>
          <a:xfrm>
            <a:off x="1685258" y="441436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8" name="New picture"/>
          <p:cNvPicPr/>
          <p:nvPr/>
        </p:nvPicPr>
        <p:blipFill>
          <a:blip r:embed="rId258"/>
          <a:srcRect/>
          <a:stretch>
            <a:fillRect/>
          </a:stretch>
        </p:blipFill>
        <p:spPr>
          <a:xfrm>
            <a:off x="1752409" y="4373213"/>
            <a:ext cx="58102" cy="82391"/>
          </a:xfrm>
          <a:prstGeom prst="rect"/>
          <a:ln w="0">
            <a:noFill/>
          </a:ln>
        </p:spPr>
      </p:pic>
      <p:pic>
        <p:nvPicPr>
          <p:cNvPr id="399" name="New picture"/>
          <p:cNvPicPr/>
          <p:nvPr/>
        </p:nvPicPr>
        <p:blipFill>
          <a:blip r:embed="rId259"/>
          <a:srcRect/>
          <a:stretch>
            <a:fillRect/>
          </a:stretch>
        </p:blipFill>
        <p:spPr>
          <a:xfrm>
            <a:off x="1824228" y="4373213"/>
            <a:ext cx="71723" cy="82391"/>
          </a:xfrm>
          <a:prstGeom prst="rect"/>
          <a:ln w="0">
            <a:noFill/>
          </a:ln>
        </p:spPr>
      </p:pic>
      <p:sp>
        <p:nvSpPr>
          <p:cNvPr id="400" name="New shape"/>
          <p:cNvSpPr/>
          <p:nvPr/>
        </p:nvSpPr>
        <p:spPr>
          <a:xfrm>
            <a:off x="1837944" y="438388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1" name="New picture"/>
          <p:cNvPicPr/>
          <p:nvPr/>
        </p:nvPicPr>
        <p:blipFill>
          <a:blip r:embed="rId260"/>
          <a:srcRect/>
          <a:stretch>
            <a:fillRect/>
          </a:stretch>
        </p:blipFill>
        <p:spPr>
          <a:xfrm>
            <a:off x="1955578" y="4373213"/>
            <a:ext cx="41243" cy="80867"/>
          </a:xfrm>
          <a:prstGeom prst="rect"/>
          <a:ln w="0">
            <a:noFill/>
          </a:ln>
        </p:spPr>
      </p:pic>
      <p:pic>
        <p:nvPicPr>
          <p:cNvPr id="402" name="New picture"/>
          <p:cNvPicPr/>
          <p:nvPr/>
        </p:nvPicPr>
        <p:blipFill>
          <a:blip r:embed="rId261"/>
          <a:srcRect/>
          <a:stretch>
            <a:fillRect/>
          </a:stretch>
        </p:blipFill>
        <p:spPr>
          <a:xfrm>
            <a:off x="2002917" y="4373213"/>
            <a:ext cx="71723" cy="82391"/>
          </a:xfrm>
          <a:prstGeom prst="rect"/>
          <a:ln w="0">
            <a:noFill/>
          </a:ln>
        </p:spPr>
      </p:pic>
      <p:sp>
        <p:nvSpPr>
          <p:cNvPr id="403" name="New shape"/>
          <p:cNvSpPr/>
          <p:nvPr/>
        </p:nvSpPr>
        <p:spPr>
          <a:xfrm>
            <a:off x="2016633" y="438388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4" name="New picture"/>
          <p:cNvPicPr/>
          <p:nvPr/>
        </p:nvPicPr>
        <p:blipFill>
          <a:blip r:embed="rId262"/>
          <a:srcRect/>
          <a:stretch>
            <a:fillRect/>
          </a:stretch>
        </p:blipFill>
        <p:spPr>
          <a:xfrm>
            <a:off x="2085403" y="4373213"/>
            <a:ext cx="58007" cy="82391"/>
          </a:xfrm>
          <a:prstGeom prst="rect"/>
          <a:ln w="0">
            <a:noFill/>
          </a:ln>
        </p:spPr>
      </p:pic>
      <p:pic>
        <p:nvPicPr>
          <p:cNvPr id="405" name="New picture"/>
          <p:cNvPicPr/>
          <p:nvPr/>
        </p:nvPicPr>
        <p:blipFill>
          <a:blip r:embed="rId263"/>
          <a:srcRect/>
          <a:stretch>
            <a:fillRect/>
          </a:stretch>
        </p:blipFill>
        <p:spPr>
          <a:xfrm>
            <a:off x="2152555" y="4351878"/>
            <a:ext cx="47244" cy="103727"/>
          </a:xfrm>
          <a:prstGeom prst="rect"/>
          <a:ln w="0">
            <a:noFill/>
          </a:ln>
        </p:spPr>
      </p:pic>
      <p:pic>
        <p:nvPicPr>
          <p:cNvPr id="406" name="New picture"/>
          <p:cNvPicPr/>
          <p:nvPr/>
        </p:nvPicPr>
        <p:blipFill>
          <a:blip r:embed="rId264"/>
          <a:srcRect/>
          <a:stretch>
            <a:fillRect/>
          </a:stretch>
        </p:blipFill>
        <p:spPr>
          <a:xfrm>
            <a:off x="2210562" y="4373213"/>
            <a:ext cx="70199" cy="82391"/>
          </a:xfrm>
          <a:prstGeom prst="rect"/>
          <a:ln w="0">
            <a:noFill/>
          </a:ln>
        </p:spPr>
      </p:pic>
      <p:sp>
        <p:nvSpPr>
          <p:cNvPr id="407" name="New shape"/>
          <p:cNvSpPr/>
          <p:nvPr/>
        </p:nvSpPr>
        <p:spPr>
          <a:xfrm>
            <a:off x="2222754" y="438388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8" name="New picture"/>
          <p:cNvPicPr/>
          <p:nvPr/>
        </p:nvPicPr>
        <p:blipFill>
          <a:blip r:embed="rId265"/>
          <a:srcRect/>
          <a:stretch>
            <a:fillRect/>
          </a:stretch>
        </p:blipFill>
        <p:spPr>
          <a:xfrm>
            <a:off x="2300668" y="4373213"/>
            <a:ext cx="70199" cy="80867"/>
          </a:xfrm>
          <a:prstGeom prst="rect"/>
          <a:ln w="0">
            <a:noFill/>
          </a:ln>
        </p:spPr>
      </p:pic>
      <p:pic>
        <p:nvPicPr>
          <p:cNvPr id="409" name="New picture"/>
          <p:cNvPicPr/>
          <p:nvPr/>
        </p:nvPicPr>
        <p:blipFill>
          <a:blip r:embed="rId266"/>
          <a:srcRect/>
          <a:stretch>
            <a:fillRect/>
          </a:stretch>
        </p:blipFill>
        <p:spPr>
          <a:xfrm>
            <a:off x="2384679" y="4351878"/>
            <a:ext cx="47244" cy="103727"/>
          </a:xfrm>
          <a:prstGeom prst="rect"/>
          <a:ln w="0">
            <a:noFill/>
          </a:ln>
        </p:spPr>
      </p:pic>
      <p:pic>
        <p:nvPicPr>
          <p:cNvPr id="410" name="New picture"/>
          <p:cNvPicPr/>
          <p:nvPr/>
        </p:nvPicPr>
        <p:blipFill>
          <a:blip r:embed="rId267"/>
          <a:srcRect/>
          <a:stretch>
            <a:fillRect/>
          </a:stretch>
        </p:blipFill>
        <p:spPr>
          <a:xfrm>
            <a:off x="2477833" y="4344162"/>
            <a:ext cx="53435" cy="109918"/>
          </a:xfrm>
          <a:prstGeom prst="rect"/>
          <a:ln w="0">
            <a:noFill/>
          </a:ln>
        </p:spPr>
      </p:pic>
      <p:pic>
        <p:nvPicPr>
          <p:cNvPr id="411" name="New picture"/>
          <p:cNvPicPr/>
          <p:nvPr/>
        </p:nvPicPr>
        <p:blipFill>
          <a:blip r:embed="rId268"/>
          <a:srcRect/>
          <a:stretch>
            <a:fillRect/>
          </a:stretch>
        </p:blipFill>
        <p:spPr>
          <a:xfrm>
            <a:off x="2532793" y="4373213"/>
            <a:ext cx="65723" cy="82391"/>
          </a:xfrm>
          <a:prstGeom prst="rect"/>
          <a:ln w="0">
            <a:noFill/>
          </a:ln>
        </p:spPr>
      </p:pic>
      <p:sp>
        <p:nvSpPr>
          <p:cNvPr id="412" name="New shape"/>
          <p:cNvSpPr/>
          <p:nvPr/>
        </p:nvSpPr>
        <p:spPr>
          <a:xfrm>
            <a:off x="2546604" y="4414456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3" name="New picture"/>
          <p:cNvPicPr/>
          <p:nvPr/>
        </p:nvPicPr>
        <p:blipFill>
          <a:blip r:embed="rId269"/>
          <a:srcRect/>
          <a:stretch>
            <a:fillRect/>
          </a:stretch>
        </p:blipFill>
        <p:spPr>
          <a:xfrm>
            <a:off x="2618232" y="4373213"/>
            <a:ext cx="64199" cy="82391"/>
          </a:xfrm>
          <a:prstGeom prst="rect"/>
          <a:ln w="0">
            <a:noFill/>
          </a:ln>
        </p:spPr>
      </p:pic>
      <p:sp>
        <p:nvSpPr>
          <p:cNvPr id="414" name="New shape"/>
          <p:cNvSpPr/>
          <p:nvPr/>
        </p:nvSpPr>
        <p:spPr>
          <a:xfrm>
            <a:off x="2700718" y="4376261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5" name="New picture"/>
          <p:cNvPicPr/>
          <p:nvPr/>
        </p:nvPicPr>
        <p:blipFill>
          <a:blip r:embed="rId270"/>
          <a:srcRect/>
          <a:stretch>
            <a:fillRect/>
          </a:stretch>
        </p:blipFill>
        <p:spPr>
          <a:xfrm>
            <a:off x="2699099" y="4341209"/>
            <a:ext cx="16859" cy="16764"/>
          </a:xfrm>
          <a:prstGeom prst="rect"/>
          <a:ln w="0">
            <a:noFill/>
          </a:ln>
        </p:spPr>
      </p:pic>
      <p:sp>
        <p:nvSpPr>
          <p:cNvPr id="416" name="New shape"/>
          <p:cNvSpPr/>
          <p:nvPr/>
        </p:nvSpPr>
        <p:spPr>
          <a:xfrm>
            <a:off x="2740152" y="43464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7" name="New picture"/>
          <p:cNvPicPr/>
          <p:nvPr/>
        </p:nvPicPr>
        <p:blipFill>
          <a:blip r:embed="rId271"/>
          <a:srcRect/>
          <a:stretch>
            <a:fillRect/>
          </a:stretch>
        </p:blipFill>
        <p:spPr>
          <a:xfrm>
            <a:off x="2773966" y="4373213"/>
            <a:ext cx="71818" cy="82391"/>
          </a:xfrm>
          <a:prstGeom prst="rect"/>
          <a:ln w="0">
            <a:noFill/>
          </a:ln>
        </p:spPr>
      </p:pic>
      <p:sp>
        <p:nvSpPr>
          <p:cNvPr id="418" name="New shape"/>
          <p:cNvSpPr/>
          <p:nvPr/>
        </p:nvSpPr>
        <p:spPr>
          <a:xfrm>
            <a:off x="2786158" y="438388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9" name="New picture"/>
          <p:cNvPicPr/>
          <p:nvPr/>
        </p:nvPicPr>
        <p:blipFill>
          <a:blip r:embed="rId272"/>
          <a:srcRect/>
          <a:stretch>
            <a:fillRect/>
          </a:stretch>
        </p:blipFill>
        <p:spPr>
          <a:xfrm>
            <a:off x="2856452" y="4373213"/>
            <a:ext cx="58102" cy="82391"/>
          </a:xfrm>
          <a:prstGeom prst="rect"/>
          <a:ln w="0">
            <a:noFill/>
          </a:ln>
        </p:spPr>
      </p:pic>
      <p:pic>
        <p:nvPicPr>
          <p:cNvPr id="420" name="New picture"/>
          <p:cNvPicPr/>
          <p:nvPr/>
        </p:nvPicPr>
        <p:blipFill>
          <a:blip r:embed="rId273"/>
          <a:srcRect/>
          <a:stretch>
            <a:fillRect/>
          </a:stretch>
        </p:blipFill>
        <p:spPr>
          <a:xfrm>
            <a:off x="2966466" y="4373213"/>
            <a:ext cx="65627" cy="82391"/>
          </a:xfrm>
          <a:prstGeom prst="rect"/>
          <a:ln w="0">
            <a:noFill/>
          </a:ln>
        </p:spPr>
      </p:pic>
      <p:sp>
        <p:nvSpPr>
          <p:cNvPr id="421" name="New shape"/>
          <p:cNvSpPr/>
          <p:nvPr/>
        </p:nvSpPr>
        <p:spPr>
          <a:xfrm>
            <a:off x="2980182" y="441436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2" name="New shape"/>
          <p:cNvSpPr/>
          <p:nvPr/>
        </p:nvSpPr>
        <p:spPr>
          <a:xfrm>
            <a:off x="2984754" y="4338066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3" name="New picture"/>
          <p:cNvPicPr/>
          <p:nvPr/>
        </p:nvPicPr>
        <p:blipFill>
          <a:blip r:embed="rId274"/>
          <a:srcRect/>
          <a:stretch>
            <a:fillRect/>
          </a:stretch>
        </p:blipFill>
        <p:spPr>
          <a:xfrm>
            <a:off x="3087052" y="4373213"/>
            <a:ext cx="58007" cy="82391"/>
          </a:xfrm>
          <a:prstGeom prst="rect"/>
          <a:ln w="0">
            <a:noFill/>
          </a:ln>
        </p:spPr>
      </p:pic>
      <p:pic>
        <p:nvPicPr>
          <p:cNvPr id="424" name="New picture"/>
          <p:cNvPicPr/>
          <p:nvPr/>
        </p:nvPicPr>
        <p:blipFill>
          <a:blip r:embed="rId275"/>
          <a:srcRect/>
          <a:stretch>
            <a:fillRect/>
          </a:stretch>
        </p:blipFill>
        <p:spPr>
          <a:xfrm>
            <a:off x="3157347" y="4373213"/>
            <a:ext cx="65723" cy="82391"/>
          </a:xfrm>
          <a:prstGeom prst="rect"/>
          <a:ln w="0">
            <a:noFill/>
          </a:ln>
        </p:spPr>
      </p:pic>
      <p:sp>
        <p:nvSpPr>
          <p:cNvPr id="425" name="New shape"/>
          <p:cNvSpPr/>
          <p:nvPr/>
        </p:nvSpPr>
        <p:spPr>
          <a:xfrm>
            <a:off x="3171158" y="4414456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6" name="New shape"/>
          <p:cNvSpPr/>
          <p:nvPr/>
        </p:nvSpPr>
        <p:spPr>
          <a:xfrm>
            <a:off x="3247453" y="437626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7" name="New picture"/>
          <p:cNvPicPr/>
          <p:nvPr/>
        </p:nvPicPr>
        <p:blipFill>
          <a:blip r:embed="rId276"/>
          <a:srcRect/>
          <a:stretch>
            <a:fillRect/>
          </a:stretch>
        </p:blipFill>
        <p:spPr>
          <a:xfrm>
            <a:off x="3245929" y="4341209"/>
            <a:ext cx="16764" cy="16764"/>
          </a:xfrm>
          <a:prstGeom prst="rect"/>
          <a:ln w="0">
            <a:noFill/>
          </a:ln>
        </p:spPr>
      </p:pic>
      <p:pic>
        <p:nvPicPr>
          <p:cNvPr id="428" name="New picture"/>
          <p:cNvPicPr/>
          <p:nvPr/>
        </p:nvPicPr>
        <p:blipFill>
          <a:blip r:embed="rId277"/>
          <a:srcRect/>
          <a:stretch>
            <a:fillRect/>
          </a:stretch>
        </p:blipFill>
        <p:spPr>
          <a:xfrm>
            <a:off x="3277933" y="4373213"/>
            <a:ext cx="58007" cy="82391"/>
          </a:xfrm>
          <a:prstGeom prst="rect"/>
          <a:ln w="0">
            <a:noFill/>
          </a:ln>
        </p:spPr>
      </p:pic>
      <p:sp>
        <p:nvSpPr>
          <p:cNvPr id="429" name="New shape"/>
          <p:cNvSpPr/>
          <p:nvPr/>
        </p:nvSpPr>
        <p:spPr>
          <a:xfrm>
            <a:off x="3354325" y="437626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0" name="New picture"/>
          <p:cNvPicPr/>
          <p:nvPr/>
        </p:nvPicPr>
        <p:blipFill>
          <a:blip r:embed="rId278"/>
          <a:srcRect/>
          <a:stretch>
            <a:fillRect/>
          </a:stretch>
        </p:blipFill>
        <p:spPr>
          <a:xfrm>
            <a:off x="3352800" y="4341209"/>
            <a:ext cx="16764" cy="16764"/>
          </a:xfrm>
          <a:prstGeom prst="rect"/>
          <a:ln w="0">
            <a:noFill/>
          </a:ln>
        </p:spPr>
      </p:pic>
      <p:pic>
        <p:nvPicPr>
          <p:cNvPr id="431" name="New picture"/>
          <p:cNvPicPr/>
          <p:nvPr/>
        </p:nvPicPr>
        <p:blipFill>
          <a:blip r:embed="rId279"/>
          <a:srcRect/>
          <a:stretch>
            <a:fillRect/>
          </a:stretch>
        </p:blipFill>
        <p:spPr>
          <a:xfrm>
            <a:off x="3394043" y="4373213"/>
            <a:ext cx="41148" cy="80867"/>
          </a:xfrm>
          <a:prstGeom prst="rect"/>
          <a:ln w="0">
            <a:noFill/>
          </a:ln>
        </p:spPr>
      </p:pic>
      <p:pic>
        <p:nvPicPr>
          <p:cNvPr id="432" name="New picture"/>
          <p:cNvPicPr/>
          <p:nvPr/>
        </p:nvPicPr>
        <p:blipFill>
          <a:blip r:embed="rId280"/>
          <a:srcRect/>
          <a:stretch>
            <a:fillRect/>
          </a:stretch>
        </p:blipFill>
        <p:spPr>
          <a:xfrm>
            <a:off x="3436810" y="4437316"/>
            <a:ext cx="16764" cy="18288"/>
          </a:xfrm>
          <a:prstGeom prst="rect"/>
          <a:ln w="0">
            <a:noFill/>
          </a:ln>
        </p:spPr>
      </p:pic>
      <p:pic>
        <p:nvPicPr>
          <p:cNvPr id="433" name="New picture"/>
          <p:cNvPicPr/>
          <p:nvPr/>
        </p:nvPicPr>
        <p:blipFill>
          <a:blip r:embed="rId281"/>
          <a:srcRect/>
          <a:stretch>
            <a:fillRect/>
          </a:stretch>
        </p:blipFill>
        <p:spPr>
          <a:xfrm>
            <a:off x="3519202" y="4345686"/>
            <a:ext cx="90107" cy="108395"/>
          </a:xfrm>
          <a:prstGeom prst="rect"/>
          <a:ln w="0">
            <a:noFill/>
          </a:ln>
        </p:spPr>
      </p:pic>
      <p:sp>
        <p:nvSpPr>
          <p:cNvPr id="434" name="New shape"/>
          <p:cNvSpPr/>
          <p:nvPr/>
        </p:nvSpPr>
        <p:spPr>
          <a:xfrm>
            <a:off x="3533013" y="4356450"/>
            <a:ext cx="62580" cy="854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5" name="New picture"/>
          <p:cNvPicPr/>
          <p:nvPr/>
        </p:nvPicPr>
        <p:blipFill>
          <a:blip r:embed="rId282"/>
          <a:srcRect/>
          <a:stretch>
            <a:fillRect/>
          </a:stretch>
        </p:blipFill>
        <p:spPr>
          <a:xfrm>
            <a:off x="3621500" y="4373213"/>
            <a:ext cx="67247" cy="82391"/>
          </a:xfrm>
          <a:prstGeom prst="rect"/>
          <a:ln w="0">
            <a:noFill/>
          </a:ln>
        </p:spPr>
      </p:pic>
      <p:sp>
        <p:nvSpPr>
          <p:cNvPr id="436" name="New shape"/>
          <p:cNvSpPr/>
          <p:nvPr/>
        </p:nvSpPr>
        <p:spPr>
          <a:xfrm>
            <a:off x="3635311" y="4414362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7" name="New picture"/>
          <p:cNvPicPr/>
          <p:nvPr/>
        </p:nvPicPr>
        <p:blipFill>
          <a:blip r:embed="rId283"/>
          <a:srcRect/>
          <a:stretch>
            <a:fillRect/>
          </a:stretch>
        </p:blipFill>
        <p:spPr>
          <a:xfrm>
            <a:off x="3711607" y="4373213"/>
            <a:ext cx="68675" cy="80867"/>
          </a:xfrm>
          <a:prstGeom prst="rect"/>
          <a:ln w="0">
            <a:noFill/>
          </a:ln>
        </p:spPr>
      </p:pic>
      <p:pic>
        <p:nvPicPr>
          <p:cNvPr id="438" name="New picture"/>
          <p:cNvPicPr/>
          <p:nvPr/>
        </p:nvPicPr>
        <p:blipFill>
          <a:blip r:embed="rId284"/>
          <a:srcRect/>
          <a:stretch>
            <a:fillRect/>
          </a:stretch>
        </p:blipFill>
        <p:spPr>
          <a:xfrm>
            <a:off x="3797141" y="4373213"/>
            <a:ext cx="58007" cy="82391"/>
          </a:xfrm>
          <a:prstGeom prst="rect"/>
          <a:ln w="0">
            <a:noFill/>
          </a:ln>
        </p:spPr>
      </p:pic>
      <p:pic>
        <p:nvPicPr>
          <p:cNvPr id="439" name="New picture"/>
          <p:cNvPicPr/>
          <p:nvPr/>
        </p:nvPicPr>
        <p:blipFill>
          <a:blip r:embed="rId285"/>
          <a:srcRect/>
          <a:stretch>
            <a:fillRect/>
          </a:stretch>
        </p:blipFill>
        <p:spPr>
          <a:xfrm>
            <a:off x="3908584" y="4373213"/>
            <a:ext cx="64103" cy="82486"/>
          </a:xfrm>
          <a:prstGeom prst="rect"/>
          <a:ln w="0">
            <a:noFill/>
          </a:ln>
        </p:spPr>
      </p:pic>
      <p:pic>
        <p:nvPicPr>
          <p:cNvPr id="440" name="New picture"/>
          <p:cNvPicPr/>
          <p:nvPr/>
        </p:nvPicPr>
        <p:blipFill>
          <a:blip r:embed="rId286"/>
          <a:srcRect/>
          <a:stretch>
            <a:fillRect/>
          </a:stretch>
        </p:blipFill>
        <p:spPr>
          <a:xfrm>
            <a:off x="3981927" y="4373213"/>
            <a:ext cx="71723" cy="82391"/>
          </a:xfrm>
          <a:prstGeom prst="rect"/>
          <a:ln w="0">
            <a:noFill/>
          </a:ln>
        </p:spPr>
      </p:pic>
      <p:sp>
        <p:nvSpPr>
          <p:cNvPr id="441" name="New shape"/>
          <p:cNvSpPr/>
          <p:nvPr/>
        </p:nvSpPr>
        <p:spPr>
          <a:xfrm>
            <a:off x="3995642" y="438388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2" name="New picture"/>
          <p:cNvPicPr/>
          <p:nvPr/>
        </p:nvPicPr>
        <p:blipFill>
          <a:blip r:embed="rId287"/>
          <a:srcRect/>
          <a:stretch>
            <a:fillRect/>
          </a:stretch>
        </p:blipFill>
        <p:spPr>
          <a:xfrm>
            <a:off x="4062888" y="4351878"/>
            <a:ext cx="47244" cy="103727"/>
          </a:xfrm>
          <a:prstGeom prst="rect"/>
          <a:ln w="0">
            <a:noFill/>
          </a:ln>
        </p:spPr>
      </p:pic>
      <p:pic>
        <p:nvPicPr>
          <p:cNvPr id="443" name="New picture"/>
          <p:cNvPicPr/>
          <p:nvPr/>
        </p:nvPicPr>
        <p:blipFill>
          <a:blip r:embed="rId288"/>
          <a:srcRect/>
          <a:stretch>
            <a:fillRect/>
          </a:stretch>
        </p:blipFill>
        <p:spPr>
          <a:xfrm>
            <a:off x="4160615" y="4373213"/>
            <a:ext cx="67151" cy="82391"/>
          </a:xfrm>
          <a:prstGeom prst="rect"/>
          <a:ln w="0">
            <a:noFill/>
          </a:ln>
        </p:spPr>
      </p:pic>
      <p:sp>
        <p:nvSpPr>
          <p:cNvPr id="444" name="New shape"/>
          <p:cNvSpPr/>
          <p:nvPr/>
        </p:nvSpPr>
        <p:spPr>
          <a:xfrm>
            <a:off x="4174331" y="441436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5" name="New picture"/>
          <p:cNvPicPr/>
          <p:nvPr/>
        </p:nvPicPr>
        <p:blipFill>
          <a:blip r:embed="rId289"/>
          <a:srcRect/>
          <a:stretch>
            <a:fillRect/>
          </a:stretch>
        </p:blipFill>
        <p:spPr>
          <a:xfrm>
            <a:off x="4250627" y="4373213"/>
            <a:ext cx="42767" cy="80867"/>
          </a:xfrm>
          <a:prstGeom prst="rect"/>
          <a:ln w="0">
            <a:noFill/>
          </a:ln>
        </p:spPr>
      </p:pic>
      <p:pic>
        <p:nvPicPr>
          <p:cNvPr id="446" name="New picture"/>
          <p:cNvPicPr/>
          <p:nvPr/>
        </p:nvPicPr>
        <p:blipFill>
          <a:blip r:embed="rId290"/>
          <a:srcRect/>
          <a:stretch>
            <a:fillRect/>
          </a:stretch>
        </p:blipFill>
        <p:spPr>
          <a:xfrm>
            <a:off x="4296442" y="4351782"/>
            <a:ext cx="47339" cy="103822"/>
          </a:xfrm>
          <a:prstGeom prst="rect"/>
          <a:ln w="0">
            <a:noFill/>
          </a:ln>
        </p:spPr>
      </p:pic>
      <p:sp>
        <p:nvSpPr>
          <p:cNvPr id="447" name="New shape"/>
          <p:cNvSpPr/>
          <p:nvPr/>
        </p:nvSpPr>
        <p:spPr>
          <a:xfrm>
            <a:off x="4362165" y="437626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8" name="New picture"/>
          <p:cNvPicPr/>
          <p:nvPr/>
        </p:nvPicPr>
        <p:blipFill>
          <a:blip r:embed="rId291"/>
          <a:srcRect/>
          <a:stretch>
            <a:fillRect/>
          </a:stretch>
        </p:blipFill>
        <p:spPr>
          <a:xfrm>
            <a:off x="4360640" y="4341209"/>
            <a:ext cx="16764" cy="16764"/>
          </a:xfrm>
          <a:prstGeom prst="rect"/>
          <a:ln w="0">
            <a:noFill/>
          </a:ln>
        </p:spPr>
      </p:pic>
      <p:pic>
        <p:nvPicPr>
          <p:cNvPr id="449" name="New picture"/>
          <p:cNvPicPr/>
          <p:nvPr/>
        </p:nvPicPr>
        <p:blipFill>
          <a:blip r:embed="rId292"/>
          <a:srcRect/>
          <a:stretch>
            <a:fillRect/>
          </a:stretch>
        </p:blipFill>
        <p:spPr>
          <a:xfrm>
            <a:off x="4395692" y="4373213"/>
            <a:ext cx="64198" cy="82391"/>
          </a:xfrm>
          <a:prstGeom prst="rect"/>
          <a:ln w="0">
            <a:noFill/>
          </a:ln>
        </p:spPr>
      </p:pic>
      <p:sp>
        <p:nvSpPr>
          <p:cNvPr id="450" name="New shape"/>
          <p:cNvSpPr/>
          <p:nvPr/>
        </p:nvSpPr>
        <p:spPr>
          <a:xfrm>
            <a:off x="4477512" y="43464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1" name="New picture"/>
          <p:cNvPicPr/>
          <p:nvPr/>
        </p:nvPicPr>
        <p:blipFill>
          <a:blip r:embed="rId293"/>
          <a:srcRect/>
          <a:stretch>
            <a:fillRect/>
          </a:stretch>
        </p:blipFill>
        <p:spPr>
          <a:xfrm>
            <a:off x="4513326" y="4373213"/>
            <a:ext cx="70199" cy="82391"/>
          </a:xfrm>
          <a:prstGeom prst="rect"/>
          <a:ln w="0">
            <a:noFill/>
          </a:ln>
        </p:spPr>
      </p:pic>
      <p:sp>
        <p:nvSpPr>
          <p:cNvPr id="452" name="New shape"/>
          <p:cNvSpPr/>
          <p:nvPr/>
        </p:nvSpPr>
        <p:spPr>
          <a:xfrm>
            <a:off x="4525518" y="438388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3" name="New picture"/>
          <p:cNvPicPr/>
          <p:nvPr/>
        </p:nvPicPr>
        <p:blipFill>
          <a:blip r:embed="rId294"/>
          <a:srcRect/>
          <a:stretch>
            <a:fillRect/>
          </a:stretch>
        </p:blipFill>
        <p:spPr>
          <a:xfrm>
            <a:off x="4597337" y="4437317"/>
            <a:ext cx="21336" cy="42672"/>
          </a:xfrm>
          <a:prstGeom prst="rect"/>
          <a:ln w="0">
            <a:noFill/>
          </a:ln>
        </p:spPr>
      </p:pic>
      <p:pic>
        <p:nvPicPr>
          <p:cNvPr id="454" name="New picture"/>
          <p:cNvPicPr/>
          <p:nvPr/>
        </p:nvPicPr>
        <p:blipFill>
          <a:blip r:embed="rId295"/>
          <a:srcRect/>
          <a:stretch>
            <a:fillRect/>
          </a:stretch>
        </p:blipFill>
        <p:spPr>
          <a:xfrm>
            <a:off x="4682775" y="4373118"/>
            <a:ext cx="70295" cy="80962"/>
          </a:xfrm>
          <a:prstGeom prst="rect"/>
          <a:ln w="0">
            <a:noFill/>
          </a:ln>
        </p:spPr>
      </p:pic>
      <p:pic>
        <p:nvPicPr>
          <p:cNvPr id="455" name="New picture"/>
          <p:cNvPicPr/>
          <p:nvPr/>
        </p:nvPicPr>
        <p:blipFill>
          <a:blip r:embed="rId296"/>
          <a:srcRect/>
          <a:stretch>
            <a:fillRect/>
          </a:stretch>
        </p:blipFill>
        <p:spPr>
          <a:xfrm>
            <a:off x="4772882" y="4373118"/>
            <a:ext cx="77915" cy="82391"/>
          </a:xfrm>
          <a:prstGeom prst="rect"/>
          <a:ln w="0">
            <a:noFill/>
          </a:ln>
        </p:spPr>
      </p:pic>
      <p:sp>
        <p:nvSpPr>
          <p:cNvPr id="456" name="New shape"/>
          <p:cNvSpPr/>
          <p:nvPr/>
        </p:nvSpPr>
        <p:spPr>
          <a:xfrm>
            <a:off x="4785074" y="438378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7" name="New picture"/>
          <p:cNvPicPr/>
          <p:nvPr/>
        </p:nvPicPr>
        <p:blipFill>
          <a:blip r:embed="rId297"/>
          <a:srcRect/>
          <a:stretch>
            <a:fillRect/>
          </a:stretch>
        </p:blipFill>
        <p:spPr>
          <a:xfrm>
            <a:off x="4870609" y="4376261"/>
            <a:ext cx="68771" cy="79343"/>
          </a:xfrm>
          <a:prstGeom prst="rect"/>
          <a:ln w="0">
            <a:noFill/>
          </a:ln>
        </p:spPr>
      </p:pic>
      <p:pic>
        <p:nvPicPr>
          <p:cNvPr id="458" name="New picture"/>
          <p:cNvPicPr/>
          <p:nvPr/>
        </p:nvPicPr>
        <p:blipFill>
          <a:blip r:embed="rId298"/>
          <a:srcRect/>
          <a:stretch>
            <a:fillRect/>
          </a:stretch>
        </p:blipFill>
        <p:spPr>
          <a:xfrm>
            <a:off x="4953001" y="4373213"/>
            <a:ext cx="58102" cy="82391"/>
          </a:xfrm>
          <a:prstGeom prst="rect"/>
          <a:ln w="0">
            <a:noFill/>
          </a:ln>
        </p:spPr>
      </p:pic>
      <p:pic>
        <p:nvPicPr>
          <p:cNvPr id="459" name="New picture"/>
          <p:cNvPicPr/>
          <p:nvPr/>
        </p:nvPicPr>
        <p:blipFill>
          <a:blip r:embed="rId299"/>
          <a:srcRect/>
          <a:stretch>
            <a:fillRect/>
          </a:stretch>
        </p:blipFill>
        <p:spPr>
          <a:xfrm>
            <a:off x="5063013" y="4373213"/>
            <a:ext cx="65722" cy="82391"/>
          </a:xfrm>
          <a:prstGeom prst="rect"/>
          <a:ln w="0">
            <a:noFill/>
          </a:ln>
        </p:spPr>
      </p:pic>
      <p:sp>
        <p:nvSpPr>
          <p:cNvPr id="460" name="New shape"/>
          <p:cNvSpPr/>
          <p:nvPr/>
        </p:nvSpPr>
        <p:spPr>
          <a:xfrm>
            <a:off x="5076825" y="4414456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1" name="New shape"/>
          <p:cNvSpPr/>
          <p:nvPr/>
        </p:nvSpPr>
        <p:spPr>
          <a:xfrm>
            <a:off x="5152644" y="43464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2" name="New shape"/>
          <p:cNvSpPr/>
          <p:nvPr/>
        </p:nvSpPr>
        <p:spPr>
          <a:xfrm>
            <a:off x="5192268" y="43464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3" name="New picture"/>
          <p:cNvPicPr/>
          <p:nvPr/>
        </p:nvPicPr>
        <p:blipFill>
          <a:blip r:embed="rId300"/>
          <a:srcRect/>
          <a:stretch>
            <a:fillRect/>
          </a:stretch>
        </p:blipFill>
        <p:spPr>
          <a:xfrm>
            <a:off x="5227891" y="4373118"/>
            <a:ext cx="77915" cy="82391"/>
          </a:xfrm>
          <a:prstGeom prst="rect"/>
          <a:ln w="0">
            <a:noFill/>
          </a:ln>
        </p:spPr>
      </p:pic>
      <p:sp>
        <p:nvSpPr>
          <p:cNvPr id="464" name="New shape"/>
          <p:cNvSpPr/>
          <p:nvPr/>
        </p:nvSpPr>
        <p:spPr>
          <a:xfrm>
            <a:off x="5240083" y="438378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5" name="New picture"/>
          <p:cNvPicPr/>
          <p:nvPr/>
        </p:nvPicPr>
        <p:blipFill>
          <a:blip r:embed="rId301"/>
          <a:srcRect/>
          <a:stretch>
            <a:fillRect/>
          </a:stretch>
        </p:blipFill>
        <p:spPr>
          <a:xfrm>
            <a:off x="5325714" y="4373213"/>
            <a:ext cx="68675" cy="80867"/>
          </a:xfrm>
          <a:prstGeom prst="rect"/>
          <a:ln w="0">
            <a:noFill/>
          </a:ln>
        </p:spPr>
      </p:pic>
      <p:pic>
        <p:nvPicPr>
          <p:cNvPr id="466" name="New picture"/>
          <p:cNvPicPr/>
          <p:nvPr/>
        </p:nvPicPr>
        <p:blipFill>
          <a:blip r:embed="rId302"/>
          <a:srcRect/>
          <a:stretch>
            <a:fillRect/>
          </a:stretch>
        </p:blipFill>
        <p:spPr>
          <a:xfrm>
            <a:off x="5411247" y="4373213"/>
            <a:ext cx="58007" cy="82391"/>
          </a:xfrm>
          <a:prstGeom prst="rect"/>
          <a:ln w="0">
            <a:noFill/>
          </a:ln>
        </p:spPr>
      </p:pic>
      <p:pic>
        <p:nvPicPr>
          <p:cNvPr id="467" name="New picture"/>
          <p:cNvPicPr/>
          <p:nvPr/>
        </p:nvPicPr>
        <p:blipFill>
          <a:blip r:embed="rId303"/>
          <a:srcRect/>
          <a:stretch>
            <a:fillRect/>
          </a:stretch>
        </p:blipFill>
        <p:spPr>
          <a:xfrm>
            <a:off x="5525738" y="4373214"/>
            <a:ext cx="76391" cy="117539"/>
          </a:xfrm>
          <a:prstGeom prst="rect"/>
          <a:ln w="0">
            <a:noFill/>
          </a:ln>
        </p:spPr>
      </p:pic>
      <p:sp>
        <p:nvSpPr>
          <p:cNvPr id="468" name="New shape"/>
          <p:cNvSpPr/>
          <p:nvPr/>
        </p:nvSpPr>
        <p:spPr>
          <a:xfrm>
            <a:off x="5540978" y="438388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9" name="New picture"/>
          <p:cNvPicPr/>
          <p:nvPr/>
        </p:nvPicPr>
        <p:blipFill>
          <a:blip r:embed="rId304"/>
          <a:srcRect/>
          <a:stretch>
            <a:fillRect/>
          </a:stretch>
        </p:blipFill>
        <p:spPr>
          <a:xfrm>
            <a:off x="5615845" y="4373213"/>
            <a:ext cx="65722" cy="82391"/>
          </a:xfrm>
          <a:prstGeom prst="rect"/>
          <a:ln w="0">
            <a:noFill/>
          </a:ln>
        </p:spPr>
      </p:pic>
      <p:sp>
        <p:nvSpPr>
          <p:cNvPr id="470" name="New shape"/>
          <p:cNvSpPr/>
          <p:nvPr/>
        </p:nvSpPr>
        <p:spPr>
          <a:xfrm>
            <a:off x="5629656" y="4414456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1" name="New picture"/>
          <p:cNvPicPr/>
          <p:nvPr/>
        </p:nvPicPr>
        <p:blipFill>
          <a:blip r:embed="rId305"/>
          <a:srcRect/>
          <a:stretch>
            <a:fillRect/>
          </a:stretch>
        </p:blipFill>
        <p:spPr>
          <a:xfrm>
            <a:off x="5696807" y="4373213"/>
            <a:ext cx="58007" cy="82391"/>
          </a:xfrm>
          <a:prstGeom prst="rect"/>
          <a:ln w="0">
            <a:noFill/>
          </a:ln>
        </p:spPr>
      </p:pic>
      <p:pic>
        <p:nvPicPr>
          <p:cNvPr id="472" name="New picture"/>
          <p:cNvPicPr/>
          <p:nvPr/>
        </p:nvPicPr>
        <p:blipFill>
          <a:blip r:embed="rId306"/>
          <a:srcRect/>
          <a:stretch>
            <a:fillRect/>
          </a:stretch>
        </p:blipFill>
        <p:spPr>
          <a:xfrm>
            <a:off x="5763864" y="4373213"/>
            <a:ext cx="58102" cy="82391"/>
          </a:xfrm>
          <a:prstGeom prst="rect"/>
          <a:ln w="0">
            <a:noFill/>
          </a:ln>
        </p:spPr>
      </p:pic>
      <p:pic>
        <p:nvPicPr>
          <p:cNvPr id="473" name="New picture"/>
          <p:cNvPicPr/>
          <p:nvPr/>
        </p:nvPicPr>
        <p:blipFill>
          <a:blip r:embed="rId307"/>
          <a:srcRect/>
          <a:stretch>
            <a:fillRect/>
          </a:stretch>
        </p:blipFill>
        <p:spPr>
          <a:xfrm>
            <a:off x="5835681" y="4373214"/>
            <a:ext cx="71818" cy="82487"/>
          </a:xfrm>
          <a:prstGeom prst="rect"/>
          <a:ln w="0">
            <a:noFill/>
          </a:ln>
        </p:spPr>
      </p:pic>
      <p:sp>
        <p:nvSpPr>
          <p:cNvPr id="474" name="New shape"/>
          <p:cNvSpPr/>
          <p:nvPr/>
        </p:nvSpPr>
        <p:spPr>
          <a:xfrm>
            <a:off x="5849493" y="438397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5" name="New picture"/>
          <p:cNvPicPr/>
          <p:nvPr/>
        </p:nvPicPr>
        <p:blipFill>
          <a:blip r:embed="rId308"/>
          <a:srcRect/>
          <a:stretch>
            <a:fillRect/>
          </a:stretch>
        </p:blipFill>
        <p:spPr>
          <a:xfrm>
            <a:off x="5927312" y="4373213"/>
            <a:ext cx="41243" cy="80867"/>
          </a:xfrm>
          <a:prstGeom prst="rect"/>
          <a:ln w="0">
            <a:noFill/>
          </a:ln>
        </p:spPr>
      </p:pic>
      <p:pic>
        <p:nvPicPr>
          <p:cNvPr id="476" name="New picture"/>
          <p:cNvPicPr/>
          <p:nvPr/>
        </p:nvPicPr>
        <p:blipFill>
          <a:blip r:embed="rId309"/>
          <a:srcRect/>
          <a:stretch>
            <a:fillRect/>
          </a:stretch>
        </p:blipFill>
        <p:spPr>
          <a:xfrm>
            <a:off x="6017419" y="4373214"/>
            <a:ext cx="71818" cy="82487"/>
          </a:xfrm>
          <a:prstGeom prst="rect"/>
          <a:ln w="0">
            <a:noFill/>
          </a:ln>
        </p:spPr>
      </p:pic>
      <p:sp>
        <p:nvSpPr>
          <p:cNvPr id="477" name="New shape"/>
          <p:cNvSpPr/>
          <p:nvPr/>
        </p:nvSpPr>
        <p:spPr>
          <a:xfrm>
            <a:off x="6031230" y="438397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8" name="New picture"/>
          <p:cNvPicPr/>
          <p:nvPr/>
        </p:nvPicPr>
        <p:blipFill>
          <a:blip r:embed="rId310"/>
          <a:srcRect/>
          <a:stretch>
            <a:fillRect/>
          </a:stretch>
        </p:blipFill>
        <p:spPr>
          <a:xfrm>
            <a:off x="6109050" y="4373213"/>
            <a:ext cx="68675" cy="80867"/>
          </a:xfrm>
          <a:prstGeom prst="rect"/>
          <a:ln w="0">
            <a:noFill/>
          </a:ln>
        </p:spPr>
      </p:pic>
      <p:pic>
        <p:nvPicPr>
          <p:cNvPr id="479" name="New picture"/>
          <p:cNvPicPr/>
          <p:nvPr/>
        </p:nvPicPr>
        <p:blipFill>
          <a:blip r:embed="rId311"/>
          <a:srcRect/>
          <a:stretch>
            <a:fillRect/>
          </a:stretch>
        </p:blipFill>
        <p:spPr>
          <a:xfrm>
            <a:off x="6241923" y="4373213"/>
            <a:ext cx="42767" cy="80867"/>
          </a:xfrm>
          <a:prstGeom prst="rect"/>
          <a:ln w="0">
            <a:noFill/>
          </a:ln>
        </p:spPr>
      </p:pic>
      <p:pic>
        <p:nvPicPr>
          <p:cNvPr id="480" name="New picture"/>
          <p:cNvPicPr/>
          <p:nvPr/>
        </p:nvPicPr>
        <p:blipFill>
          <a:blip r:embed="rId312"/>
          <a:srcRect/>
          <a:stretch>
            <a:fillRect/>
          </a:stretch>
        </p:blipFill>
        <p:spPr>
          <a:xfrm>
            <a:off x="6290787" y="4373213"/>
            <a:ext cx="70199" cy="82391"/>
          </a:xfrm>
          <a:prstGeom prst="rect"/>
          <a:ln w="0">
            <a:noFill/>
          </a:ln>
        </p:spPr>
      </p:pic>
      <p:sp>
        <p:nvSpPr>
          <p:cNvPr id="481" name="New shape"/>
          <p:cNvSpPr/>
          <p:nvPr/>
        </p:nvSpPr>
        <p:spPr>
          <a:xfrm>
            <a:off x="6302978" y="438388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2" name="New picture"/>
          <p:cNvPicPr/>
          <p:nvPr/>
        </p:nvPicPr>
        <p:blipFill>
          <a:blip r:embed="rId313"/>
          <a:srcRect/>
          <a:stretch>
            <a:fillRect/>
          </a:stretch>
        </p:blipFill>
        <p:spPr>
          <a:xfrm>
            <a:off x="6368701" y="4376261"/>
            <a:ext cx="73247" cy="77819"/>
          </a:xfrm>
          <a:prstGeom prst="rect"/>
          <a:ln w="0">
            <a:noFill/>
          </a:ln>
        </p:spPr>
      </p:pic>
      <p:pic>
        <p:nvPicPr>
          <p:cNvPr id="483" name="New picture"/>
          <p:cNvPicPr/>
          <p:nvPr/>
        </p:nvPicPr>
        <p:blipFill>
          <a:blip r:embed="rId314"/>
          <a:srcRect/>
          <a:stretch>
            <a:fillRect/>
          </a:stretch>
        </p:blipFill>
        <p:spPr>
          <a:xfrm>
            <a:off x="6454140" y="4376261"/>
            <a:ext cx="70199" cy="79439"/>
          </a:xfrm>
          <a:prstGeom prst="rect"/>
          <a:ln w="0">
            <a:noFill/>
          </a:ln>
        </p:spPr>
      </p:pic>
      <p:pic>
        <p:nvPicPr>
          <p:cNvPr id="484" name="New picture"/>
          <p:cNvPicPr/>
          <p:nvPr/>
        </p:nvPicPr>
        <p:blipFill>
          <a:blip r:embed="rId315"/>
          <a:srcRect/>
          <a:stretch>
            <a:fillRect/>
          </a:stretch>
        </p:blipFill>
        <p:spPr>
          <a:xfrm>
            <a:off x="6544342" y="4373213"/>
            <a:ext cx="71724" cy="82391"/>
          </a:xfrm>
          <a:prstGeom prst="rect"/>
          <a:ln w="0">
            <a:noFill/>
          </a:ln>
        </p:spPr>
      </p:pic>
      <p:sp>
        <p:nvSpPr>
          <p:cNvPr id="485" name="New shape"/>
          <p:cNvSpPr/>
          <p:nvPr/>
        </p:nvSpPr>
        <p:spPr>
          <a:xfrm>
            <a:off x="6558057" y="438388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6" name="New picture"/>
          <p:cNvPicPr/>
          <p:nvPr/>
        </p:nvPicPr>
        <p:blipFill>
          <a:blip r:embed="rId316"/>
          <a:srcRect/>
          <a:stretch>
            <a:fillRect/>
          </a:stretch>
        </p:blipFill>
        <p:spPr>
          <a:xfrm>
            <a:off x="677418" y="4602099"/>
            <a:ext cx="74867" cy="117539"/>
          </a:xfrm>
          <a:prstGeom prst="rect"/>
          <a:ln w="0">
            <a:noFill/>
          </a:ln>
        </p:spPr>
      </p:pic>
      <p:sp>
        <p:nvSpPr>
          <p:cNvPr id="487" name="New shape"/>
          <p:cNvSpPr/>
          <p:nvPr/>
        </p:nvSpPr>
        <p:spPr>
          <a:xfrm>
            <a:off x="691134" y="461276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8" name="New picture"/>
          <p:cNvPicPr/>
          <p:nvPr/>
        </p:nvPicPr>
        <p:blipFill>
          <a:blip r:embed="rId317"/>
          <a:srcRect/>
          <a:stretch>
            <a:fillRect/>
          </a:stretch>
        </p:blipFill>
        <p:spPr>
          <a:xfrm>
            <a:off x="778193" y="4605147"/>
            <a:ext cx="68770" cy="79343"/>
          </a:xfrm>
          <a:prstGeom prst="rect"/>
          <a:ln w="0">
            <a:noFill/>
          </a:ln>
        </p:spPr>
      </p:pic>
      <p:pic>
        <p:nvPicPr>
          <p:cNvPr id="489" name="New picture"/>
          <p:cNvPicPr/>
          <p:nvPr/>
        </p:nvPicPr>
        <p:blipFill>
          <a:blip r:embed="rId318"/>
          <a:srcRect/>
          <a:stretch>
            <a:fillRect/>
          </a:stretch>
        </p:blipFill>
        <p:spPr>
          <a:xfrm>
            <a:off x="866870" y="4602099"/>
            <a:ext cx="71723" cy="82391"/>
          </a:xfrm>
          <a:prstGeom prst="rect"/>
          <a:ln w="0">
            <a:noFill/>
          </a:ln>
        </p:spPr>
      </p:pic>
      <p:sp>
        <p:nvSpPr>
          <p:cNvPr id="490" name="New shape"/>
          <p:cNvSpPr/>
          <p:nvPr/>
        </p:nvSpPr>
        <p:spPr>
          <a:xfrm>
            <a:off x="880586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1" name="New shape"/>
          <p:cNvSpPr/>
          <p:nvPr/>
        </p:nvSpPr>
        <p:spPr>
          <a:xfrm>
            <a:off x="958596" y="45750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2" name="New picture"/>
          <p:cNvPicPr/>
          <p:nvPr/>
        </p:nvPicPr>
        <p:blipFill>
          <a:blip r:embed="rId319"/>
          <a:srcRect/>
          <a:stretch>
            <a:fillRect/>
          </a:stretch>
        </p:blipFill>
        <p:spPr>
          <a:xfrm>
            <a:off x="993553" y="4602099"/>
            <a:ext cx="73247" cy="117539"/>
          </a:xfrm>
          <a:prstGeom prst="rect"/>
          <a:ln w="0">
            <a:noFill/>
          </a:ln>
        </p:spPr>
      </p:pic>
      <p:sp>
        <p:nvSpPr>
          <p:cNvPr id="493" name="New shape"/>
          <p:cNvSpPr/>
          <p:nvPr/>
        </p:nvSpPr>
        <p:spPr>
          <a:xfrm>
            <a:off x="1007269" y="461276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4" name="New picture"/>
          <p:cNvPicPr/>
          <p:nvPr/>
        </p:nvPicPr>
        <p:blipFill>
          <a:blip r:embed="rId320"/>
          <a:srcRect/>
          <a:stretch>
            <a:fillRect/>
          </a:stretch>
        </p:blipFill>
        <p:spPr>
          <a:xfrm>
            <a:off x="1092803" y="4605147"/>
            <a:ext cx="70199" cy="79343"/>
          </a:xfrm>
          <a:prstGeom prst="rect"/>
          <a:ln w="0">
            <a:noFill/>
          </a:ln>
        </p:spPr>
      </p:pic>
      <p:pic>
        <p:nvPicPr>
          <p:cNvPr id="495" name="New picture"/>
          <p:cNvPicPr/>
          <p:nvPr/>
        </p:nvPicPr>
        <p:blipFill>
          <a:blip r:embed="rId321"/>
          <a:srcRect/>
          <a:stretch>
            <a:fillRect/>
          </a:stretch>
        </p:blipFill>
        <p:spPr>
          <a:xfrm>
            <a:off x="1182910" y="4602099"/>
            <a:ext cx="70199" cy="82391"/>
          </a:xfrm>
          <a:prstGeom prst="rect"/>
          <a:ln w="0">
            <a:noFill/>
          </a:ln>
        </p:spPr>
      </p:pic>
      <p:sp>
        <p:nvSpPr>
          <p:cNvPr id="496" name="New shape"/>
          <p:cNvSpPr/>
          <p:nvPr/>
        </p:nvSpPr>
        <p:spPr>
          <a:xfrm>
            <a:off x="1195102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7" name="New picture"/>
          <p:cNvPicPr/>
          <p:nvPr/>
        </p:nvPicPr>
        <p:blipFill>
          <a:blip r:embed="rId322"/>
          <a:srcRect/>
          <a:stretch>
            <a:fillRect/>
          </a:stretch>
        </p:blipFill>
        <p:spPr>
          <a:xfrm>
            <a:off x="1265396" y="4602099"/>
            <a:ext cx="58007" cy="82391"/>
          </a:xfrm>
          <a:prstGeom prst="rect"/>
          <a:ln w="0">
            <a:noFill/>
          </a:ln>
        </p:spPr>
      </p:pic>
      <p:sp>
        <p:nvSpPr>
          <p:cNvPr id="498" name="New shape"/>
          <p:cNvSpPr/>
          <p:nvPr/>
        </p:nvSpPr>
        <p:spPr>
          <a:xfrm>
            <a:off x="1335024" y="4632960"/>
            <a:ext cx="3505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9" name="New picture"/>
          <p:cNvPicPr/>
          <p:nvPr/>
        </p:nvPicPr>
        <p:blipFill>
          <a:blip r:embed="rId323"/>
          <a:srcRect/>
          <a:stretch>
            <a:fillRect/>
          </a:stretch>
        </p:blipFill>
        <p:spPr>
          <a:xfrm>
            <a:off x="1389031" y="4605147"/>
            <a:ext cx="70199" cy="79343"/>
          </a:xfrm>
          <a:prstGeom prst="rect"/>
          <a:ln w="0">
            <a:noFill/>
          </a:ln>
        </p:spPr>
      </p:pic>
      <p:pic>
        <p:nvPicPr>
          <p:cNvPr id="500" name="New picture"/>
          <p:cNvPicPr/>
          <p:nvPr/>
        </p:nvPicPr>
        <p:blipFill>
          <a:blip r:embed="rId324"/>
          <a:srcRect/>
          <a:stretch>
            <a:fillRect/>
          </a:stretch>
        </p:blipFill>
        <p:spPr>
          <a:xfrm>
            <a:off x="1483709" y="4602099"/>
            <a:ext cx="68675" cy="80867"/>
          </a:xfrm>
          <a:prstGeom prst="rect"/>
          <a:ln w="0">
            <a:noFill/>
          </a:ln>
        </p:spPr>
      </p:pic>
      <p:pic>
        <p:nvPicPr>
          <p:cNvPr id="501" name="New picture"/>
          <p:cNvPicPr/>
          <p:nvPr/>
        </p:nvPicPr>
        <p:blipFill>
          <a:blip r:embed="rId325"/>
          <a:srcRect/>
          <a:stretch>
            <a:fillRect/>
          </a:stretch>
        </p:blipFill>
        <p:spPr>
          <a:xfrm>
            <a:off x="1572292" y="4602099"/>
            <a:ext cx="71723" cy="82391"/>
          </a:xfrm>
          <a:prstGeom prst="rect"/>
          <a:ln w="0">
            <a:noFill/>
          </a:ln>
        </p:spPr>
      </p:pic>
      <p:sp>
        <p:nvSpPr>
          <p:cNvPr id="502" name="New shape"/>
          <p:cNvSpPr/>
          <p:nvPr/>
        </p:nvSpPr>
        <p:spPr>
          <a:xfrm>
            <a:off x="1586008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3" name="New picture"/>
          <p:cNvPicPr/>
          <p:nvPr/>
        </p:nvPicPr>
        <p:blipFill>
          <a:blip r:embed="rId326"/>
          <a:srcRect/>
          <a:stretch>
            <a:fillRect/>
          </a:stretch>
        </p:blipFill>
        <p:spPr>
          <a:xfrm>
            <a:off x="1654683" y="4602099"/>
            <a:ext cx="58102" cy="82391"/>
          </a:xfrm>
          <a:prstGeom prst="rect"/>
          <a:ln w="0">
            <a:noFill/>
          </a:ln>
        </p:spPr>
      </p:pic>
      <p:pic>
        <p:nvPicPr>
          <p:cNvPr id="504" name="New picture"/>
          <p:cNvPicPr/>
          <p:nvPr/>
        </p:nvPicPr>
        <p:blipFill>
          <a:blip r:embed="rId327"/>
          <a:srcRect/>
          <a:stretch>
            <a:fillRect/>
          </a:stretch>
        </p:blipFill>
        <p:spPr>
          <a:xfrm>
            <a:off x="1766125" y="4574571"/>
            <a:ext cx="74867" cy="109918"/>
          </a:xfrm>
          <a:prstGeom prst="rect"/>
          <a:ln w="0">
            <a:noFill/>
          </a:ln>
        </p:spPr>
      </p:pic>
      <p:sp>
        <p:nvSpPr>
          <p:cNvPr id="505" name="New shape"/>
          <p:cNvSpPr/>
          <p:nvPr/>
        </p:nvSpPr>
        <p:spPr>
          <a:xfrm>
            <a:off x="1779937" y="461276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6" name="New picture"/>
          <p:cNvPicPr/>
          <p:nvPr/>
        </p:nvPicPr>
        <p:blipFill>
          <a:blip r:embed="rId328"/>
          <a:srcRect/>
          <a:stretch>
            <a:fillRect/>
          </a:stretch>
        </p:blipFill>
        <p:spPr>
          <a:xfrm>
            <a:off x="1860899" y="4602099"/>
            <a:ext cx="71723" cy="82391"/>
          </a:xfrm>
          <a:prstGeom prst="rect"/>
          <a:ln w="0">
            <a:noFill/>
          </a:ln>
        </p:spPr>
      </p:pic>
      <p:sp>
        <p:nvSpPr>
          <p:cNvPr id="507" name="New shape"/>
          <p:cNvSpPr/>
          <p:nvPr/>
        </p:nvSpPr>
        <p:spPr>
          <a:xfrm>
            <a:off x="1874615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8" name="New picture"/>
          <p:cNvPicPr/>
          <p:nvPr/>
        </p:nvPicPr>
        <p:blipFill>
          <a:blip r:embed="rId329"/>
          <a:srcRect/>
          <a:stretch>
            <a:fillRect/>
          </a:stretch>
        </p:blipFill>
        <p:spPr>
          <a:xfrm>
            <a:off x="1943290" y="4602099"/>
            <a:ext cx="58102" cy="82391"/>
          </a:xfrm>
          <a:prstGeom prst="rect"/>
          <a:ln w="0">
            <a:noFill/>
          </a:ln>
        </p:spPr>
      </p:pic>
      <p:pic>
        <p:nvPicPr>
          <p:cNvPr id="509" name="New picture"/>
          <p:cNvPicPr/>
          <p:nvPr/>
        </p:nvPicPr>
        <p:blipFill>
          <a:blip r:embed="rId330"/>
          <a:srcRect/>
          <a:stretch>
            <a:fillRect/>
          </a:stretch>
        </p:blipFill>
        <p:spPr>
          <a:xfrm>
            <a:off x="2059400" y="4602004"/>
            <a:ext cx="42767" cy="80962"/>
          </a:xfrm>
          <a:prstGeom prst="rect"/>
          <a:ln w="0">
            <a:noFill/>
          </a:ln>
        </p:spPr>
      </p:pic>
      <p:pic>
        <p:nvPicPr>
          <p:cNvPr id="510" name="New picture"/>
          <p:cNvPicPr/>
          <p:nvPr/>
        </p:nvPicPr>
        <p:blipFill>
          <a:blip r:embed="rId331"/>
          <a:srcRect/>
          <a:stretch>
            <a:fillRect/>
          </a:stretch>
        </p:blipFill>
        <p:spPr>
          <a:xfrm>
            <a:off x="2108264" y="4602099"/>
            <a:ext cx="70199" cy="82391"/>
          </a:xfrm>
          <a:prstGeom prst="rect"/>
          <a:ln w="0">
            <a:noFill/>
          </a:ln>
        </p:spPr>
      </p:pic>
      <p:sp>
        <p:nvSpPr>
          <p:cNvPr id="511" name="New shape"/>
          <p:cNvSpPr/>
          <p:nvPr/>
        </p:nvSpPr>
        <p:spPr>
          <a:xfrm>
            <a:off x="2120455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2" name="New picture"/>
          <p:cNvPicPr/>
          <p:nvPr/>
        </p:nvPicPr>
        <p:blipFill>
          <a:blip r:embed="rId332"/>
          <a:srcRect/>
          <a:stretch>
            <a:fillRect/>
          </a:stretch>
        </p:blipFill>
        <p:spPr>
          <a:xfrm>
            <a:off x="2190750" y="4602099"/>
            <a:ext cx="58007" cy="82391"/>
          </a:xfrm>
          <a:prstGeom prst="rect"/>
          <a:ln w="0">
            <a:noFill/>
          </a:ln>
        </p:spPr>
      </p:pic>
      <p:pic>
        <p:nvPicPr>
          <p:cNvPr id="513" name="New picture"/>
          <p:cNvPicPr/>
          <p:nvPr/>
        </p:nvPicPr>
        <p:blipFill>
          <a:blip r:embed="rId333"/>
          <a:srcRect/>
          <a:stretch>
            <a:fillRect/>
          </a:stretch>
        </p:blipFill>
        <p:spPr>
          <a:xfrm>
            <a:off x="2257806" y="4602099"/>
            <a:ext cx="58102" cy="82391"/>
          </a:xfrm>
          <a:prstGeom prst="rect"/>
          <a:ln w="0">
            <a:noFill/>
          </a:ln>
        </p:spPr>
      </p:pic>
      <p:pic>
        <p:nvPicPr>
          <p:cNvPr id="514" name="New picture"/>
          <p:cNvPicPr/>
          <p:nvPr/>
        </p:nvPicPr>
        <p:blipFill>
          <a:blip r:embed="rId334"/>
          <a:srcRect/>
          <a:stretch>
            <a:fillRect/>
          </a:stretch>
        </p:blipFill>
        <p:spPr>
          <a:xfrm>
            <a:off x="2329624" y="4602099"/>
            <a:ext cx="77914" cy="82486"/>
          </a:xfrm>
          <a:prstGeom prst="rect"/>
          <a:ln w="0">
            <a:noFill/>
          </a:ln>
        </p:spPr>
      </p:pic>
      <p:sp>
        <p:nvSpPr>
          <p:cNvPr id="515" name="New shape"/>
          <p:cNvSpPr/>
          <p:nvPr/>
        </p:nvSpPr>
        <p:spPr>
          <a:xfrm>
            <a:off x="2343436" y="4612862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6" name="New picture"/>
          <p:cNvPicPr/>
          <p:nvPr/>
        </p:nvPicPr>
        <p:blipFill>
          <a:blip r:embed="rId335"/>
          <a:srcRect/>
          <a:stretch>
            <a:fillRect/>
          </a:stretch>
        </p:blipFill>
        <p:spPr>
          <a:xfrm>
            <a:off x="2427446" y="4605147"/>
            <a:ext cx="70199" cy="79343"/>
          </a:xfrm>
          <a:prstGeom prst="rect"/>
          <a:ln w="0">
            <a:noFill/>
          </a:ln>
        </p:spPr>
      </p:pic>
      <p:pic>
        <p:nvPicPr>
          <p:cNvPr id="517" name="New picture"/>
          <p:cNvPicPr/>
          <p:nvPr/>
        </p:nvPicPr>
        <p:blipFill>
          <a:blip r:embed="rId336"/>
          <a:srcRect/>
          <a:stretch>
            <a:fillRect/>
          </a:stretch>
        </p:blipFill>
        <p:spPr>
          <a:xfrm>
            <a:off x="2522029" y="4602004"/>
            <a:ext cx="42767" cy="80962"/>
          </a:xfrm>
          <a:prstGeom prst="rect"/>
          <a:ln w="0">
            <a:noFill/>
          </a:ln>
        </p:spPr>
      </p:pic>
      <p:pic>
        <p:nvPicPr>
          <p:cNvPr id="518" name="New picture"/>
          <p:cNvPicPr/>
          <p:nvPr/>
        </p:nvPicPr>
        <p:blipFill>
          <a:blip r:embed="rId337"/>
          <a:srcRect/>
          <a:stretch>
            <a:fillRect/>
          </a:stretch>
        </p:blipFill>
        <p:spPr>
          <a:xfrm>
            <a:off x="2569464" y="4602099"/>
            <a:ext cx="64103" cy="82391"/>
          </a:xfrm>
          <a:prstGeom prst="rect"/>
          <a:ln w="0">
            <a:noFill/>
          </a:ln>
        </p:spPr>
      </p:pic>
      <p:pic>
        <p:nvPicPr>
          <p:cNvPr id="519" name="New picture"/>
          <p:cNvPicPr/>
          <p:nvPr/>
        </p:nvPicPr>
        <p:blipFill>
          <a:blip r:embed="rId338"/>
          <a:srcRect/>
          <a:stretch>
            <a:fillRect/>
          </a:stretch>
        </p:blipFill>
        <p:spPr>
          <a:xfrm>
            <a:off x="2644330" y="4602099"/>
            <a:ext cx="71723" cy="82391"/>
          </a:xfrm>
          <a:prstGeom prst="rect"/>
          <a:ln w="0">
            <a:noFill/>
          </a:ln>
        </p:spPr>
      </p:pic>
      <p:sp>
        <p:nvSpPr>
          <p:cNvPr id="520" name="New shape"/>
          <p:cNvSpPr/>
          <p:nvPr/>
        </p:nvSpPr>
        <p:spPr>
          <a:xfrm>
            <a:off x="2658046" y="461276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1" name="New picture"/>
          <p:cNvPicPr/>
          <p:nvPr/>
        </p:nvPicPr>
        <p:blipFill>
          <a:blip r:embed="rId339"/>
          <a:srcRect/>
          <a:stretch>
            <a:fillRect/>
          </a:stretch>
        </p:blipFill>
        <p:spPr>
          <a:xfrm>
            <a:off x="2726627" y="4602099"/>
            <a:ext cx="58102" cy="82391"/>
          </a:xfrm>
          <a:prstGeom prst="rect"/>
          <a:ln w="0">
            <a:noFill/>
          </a:ln>
        </p:spPr>
      </p:pic>
      <p:sp>
        <p:nvSpPr>
          <p:cNvPr id="522" name="New shape"/>
          <p:cNvSpPr/>
          <p:nvPr/>
        </p:nvSpPr>
        <p:spPr>
          <a:xfrm>
            <a:off x="2842260" y="45750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3" name="New picture"/>
          <p:cNvPicPr/>
          <p:nvPr/>
        </p:nvPicPr>
        <p:blipFill>
          <a:blip r:embed="rId340"/>
          <a:srcRect/>
          <a:stretch>
            <a:fillRect/>
          </a:stretch>
        </p:blipFill>
        <p:spPr>
          <a:xfrm>
            <a:off x="2877788" y="4602099"/>
            <a:ext cx="70295" cy="82391"/>
          </a:xfrm>
          <a:prstGeom prst="rect"/>
          <a:ln w="0">
            <a:noFill/>
          </a:ln>
        </p:spPr>
      </p:pic>
      <p:sp>
        <p:nvSpPr>
          <p:cNvPr id="524" name="New shape"/>
          <p:cNvSpPr/>
          <p:nvPr/>
        </p:nvSpPr>
        <p:spPr>
          <a:xfrm>
            <a:off x="2890076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5" name="New picture"/>
          <p:cNvPicPr/>
          <p:nvPr/>
        </p:nvPicPr>
        <p:blipFill>
          <a:blip r:embed="rId341"/>
          <a:srcRect/>
          <a:stretch>
            <a:fillRect/>
          </a:stretch>
        </p:blipFill>
        <p:spPr>
          <a:xfrm>
            <a:off x="2960370" y="4602099"/>
            <a:ext cx="58007" cy="82391"/>
          </a:xfrm>
          <a:prstGeom prst="rect"/>
          <a:ln w="0">
            <a:noFill/>
          </a:ln>
        </p:spPr>
      </p:pic>
      <p:pic>
        <p:nvPicPr>
          <p:cNvPr id="526" name="New picture"/>
          <p:cNvPicPr/>
          <p:nvPr/>
        </p:nvPicPr>
        <p:blipFill>
          <a:blip r:embed="rId342"/>
          <a:srcRect/>
          <a:stretch>
            <a:fillRect/>
          </a:stretch>
        </p:blipFill>
        <p:spPr>
          <a:xfrm>
            <a:off x="3076480" y="4602194"/>
            <a:ext cx="74771" cy="117443"/>
          </a:xfrm>
          <a:prstGeom prst="rect"/>
          <a:ln w="0">
            <a:noFill/>
          </a:ln>
        </p:spPr>
      </p:pic>
      <p:sp>
        <p:nvSpPr>
          <p:cNvPr id="527" name="New shape"/>
          <p:cNvSpPr/>
          <p:nvPr/>
        </p:nvSpPr>
        <p:spPr>
          <a:xfrm>
            <a:off x="3090196" y="461286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28" name="New shape"/>
          <p:cNvSpPr/>
          <p:nvPr/>
        </p:nvSpPr>
        <p:spPr>
          <a:xfrm>
            <a:off x="3171444" y="45750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9" name="New picture"/>
          <p:cNvPicPr/>
          <p:nvPr/>
        </p:nvPicPr>
        <p:blipFill>
          <a:blip r:embed="rId343"/>
          <a:srcRect/>
          <a:stretch>
            <a:fillRect/>
          </a:stretch>
        </p:blipFill>
        <p:spPr>
          <a:xfrm>
            <a:off x="3210782" y="4605147"/>
            <a:ext cx="70199" cy="79343"/>
          </a:xfrm>
          <a:prstGeom prst="rect"/>
          <a:ln w="0">
            <a:noFill/>
          </a:ln>
        </p:spPr>
      </p:pic>
      <p:pic>
        <p:nvPicPr>
          <p:cNvPr id="530" name="New picture"/>
          <p:cNvPicPr/>
          <p:nvPr/>
        </p:nvPicPr>
        <p:blipFill>
          <a:blip r:embed="rId344"/>
          <a:srcRect/>
          <a:stretch>
            <a:fillRect/>
          </a:stretch>
        </p:blipFill>
        <p:spPr>
          <a:xfrm>
            <a:off x="3293269" y="4602099"/>
            <a:ext cx="58007" cy="82391"/>
          </a:xfrm>
          <a:prstGeom prst="rect"/>
          <a:ln w="0">
            <a:noFill/>
          </a:ln>
        </p:spPr>
      </p:pic>
      <p:pic>
        <p:nvPicPr>
          <p:cNvPr id="531" name="New picture"/>
          <p:cNvPicPr/>
          <p:nvPr/>
        </p:nvPicPr>
        <p:blipFill>
          <a:blip r:embed="rId345"/>
          <a:srcRect/>
          <a:stretch>
            <a:fillRect/>
          </a:stretch>
        </p:blipFill>
        <p:spPr>
          <a:xfrm>
            <a:off x="3409283" y="4602099"/>
            <a:ext cx="74866" cy="117539"/>
          </a:xfrm>
          <a:prstGeom prst="rect"/>
          <a:ln w="0">
            <a:noFill/>
          </a:ln>
        </p:spPr>
      </p:pic>
      <p:sp>
        <p:nvSpPr>
          <p:cNvPr id="532" name="New shape"/>
          <p:cNvSpPr/>
          <p:nvPr/>
        </p:nvSpPr>
        <p:spPr>
          <a:xfrm>
            <a:off x="3422999" y="461276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3" name="New picture"/>
          <p:cNvPicPr/>
          <p:nvPr/>
        </p:nvPicPr>
        <p:blipFill>
          <a:blip r:embed="rId346"/>
          <a:srcRect/>
          <a:stretch>
            <a:fillRect/>
          </a:stretch>
        </p:blipFill>
        <p:spPr>
          <a:xfrm>
            <a:off x="3500818" y="4602099"/>
            <a:ext cx="77915" cy="82391"/>
          </a:xfrm>
          <a:prstGeom prst="rect"/>
          <a:ln w="0">
            <a:noFill/>
          </a:ln>
        </p:spPr>
      </p:pic>
      <p:sp>
        <p:nvSpPr>
          <p:cNvPr id="534" name="New shape"/>
          <p:cNvSpPr/>
          <p:nvPr/>
        </p:nvSpPr>
        <p:spPr>
          <a:xfrm>
            <a:off x="3513010" y="4612767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5" name="New picture"/>
          <p:cNvPicPr/>
          <p:nvPr/>
        </p:nvPicPr>
        <p:blipFill>
          <a:blip r:embed="rId347"/>
          <a:srcRect/>
          <a:stretch>
            <a:fillRect/>
          </a:stretch>
        </p:blipFill>
        <p:spPr>
          <a:xfrm>
            <a:off x="3598640" y="4602194"/>
            <a:ext cx="74771" cy="117443"/>
          </a:xfrm>
          <a:prstGeom prst="rect"/>
          <a:ln w="0">
            <a:noFill/>
          </a:ln>
        </p:spPr>
      </p:pic>
      <p:sp>
        <p:nvSpPr>
          <p:cNvPr id="536" name="New shape"/>
          <p:cNvSpPr/>
          <p:nvPr/>
        </p:nvSpPr>
        <p:spPr>
          <a:xfrm>
            <a:off x="3612356" y="461286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7" name="New picture"/>
          <p:cNvPicPr/>
          <p:nvPr/>
        </p:nvPicPr>
        <p:blipFill>
          <a:blip r:embed="rId348"/>
          <a:srcRect/>
          <a:stretch>
            <a:fillRect/>
          </a:stretch>
        </p:blipFill>
        <p:spPr>
          <a:xfrm>
            <a:off x="3693319" y="4605147"/>
            <a:ext cx="70199" cy="79343"/>
          </a:xfrm>
          <a:prstGeom prst="rect"/>
          <a:ln w="0">
            <a:noFill/>
          </a:ln>
        </p:spPr>
      </p:pic>
      <p:sp>
        <p:nvSpPr>
          <p:cNvPr id="538" name="New shape"/>
          <p:cNvSpPr/>
          <p:nvPr/>
        </p:nvSpPr>
        <p:spPr>
          <a:xfrm>
            <a:off x="3788664" y="45750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9" name="New picture"/>
          <p:cNvPicPr/>
          <p:nvPr/>
        </p:nvPicPr>
        <p:blipFill>
          <a:blip r:embed="rId349"/>
          <a:srcRect/>
          <a:stretch>
            <a:fillRect/>
          </a:stretch>
        </p:blipFill>
        <p:spPr>
          <a:xfrm>
            <a:off x="3821621" y="4602099"/>
            <a:ext cx="65627" cy="82486"/>
          </a:xfrm>
          <a:prstGeom prst="rect"/>
          <a:ln w="0">
            <a:noFill/>
          </a:ln>
        </p:spPr>
      </p:pic>
      <p:sp>
        <p:nvSpPr>
          <p:cNvPr id="540" name="New shape"/>
          <p:cNvSpPr/>
          <p:nvPr/>
        </p:nvSpPr>
        <p:spPr>
          <a:xfrm>
            <a:off x="3833812" y="4643342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41" name="New shape"/>
          <p:cNvSpPr/>
          <p:nvPr/>
        </p:nvSpPr>
        <p:spPr>
          <a:xfrm>
            <a:off x="3911727" y="460514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2" name="New picture"/>
          <p:cNvPicPr/>
          <p:nvPr/>
        </p:nvPicPr>
        <p:blipFill>
          <a:blip r:embed="rId350"/>
          <a:srcRect/>
          <a:stretch>
            <a:fillRect/>
          </a:stretch>
        </p:blipFill>
        <p:spPr>
          <a:xfrm>
            <a:off x="3910203" y="4570000"/>
            <a:ext cx="16764" cy="16764"/>
          </a:xfrm>
          <a:prstGeom prst="rect"/>
          <a:ln w="0">
            <a:noFill/>
          </a:ln>
        </p:spPr>
      </p:pic>
      <p:pic>
        <p:nvPicPr>
          <p:cNvPr id="543" name="New picture"/>
          <p:cNvPicPr/>
          <p:nvPr/>
        </p:nvPicPr>
        <p:blipFill>
          <a:blip r:embed="rId351"/>
          <a:srcRect/>
          <a:stretch>
            <a:fillRect/>
          </a:stretch>
        </p:blipFill>
        <p:spPr>
          <a:xfrm>
            <a:off x="3949827" y="4602099"/>
            <a:ext cx="42767" cy="80867"/>
          </a:xfrm>
          <a:prstGeom prst="rect"/>
          <a:ln w="0">
            <a:noFill/>
          </a:ln>
        </p:spPr>
      </p:pic>
      <p:pic>
        <p:nvPicPr>
          <p:cNvPr id="544" name="New picture"/>
          <p:cNvPicPr/>
          <p:nvPr/>
        </p:nvPicPr>
        <p:blipFill>
          <a:blip r:embed="rId352"/>
          <a:srcRect/>
          <a:stretch>
            <a:fillRect/>
          </a:stretch>
        </p:blipFill>
        <p:spPr>
          <a:xfrm>
            <a:off x="3998786" y="4602099"/>
            <a:ext cx="70199" cy="82391"/>
          </a:xfrm>
          <a:prstGeom prst="rect"/>
          <a:ln w="0">
            <a:noFill/>
          </a:ln>
        </p:spPr>
      </p:pic>
      <p:sp>
        <p:nvSpPr>
          <p:cNvPr id="545" name="New shape"/>
          <p:cNvSpPr/>
          <p:nvPr/>
        </p:nvSpPr>
        <p:spPr>
          <a:xfrm>
            <a:off x="4010978" y="461276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6" name="New picture"/>
          <p:cNvPicPr/>
          <p:nvPr/>
        </p:nvPicPr>
        <p:blipFill>
          <a:blip r:embed="rId353"/>
          <a:srcRect/>
          <a:stretch>
            <a:fillRect/>
          </a:stretch>
        </p:blipFill>
        <p:spPr>
          <a:xfrm>
            <a:off x="4081176" y="4602099"/>
            <a:ext cx="58007" cy="82391"/>
          </a:xfrm>
          <a:prstGeom prst="rect"/>
          <a:ln w="0">
            <a:noFill/>
          </a:ln>
        </p:spPr>
      </p:pic>
      <p:pic>
        <p:nvPicPr>
          <p:cNvPr id="547" name="New picture"/>
          <p:cNvPicPr/>
          <p:nvPr/>
        </p:nvPicPr>
        <p:blipFill>
          <a:blip r:embed="rId354"/>
          <a:srcRect/>
          <a:stretch>
            <a:fillRect/>
          </a:stretch>
        </p:blipFill>
        <p:spPr>
          <a:xfrm>
            <a:off x="4187952" y="4602099"/>
            <a:ext cx="58102" cy="82391"/>
          </a:xfrm>
          <a:prstGeom prst="rect"/>
          <a:ln w="0">
            <a:noFill/>
          </a:ln>
        </p:spPr>
      </p:pic>
      <p:pic>
        <p:nvPicPr>
          <p:cNvPr id="548" name="New picture"/>
          <p:cNvPicPr/>
          <p:nvPr/>
        </p:nvPicPr>
        <p:blipFill>
          <a:blip r:embed="rId355"/>
          <a:srcRect/>
          <a:stretch>
            <a:fillRect/>
          </a:stretch>
        </p:blipFill>
        <p:spPr>
          <a:xfrm>
            <a:off x="4264438" y="4605147"/>
            <a:ext cx="68675" cy="79343"/>
          </a:xfrm>
          <a:prstGeom prst="rect"/>
          <a:ln w="0">
            <a:noFill/>
          </a:ln>
        </p:spPr>
      </p:pic>
      <p:pic>
        <p:nvPicPr>
          <p:cNvPr id="549" name="New picture"/>
          <p:cNvPicPr/>
          <p:nvPr/>
        </p:nvPicPr>
        <p:blipFill>
          <a:blip r:embed="rId356"/>
          <a:srcRect/>
          <a:stretch>
            <a:fillRect/>
          </a:stretch>
        </p:blipFill>
        <p:spPr>
          <a:xfrm>
            <a:off x="4357592" y="4602099"/>
            <a:ext cx="42767" cy="80867"/>
          </a:xfrm>
          <a:prstGeom prst="rect"/>
          <a:ln w="0">
            <a:noFill/>
          </a:ln>
        </p:spPr>
      </p:pic>
      <p:sp>
        <p:nvSpPr>
          <p:cNvPr id="550" name="New shape"/>
          <p:cNvSpPr/>
          <p:nvPr/>
        </p:nvSpPr>
        <p:spPr>
          <a:xfrm>
            <a:off x="4453128" y="45750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1" name="New picture"/>
          <p:cNvPicPr/>
          <p:nvPr/>
        </p:nvPicPr>
        <p:blipFill>
          <a:blip r:embed="rId357"/>
          <a:srcRect/>
          <a:stretch>
            <a:fillRect/>
          </a:stretch>
        </p:blipFill>
        <p:spPr>
          <a:xfrm>
            <a:off x="4488846" y="4602099"/>
            <a:ext cx="70295" cy="82391"/>
          </a:xfrm>
          <a:prstGeom prst="rect"/>
          <a:ln w="0">
            <a:noFill/>
          </a:ln>
        </p:spPr>
      </p:pic>
      <p:sp>
        <p:nvSpPr>
          <p:cNvPr id="552" name="New shape"/>
          <p:cNvSpPr/>
          <p:nvPr/>
        </p:nvSpPr>
        <p:spPr>
          <a:xfrm>
            <a:off x="4501134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3" name="New picture"/>
          <p:cNvPicPr/>
          <p:nvPr/>
        </p:nvPicPr>
        <p:blipFill>
          <a:blip r:embed="rId358"/>
          <a:srcRect/>
          <a:stretch>
            <a:fillRect/>
          </a:stretch>
        </p:blipFill>
        <p:spPr>
          <a:xfrm>
            <a:off x="4618672" y="4602099"/>
            <a:ext cx="120682" cy="80867"/>
          </a:xfrm>
          <a:prstGeom prst="rect"/>
          <a:ln w="0">
            <a:noFill/>
          </a:ln>
        </p:spPr>
      </p:pic>
      <p:pic>
        <p:nvPicPr>
          <p:cNvPr id="554" name="New picture"/>
          <p:cNvPicPr/>
          <p:nvPr/>
        </p:nvPicPr>
        <p:blipFill>
          <a:blip r:embed="rId359"/>
          <a:srcRect/>
          <a:stretch>
            <a:fillRect/>
          </a:stretch>
        </p:blipFill>
        <p:spPr>
          <a:xfrm>
            <a:off x="4757642" y="4602099"/>
            <a:ext cx="65627" cy="82391"/>
          </a:xfrm>
          <a:prstGeom prst="rect"/>
          <a:ln w="0">
            <a:noFill/>
          </a:ln>
        </p:spPr>
      </p:pic>
      <p:sp>
        <p:nvSpPr>
          <p:cNvPr id="555" name="New shape"/>
          <p:cNvSpPr/>
          <p:nvPr/>
        </p:nvSpPr>
        <p:spPr>
          <a:xfrm>
            <a:off x="4769834" y="4643342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6" name="New picture"/>
          <p:cNvPicPr/>
          <p:nvPr/>
        </p:nvPicPr>
        <p:blipFill>
          <a:blip r:embed="rId360"/>
          <a:srcRect/>
          <a:stretch>
            <a:fillRect/>
          </a:stretch>
        </p:blipFill>
        <p:spPr>
          <a:xfrm>
            <a:off x="4841653" y="4602099"/>
            <a:ext cx="64103" cy="82391"/>
          </a:xfrm>
          <a:prstGeom prst="rect"/>
          <a:ln w="0">
            <a:noFill/>
          </a:ln>
        </p:spPr>
      </p:pic>
      <p:pic>
        <p:nvPicPr>
          <p:cNvPr id="557" name="New picture"/>
          <p:cNvPicPr/>
          <p:nvPr/>
        </p:nvPicPr>
        <p:blipFill>
          <a:blip r:embed="rId361"/>
          <a:srcRect/>
          <a:stretch>
            <a:fillRect/>
          </a:stretch>
        </p:blipFill>
        <p:spPr>
          <a:xfrm>
            <a:off x="4924044" y="4574667"/>
            <a:ext cx="68771" cy="108299"/>
          </a:xfrm>
          <a:prstGeom prst="rect"/>
          <a:ln w="0">
            <a:noFill/>
          </a:ln>
        </p:spPr>
      </p:pic>
      <p:sp>
        <p:nvSpPr>
          <p:cNvPr id="558" name="New shape"/>
          <p:cNvSpPr/>
          <p:nvPr/>
        </p:nvSpPr>
        <p:spPr>
          <a:xfrm>
            <a:off x="5018818" y="460514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9" name="New picture"/>
          <p:cNvPicPr/>
          <p:nvPr/>
        </p:nvPicPr>
        <p:blipFill>
          <a:blip r:embed="rId362"/>
          <a:srcRect/>
          <a:stretch>
            <a:fillRect/>
          </a:stretch>
        </p:blipFill>
        <p:spPr>
          <a:xfrm>
            <a:off x="5017198" y="4570095"/>
            <a:ext cx="16859" cy="16764"/>
          </a:xfrm>
          <a:prstGeom prst="rect"/>
          <a:ln w="0">
            <a:noFill/>
          </a:ln>
        </p:spPr>
      </p:pic>
      <p:pic>
        <p:nvPicPr>
          <p:cNvPr id="560" name="New picture"/>
          <p:cNvPicPr/>
          <p:nvPr/>
        </p:nvPicPr>
        <p:blipFill>
          <a:blip r:embed="rId363"/>
          <a:srcRect/>
          <a:stretch>
            <a:fillRect/>
          </a:stretch>
        </p:blipFill>
        <p:spPr>
          <a:xfrm>
            <a:off x="5056918" y="4602099"/>
            <a:ext cx="70199" cy="80867"/>
          </a:xfrm>
          <a:prstGeom prst="rect"/>
          <a:ln w="0">
            <a:noFill/>
          </a:ln>
        </p:spPr>
      </p:pic>
      <p:pic>
        <p:nvPicPr>
          <p:cNvPr id="561" name="New picture"/>
          <p:cNvPicPr/>
          <p:nvPr/>
        </p:nvPicPr>
        <p:blipFill>
          <a:blip r:embed="rId364"/>
          <a:srcRect/>
          <a:stretch>
            <a:fillRect/>
          </a:stretch>
        </p:blipFill>
        <p:spPr>
          <a:xfrm>
            <a:off x="5147024" y="4602099"/>
            <a:ext cx="70295" cy="82391"/>
          </a:xfrm>
          <a:prstGeom prst="rect"/>
          <a:ln w="0">
            <a:noFill/>
          </a:ln>
        </p:spPr>
      </p:pic>
      <p:sp>
        <p:nvSpPr>
          <p:cNvPr id="562" name="New shape"/>
          <p:cNvSpPr/>
          <p:nvPr/>
        </p:nvSpPr>
        <p:spPr>
          <a:xfrm>
            <a:off x="5159216" y="461276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63" name="New shape"/>
          <p:cNvSpPr/>
          <p:nvPr/>
        </p:nvSpPr>
        <p:spPr>
          <a:xfrm>
            <a:off x="5279136" y="45750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4" name="New picture"/>
          <p:cNvPicPr/>
          <p:nvPr/>
        </p:nvPicPr>
        <p:blipFill>
          <a:blip r:embed="rId365"/>
          <a:srcRect/>
          <a:stretch>
            <a:fillRect/>
          </a:stretch>
        </p:blipFill>
        <p:spPr>
          <a:xfrm>
            <a:off x="5311901" y="4602099"/>
            <a:ext cx="71818" cy="82487"/>
          </a:xfrm>
          <a:prstGeom prst="rect"/>
          <a:ln w="0">
            <a:noFill/>
          </a:ln>
        </p:spPr>
      </p:pic>
      <p:sp>
        <p:nvSpPr>
          <p:cNvPr id="565" name="New shape"/>
          <p:cNvSpPr/>
          <p:nvPr/>
        </p:nvSpPr>
        <p:spPr>
          <a:xfrm>
            <a:off x="5325713" y="4612862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6" name="New picture"/>
          <p:cNvPicPr/>
          <p:nvPr/>
        </p:nvPicPr>
        <p:blipFill>
          <a:blip r:embed="rId366"/>
          <a:srcRect/>
          <a:stretch>
            <a:fillRect/>
          </a:stretch>
        </p:blipFill>
        <p:spPr>
          <a:xfrm>
            <a:off x="5397436" y="4602194"/>
            <a:ext cx="65627" cy="82391"/>
          </a:xfrm>
          <a:prstGeom prst="rect"/>
          <a:ln w="0">
            <a:noFill/>
          </a:ln>
        </p:spPr>
      </p:pic>
      <p:sp>
        <p:nvSpPr>
          <p:cNvPr id="567" name="New shape"/>
          <p:cNvSpPr/>
          <p:nvPr/>
        </p:nvSpPr>
        <p:spPr>
          <a:xfrm>
            <a:off x="5411152" y="464334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8" name="New picture"/>
          <p:cNvPicPr/>
          <p:nvPr/>
        </p:nvPicPr>
        <p:blipFill>
          <a:blip r:embed="rId367"/>
          <a:srcRect/>
          <a:stretch>
            <a:fillRect/>
          </a:stretch>
        </p:blipFill>
        <p:spPr>
          <a:xfrm>
            <a:off x="5486019" y="4602099"/>
            <a:ext cx="42767" cy="80867"/>
          </a:xfrm>
          <a:prstGeom prst="rect"/>
          <a:ln w="0">
            <a:noFill/>
          </a:ln>
        </p:spPr>
      </p:pic>
      <p:pic>
        <p:nvPicPr>
          <p:cNvPr id="569" name="New picture"/>
          <p:cNvPicPr/>
          <p:nvPr/>
        </p:nvPicPr>
        <p:blipFill>
          <a:blip r:embed="rId368"/>
          <a:srcRect/>
          <a:stretch>
            <a:fillRect/>
          </a:stretch>
        </p:blipFill>
        <p:spPr>
          <a:xfrm>
            <a:off x="5542503" y="4602099"/>
            <a:ext cx="68675" cy="80867"/>
          </a:xfrm>
          <a:prstGeom prst="rect"/>
          <a:ln w="0">
            <a:noFill/>
          </a:ln>
        </p:spPr>
      </p:pic>
      <p:sp>
        <p:nvSpPr>
          <p:cNvPr id="570" name="New shape"/>
          <p:cNvSpPr/>
          <p:nvPr/>
        </p:nvSpPr>
        <p:spPr>
          <a:xfrm>
            <a:off x="5637277" y="460514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1" name="New picture"/>
          <p:cNvPicPr/>
          <p:nvPr/>
        </p:nvPicPr>
        <p:blipFill>
          <a:blip r:embed="rId369"/>
          <a:srcRect/>
          <a:stretch>
            <a:fillRect/>
          </a:stretch>
        </p:blipFill>
        <p:spPr>
          <a:xfrm>
            <a:off x="5635752" y="4570095"/>
            <a:ext cx="16859" cy="16764"/>
          </a:xfrm>
          <a:prstGeom prst="rect"/>
          <a:ln w="0">
            <a:noFill/>
          </a:ln>
        </p:spPr>
      </p:pic>
      <p:pic>
        <p:nvPicPr>
          <p:cNvPr id="572" name="New picture"/>
          <p:cNvPicPr/>
          <p:nvPr/>
        </p:nvPicPr>
        <p:blipFill>
          <a:blip r:embed="rId370"/>
          <a:srcRect/>
          <a:stretch>
            <a:fillRect/>
          </a:stretch>
        </p:blipFill>
        <p:spPr>
          <a:xfrm>
            <a:off x="5675376" y="4602099"/>
            <a:ext cx="70199" cy="80867"/>
          </a:xfrm>
          <a:prstGeom prst="rect"/>
          <a:ln w="0">
            <a:noFill/>
          </a:ln>
        </p:spPr>
      </p:pic>
      <p:pic>
        <p:nvPicPr>
          <p:cNvPr id="573" name="New picture"/>
          <p:cNvPicPr/>
          <p:nvPr/>
        </p:nvPicPr>
        <p:blipFill>
          <a:blip r:embed="rId371"/>
          <a:srcRect/>
          <a:stretch>
            <a:fillRect/>
          </a:stretch>
        </p:blipFill>
        <p:spPr>
          <a:xfrm>
            <a:off x="5760910" y="4603623"/>
            <a:ext cx="77819" cy="117539"/>
          </a:xfrm>
          <a:prstGeom prst="rect"/>
          <a:ln w="0">
            <a:noFill/>
          </a:ln>
        </p:spPr>
      </p:pic>
      <p:sp>
        <p:nvSpPr>
          <p:cNvPr id="574" name="New shape"/>
          <p:cNvSpPr/>
          <p:nvPr/>
        </p:nvSpPr>
        <p:spPr>
          <a:xfrm>
            <a:off x="5777674" y="4612767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5" name="New shape"/>
          <p:cNvSpPr/>
          <p:nvPr/>
        </p:nvSpPr>
        <p:spPr>
          <a:xfrm>
            <a:off x="5773102" y="4681442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6" name="New picture"/>
          <p:cNvPicPr/>
          <p:nvPr/>
        </p:nvPicPr>
        <p:blipFill>
          <a:blip r:embed="rId372"/>
          <a:srcRect/>
          <a:stretch>
            <a:fillRect/>
          </a:stretch>
        </p:blipFill>
        <p:spPr>
          <a:xfrm>
            <a:off x="5846445" y="4666202"/>
            <a:ext cx="21336" cy="42767"/>
          </a:xfrm>
          <a:prstGeom prst="rect"/>
          <a:ln w="0">
            <a:noFill/>
          </a:ln>
        </p:spPr>
      </p:pic>
      <p:pic>
        <p:nvPicPr>
          <p:cNvPr id="577" name="New picture"/>
          <p:cNvPicPr/>
          <p:nvPr/>
        </p:nvPicPr>
        <p:blipFill>
          <a:blip r:embed="rId373"/>
          <a:srcRect/>
          <a:stretch>
            <a:fillRect/>
          </a:stretch>
        </p:blipFill>
        <p:spPr>
          <a:xfrm>
            <a:off x="5927313" y="4602099"/>
            <a:ext cx="74866" cy="117539"/>
          </a:xfrm>
          <a:prstGeom prst="rect"/>
          <a:ln w="0">
            <a:noFill/>
          </a:ln>
        </p:spPr>
      </p:pic>
      <p:sp>
        <p:nvSpPr>
          <p:cNvPr id="578" name="New shape"/>
          <p:cNvSpPr/>
          <p:nvPr/>
        </p:nvSpPr>
        <p:spPr>
          <a:xfrm>
            <a:off x="5941028" y="461276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9" name="New picture"/>
          <p:cNvPicPr/>
          <p:nvPr/>
        </p:nvPicPr>
        <p:blipFill>
          <a:blip r:embed="rId374"/>
          <a:srcRect/>
          <a:stretch>
            <a:fillRect/>
          </a:stretch>
        </p:blipFill>
        <p:spPr>
          <a:xfrm>
            <a:off x="6028087" y="4605147"/>
            <a:ext cx="68675" cy="79439"/>
          </a:xfrm>
          <a:prstGeom prst="rect"/>
          <a:ln w="0">
            <a:noFill/>
          </a:ln>
        </p:spPr>
      </p:pic>
      <p:sp>
        <p:nvSpPr>
          <p:cNvPr id="580" name="New shape"/>
          <p:cNvSpPr/>
          <p:nvPr/>
        </p:nvSpPr>
        <p:spPr>
          <a:xfrm>
            <a:off x="6122765" y="4605147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1" name="New picture"/>
          <p:cNvPicPr/>
          <p:nvPr/>
        </p:nvPicPr>
        <p:blipFill>
          <a:blip r:embed="rId375"/>
          <a:srcRect/>
          <a:stretch>
            <a:fillRect/>
          </a:stretch>
        </p:blipFill>
        <p:spPr>
          <a:xfrm>
            <a:off x="6121241" y="4570095"/>
            <a:ext cx="16859" cy="16764"/>
          </a:xfrm>
          <a:prstGeom prst="rect"/>
          <a:ln w="0">
            <a:noFill/>
          </a:ln>
        </p:spPr>
      </p:pic>
      <p:pic>
        <p:nvPicPr>
          <p:cNvPr id="582" name="New picture"/>
          <p:cNvPicPr/>
          <p:nvPr/>
        </p:nvPicPr>
        <p:blipFill>
          <a:blip r:embed="rId376"/>
          <a:srcRect/>
          <a:stretch>
            <a:fillRect/>
          </a:stretch>
        </p:blipFill>
        <p:spPr>
          <a:xfrm>
            <a:off x="674370" y="4830985"/>
            <a:ext cx="58007" cy="82486"/>
          </a:xfrm>
          <a:prstGeom prst="rect"/>
          <a:ln w="0">
            <a:noFill/>
          </a:ln>
        </p:spPr>
      </p:pic>
      <p:sp>
        <p:nvSpPr>
          <p:cNvPr id="583" name="New shape"/>
          <p:cNvSpPr/>
          <p:nvPr/>
        </p:nvSpPr>
        <p:spPr>
          <a:xfrm>
            <a:off x="747712" y="4803553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4" name="New picture"/>
          <p:cNvPicPr/>
          <p:nvPr/>
        </p:nvPicPr>
        <p:blipFill>
          <a:blip r:embed="rId377"/>
          <a:srcRect/>
          <a:stretch>
            <a:fillRect/>
          </a:stretch>
        </p:blipFill>
        <p:spPr>
          <a:xfrm>
            <a:off x="776668" y="4830985"/>
            <a:ext cx="65723" cy="82486"/>
          </a:xfrm>
          <a:prstGeom prst="rect"/>
          <a:ln w="0">
            <a:noFill/>
          </a:ln>
        </p:spPr>
      </p:pic>
      <p:sp>
        <p:nvSpPr>
          <p:cNvPr id="585" name="New shape"/>
          <p:cNvSpPr/>
          <p:nvPr/>
        </p:nvSpPr>
        <p:spPr>
          <a:xfrm>
            <a:off x="790385" y="4872228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6" name="New picture"/>
          <p:cNvPicPr/>
          <p:nvPr/>
        </p:nvPicPr>
        <p:blipFill>
          <a:blip r:embed="rId378"/>
          <a:srcRect/>
          <a:stretch>
            <a:fillRect/>
          </a:stretch>
        </p:blipFill>
        <p:spPr>
          <a:xfrm>
            <a:off x="862203" y="4803553"/>
            <a:ext cx="74866" cy="109918"/>
          </a:xfrm>
          <a:prstGeom prst="rect"/>
          <a:ln w="0">
            <a:noFill/>
          </a:ln>
        </p:spPr>
      </p:pic>
      <p:sp>
        <p:nvSpPr>
          <p:cNvPr id="587" name="New shape"/>
          <p:cNvSpPr/>
          <p:nvPr/>
        </p:nvSpPr>
        <p:spPr>
          <a:xfrm>
            <a:off x="874395" y="484165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8" name="New picture"/>
          <p:cNvPicPr/>
          <p:nvPr/>
        </p:nvPicPr>
        <p:blipFill>
          <a:blip r:embed="rId379"/>
          <a:srcRect/>
          <a:stretch>
            <a:fillRect/>
          </a:stretch>
        </p:blipFill>
        <p:spPr>
          <a:xfrm>
            <a:off x="961454" y="4830985"/>
            <a:ext cx="42767" cy="80962"/>
          </a:xfrm>
          <a:prstGeom prst="rect"/>
          <a:ln w="0">
            <a:noFill/>
          </a:ln>
        </p:spPr>
      </p:pic>
      <p:pic>
        <p:nvPicPr>
          <p:cNvPr id="589" name="New picture"/>
          <p:cNvPicPr/>
          <p:nvPr/>
        </p:nvPicPr>
        <p:blipFill>
          <a:blip r:embed="rId380"/>
          <a:srcRect/>
          <a:stretch>
            <a:fillRect/>
          </a:stretch>
        </p:blipFill>
        <p:spPr>
          <a:xfrm>
            <a:off x="1008793" y="4830985"/>
            <a:ext cx="71723" cy="82487"/>
          </a:xfrm>
          <a:prstGeom prst="rect"/>
          <a:ln w="0">
            <a:noFill/>
          </a:ln>
        </p:spPr>
      </p:pic>
      <p:sp>
        <p:nvSpPr>
          <p:cNvPr id="590" name="New shape"/>
          <p:cNvSpPr/>
          <p:nvPr/>
        </p:nvSpPr>
        <p:spPr>
          <a:xfrm>
            <a:off x="1022509" y="484174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1" name="New picture"/>
          <p:cNvPicPr/>
          <p:nvPr/>
        </p:nvPicPr>
        <p:blipFill>
          <a:blip r:embed="rId381"/>
          <a:srcRect/>
          <a:stretch>
            <a:fillRect/>
          </a:stretch>
        </p:blipFill>
        <p:spPr>
          <a:xfrm>
            <a:off x="1091279" y="4830985"/>
            <a:ext cx="58007" cy="82486"/>
          </a:xfrm>
          <a:prstGeom prst="rect"/>
          <a:ln w="0">
            <a:noFill/>
          </a:ln>
        </p:spPr>
      </p:pic>
      <p:pic>
        <p:nvPicPr>
          <p:cNvPr id="592" name="New picture"/>
          <p:cNvPicPr/>
          <p:nvPr/>
        </p:nvPicPr>
        <p:blipFill>
          <a:blip r:embed="rId382"/>
          <a:srcRect/>
          <a:stretch>
            <a:fillRect/>
          </a:stretch>
        </p:blipFill>
        <p:spPr>
          <a:xfrm>
            <a:off x="1159954" y="4830985"/>
            <a:ext cx="58007" cy="82391"/>
          </a:xfrm>
          <a:prstGeom prst="rect"/>
          <a:ln w="0">
            <a:noFill/>
          </a:ln>
        </p:spPr>
      </p:pic>
      <p:pic>
        <p:nvPicPr>
          <p:cNvPr id="593" name="New picture"/>
          <p:cNvPicPr/>
          <p:nvPr/>
        </p:nvPicPr>
        <p:blipFill>
          <a:blip r:embed="rId383"/>
          <a:srcRect/>
          <a:stretch>
            <a:fillRect/>
          </a:stretch>
        </p:blipFill>
        <p:spPr>
          <a:xfrm>
            <a:off x="1231773" y="4830985"/>
            <a:ext cx="70199" cy="82487"/>
          </a:xfrm>
          <a:prstGeom prst="rect"/>
          <a:ln w="0">
            <a:noFill/>
          </a:ln>
        </p:spPr>
      </p:pic>
      <p:sp>
        <p:nvSpPr>
          <p:cNvPr id="594" name="New shape"/>
          <p:cNvSpPr/>
          <p:nvPr/>
        </p:nvSpPr>
        <p:spPr>
          <a:xfrm>
            <a:off x="1243965" y="484165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5" name="New picture"/>
          <p:cNvPicPr/>
          <p:nvPr/>
        </p:nvPicPr>
        <p:blipFill>
          <a:blip r:embed="rId384"/>
          <a:srcRect/>
          <a:stretch>
            <a:fillRect/>
          </a:stretch>
        </p:blipFill>
        <p:spPr>
          <a:xfrm>
            <a:off x="1321880" y="4830985"/>
            <a:ext cx="70199" cy="80867"/>
          </a:xfrm>
          <a:prstGeom prst="rect"/>
          <a:ln w="0">
            <a:noFill/>
          </a:ln>
        </p:spPr>
      </p:pic>
      <p:pic>
        <p:nvPicPr>
          <p:cNvPr id="596" name="New picture"/>
          <p:cNvPicPr/>
          <p:nvPr/>
        </p:nvPicPr>
        <p:blipFill>
          <a:blip r:embed="rId385"/>
          <a:srcRect/>
          <a:stretch>
            <a:fillRect/>
          </a:stretch>
        </p:blipFill>
        <p:spPr>
          <a:xfrm>
            <a:off x="1405890" y="4809649"/>
            <a:ext cx="47339" cy="103727"/>
          </a:xfrm>
          <a:prstGeom prst="rect"/>
          <a:ln w="0">
            <a:noFill/>
          </a:ln>
        </p:spPr>
      </p:pic>
      <p:pic>
        <p:nvPicPr>
          <p:cNvPr id="597" name="New picture"/>
          <p:cNvPicPr/>
          <p:nvPr/>
        </p:nvPicPr>
        <p:blipFill>
          <a:blip r:embed="rId386"/>
          <a:srcRect/>
          <a:stretch>
            <a:fillRect/>
          </a:stretch>
        </p:blipFill>
        <p:spPr>
          <a:xfrm>
            <a:off x="1503521" y="4831080"/>
            <a:ext cx="65723" cy="82391"/>
          </a:xfrm>
          <a:prstGeom prst="rect"/>
          <a:ln w="0">
            <a:noFill/>
          </a:ln>
        </p:spPr>
      </p:pic>
      <p:sp>
        <p:nvSpPr>
          <p:cNvPr id="598" name="New shape"/>
          <p:cNvSpPr/>
          <p:nvPr/>
        </p:nvSpPr>
        <p:spPr>
          <a:xfrm>
            <a:off x="1517333" y="4872228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9" name="New picture"/>
          <p:cNvPicPr/>
          <p:nvPr/>
        </p:nvPicPr>
        <p:blipFill>
          <a:blip r:embed="rId387"/>
          <a:srcRect/>
          <a:stretch>
            <a:fillRect/>
          </a:stretch>
        </p:blipFill>
        <p:spPr>
          <a:xfrm>
            <a:off x="1592104" y="4834032"/>
            <a:ext cx="70294" cy="79439"/>
          </a:xfrm>
          <a:prstGeom prst="rect"/>
          <a:ln w="0">
            <a:noFill/>
          </a:ln>
        </p:spPr>
      </p:pic>
      <p:pic>
        <p:nvPicPr>
          <p:cNvPr id="600" name="New picture"/>
          <p:cNvPicPr/>
          <p:nvPr/>
        </p:nvPicPr>
        <p:blipFill>
          <a:blip r:embed="rId388"/>
          <a:srcRect/>
          <a:stretch>
            <a:fillRect/>
          </a:stretch>
        </p:blipFill>
        <p:spPr>
          <a:xfrm>
            <a:off x="1676114" y="4834033"/>
            <a:ext cx="77914" cy="77819"/>
          </a:xfrm>
          <a:prstGeom prst="rect"/>
          <a:ln w="0">
            <a:noFill/>
          </a:ln>
        </p:spPr>
      </p:pic>
      <p:pic>
        <p:nvPicPr>
          <p:cNvPr id="601" name="New picture"/>
          <p:cNvPicPr/>
          <p:nvPr/>
        </p:nvPicPr>
        <p:blipFill>
          <a:blip r:embed="rId389"/>
          <a:srcRect/>
          <a:stretch>
            <a:fillRect/>
          </a:stretch>
        </p:blipFill>
        <p:spPr>
          <a:xfrm>
            <a:off x="1802892" y="4803553"/>
            <a:ext cx="74771" cy="109918"/>
          </a:xfrm>
          <a:prstGeom prst="rect"/>
          <a:ln w="0">
            <a:noFill/>
          </a:ln>
        </p:spPr>
      </p:pic>
      <p:sp>
        <p:nvSpPr>
          <p:cNvPr id="602" name="New shape"/>
          <p:cNvSpPr/>
          <p:nvPr/>
        </p:nvSpPr>
        <p:spPr>
          <a:xfrm>
            <a:off x="1815084" y="484165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3" name="New picture"/>
          <p:cNvPicPr/>
          <p:nvPr/>
        </p:nvPicPr>
        <p:blipFill>
          <a:blip r:embed="rId390"/>
          <a:srcRect/>
          <a:stretch>
            <a:fillRect/>
          </a:stretch>
        </p:blipFill>
        <p:spPr>
          <a:xfrm>
            <a:off x="1897475" y="4830985"/>
            <a:ext cx="70295" cy="82487"/>
          </a:xfrm>
          <a:prstGeom prst="rect"/>
          <a:ln w="0">
            <a:noFill/>
          </a:ln>
        </p:spPr>
      </p:pic>
      <p:sp>
        <p:nvSpPr>
          <p:cNvPr id="604" name="New shape"/>
          <p:cNvSpPr/>
          <p:nvPr/>
        </p:nvSpPr>
        <p:spPr>
          <a:xfrm>
            <a:off x="1909762" y="484165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05" name="New shape"/>
          <p:cNvSpPr/>
          <p:nvPr/>
        </p:nvSpPr>
        <p:spPr>
          <a:xfrm>
            <a:off x="1920431" y="4795933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6" name="New picture"/>
          <p:cNvPicPr/>
          <p:nvPr/>
        </p:nvPicPr>
        <p:blipFill>
          <a:blip r:embed="rId391"/>
          <a:srcRect/>
          <a:stretch>
            <a:fillRect/>
          </a:stretch>
        </p:blipFill>
        <p:spPr>
          <a:xfrm>
            <a:off x="1989106" y="4803553"/>
            <a:ext cx="74867" cy="109918"/>
          </a:xfrm>
          <a:prstGeom prst="rect"/>
          <a:ln w="0">
            <a:noFill/>
          </a:ln>
        </p:spPr>
      </p:pic>
      <p:sp>
        <p:nvSpPr>
          <p:cNvPr id="607" name="New shape"/>
          <p:cNvSpPr/>
          <p:nvPr/>
        </p:nvSpPr>
        <p:spPr>
          <a:xfrm>
            <a:off x="2002917" y="484165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8" name="New picture"/>
          <p:cNvPicPr/>
          <p:nvPr/>
        </p:nvPicPr>
        <p:blipFill>
          <a:blip r:embed="rId392"/>
          <a:srcRect/>
          <a:stretch>
            <a:fillRect/>
          </a:stretch>
        </p:blipFill>
        <p:spPr>
          <a:xfrm>
            <a:off x="2083784" y="4834032"/>
            <a:ext cx="68675" cy="79439"/>
          </a:xfrm>
          <a:prstGeom prst="rect"/>
          <a:ln w="0">
            <a:noFill/>
          </a:ln>
        </p:spPr>
      </p:pic>
      <p:pic>
        <p:nvPicPr>
          <p:cNvPr id="609" name="New picture"/>
          <p:cNvPicPr/>
          <p:nvPr/>
        </p:nvPicPr>
        <p:blipFill>
          <a:blip r:embed="rId393"/>
          <a:srcRect/>
          <a:stretch>
            <a:fillRect/>
          </a:stretch>
        </p:blipFill>
        <p:spPr>
          <a:xfrm>
            <a:off x="2167890" y="4809649"/>
            <a:ext cx="47244" cy="103727"/>
          </a:xfrm>
          <a:prstGeom prst="rect"/>
          <a:ln w="0">
            <a:noFill/>
          </a:ln>
        </p:spPr>
      </p:pic>
      <p:pic>
        <p:nvPicPr>
          <p:cNvPr id="610" name="New picture"/>
          <p:cNvPicPr/>
          <p:nvPr/>
        </p:nvPicPr>
        <p:blipFill>
          <a:blip r:embed="rId394"/>
          <a:srcRect/>
          <a:stretch>
            <a:fillRect/>
          </a:stretch>
        </p:blipFill>
        <p:spPr>
          <a:xfrm>
            <a:off x="2225802" y="4830985"/>
            <a:ext cx="67246" cy="82486"/>
          </a:xfrm>
          <a:prstGeom prst="rect"/>
          <a:ln w="0">
            <a:noFill/>
          </a:ln>
        </p:spPr>
      </p:pic>
      <p:sp>
        <p:nvSpPr>
          <p:cNvPr id="611" name="New shape"/>
          <p:cNvSpPr/>
          <p:nvPr/>
        </p:nvSpPr>
        <p:spPr>
          <a:xfrm>
            <a:off x="2239613" y="4872228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2" name="New picture"/>
          <p:cNvPicPr/>
          <p:nvPr/>
        </p:nvPicPr>
        <p:blipFill>
          <a:blip r:embed="rId395"/>
          <a:srcRect/>
          <a:stretch>
            <a:fillRect/>
          </a:stretch>
        </p:blipFill>
        <p:spPr>
          <a:xfrm>
            <a:off x="2315908" y="4831080"/>
            <a:ext cx="68675" cy="80867"/>
          </a:xfrm>
          <a:prstGeom prst="rect"/>
          <a:ln w="0">
            <a:noFill/>
          </a:ln>
        </p:spPr>
      </p:pic>
      <p:pic>
        <p:nvPicPr>
          <p:cNvPr id="613" name="New picture"/>
          <p:cNvPicPr/>
          <p:nvPr/>
        </p:nvPicPr>
        <p:blipFill>
          <a:blip r:embed="rId396"/>
          <a:srcRect/>
          <a:stretch>
            <a:fillRect/>
          </a:stretch>
        </p:blipFill>
        <p:spPr>
          <a:xfrm>
            <a:off x="2398300" y="4809649"/>
            <a:ext cx="48863" cy="103727"/>
          </a:xfrm>
          <a:prstGeom prst="rect"/>
          <a:ln w="0">
            <a:noFill/>
          </a:ln>
        </p:spPr>
      </p:pic>
      <p:pic>
        <p:nvPicPr>
          <p:cNvPr id="614" name="New picture"/>
          <p:cNvPicPr/>
          <p:nvPr/>
        </p:nvPicPr>
        <p:blipFill>
          <a:blip r:embed="rId397"/>
          <a:srcRect/>
          <a:stretch>
            <a:fillRect/>
          </a:stretch>
        </p:blipFill>
        <p:spPr>
          <a:xfrm>
            <a:off x="2454878" y="4830985"/>
            <a:ext cx="58007" cy="82486"/>
          </a:xfrm>
          <a:prstGeom prst="rect"/>
          <a:ln w="0">
            <a:noFill/>
          </a:ln>
        </p:spPr>
      </p:pic>
      <p:pic>
        <p:nvPicPr>
          <p:cNvPr id="615" name="New picture"/>
          <p:cNvPicPr/>
          <p:nvPr/>
        </p:nvPicPr>
        <p:blipFill>
          <a:blip r:embed="rId398"/>
          <a:srcRect/>
          <a:stretch>
            <a:fillRect/>
          </a:stretch>
        </p:blipFill>
        <p:spPr>
          <a:xfrm>
            <a:off x="2566320" y="4830985"/>
            <a:ext cx="77914" cy="82391"/>
          </a:xfrm>
          <a:prstGeom prst="rect"/>
          <a:ln w="0">
            <a:noFill/>
          </a:ln>
        </p:spPr>
      </p:pic>
      <p:sp>
        <p:nvSpPr>
          <p:cNvPr id="616" name="New shape"/>
          <p:cNvSpPr/>
          <p:nvPr/>
        </p:nvSpPr>
        <p:spPr>
          <a:xfrm>
            <a:off x="2580132" y="484165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7" name="New picture"/>
          <p:cNvPicPr/>
          <p:nvPr/>
        </p:nvPicPr>
        <p:blipFill>
          <a:blip r:embed="rId399"/>
          <a:srcRect/>
          <a:stretch>
            <a:fillRect/>
          </a:stretch>
        </p:blipFill>
        <p:spPr>
          <a:xfrm>
            <a:off x="2664047" y="4834032"/>
            <a:ext cx="70199" cy="79343"/>
          </a:xfrm>
          <a:prstGeom prst="rect"/>
          <a:ln w="0">
            <a:noFill/>
          </a:ln>
        </p:spPr>
      </p:pic>
      <p:pic>
        <p:nvPicPr>
          <p:cNvPr id="618" name="New picture"/>
          <p:cNvPicPr/>
          <p:nvPr/>
        </p:nvPicPr>
        <p:blipFill>
          <a:blip r:embed="rId400"/>
          <a:srcRect/>
          <a:stretch>
            <a:fillRect/>
          </a:stretch>
        </p:blipFill>
        <p:spPr>
          <a:xfrm>
            <a:off x="2792349" y="4830985"/>
            <a:ext cx="65627" cy="82486"/>
          </a:xfrm>
          <a:prstGeom prst="rect"/>
          <a:ln w="0">
            <a:noFill/>
          </a:ln>
        </p:spPr>
      </p:pic>
      <p:sp>
        <p:nvSpPr>
          <p:cNvPr id="619" name="New shape"/>
          <p:cNvSpPr/>
          <p:nvPr/>
        </p:nvSpPr>
        <p:spPr>
          <a:xfrm>
            <a:off x="2804541" y="4872228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20" name="New shape"/>
          <p:cNvSpPr/>
          <p:nvPr/>
        </p:nvSpPr>
        <p:spPr>
          <a:xfrm>
            <a:off x="2810637" y="4795933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1" name="New picture"/>
          <p:cNvPicPr/>
          <p:nvPr/>
        </p:nvPicPr>
        <p:blipFill>
          <a:blip r:embed="rId401"/>
          <a:srcRect/>
          <a:stretch>
            <a:fillRect/>
          </a:stretch>
        </p:blipFill>
        <p:spPr>
          <a:xfrm>
            <a:off x="2915983" y="4830985"/>
            <a:ext cx="64103" cy="82391"/>
          </a:xfrm>
          <a:prstGeom prst="rect"/>
          <a:ln w="0">
            <a:noFill/>
          </a:ln>
        </p:spPr>
      </p:pic>
      <p:pic>
        <p:nvPicPr>
          <p:cNvPr id="622" name="New picture"/>
          <p:cNvPicPr/>
          <p:nvPr/>
        </p:nvPicPr>
        <p:blipFill>
          <a:blip r:embed="rId402"/>
          <a:srcRect/>
          <a:stretch>
            <a:fillRect/>
          </a:stretch>
        </p:blipFill>
        <p:spPr>
          <a:xfrm>
            <a:off x="2990850" y="4830985"/>
            <a:ext cx="71818" cy="82487"/>
          </a:xfrm>
          <a:prstGeom prst="rect"/>
          <a:ln w="0">
            <a:noFill/>
          </a:ln>
        </p:spPr>
      </p:pic>
      <p:sp>
        <p:nvSpPr>
          <p:cNvPr id="623" name="New shape"/>
          <p:cNvSpPr/>
          <p:nvPr/>
        </p:nvSpPr>
        <p:spPr>
          <a:xfrm>
            <a:off x="3003137" y="484174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4" name="New picture"/>
          <p:cNvPicPr/>
          <p:nvPr/>
        </p:nvPicPr>
        <p:blipFill>
          <a:blip r:embed="rId403"/>
          <a:srcRect/>
          <a:stretch>
            <a:fillRect/>
          </a:stretch>
        </p:blipFill>
        <p:spPr>
          <a:xfrm>
            <a:off x="3080957" y="4834032"/>
            <a:ext cx="70295" cy="79439"/>
          </a:xfrm>
          <a:prstGeom prst="rect"/>
          <a:ln w="0">
            <a:noFill/>
          </a:ln>
        </p:spPr>
      </p:pic>
      <p:pic>
        <p:nvPicPr>
          <p:cNvPr id="625" name="New picture"/>
          <p:cNvPicPr/>
          <p:nvPr/>
        </p:nvPicPr>
        <p:blipFill>
          <a:blip r:embed="rId404"/>
          <a:srcRect/>
          <a:stretch>
            <a:fillRect/>
          </a:stretch>
        </p:blipFill>
        <p:spPr>
          <a:xfrm>
            <a:off x="3164967" y="4834033"/>
            <a:ext cx="77819" cy="77819"/>
          </a:xfrm>
          <a:prstGeom prst="rect"/>
          <a:ln w="0">
            <a:noFill/>
          </a:ln>
        </p:spPr>
      </p:pic>
      <p:pic>
        <p:nvPicPr>
          <p:cNvPr id="626" name="New picture"/>
          <p:cNvPicPr/>
          <p:nvPr/>
        </p:nvPicPr>
        <p:blipFill>
          <a:blip r:embed="rId405"/>
          <a:srcRect/>
          <a:stretch>
            <a:fillRect/>
          </a:stretch>
        </p:blipFill>
        <p:spPr>
          <a:xfrm>
            <a:off x="3291649" y="4830985"/>
            <a:ext cx="73342" cy="117539"/>
          </a:xfrm>
          <a:prstGeom prst="rect"/>
          <a:ln w="0">
            <a:noFill/>
          </a:ln>
        </p:spPr>
      </p:pic>
      <p:sp>
        <p:nvSpPr>
          <p:cNvPr id="627" name="New shape"/>
          <p:cNvSpPr/>
          <p:nvPr/>
        </p:nvSpPr>
        <p:spPr>
          <a:xfrm>
            <a:off x="3305460" y="484165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8" name="New picture"/>
          <p:cNvPicPr/>
          <p:nvPr/>
        </p:nvPicPr>
        <p:blipFill>
          <a:blip r:embed="rId406"/>
          <a:srcRect/>
          <a:stretch>
            <a:fillRect/>
          </a:stretch>
        </p:blipFill>
        <p:spPr>
          <a:xfrm>
            <a:off x="3390995" y="4834032"/>
            <a:ext cx="70199" cy="79343"/>
          </a:xfrm>
          <a:prstGeom prst="rect"/>
          <a:ln w="0">
            <a:noFill/>
          </a:ln>
        </p:spPr>
      </p:pic>
      <p:sp>
        <p:nvSpPr>
          <p:cNvPr id="629" name="New shape"/>
          <p:cNvSpPr/>
          <p:nvPr/>
        </p:nvSpPr>
        <p:spPr>
          <a:xfrm>
            <a:off x="3485674" y="483403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0" name="New picture"/>
          <p:cNvPicPr/>
          <p:nvPr/>
        </p:nvPicPr>
        <p:blipFill>
          <a:blip r:embed="rId407"/>
          <a:srcRect/>
          <a:stretch>
            <a:fillRect/>
          </a:stretch>
        </p:blipFill>
        <p:spPr>
          <a:xfrm>
            <a:off x="3484150" y="4798981"/>
            <a:ext cx="16764" cy="16764"/>
          </a:xfrm>
          <a:prstGeom prst="rect"/>
          <a:ln w="0">
            <a:noFill/>
          </a:ln>
        </p:spPr>
      </p:pic>
      <p:pic>
        <p:nvPicPr>
          <p:cNvPr id="631" name="New picture"/>
          <p:cNvPicPr/>
          <p:nvPr/>
        </p:nvPicPr>
        <p:blipFill>
          <a:blip r:embed="rId408"/>
          <a:srcRect/>
          <a:stretch>
            <a:fillRect/>
          </a:stretch>
        </p:blipFill>
        <p:spPr>
          <a:xfrm>
            <a:off x="3555873" y="4830985"/>
            <a:ext cx="58007" cy="82391"/>
          </a:xfrm>
          <a:prstGeom prst="rect"/>
          <a:ln w="0">
            <a:noFill/>
          </a:ln>
        </p:spPr>
      </p:pic>
      <p:pic>
        <p:nvPicPr>
          <p:cNvPr id="632" name="New picture"/>
          <p:cNvPicPr/>
          <p:nvPr/>
        </p:nvPicPr>
        <p:blipFill>
          <a:blip r:embed="rId409"/>
          <a:srcRect/>
          <a:stretch>
            <a:fillRect/>
          </a:stretch>
        </p:blipFill>
        <p:spPr>
          <a:xfrm>
            <a:off x="3627596" y="4830985"/>
            <a:ext cx="77915" cy="82391"/>
          </a:xfrm>
          <a:prstGeom prst="rect"/>
          <a:ln w="0">
            <a:noFill/>
          </a:ln>
        </p:spPr>
      </p:pic>
      <p:sp>
        <p:nvSpPr>
          <p:cNvPr id="633" name="New shape"/>
          <p:cNvSpPr/>
          <p:nvPr/>
        </p:nvSpPr>
        <p:spPr>
          <a:xfrm>
            <a:off x="3641407" y="484165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4" name="New picture"/>
          <p:cNvPicPr/>
          <p:nvPr/>
        </p:nvPicPr>
        <p:blipFill>
          <a:blip r:embed="rId410"/>
          <a:srcRect/>
          <a:stretch>
            <a:fillRect/>
          </a:stretch>
        </p:blipFill>
        <p:spPr>
          <a:xfrm>
            <a:off x="3725418" y="4834032"/>
            <a:ext cx="70199" cy="79439"/>
          </a:xfrm>
          <a:prstGeom prst="rect"/>
          <a:ln w="0">
            <a:noFill/>
          </a:ln>
        </p:spPr>
      </p:pic>
      <p:pic>
        <p:nvPicPr>
          <p:cNvPr id="635" name="New picture"/>
          <p:cNvPicPr/>
          <p:nvPr/>
        </p:nvPicPr>
        <p:blipFill>
          <a:blip r:embed="rId411"/>
          <a:srcRect/>
          <a:stretch>
            <a:fillRect/>
          </a:stretch>
        </p:blipFill>
        <p:spPr>
          <a:xfrm>
            <a:off x="3820001" y="4803553"/>
            <a:ext cx="68771" cy="108299"/>
          </a:xfrm>
          <a:prstGeom prst="rect"/>
          <a:ln w="0">
            <a:noFill/>
          </a:ln>
        </p:spPr>
      </p:pic>
      <p:pic>
        <p:nvPicPr>
          <p:cNvPr id="636" name="New picture"/>
          <p:cNvPicPr/>
          <p:nvPr/>
        </p:nvPicPr>
        <p:blipFill>
          <a:blip r:embed="rId412"/>
          <a:srcRect/>
          <a:stretch>
            <a:fillRect/>
          </a:stretch>
        </p:blipFill>
        <p:spPr>
          <a:xfrm>
            <a:off x="3905535" y="4830985"/>
            <a:ext cx="67247" cy="82486"/>
          </a:xfrm>
          <a:prstGeom prst="rect"/>
          <a:ln w="0">
            <a:noFill/>
          </a:ln>
        </p:spPr>
      </p:pic>
      <p:sp>
        <p:nvSpPr>
          <p:cNvPr id="637" name="New shape"/>
          <p:cNvSpPr/>
          <p:nvPr/>
        </p:nvSpPr>
        <p:spPr>
          <a:xfrm>
            <a:off x="3919347" y="4872228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38" name="New shape"/>
          <p:cNvSpPr/>
          <p:nvPr/>
        </p:nvSpPr>
        <p:spPr>
          <a:xfrm>
            <a:off x="3997167" y="483403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9" name="New picture"/>
          <p:cNvPicPr/>
          <p:nvPr/>
        </p:nvPicPr>
        <p:blipFill>
          <a:blip r:embed="rId413"/>
          <a:srcRect/>
          <a:stretch>
            <a:fillRect/>
          </a:stretch>
        </p:blipFill>
        <p:spPr>
          <a:xfrm>
            <a:off x="3994118" y="4798981"/>
            <a:ext cx="16764" cy="16764"/>
          </a:xfrm>
          <a:prstGeom prst="rect"/>
          <a:ln w="0">
            <a:noFill/>
          </a:ln>
        </p:spPr>
      </p:pic>
      <p:pic>
        <p:nvPicPr>
          <p:cNvPr id="640" name="New picture"/>
          <p:cNvPicPr/>
          <p:nvPr/>
        </p:nvPicPr>
        <p:blipFill>
          <a:blip r:embed="rId414"/>
          <a:srcRect/>
          <a:stretch>
            <a:fillRect/>
          </a:stretch>
        </p:blipFill>
        <p:spPr>
          <a:xfrm>
            <a:off x="4024598" y="4809649"/>
            <a:ext cx="48863" cy="103727"/>
          </a:xfrm>
          <a:prstGeom prst="rect"/>
          <a:ln w="0">
            <a:noFill/>
          </a:ln>
        </p:spPr>
      </p:pic>
      <p:pic>
        <p:nvPicPr>
          <p:cNvPr id="641" name="New picture"/>
          <p:cNvPicPr/>
          <p:nvPr/>
        </p:nvPicPr>
        <p:blipFill>
          <a:blip r:embed="rId415"/>
          <a:srcRect/>
          <a:stretch>
            <a:fillRect/>
          </a:stretch>
        </p:blipFill>
        <p:spPr>
          <a:xfrm>
            <a:off x="4082701" y="4830984"/>
            <a:ext cx="71723" cy="82391"/>
          </a:xfrm>
          <a:prstGeom prst="rect"/>
          <a:ln w="0">
            <a:noFill/>
          </a:ln>
        </p:spPr>
      </p:pic>
      <p:sp>
        <p:nvSpPr>
          <p:cNvPr id="642" name="New shape"/>
          <p:cNvSpPr/>
          <p:nvPr/>
        </p:nvSpPr>
        <p:spPr>
          <a:xfrm>
            <a:off x="4096417" y="484165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3" name="New picture"/>
          <p:cNvPicPr/>
          <p:nvPr/>
        </p:nvPicPr>
        <p:blipFill>
          <a:blip r:embed="rId416"/>
          <a:srcRect/>
          <a:stretch>
            <a:fillRect/>
          </a:stretch>
        </p:blipFill>
        <p:spPr>
          <a:xfrm>
            <a:off x="4174331" y="4831080"/>
            <a:ext cx="68675" cy="80867"/>
          </a:xfrm>
          <a:prstGeom prst="rect"/>
          <a:ln w="0">
            <a:noFill/>
          </a:ln>
        </p:spPr>
      </p:pic>
      <p:pic>
        <p:nvPicPr>
          <p:cNvPr id="644" name="New picture"/>
          <p:cNvPicPr/>
          <p:nvPr/>
        </p:nvPicPr>
        <p:blipFill>
          <a:blip r:embed="rId417"/>
          <a:srcRect/>
          <a:stretch>
            <a:fillRect/>
          </a:stretch>
        </p:blipFill>
        <p:spPr>
          <a:xfrm>
            <a:off x="4256722" y="4809649"/>
            <a:ext cx="48863" cy="103727"/>
          </a:xfrm>
          <a:prstGeom prst="rect"/>
          <a:ln w="0">
            <a:noFill/>
          </a:ln>
        </p:spPr>
      </p:pic>
      <p:pic>
        <p:nvPicPr>
          <p:cNvPr id="645" name="New picture"/>
          <p:cNvPicPr/>
          <p:nvPr/>
        </p:nvPicPr>
        <p:blipFill>
          <a:blip r:embed="rId418"/>
          <a:srcRect/>
          <a:stretch>
            <a:fillRect/>
          </a:stretch>
        </p:blipFill>
        <p:spPr>
          <a:xfrm>
            <a:off x="4352926" y="4830985"/>
            <a:ext cx="58102" cy="82391"/>
          </a:xfrm>
          <a:prstGeom prst="rect"/>
          <a:ln w="0">
            <a:noFill/>
          </a:ln>
        </p:spPr>
      </p:pic>
      <p:sp>
        <p:nvSpPr>
          <p:cNvPr id="646" name="New shape"/>
          <p:cNvSpPr/>
          <p:nvPr/>
        </p:nvSpPr>
        <p:spPr>
          <a:xfrm>
            <a:off x="4430840" y="483403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7" name="New picture"/>
          <p:cNvPicPr/>
          <p:nvPr/>
        </p:nvPicPr>
        <p:blipFill>
          <a:blip r:embed="rId419"/>
          <a:srcRect/>
          <a:stretch>
            <a:fillRect/>
          </a:stretch>
        </p:blipFill>
        <p:spPr>
          <a:xfrm>
            <a:off x="4427791" y="4798981"/>
            <a:ext cx="16764" cy="16764"/>
          </a:xfrm>
          <a:prstGeom prst="rect"/>
          <a:ln w="0">
            <a:noFill/>
          </a:ln>
        </p:spPr>
      </p:pic>
      <p:pic>
        <p:nvPicPr>
          <p:cNvPr id="648" name="New picture"/>
          <p:cNvPicPr/>
          <p:nvPr/>
        </p:nvPicPr>
        <p:blipFill>
          <a:blip r:embed="rId420"/>
          <a:srcRect/>
          <a:stretch>
            <a:fillRect/>
          </a:stretch>
        </p:blipFill>
        <p:spPr>
          <a:xfrm>
            <a:off x="4469035" y="4830985"/>
            <a:ext cx="120682" cy="80867"/>
          </a:xfrm>
          <a:prstGeom prst="rect"/>
          <a:ln w="0">
            <a:noFill/>
          </a:ln>
        </p:spPr>
      </p:pic>
      <p:pic>
        <p:nvPicPr>
          <p:cNvPr id="649" name="New picture"/>
          <p:cNvPicPr/>
          <p:nvPr/>
        </p:nvPicPr>
        <p:blipFill>
          <a:blip r:embed="rId421"/>
          <a:srcRect/>
          <a:stretch>
            <a:fillRect/>
          </a:stretch>
        </p:blipFill>
        <p:spPr>
          <a:xfrm>
            <a:off x="4614101" y="4830985"/>
            <a:ext cx="74866" cy="117539"/>
          </a:xfrm>
          <a:prstGeom prst="rect"/>
          <a:ln w="0">
            <a:noFill/>
          </a:ln>
        </p:spPr>
      </p:pic>
      <p:sp>
        <p:nvSpPr>
          <p:cNvPr id="650" name="New shape"/>
          <p:cNvSpPr/>
          <p:nvPr/>
        </p:nvSpPr>
        <p:spPr>
          <a:xfrm>
            <a:off x="4627816" y="484165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51" name="New shape"/>
          <p:cNvSpPr/>
          <p:nvPr/>
        </p:nvSpPr>
        <p:spPr>
          <a:xfrm>
            <a:off x="4710684" y="48036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2" name="New picture"/>
          <p:cNvPicPr/>
          <p:nvPr/>
        </p:nvPicPr>
        <p:blipFill>
          <a:blip r:embed="rId422"/>
          <a:srcRect/>
          <a:stretch>
            <a:fillRect/>
          </a:stretch>
        </p:blipFill>
        <p:spPr>
          <a:xfrm>
            <a:off x="4743927" y="4830984"/>
            <a:ext cx="71723" cy="82391"/>
          </a:xfrm>
          <a:prstGeom prst="rect"/>
          <a:ln w="0">
            <a:noFill/>
          </a:ln>
        </p:spPr>
      </p:pic>
      <p:sp>
        <p:nvSpPr>
          <p:cNvPr id="653" name="New shape"/>
          <p:cNvSpPr/>
          <p:nvPr/>
        </p:nvSpPr>
        <p:spPr>
          <a:xfrm>
            <a:off x="4757642" y="484165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4" name="New picture"/>
          <p:cNvPicPr/>
          <p:nvPr/>
        </p:nvPicPr>
        <p:blipFill>
          <a:blip r:embed="rId423"/>
          <a:srcRect/>
          <a:stretch>
            <a:fillRect/>
          </a:stretch>
        </p:blipFill>
        <p:spPr>
          <a:xfrm>
            <a:off x="4835557" y="4830985"/>
            <a:ext cx="120586" cy="80867"/>
          </a:xfrm>
          <a:prstGeom prst="rect"/>
          <a:ln w="0">
            <a:noFill/>
          </a:ln>
        </p:spPr>
      </p:pic>
      <p:pic>
        <p:nvPicPr>
          <p:cNvPr id="655" name="New picture"/>
          <p:cNvPicPr/>
          <p:nvPr/>
        </p:nvPicPr>
        <p:blipFill>
          <a:blip r:embed="rId424"/>
          <a:srcRect/>
          <a:stretch>
            <a:fillRect/>
          </a:stretch>
        </p:blipFill>
        <p:spPr>
          <a:xfrm>
            <a:off x="4975954" y="4830984"/>
            <a:ext cx="70295" cy="82391"/>
          </a:xfrm>
          <a:prstGeom prst="rect"/>
          <a:ln w="0">
            <a:noFill/>
          </a:ln>
        </p:spPr>
      </p:pic>
      <p:sp>
        <p:nvSpPr>
          <p:cNvPr id="656" name="New shape"/>
          <p:cNvSpPr/>
          <p:nvPr/>
        </p:nvSpPr>
        <p:spPr>
          <a:xfrm>
            <a:off x="4988242" y="484165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7" name="New picture"/>
          <p:cNvPicPr/>
          <p:nvPr/>
        </p:nvPicPr>
        <p:blipFill>
          <a:blip r:embed="rId425"/>
          <a:srcRect/>
          <a:stretch>
            <a:fillRect/>
          </a:stretch>
        </p:blipFill>
        <p:spPr>
          <a:xfrm>
            <a:off x="5066062" y="4831080"/>
            <a:ext cx="70199" cy="80867"/>
          </a:xfrm>
          <a:prstGeom prst="rect"/>
          <a:ln w="0">
            <a:noFill/>
          </a:ln>
        </p:spPr>
      </p:pic>
      <p:pic>
        <p:nvPicPr>
          <p:cNvPr id="658" name="New picture"/>
          <p:cNvPicPr/>
          <p:nvPr/>
        </p:nvPicPr>
        <p:blipFill>
          <a:blip r:embed="rId426"/>
          <a:srcRect/>
          <a:stretch>
            <a:fillRect/>
          </a:stretch>
        </p:blipFill>
        <p:spPr>
          <a:xfrm>
            <a:off x="5150168" y="4809649"/>
            <a:ext cx="47244" cy="103727"/>
          </a:xfrm>
          <a:prstGeom prst="rect"/>
          <a:ln w="0">
            <a:noFill/>
          </a:ln>
        </p:spPr>
      </p:pic>
      <p:pic>
        <p:nvPicPr>
          <p:cNvPr id="659" name="New picture"/>
          <p:cNvPicPr/>
          <p:nvPr/>
        </p:nvPicPr>
        <p:blipFill>
          <a:blip r:embed="rId427"/>
          <a:srcRect/>
          <a:stretch>
            <a:fillRect/>
          </a:stretch>
        </p:blipFill>
        <p:spPr>
          <a:xfrm>
            <a:off x="5249322" y="4830985"/>
            <a:ext cx="71818" cy="82487"/>
          </a:xfrm>
          <a:prstGeom prst="rect"/>
          <a:ln w="0">
            <a:noFill/>
          </a:ln>
        </p:spPr>
      </p:pic>
      <p:sp>
        <p:nvSpPr>
          <p:cNvPr id="660" name="New shape"/>
          <p:cNvSpPr/>
          <p:nvPr/>
        </p:nvSpPr>
        <p:spPr>
          <a:xfrm>
            <a:off x="5263134" y="484174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1" name="New picture"/>
          <p:cNvPicPr/>
          <p:nvPr/>
        </p:nvPicPr>
        <p:blipFill>
          <a:blip r:embed="rId428"/>
          <a:srcRect/>
          <a:stretch>
            <a:fillRect/>
          </a:stretch>
        </p:blipFill>
        <p:spPr>
          <a:xfrm>
            <a:off x="5340953" y="4831080"/>
            <a:ext cx="68675" cy="80867"/>
          </a:xfrm>
          <a:prstGeom prst="rect"/>
          <a:ln w="0">
            <a:noFill/>
          </a:ln>
        </p:spPr>
      </p:pic>
      <p:pic>
        <p:nvPicPr>
          <p:cNvPr id="662" name="New picture"/>
          <p:cNvPicPr/>
          <p:nvPr/>
        </p:nvPicPr>
        <p:blipFill>
          <a:blip r:embed="rId429"/>
          <a:srcRect/>
          <a:stretch>
            <a:fillRect/>
          </a:stretch>
        </p:blipFill>
        <p:spPr>
          <a:xfrm>
            <a:off x="5466207" y="4830985"/>
            <a:ext cx="56483" cy="82486"/>
          </a:xfrm>
          <a:prstGeom prst="rect"/>
          <a:ln w="0">
            <a:noFill/>
          </a:ln>
        </p:spPr>
      </p:pic>
      <p:pic>
        <p:nvPicPr>
          <p:cNvPr id="663" name="New picture"/>
          <p:cNvPicPr/>
          <p:nvPr/>
        </p:nvPicPr>
        <p:blipFill>
          <a:blip r:embed="rId430"/>
          <a:srcRect/>
          <a:stretch>
            <a:fillRect/>
          </a:stretch>
        </p:blipFill>
        <p:spPr>
          <a:xfrm>
            <a:off x="5536406" y="4830985"/>
            <a:ext cx="65722" cy="82486"/>
          </a:xfrm>
          <a:prstGeom prst="rect"/>
          <a:ln w="0">
            <a:noFill/>
          </a:ln>
        </p:spPr>
      </p:pic>
      <p:sp>
        <p:nvSpPr>
          <p:cNvPr id="664" name="New shape"/>
          <p:cNvSpPr/>
          <p:nvPr/>
        </p:nvSpPr>
        <p:spPr>
          <a:xfrm>
            <a:off x="5548598" y="4872228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5" name="New picture"/>
          <p:cNvPicPr/>
          <p:nvPr/>
        </p:nvPicPr>
        <p:blipFill>
          <a:blip r:embed="rId431"/>
          <a:srcRect/>
          <a:stretch>
            <a:fillRect/>
          </a:stretch>
        </p:blipFill>
        <p:spPr>
          <a:xfrm>
            <a:off x="5609749" y="4834033"/>
            <a:ext cx="73247" cy="77819"/>
          </a:xfrm>
          <a:prstGeom prst="rect"/>
          <a:ln w="0">
            <a:noFill/>
          </a:ln>
        </p:spPr>
      </p:pic>
      <p:pic>
        <p:nvPicPr>
          <p:cNvPr id="666" name="New picture"/>
          <p:cNvPicPr/>
          <p:nvPr/>
        </p:nvPicPr>
        <p:blipFill>
          <a:blip r:embed="rId432"/>
          <a:srcRect/>
          <a:stretch>
            <a:fillRect/>
          </a:stretch>
        </p:blipFill>
        <p:spPr>
          <a:xfrm>
            <a:off x="5690616" y="4830985"/>
            <a:ext cx="77915" cy="82391"/>
          </a:xfrm>
          <a:prstGeom prst="rect"/>
          <a:ln w="0">
            <a:noFill/>
          </a:ln>
        </p:spPr>
      </p:pic>
      <p:sp>
        <p:nvSpPr>
          <p:cNvPr id="667" name="New shape"/>
          <p:cNvSpPr/>
          <p:nvPr/>
        </p:nvSpPr>
        <p:spPr>
          <a:xfrm>
            <a:off x="5704427" y="484165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68" name="New shape"/>
          <p:cNvSpPr/>
          <p:nvPr/>
        </p:nvSpPr>
        <p:spPr>
          <a:xfrm>
            <a:off x="5789962" y="483403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9" name="New picture"/>
          <p:cNvPicPr/>
          <p:nvPr/>
        </p:nvPicPr>
        <p:blipFill>
          <a:blip r:embed="rId433"/>
          <a:srcRect/>
          <a:stretch>
            <a:fillRect/>
          </a:stretch>
        </p:blipFill>
        <p:spPr>
          <a:xfrm>
            <a:off x="5786914" y="4798981"/>
            <a:ext cx="16764" cy="16764"/>
          </a:xfrm>
          <a:prstGeom prst="rect"/>
          <a:ln w="0">
            <a:noFill/>
          </a:ln>
        </p:spPr>
      </p:pic>
      <p:pic>
        <p:nvPicPr>
          <p:cNvPr id="670" name="New picture"/>
          <p:cNvPicPr/>
          <p:nvPr/>
        </p:nvPicPr>
        <p:blipFill>
          <a:blip r:embed="rId434"/>
          <a:srcRect/>
          <a:stretch>
            <a:fillRect/>
          </a:stretch>
        </p:blipFill>
        <p:spPr>
          <a:xfrm>
            <a:off x="5828062" y="4831080"/>
            <a:ext cx="42767" cy="80867"/>
          </a:xfrm>
          <a:prstGeom prst="rect"/>
          <a:ln w="0">
            <a:noFill/>
          </a:ln>
        </p:spPr>
      </p:pic>
      <p:pic>
        <p:nvPicPr>
          <p:cNvPr id="671" name="New picture"/>
          <p:cNvPicPr/>
          <p:nvPr/>
        </p:nvPicPr>
        <p:blipFill>
          <a:blip r:embed="rId435"/>
          <a:srcRect/>
          <a:stretch>
            <a:fillRect/>
          </a:stretch>
        </p:blipFill>
        <p:spPr>
          <a:xfrm>
            <a:off x="5922740" y="4830985"/>
            <a:ext cx="76391" cy="117539"/>
          </a:xfrm>
          <a:prstGeom prst="rect"/>
          <a:ln w="0">
            <a:noFill/>
          </a:ln>
        </p:spPr>
      </p:pic>
      <p:sp>
        <p:nvSpPr>
          <p:cNvPr id="672" name="New shape"/>
          <p:cNvSpPr/>
          <p:nvPr/>
        </p:nvSpPr>
        <p:spPr>
          <a:xfrm>
            <a:off x="5936552" y="484165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73" name="New shape"/>
          <p:cNvSpPr/>
          <p:nvPr/>
        </p:nvSpPr>
        <p:spPr>
          <a:xfrm>
            <a:off x="6018276" y="4803648"/>
            <a:ext cx="15240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4" name="New picture"/>
          <p:cNvPicPr/>
          <p:nvPr/>
        </p:nvPicPr>
        <p:blipFill>
          <a:blip r:embed="rId436"/>
          <a:srcRect/>
          <a:stretch>
            <a:fillRect/>
          </a:stretch>
        </p:blipFill>
        <p:spPr>
          <a:xfrm>
            <a:off x="6057138" y="4834032"/>
            <a:ext cx="70199" cy="79439"/>
          </a:xfrm>
          <a:prstGeom prst="rect"/>
          <a:ln w="0">
            <a:noFill/>
          </a:ln>
        </p:spPr>
      </p:pic>
      <p:pic>
        <p:nvPicPr>
          <p:cNvPr id="675" name="New picture"/>
          <p:cNvPicPr/>
          <p:nvPr/>
        </p:nvPicPr>
        <p:blipFill>
          <a:blip r:embed="rId437"/>
          <a:srcRect/>
          <a:stretch>
            <a:fillRect/>
          </a:stretch>
        </p:blipFill>
        <p:spPr>
          <a:xfrm>
            <a:off x="6141148" y="4830985"/>
            <a:ext cx="58007" cy="82391"/>
          </a:xfrm>
          <a:prstGeom prst="rect"/>
          <a:ln w="0">
            <a:noFill/>
          </a:ln>
        </p:spPr>
      </p:pic>
      <p:pic>
        <p:nvPicPr>
          <p:cNvPr id="676" name="New picture"/>
          <p:cNvPicPr/>
          <p:nvPr/>
        </p:nvPicPr>
        <p:blipFill>
          <a:blip r:embed="rId438"/>
          <a:srcRect/>
          <a:stretch>
            <a:fillRect/>
          </a:stretch>
        </p:blipFill>
        <p:spPr>
          <a:xfrm>
            <a:off x="6247924" y="4830889"/>
            <a:ext cx="58102" cy="82486"/>
          </a:xfrm>
          <a:prstGeom prst="rect"/>
          <a:ln w="0">
            <a:noFill/>
          </a:ln>
        </p:spPr>
      </p:pic>
      <p:pic>
        <p:nvPicPr>
          <p:cNvPr id="677" name="New picture"/>
          <p:cNvPicPr/>
          <p:nvPr/>
        </p:nvPicPr>
        <p:blipFill>
          <a:blip r:embed="rId439"/>
          <a:srcRect/>
          <a:stretch>
            <a:fillRect/>
          </a:stretch>
        </p:blipFill>
        <p:spPr>
          <a:xfrm>
            <a:off x="6324409" y="4834032"/>
            <a:ext cx="70199" cy="79343"/>
          </a:xfrm>
          <a:prstGeom prst="rect"/>
          <a:ln w="0">
            <a:noFill/>
          </a:ln>
        </p:spPr>
      </p:pic>
      <p:pic>
        <p:nvPicPr>
          <p:cNvPr id="678" name="New picture"/>
          <p:cNvPicPr/>
          <p:nvPr/>
        </p:nvPicPr>
        <p:blipFill>
          <a:blip r:embed="rId440"/>
          <a:srcRect/>
          <a:stretch>
            <a:fillRect/>
          </a:stretch>
        </p:blipFill>
        <p:spPr>
          <a:xfrm>
            <a:off x="6419088" y="4831080"/>
            <a:ext cx="41243" cy="80867"/>
          </a:xfrm>
          <a:prstGeom prst="rect"/>
          <a:ln w="0">
            <a:noFill/>
          </a:ln>
        </p:spPr>
      </p:pic>
      <p:sp>
        <p:nvSpPr>
          <p:cNvPr id="679" name="New shape"/>
          <p:cNvSpPr/>
          <p:nvPr/>
        </p:nvSpPr>
        <p:spPr>
          <a:xfrm>
            <a:off x="6515100" y="48036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0" name="New picture"/>
          <p:cNvPicPr/>
          <p:nvPr/>
        </p:nvPicPr>
        <p:blipFill>
          <a:blip r:embed="rId441"/>
          <a:srcRect/>
          <a:stretch>
            <a:fillRect/>
          </a:stretch>
        </p:blipFill>
        <p:spPr>
          <a:xfrm>
            <a:off x="6548913" y="4831080"/>
            <a:ext cx="71724" cy="82391"/>
          </a:xfrm>
          <a:prstGeom prst="rect"/>
          <a:ln w="0">
            <a:noFill/>
          </a:ln>
        </p:spPr>
      </p:pic>
      <p:sp>
        <p:nvSpPr>
          <p:cNvPr id="681" name="New shape"/>
          <p:cNvSpPr/>
          <p:nvPr/>
        </p:nvSpPr>
        <p:spPr>
          <a:xfrm>
            <a:off x="6561106" y="484174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2" name="New picture"/>
          <p:cNvPicPr/>
          <p:nvPr/>
        </p:nvPicPr>
        <p:blipFill>
          <a:blip r:embed="rId442"/>
          <a:srcRect/>
          <a:stretch>
            <a:fillRect/>
          </a:stretch>
        </p:blipFill>
        <p:spPr>
          <a:xfrm>
            <a:off x="674370" y="5059966"/>
            <a:ext cx="58007" cy="82486"/>
          </a:xfrm>
          <a:prstGeom prst="rect"/>
          <a:ln w="0">
            <a:noFill/>
          </a:ln>
        </p:spPr>
      </p:pic>
      <p:pic>
        <p:nvPicPr>
          <p:cNvPr id="683" name="New picture"/>
          <p:cNvPicPr/>
          <p:nvPr/>
        </p:nvPicPr>
        <p:blipFill>
          <a:blip r:embed="rId443"/>
          <a:srcRect/>
          <a:stretch>
            <a:fillRect/>
          </a:stretch>
        </p:blipFill>
        <p:spPr>
          <a:xfrm>
            <a:off x="750760" y="5062918"/>
            <a:ext cx="68771" cy="79343"/>
          </a:xfrm>
          <a:prstGeom prst="rect"/>
          <a:ln w="0">
            <a:noFill/>
          </a:ln>
        </p:spPr>
      </p:pic>
      <p:pic>
        <p:nvPicPr>
          <p:cNvPr id="684" name="New picture"/>
          <p:cNvPicPr/>
          <p:nvPr/>
        </p:nvPicPr>
        <p:blipFill>
          <a:blip r:embed="rId444"/>
          <a:srcRect/>
          <a:stretch>
            <a:fillRect/>
          </a:stretch>
        </p:blipFill>
        <p:spPr>
          <a:xfrm>
            <a:off x="827056" y="5063014"/>
            <a:ext cx="30575" cy="117443"/>
          </a:xfrm>
          <a:prstGeom prst="rect"/>
          <a:ln w="0">
            <a:noFill/>
          </a:ln>
        </p:spPr>
      </p:pic>
      <p:pic>
        <p:nvPicPr>
          <p:cNvPr id="685" name="New picture"/>
          <p:cNvPicPr/>
          <p:nvPr/>
        </p:nvPicPr>
        <p:blipFill>
          <a:blip r:embed="rId445"/>
          <a:srcRect/>
          <a:stretch>
            <a:fillRect/>
          </a:stretch>
        </p:blipFill>
        <p:spPr>
          <a:xfrm>
            <a:off x="843915" y="5027866"/>
            <a:ext cx="16764" cy="16764"/>
          </a:xfrm>
          <a:prstGeom prst="rect"/>
          <a:ln w="0">
            <a:noFill/>
          </a:ln>
        </p:spPr>
      </p:pic>
      <p:pic>
        <p:nvPicPr>
          <p:cNvPr id="686" name="New picture"/>
          <p:cNvPicPr/>
          <p:nvPr/>
        </p:nvPicPr>
        <p:blipFill>
          <a:blip r:embed="rId446"/>
          <a:srcRect/>
          <a:stretch>
            <a:fillRect/>
          </a:stretch>
        </p:blipFill>
        <p:spPr>
          <a:xfrm>
            <a:off x="879062" y="5059870"/>
            <a:ext cx="71723" cy="82391"/>
          </a:xfrm>
          <a:prstGeom prst="rect"/>
          <a:ln w="0">
            <a:noFill/>
          </a:ln>
        </p:spPr>
      </p:pic>
      <p:sp>
        <p:nvSpPr>
          <p:cNvPr id="687" name="New shape"/>
          <p:cNvSpPr/>
          <p:nvPr/>
        </p:nvSpPr>
        <p:spPr>
          <a:xfrm>
            <a:off x="892778" y="507053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8" name="New picture"/>
          <p:cNvPicPr/>
          <p:nvPr/>
        </p:nvPicPr>
        <p:blipFill>
          <a:blip r:embed="rId447"/>
          <a:srcRect/>
          <a:stretch>
            <a:fillRect/>
          </a:stretch>
        </p:blipFill>
        <p:spPr>
          <a:xfrm>
            <a:off x="960025" y="5038630"/>
            <a:ext cx="47244" cy="103727"/>
          </a:xfrm>
          <a:prstGeom prst="rect"/>
          <a:ln w="0">
            <a:noFill/>
          </a:ln>
        </p:spPr>
      </p:pic>
      <p:pic>
        <p:nvPicPr>
          <p:cNvPr id="689" name="New picture"/>
          <p:cNvPicPr/>
          <p:nvPr/>
        </p:nvPicPr>
        <p:blipFill>
          <a:blip r:embed="rId448"/>
          <a:srcRect/>
          <a:stretch>
            <a:fillRect/>
          </a:stretch>
        </p:blipFill>
        <p:spPr>
          <a:xfrm>
            <a:off x="1024033" y="5123974"/>
            <a:ext cx="16859" cy="18383"/>
          </a:xfrm>
          <a:prstGeom prst="rect"/>
          <a:ln w="0">
            <a:noFill/>
          </a:ln>
        </p:spPr>
      </p:pic>
      <p:pic>
        <p:nvPicPr>
          <p:cNvPr id="690" name="New picture"/>
          <p:cNvPicPr/>
          <p:nvPr/>
        </p:nvPicPr>
        <p:blipFill>
          <a:blip r:embed="rId449"/>
          <a:srcRect/>
          <a:stretch>
            <a:fillRect/>
          </a:stretch>
        </p:blipFill>
        <p:spPr>
          <a:xfrm>
            <a:off x="1106519" y="5032439"/>
            <a:ext cx="74866" cy="108394"/>
          </a:xfrm>
          <a:prstGeom prst="rect"/>
          <a:ln w="0">
            <a:noFill/>
          </a:ln>
        </p:spPr>
      </p:pic>
      <p:sp>
        <p:nvSpPr>
          <p:cNvPr id="691" name="New shape"/>
          <p:cNvSpPr/>
          <p:nvPr/>
        </p:nvSpPr>
        <p:spPr>
          <a:xfrm>
            <a:off x="1120235" y="5043107"/>
            <a:ext cx="47339" cy="4886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2" name="New picture"/>
          <p:cNvPicPr/>
          <p:nvPr/>
        </p:nvPicPr>
        <p:blipFill>
          <a:blip r:embed="rId450"/>
          <a:srcRect/>
          <a:stretch>
            <a:fillRect/>
          </a:stretch>
        </p:blipFill>
        <p:spPr>
          <a:xfrm>
            <a:off x="1188910" y="5059870"/>
            <a:ext cx="77915" cy="82486"/>
          </a:xfrm>
          <a:prstGeom prst="rect"/>
          <a:ln w="0">
            <a:noFill/>
          </a:ln>
        </p:spPr>
      </p:pic>
      <p:sp>
        <p:nvSpPr>
          <p:cNvPr id="693" name="New shape"/>
          <p:cNvSpPr/>
          <p:nvPr/>
        </p:nvSpPr>
        <p:spPr>
          <a:xfrm>
            <a:off x="1202722" y="5070634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4" name="New picture"/>
          <p:cNvPicPr/>
          <p:nvPr/>
        </p:nvPicPr>
        <p:blipFill>
          <a:blip r:embed="rId451"/>
          <a:srcRect/>
          <a:stretch>
            <a:fillRect/>
          </a:stretch>
        </p:blipFill>
        <p:spPr>
          <a:xfrm>
            <a:off x="1286732" y="5062918"/>
            <a:ext cx="70199" cy="79343"/>
          </a:xfrm>
          <a:prstGeom prst="rect"/>
          <a:ln w="0">
            <a:noFill/>
          </a:ln>
        </p:spPr>
      </p:pic>
      <p:pic>
        <p:nvPicPr>
          <p:cNvPr id="695" name="New picture"/>
          <p:cNvPicPr/>
          <p:nvPr/>
        </p:nvPicPr>
        <p:blipFill>
          <a:blip r:embed="rId452"/>
          <a:srcRect/>
          <a:stretch>
            <a:fillRect/>
          </a:stretch>
        </p:blipFill>
        <p:spPr>
          <a:xfrm>
            <a:off x="1381411" y="5059966"/>
            <a:ext cx="42767" cy="80867"/>
          </a:xfrm>
          <a:prstGeom prst="rect"/>
          <a:ln w="0">
            <a:noFill/>
          </a:ln>
        </p:spPr>
      </p:pic>
      <p:pic>
        <p:nvPicPr>
          <p:cNvPr id="696" name="New picture"/>
          <p:cNvPicPr/>
          <p:nvPr/>
        </p:nvPicPr>
        <p:blipFill>
          <a:blip r:embed="rId453"/>
          <a:srcRect/>
          <a:stretch>
            <a:fillRect/>
          </a:stretch>
        </p:blipFill>
        <p:spPr>
          <a:xfrm>
            <a:off x="1471517" y="5059966"/>
            <a:ext cx="64103" cy="82391"/>
          </a:xfrm>
          <a:prstGeom prst="rect"/>
          <a:ln w="0">
            <a:noFill/>
          </a:ln>
        </p:spPr>
      </p:pic>
      <p:pic>
        <p:nvPicPr>
          <p:cNvPr id="697" name="New picture"/>
          <p:cNvPicPr/>
          <p:nvPr/>
        </p:nvPicPr>
        <p:blipFill>
          <a:blip r:embed="rId454"/>
          <a:srcRect/>
          <a:stretch>
            <a:fillRect/>
          </a:stretch>
        </p:blipFill>
        <p:spPr>
          <a:xfrm>
            <a:off x="1546289" y="5059871"/>
            <a:ext cx="71818" cy="82487"/>
          </a:xfrm>
          <a:prstGeom prst="rect"/>
          <a:ln w="0">
            <a:noFill/>
          </a:ln>
        </p:spPr>
      </p:pic>
      <p:sp>
        <p:nvSpPr>
          <p:cNvPr id="698" name="New shape"/>
          <p:cNvSpPr/>
          <p:nvPr/>
        </p:nvSpPr>
        <p:spPr>
          <a:xfrm>
            <a:off x="1560100" y="507063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9" name="New picture"/>
          <p:cNvPicPr/>
          <p:nvPr/>
        </p:nvPicPr>
        <p:blipFill>
          <a:blip r:embed="rId455"/>
          <a:srcRect/>
          <a:stretch>
            <a:fillRect/>
          </a:stretch>
        </p:blipFill>
        <p:spPr>
          <a:xfrm>
            <a:off x="1637919" y="5059966"/>
            <a:ext cx="41243" cy="80867"/>
          </a:xfrm>
          <a:prstGeom prst="rect"/>
          <a:ln w="0">
            <a:noFill/>
          </a:ln>
        </p:spPr>
      </p:pic>
      <p:pic>
        <p:nvPicPr>
          <p:cNvPr id="700" name="New picture"/>
          <p:cNvPicPr/>
          <p:nvPr/>
        </p:nvPicPr>
        <p:blipFill>
          <a:blip r:embed="rId456"/>
          <a:srcRect/>
          <a:stretch>
            <a:fillRect/>
          </a:stretch>
        </p:blipFill>
        <p:spPr>
          <a:xfrm>
            <a:off x="1683830" y="5038630"/>
            <a:ext cx="47244" cy="103727"/>
          </a:xfrm>
          <a:prstGeom prst="rect"/>
          <a:ln w="0">
            <a:noFill/>
          </a:ln>
        </p:spPr>
      </p:pic>
      <p:pic>
        <p:nvPicPr>
          <p:cNvPr id="701" name="New picture"/>
          <p:cNvPicPr/>
          <p:nvPr/>
        </p:nvPicPr>
        <p:blipFill>
          <a:blip r:embed="rId457"/>
          <a:srcRect/>
          <a:stretch>
            <a:fillRect/>
          </a:stretch>
        </p:blipFill>
        <p:spPr>
          <a:xfrm>
            <a:off x="1741742" y="5059966"/>
            <a:ext cx="67246" cy="82391"/>
          </a:xfrm>
          <a:prstGeom prst="rect"/>
          <a:ln w="0">
            <a:noFill/>
          </a:ln>
        </p:spPr>
      </p:pic>
      <p:sp>
        <p:nvSpPr>
          <p:cNvPr id="702" name="New shape"/>
          <p:cNvSpPr/>
          <p:nvPr/>
        </p:nvSpPr>
        <p:spPr>
          <a:xfrm>
            <a:off x="1755553" y="5101113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03" name="New shape"/>
          <p:cNvSpPr/>
          <p:nvPr/>
        </p:nvSpPr>
        <p:spPr>
          <a:xfrm>
            <a:off x="1833277" y="5062918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4" name="New picture"/>
          <p:cNvPicPr/>
          <p:nvPr/>
        </p:nvPicPr>
        <p:blipFill>
          <a:blip r:embed="rId458"/>
          <a:srcRect/>
          <a:stretch>
            <a:fillRect/>
          </a:stretch>
        </p:blipFill>
        <p:spPr>
          <a:xfrm>
            <a:off x="1830229" y="5027867"/>
            <a:ext cx="16859" cy="16764"/>
          </a:xfrm>
          <a:prstGeom prst="rect"/>
          <a:ln w="0">
            <a:noFill/>
          </a:ln>
        </p:spPr>
      </p:pic>
      <p:pic>
        <p:nvPicPr>
          <p:cNvPr id="705" name="New picture"/>
          <p:cNvPicPr/>
          <p:nvPr/>
        </p:nvPicPr>
        <p:blipFill>
          <a:blip r:embed="rId459"/>
          <a:srcRect/>
          <a:stretch>
            <a:fillRect/>
          </a:stretch>
        </p:blipFill>
        <p:spPr>
          <a:xfrm>
            <a:off x="1871567" y="5059966"/>
            <a:ext cx="68675" cy="80867"/>
          </a:xfrm>
          <a:prstGeom prst="rect"/>
          <a:ln w="0">
            <a:noFill/>
          </a:ln>
        </p:spPr>
      </p:pic>
      <p:pic>
        <p:nvPicPr>
          <p:cNvPr id="706" name="New picture"/>
          <p:cNvPicPr/>
          <p:nvPr/>
        </p:nvPicPr>
        <p:blipFill>
          <a:blip r:embed="rId460"/>
          <a:srcRect/>
          <a:stretch>
            <a:fillRect/>
          </a:stretch>
        </p:blipFill>
        <p:spPr>
          <a:xfrm>
            <a:off x="1957101" y="5059966"/>
            <a:ext cx="58007" cy="82391"/>
          </a:xfrm>
          <a:prstGeom prst="rect"/>
          <a:ln w="0">
            <a:noFill/>
          </a:ln>
        </p:spPr>
      </p:pic>
      <p:sp>
        <p:nvSpPr>
          <p:cNvPr id="707" name="New shape"/>
          <p:cNvSpPr/>
          <p:nvPr/>
        </p:nvSpPr>
        <p:spPr>
          <a:xfrm>
            <a:off x="2072640" y="50322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08" name="New shape"/>
          <p:cNvSpPr/>
          <p:nvPr/>
        </p:nvSpPr>
        <p:spPr>
          <a:xfrm>
            <a:off x="2112835" y="506301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9" name="New picture"/>
          <p:cNvPicPr/>
          <p:nvPr/>
        </p:nvPicPr>
        <p:blipFill>
          <a:blip r:embed="rId461"/>
          <a:srcRect/>
          <a:stretch>
            <a:fillRect/>
          </a:stretch>
        </p:blipFill>
        <p:spPr>
          <a:xfrm>
            <a:off x="2111311" y="5027867"/>
            <a:ext cx="16764" cy="16764"/>
          </a:xfrm>
          <a:prstGeom prst="rect"/>
          <a:ln w="0">
            <a:noFill/>
          </a:ln>
        </p:spPr>
      </p:pic>
      <p:pic>
        <p:nvPicPr>
          <p:cNvPr id="710" name="New picture"/>
          <p:cNvPicPr/>
          <p:nvPr/>
        </p:nvPicPr>
        <p:blipFill>
          <a:blip r:embed="rId462"/>
          <a:srcRect/>
          <a:stretch>
            <a:fillRect/>
          </a:stretch>
        </p:blipFill>
        <p:spPr>
          <a:xfrm>
            <a:off x="2140267" y="5063013"/>
            <a:ext cx="73247" cy="77819"/>
          </a:xfrm>
          <a:prstGeom prst="rect"/>
          <a:ln w="0">
            <a:noFill/>
          </a:ln>
        </p:spPr>
      </p:pic>
      <p:pic>
        <p:nvPicPr>
          <p:cNvPr id="711" name="New picture"/>
          <p:cNvPicPr/>
          <p:nvPr/>
        </p:nvPicPr>
        <p:blipFill>
          <a:blip r:embed="rId463"/>
          <a:srcRect/>
          <a:stretch>
            <a:fillRect/>
          </a:stretch>
        </p:blipFill>
        <p:spPr>
          <a:xfrm>
            <a:off x="2225802" y="5059966"/>
            <a:ext cx="42767" cy="80867"/>
          </a:xfrm>
          <a:prstGeom prst="rect"/>
          <a:ln w="0">
            <a:noFill/>
          </a:ln>
        </p:spPr>
      </p:pic>
      <p:pic>
        <p:nvPicPr>
          <p:cNvPr id="712" name="New picture"/>
          <p:cNvPicPr/>
          <p:nvPr/>
        </p:nvPicPr>
        <p:blipFill>
          <a:blip r:embed="rId464"/>
          <a:srcRect/>
          <a:stretch>
            <a:fillRect/>
          </a:stretch>
        </p:blipFill>
        <p:spPr>
          <a:xfrm>
            <a:off x="2274761" y="5059966"/>
            <a:ext cx="71723" cy="82391"/>
          </a:xfrm>
          <a:prstGeom prst="rect"/>
          <a:ln w="0">
            <a:noFill/>
          </a:ln>
        </p:spPr>
      </p:pic>
      <p:sp>
        <p:nvSpPr>
          <p:cNvPr id="713" name="New shape"/>
          <p:cNvSpPr/>
          <p:nvPr/>
        </p:nvSpPr>
        <p:spPr>
          <a:xfrm>
            <a:off x="2286953" y="507063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4" name="New picture"/>
          <p:cNvPicPr/>
          <p:nvPr/>
        </p:nvPicPr>
        <p:blipFill>
          <a:blip r:embed="rId465"/>
          <a:srcRect/>
          <a:stretch>
            <a:fillRect/>
          </a:stretch>
        </p:blipFill>
        <p:spPr>
          <a:xfrm>
            <a:off x="2357056" y="5059966"/>
            <a:ext cx="58102" cy="82391"/>
          </a:xfrm>
          <a:prstGeom prst="rect"/>
          <a:ln w="0">
            <a:noFill/>
          </a:ln>
        </p:spPr>
      </p:pic>
      <p:pic>
        <p:nvPicPr>
          <p:cNvPr id="715" name="New picture"/>
          <p:cNvPicPr/>
          <p:nvPr/>
        </p:nvPicPr>
        <p:blipFill>
          <a:blip r:embed="rId466"/>
          <a:srcRect/>
          <a:stretch>
            <a:fillRect/>
          </a:stretch>
        </p:blipFill>
        <p:spPr>
          <a:xfrm>
            <a:off x="2428970" y="5123974"/>
            <a:ext cx="21336" cy="42767"/>
          </a:xfrm>
          <a:prstGeom prst="rect"/>
          <a:ln w="0">
            <a:noFill/>
          </a:ln>
        </p:spPr>
      </p:pic>
      <p:pic>
        <p:nvPicPr>
          <p:cNvPr id="716" name="New picture"/>
          <p:cNvPicPr/>
          <p:nvPr/>
        </p:nvPicPr>
        <p:blipFill>
          <a:blip r:embed="rId467"/>
          <a:srcRect/>
          <a:stretch>
            <a:fillRect/>
          </a:stretch>
        </p:blipFill>
        <p:spPr>
          <a:xfrm>
            <a:off x="2503741" y="5063013"/>
            <a:ext cx="73247" cy="77819"/>
          </a:xfrm>
          <a:prstGeom prst="rect"/>
          <a:ln w="0">
            <a:noFill/>
          </a:ln>
        </p:spPr>
      </p:pic>
      <p:pic>
        <p:nvPicPr>
          <p:cNvPr id="717" name="New picture"/>
          <p:cNvPicPr/>
          <p:nvPr/>
        </p:nvPicPr>
        <p:blipFill>
          <a:blip r:embed="rId468"/>
          <a:srcRect/>
          <a:stretch>
            <a:fillRect/>
          </a:stretch>
        </p:blipFill>
        <p:spPr>
          <a:xfrm>
            <a:off x="2584609" y="5059870"/>
            <a:ext cx="77914" cy="82391"/>
          </a:xfrm>
          <a:prstGeom prst="rect"/>
          <a:ln w="0">
            <a:noFill/>
          </a:ln>
        </p:spPr>
      </p:pic>
      <p:sp>
        <p:nvSpPr>
          <p:cNvPr id="718" name="New shape"/>
          <p:cNvSpPr/>
          <p:nvPr/>
        </p:nvSpPr>
        <p:spPr>
          <a:xfrm>
            <a:off x="2596800" y="507053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9" name="New picture"/>
          <p:cNvPicPr/>
          <p:nvPr/>
        </p:nvPicPr>
        <p:blipFill>
          <a:blip r:embed="rId469"/>
          <a:srcRect/>
          <a:stretch>
            <a:fillRect/>
          </a:stretch>
        </p:blipFill>
        <p:spPr>
          <a:xfrm>
            <a:off x="2682430" y="5062918"/>
            <a:ext cx="68675" cy="79439"/>
          </a:xfrm>
          <a:prstGeom prst="rect"/>
          <a:ln w="0">
            <a:noFill/>
          </a:ln>
        </p:spPr>
      </p:pic>
      <p:pic>
        <p:nvPicPr>
          <p:cNvPr id="720" name="New picture"/>
          <p:cNvPicPr/>
          <p:nvPr/>
        </p:nvPicPr>
        <p:blipFill>
          <a:blip r:embed="rId470"/>
          <a:srcRect/>
          <a:stretch>
            <a:fillRect/>
          </a:stretch>
        </p:blipFill>
        <p:spPr>
          <a:xfrm>
            <a:off x="2764917" y="5059966"/>
            <a:ext cx="58007" cy="82391"/>
          </a:xfrm>
          <a:prstGeom prst="rect"/>
          <a:ln w="0">
            <a:noFill/>
          </a:ln>
        </p:spPr>
      </p:pic>
      <p:pic>
        <p:nvPicPr>
          <p:cNvPr id="721" name="New picture"/>
          <p:cNvPicPr/>
          <p:nvPr/>
        </p:nvPicPr>
        <p:blipFill>
          <a:blip r:embed="rId471"/>
          <a:srcRect/>
          <a:stretch>
            <a:fillRect/>
          </a:stretch>
        </p:blipFill>
        <p:spPr>
          <a:xfrm>
            <a:off x="2876359" y="5032438"/>
            <a:ext cx="74771" cy="109918"/>
          </a:xfrm>
          <a:prstGeom prst="rect"/>
          <a:ln w="0">
            <a:noFill/>
          </a:ln>
        </p:spPr>
      </p:pic>
      <p:sp>
        <p:nvSpPr>
          <p:cNvPr id="722" name="New shape"/>
          <p:cNvSpPr/>
          <p:nvPr/>
        </p:nvSpPr>
        <p:spPr>
          <a:xfrm>
            <a:off x="2890076" y="507063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3" name="New picture"/>
          <p:cNvPicPr/>
          <p:nvPr/>
        </p:nvPicPr>
        <p:blipFill>
          <a:blip r:embed="rId472"/>
          <a:srcRect/>
          <a:stretch>
            <a:fillRect/>
          </a:stretch>
        </p:blipFill>
        <p:spPr>
          <a:xfrm>
            <a:off x="2970943" y="5059871"/>
            <a:ext cx="71818" cy="82487"/>
          </a:xfrm>
          <a:prstGeom prst="rect"/>
          <a:ln w="0">
            <a:noFill/>
          </a:ln>
        </p:spPr>
      </p:pic>
      <p:sp>
        <p:nvSpPr>
          <p:cNvPr id="724" name="New shape"/>
          <p:cNvSpPr/>
          <p:nvPr/>
        </p:nvSpPr>
        <p:spPr>
          <a:xfrm>
            <a:off x="2984754" y="507063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5" name="New picture"/>
          <p:cNvPicPr/>
          <p:nvPr/>
        </p:nvPicPr>
        <p:blipFill>
          <a:blip r:embed="rId473"/>
          <a:srcRect/>
          <a:stretch>
            <a:fillRect/>
          </a:stretch>
        </p:blipFill>
        <p:spPr>
          <a:xfrm>
            <a:off x="3048857" y="5063013"/>
            <a:ext cx="73343" cy="77819"/>
          </a:xfrm>
          <a:prstGeom prst="rect"/>
          <a:ln w="0">
            <a:noFill/>
          </a:ln>
        </p:spPr>
      </p:pic>
      <p:pic>
        <p:nvPicPr>
          <p:cNvPr id="726" name="New picture"/>
          <p:cNvPicPr/>
          <p:nvPr/>
        </p:nvPicPr>
        <p:blipFill>
          <a:blip r:embed="rId474"/>
          <a:srcRect/>
          <a:stretch>
            <a:fillRect/>
          </a:stretch>
        </p:blipFill>
        <p:spPr>
          <a:xfrm>
            <a:off x="3135916" y="5059966"/>
            <a:ext cx="42767" cy="80867"/>
          </a:xfrm>
          <a:prstGeom prst="rect"/>
          <a:ln w="0">
            <a:noFill/>
          </a:ln>
        </p:spPr>
      </p:pic>
      <p:pic>
        <p:nvPicPr>
          <p:cNvPr id="727" name="New picture"/>
          <p:cNvPicPr/>
          <p:nvPr/>
        </p:nvPicPr>
        <p:blipFill>
          <a:blip r:embed="rId475"/>
          <a:srcRect/>
          <a:stretch>
            <a:fillRect/>
          </a:stretch>
        </p:blipFill>
        <p:spPr>
          <a:xfrm>
            <a:off x="3183255" y="5059966"/>
            <a:ext cx="71818" cy="82391"/>
          </a:xfrm>
          <a:prstGeom prst="rect"/>
          <a:ln w="0">
            <a:noFill/>
          </a:ln>
        </p:spPr>
      </p:pic>
      <p:sp>
        <p:nvSpPr>
          <p:cNvPr id="728" name="New shape"/>
          <p:cNvSpPr/>
          <p:nvPr/>
        </p:nvSpPr>
        <p:spPr>
          <a:xfrm>
            <a:off x="3197066" y="507063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9" name="New picture"/>
          <p:cNvPicPr/>
          <p:nvPr/>
        </p:nvPicPr>
        <p:blipFill>
          <a:blip r:embed="rId476"/>
          <a:srcRect/>
          <a:stretch>
            <a:fillRect/>
          </a:stretch>
        </p:blipFill>
        <p:spPr>
          <a:xfrm>
            <a:off x="3267266" y="5063014"/>
            <a:ext cx="58007" cy="77819"/>
          </a:xfrm>
          <a:prstGeom prst="rect"/>
          <a:ln w="0">
            <a:noFill/>
          </a:ln>
        </p:spPr>
      </p:pic>
      <p:pic>
        <p:nvPicPr>
          <p:cNvPr id="730" name="New picture"/>
          <p:cNvPicPr/>
          <p:nvPr/>
        </p:nvPicPr>
        <p:blipFill>
          <a:blip r:embed="rId477"/>
          <a:srcRect/>
          <a:stretch>
            <a:fillRect/>
          </a:stretch>
        </p:blipFill>
        <p:spPr>
          <a:xfrm>
            <a:off x="3375660" y="5059966"/>
            <a:ext cx="67247" cy="82391"/>
          </a:xfrm>
          <a:prstGeom prst="rect"/>
          <a:ln w="0">
            <a:noFill/>
          </a:ln>
        </p:spPr>
      </p:pic>
      <p:sp>
        <p:nvSpPr>
          <p:cNvPr id="731" name="New shape"/>
          <p:cNvSpPr/>
          <p:nvPr/>
        </p:nvSpPr>
        <p:spPr>
          <a:xfrm>
            <a:off x="3389471" y="5101113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2" name="New picture"/>
          <p:cNvPicPr/>
          <p:nvPr/>
        </p:nvPicPr>
        <p:blipFill>
          <a:blip r:embed="rId478"/>
          <a:srcRect/>
          <a:stretch>
            <a:fillRect/>
          </a:stretch>
        </p:blipFill>
        <p:spPr>
          <a:xfrm>
            <a:off x="3450527" y="5063013"/>
            <a:ext cx="73247" cy="77819"/>
          </a:xfrm>
          <a:prstGeom prst="rect"/>
          <a:ln w="0">
            <a:noFill/>
          </a:ln>
        </p:spPr>
      </p:pic>
      <p:pic>
        <p:nvPicPr>
          <p:cNvPr id="733" name="New picture"/>
          <p:cNvPicPr/>
          <p:nvPr/>
        </p:nvPicPr>
        <p:blipFill>
          <a:blip r:embed="rId479"/>
          <a:srcRect/>
          <a:stretch>
            <a:fillRect/>
          </a:stretch>
        </p:blipFill>
        <p:spPr>
          <a:xfrm>
            <a:off x="3531394" y="5059870"/>
            <a:ext cx="77915" cy="82391"/>
          </a:xfrm>
          <a:prstGeom prst="rect"/>
          <a:ln w="0">
            <a:noFill/>
          </a:ln>
        </p:spPr>
      </p:pic>
      <p:sp>
        <p:nvSpPr>
          <p:cNvPr id="734" name="New shape"/>
          <p:cNvSpPr/>
          <p:nvPr/>
        </p:nvSpPr>
        <p:spPr>
          <a:xfrm>
            <a:off x="3543586" y="507053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35" name="New shape"/>
          <p:cNvSpPr/>
          <p:nvPr/>
        </p:nvSpPr>
        <p:spPr>
          <a:xfrm>
            <a:off x="3629216" y="506301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6" name="New picture"/>
          <p:cNvPicPr/>
          <p:nvPr/>
        </p:nvPicPr>
        <p:blipFill>
          <a:blip r:embed="rId480"/>
          <a:srcRect/>
          <a:stretch>
            <a:fillRect/>
          </a:stretch>
        </p:blipFill>
        <p:spPr>
          <a:xfrm>
            <a:off x="3627691" y="5027961"/>
            <a:ext cx="16764" cy="16764"/>
          </a:xfrm>
          <a:prstGeom prst="rect"/>
          <a:ln w="0">
            <a:noFill/>
          </a:ln>
        </p:spPr>
      </p:pic>
      <p:pic>
        <p:nvPicPr>
          <p:cNvPr id="737" name="New picture"/>
          <p:cNvPicPr/>
          <p:nvPr/>
        </p:nvPicPr>
        <p:blipFill>
          <a:blip r:embed="rId481"/>
          <a:srcRect/>
          <a:stretch>
            <a:fillRect/>
          </a:stretch>
        </p:blipFill>
        <p:spPr>
          <a:xfrm>
            <a:off x="3668840" y="5059966"/>
            <a:ext cx="41243" cy="80867"/>
          </a:xfrm>
          <a:prstGeom prst="rect"/>
          <a:ln w="0">
            <a:noFill/>
          </a:ln>
        </p:spPr>
      </p:pic>
      <p:pic>
        <p:nvPicPr>
          <p:cNvPr id="738" name="New picture"/>
          <p:cNvPicPr/>
          <p:nvPr/>
        </p:nvPicPr>
        <p:blipFill>
          <a:blip r:embed="rId482"/>
          <a:srcRect/>
          <a:stretch>
            <a:fillRect/>
          </a:stretch>
        </p:blipFill>
        <p:spPr>
          <a:xfrm>
            <a:off x="3758946" y="5032438"/>
            <a:ext cx="74866" cy="109918"/>
          </a:xfrm>
          <a:prstGeom prst="rect"/>
          <a:ln w="0">
            <a:noFill/>
          </a:ln>
        </p:spPr>
      </p:pic>
      <p:sp>
        <p:nvSpPr>
          <p:cNvPr id="739" name="New shape"/>
          <p:cNvSpPr/>
          <p:nvPr/>
        </p:nvSpPr>
        <p:spPr>
          <a:xfrm>
            <a:off x="3772757" y="5070634"/>
            <a:ext cx="47244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0" name="New picture"/>
          <p:cNvPicPr/>
          <p:nvPr/>
        </p:nvPicPr>
        <p:blipFill>
          <a:blip r:embed="rId483"/>
          <a:srcRect/>
          <a:stretch>
            <a:fillRect/>
          </a:stretch>
        </p:blipFill>
        <p:spPr>
          <a:xfrm>
            <a:off x="3853720" y="5059870"/>
            <a:ext cx="71723" cy="82391"/>
          </a:xfrm>
          <a:prstGeom prst="rect"/>
          <a:ln w="0">
            <a:noFill/>
          </a:ln>
        </p:spPr>
      </p:pic>
      <p:sp>
        <p:nvSpPr>
          <p:cNvPr id="741" name="New shape"/>
          <p:cNvSpPr/>
          <p:nvPr/>
        </p:nvSpPr>
        <p:spPr>
          <a:xfrm>
            <a:off x="3867435" y="507053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2" name="New picture"/>
          <p:cNvPicPr/>
          <p:nvPr/>
        </p:nvPicPr>
        <p:blipFill>
          <a:blip r:embed="rId484"/>
          <a:srcRect/>
          <a:stretch>
            <a:fillRect/>
          </a:stretch>
        </p:blipFill>
        <p:spPr>
          <a:xfrm>
            <a:off x="3936111" y="5059966"/>
            <a:ext cx="58007" cy="82391"/>
          </a:xfrm>
          <a:prstGeom prst="rect"/>
          <a:ln w="0">
            <a:noFill/>
          </a:ln>
        </p:spPr>
      </p:pic>
      <p:pic>
        <p:nvPicPr>
          <p:cNvPr id="743" name="New picture"/>
          <p:cNvPicPr/>
          <p:nvPr/>
        </p:nvPicPr>
        <p:blipFill>
          <a:blip r:embed="rId485"/>
          <a:srcRect/>
          <a:stretch>
            <a:fillRect/>
          </a:stretch>
        </p:blipFill>
        <p:spPr>
          <a:xfrm>
            <a:off x="4047554" y="5059966"/>
            <a:ext cx="64103" cy="82391"/>
          </a:xfrm>
          <a:prstGeom prst="rect"/>
          <a:ln w="0">
            <a:noFill/>
          </a:ln>
        </p:spPr>
      </p:pic>
      <p:pic>
        <p:nvPicPr>
          <p:cNvPr id="744" name="New picture"/>
          <p:cNvPicPr/>
          <p:nvPr/>
        </p:nvPicPr>
        <p:blipFill>
          <a:blip r:embed="rId486"/>
          <a:srcRect/>
          <a:stretch>
            <a:fillRect/>
          </a:stretch>
        </p:blipFill>
        <p:spPr>
          <a:xfrm>
            <a:off x="4122325" y="5059870"/>
            <a:ext cx="77915" cy="82486"/>
          </a:xfrm>
          <a:prstGeom prst="rect"/>
          <a:ln w="0">
            <a:noFill/>
          </a:ln>
        </p:spPr>
      </p:pic>
      <p:sp>
        <p:nvSpPr>
          <p:cNvPr id="745" name="New shape"/>
          <p:cNvSpPr/>
          <p:nvPr/>
        </p:nvSpPr>
        <p:spPr>
          <a:xfrm>
            <a:off x="4136136" y="5070634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6" name="New picture"/>
          <p:cNvPicPr/>
          <p:nvPr/>
        </p:nvPicPr>
        <p:blipFill>
          <a:blip r:embed="rId487"/>
          <a:srcRect/>
          <a:stretch>
            <a:fillRect/>
          </a:stretch>
        </p:blipFill>
        <p:spPr>
          <a:xfrm>
            <a:off x="4220147" y="5059966"/>
            <a:ext cx="70199" cy="80867"/>
          </a:xfrm>
          <a:prstGeom prst="rect"/>
          <a:ln w="0">
            <a:noFill/>
          </a:ln>
        </p:spPr>
      </p:pic>
      <p:pic>
        <p:nvPicPr>
          <p:cNvPr id="747" name="New picture"/>
          <p:cNvPicPr/>
          <p:nvPr/>
        </p:nvPicPr>
        <p:blipFill>
          <a:blip r:embed="rId488"/>
          <a:srcRect/>
          <a:stretch>
            <a:fillRect/>
          </a:stretch>
        </p:blipFill>
        <p:spPr>
          <a:xfrm>
            <a:off x="4314825" y="5059966"/>
            <a:ext cx="68675" cy="80867"/>
          </a:xfrm>
          <a:prstGeom prst="rect"/>
          <a:ln w="0">
            <a:noFill/>
          </a:ln>
        </p:spPr>
      </p:pic>
      <p:pic>
        <p:nvPicPr>
          <p:cNvPr id="748" name="New picture"/>
          <p:cNvPicPr/>
          <p:nvPr/>
        </p:nvPicPr>
        <p:blipFill>
          <a:blip r:embed="rId489"/>
          <a:srcRect/>
          <a:stretch>
            <a:fillRect/>
          </a:stretch>
        </p:blipFill>
        <p:spPr>
          <a:xfrm>
            <a:off x="4400359" y="5059870"/>
            <a:ext cx="67247" cy="82391"/>
          </a:xfrm>
          <a:prstGeom prst="rect"/>
          <a:ln w="0">
            <a:noFill/>
          </a:ln>
        </p:spPr>
      </p:pic>
      <p:sp>
        <p:nvSpPr>
          <p:cNvPr id="749" name="New shape"/>
          <p:cNvSpPr/>
          <p:nvPr/>
        </p:nvSpPr>
        <p:spPr>
          <a:xfrm>
            <a:off x="4414171" y="5101018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50" name="New shape"/>
          <p:cNvSpPr/>
          <p:nvPr/>
        </p:nvSpPr>
        <p:spPr>
          <a:xfrm>
            <a:off x="4491990" y="506301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1" name="New picture"/>
          <p:cNvPicPr/>
          <p:nvPr/>
        </p:nvPicPr>
        <p:blipFill>
          <a:blip r:embed="rId490"/>
          <a:srcRect/>
          <a:stretch>
            <a:fillRect/>
          </a:stretch>
        </p:blipFill>
        <p:spPr>
          <a:xfrm>
            <a:off x="4488942" y="5027961"/>
            <a:ext cx="16764" cy="16764"/>
          </a:xfrm>
          <a:prstGeom prst="rect"/>
          <a:ln w="0">
            <a:noFill/>
          </a:ln>
        </p:spPr>
      </p:pic>
      <p:pic>
        <p:nvPicPr>
          <p:cNvPr id="752" name="New picture"/>
          <p:cNvPicPr/>
          <p:nvPr/>
        </p:nvPicPr>
        <p:blipFill>
          <a:blip r:embed="rId491"/>
          <a:srcRect/>
          <a:stretch>
            <a:fillRect/>
          </a:stretch>
        </p:blipFill>
        <p:spPr>
          <a:xfrm>
            <a:off x="4520851" y="5059966"/>
            <a:ext cx="58102" cy="82391"/>
          </a:xfrm>
          <a:prstGeom prst="rect"/>
          <a:ln w="0">
            <a:noFill/>
          </a:ln>
        </p:spPr>
      </p:pic>
      <p:pic>
        <p:nvPicPr>
          <p:cNvPr id="753" name="New picture"/>
          <p:cNvPicPr/>
          <p:nvPr/>
        </p:nvPicPr>
        <p:blipFill>
          <a:blip r:embed="rId492"/>
          <a:srcRect/>
          <a:stretch>
            <a:fillRect/>
          </a:stretch>
        </p:blipFill>
        <p:spPr>
          <a:xfrm>
            <a:off x="4589716" y="5059966"/>
            <a:ext cx="56483" cy="82391"/>
          </a:xfrm>
          <a:prstGeom prst="rect"/>
          <a:ln w="0">
            <a:noFill/>
          </a:ln>
        </p:spPr>
      </p:pic>
      <p:pic>
        <p:nvPicPr>
          <p:cNvPr id="754" name="New picture"/>
          <p:cNvPicPr/>
          <p:nvPr/>
        </p:nvPicPr>
        <p:blipFill>
          <a:blip r:embed="rId493"/>
          <a:srcRect/>
          <a:stretch>
            <a:fillRect/>
          </a:stretch>
        </p:blipFill>
        <p:spPr>
          <a:xfrm>
            <a:off x="4659916" y="5059966"/>
            <a:ext cx="65627" cy="82391"/>
          </a:xfrm>
          <a:prstGeom prst="rect"/>
          <a:ln w="0">
            <a:noFill/>
          </a:ln>
        </p:spPr>
      </p:pic>
      <p:sp>
        <p:nvSpPr>
          <p:cNvPr id="755" name="New shape"/>
          <p:cNvSpPr/>
          <p:nvPr/>
        </p:nvSpPr>
        <p:spPr>
          <a:xfrm>
            <a:off x="4672108" y="5101113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6" name="New picture"/>
          <p:cNvPicPr/>
          <p:nvPr/>
        </p:nvPicPr>
        <p:blipFill>
          <a:blip r:embed="rId494"/>
          <a:srcRect/>
          <a:stretch>
            <a:fillRect/>
          </a:stretch>
        </p:blipFill>
        <p:spPr>
          <a:xfrm>
            <a:off x="4748499" y="5059966"/>
            <a:ext cx="70199" cy="80867"/>
          </a:xfrm>
          <a:prstGeom prst="rect"/>
          <a:ln w="0">
            <a:noFill/>
          </a:ln>
        </p:spPr>
      </p:pic>
      <p:pic>
        <p:nvPicPr>
          <p:cNvPr id="757" name="New picture"/>
          <p:cNvPicPr/>
          <p:nvPr/>
        </p:nvPicPr>
        <p:blipFill>
          <a:blip r:embed="rId495"/>
          <a:srcRect/>
          <a:stretch>
            <a:fillRect/>
          </a:stretch>
        </p:blipFill>
        <p:spPr>
          <a:xfrm>
            <a:off x="4838509" y="5059966"/>
            <a:ext cx="64103" cy="82486"/>
          </a:xfrm>
          <a:prstGeom prst="rect"/>
          <a:ln w="0">
            <a:noFill/>
          </a:ln>
        </p:spPr>
      </p:pic>
      <p:pic>
        <p:nvPicPr>
          <p:cNvPr id="758" name="New picture"/>
          <p:cNvPicPr/>
          <p:nvPr/>
        </p:nvPicPr>
        <p:blipFill>
          <a:blip r:embed="rId496"/>
          <a:srcRect/>
          <a:stretch>
            <a:fillRect/>
          </a:stretch>
        </p:blipFill>
        <p:spPr>
          <a:xfrm>
            <a:off x="4911851" y="5059966"/>
            <a:ext cx="71818" cy="82391"/>
          </a:xfrm>
          <a:prstGeom prst="rect"/>
          <a:ln w="0">
            <a:noFill/>
          </a:ln>
        </p:spPr>
      </p:pic>
      <p:sp>
        <p:nvSpPr>
          <p:cNvPr id="759" name="New shape"/>
          <p:cNvSpPr/>
          <p:nvPr/>
        </p:nvSpPr>
        <p:spPr>
          <a:xfrm>
            <a:off x="4925663" y="507063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0" name="New picture"/>
          <p:cNvPicPr/>
          <p:nvPr/>
        </p:nvPicPr>
        <p:blipFill>
          <a:blip r:embed="rId497"/>
          <a:srcRect/>
          <a:stretch>
            <a:fillRect/>
          </a:stretch>
        </p:blipFill>
        <p:spPr>
          <a:xfrm>
            <a:off x="4995862" y="5059871"/>
            <a:ext cx="56483" cy="82486"/>
          </a:xfrm>
          <a:prstGeom prst="rect"/>
          <a:ln w="0">
            <a:noFill/>
          </a:ln>
        </p:spPr>
      </p:pic>
      <p:pic>
        <p:nvPicPr>
          <p:cNvPr id="761" name="New picture"/>
          <p:cNvPicPr/>
          <p:nvPr/>
        </p:nvPicPr>
        <p:blipFill>
          <a:blip r:embed="rId498"/>
          <a:srcRect/>
          <a:stretch>
            <a:fillRect/>
          </a:stretch>
        </p:blipFill>
        <p:spPr>
          <a:xfrm>
            <a:off x="5105877" y="5059870"/>
            <a:ext cx="71723" cy="82391"/>
          </a:xfrm>
          <a:prstGeom prst="rect"/>
          <a:ln w="0">
            <a:noFill/>
          </a:ln>
        </p:spPr>
      </p:pic>
      <p:sp>
        <p:nvSpPr>
          <p:cNvPr id="762" name="New shape"/>
          <p:cNvSpPr/>
          <p:nvPr/>
        </p:nvSpPr>
        <p:spPr>
          <a:xfrm>
            <a:off x="5119592" y="507053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3" name="New picture"/>
          <p:cNvPicPr/>
          <p:nvPr/>
        </p:nvPicPr>
        <p:blipFill>
          <a:blip r:embed="rId499"/>
          <a:srcRect/>
          <a:stretch>
            <a:fillRect/>
          </a:stretch>
        </p:blipFill>
        <p:spPr>
          <a:xfrm>
            <a:off x="5197411" y="5059966"/>
            <a:ext cx="68675" cy="80867"/>
          </a:xfrm>
          <a:prstGeom prst="rect"/>
          <a:ln w="0">
            <a:noFill/>
          </a:ln>
        </p:spPr>
      </p:pic>
      <p:pic>
        <p:nvPicPr>
          <p:cNvPr id="764" name="New picture"/>
          <p:cNvPicPr/>
          <p:nvPr/>
        </p:nvPicPr>
        <p:blipFill>
          <a:blip r:embed="rId500"/>
          <a:srcRect/>
          <a:stretch>
            <a:fillRect/>
          </a:stretch>
        </p:blipFill>
        <p:spPr>
          <a:xfrm>
            <a:off x="5330285" y="5059966"/>
            <a:ext cx="120586" cy="80867"/>
          </a:xfrm>
          <a:prstGeom prst="rect"/>
          <a:ln w="0">
            <a:noFill/>
          </a:ln>
        </p:spPr>
      </p:pic>
      <p:pic>
        <p:nvPicPr>
          <p:cNvPr id="765" name="New picture"/>
          <p:cNvPicPr/>
          <p:nvPr/>
        </p:nvPicPr>
        <p:blipFill>
          <a:blip r:embed="rId501"/>
          <a:srcRect/>
          <a:stretch>
            <a:fillRect/>
          </a:stretch>
        </p:blipFill>
        <p:spPr>
          <a:xfrm>
            <a:off x="5469255" y="5059870"/>
            <a:ext cx="65722" cy="82486"/>
          </a:xfrm>
          <a:prstGeom prst="rect"/>
          <a:ln w="0">
            <a:noFill/>
          </a:ln>
        </p:spPr>
      </p:pic>
      <p:sp>
        <p:nvSpPr>
          <p:cNvPr id="766" name="New shape"/>
          <p:cNvSpPr/>
          <p:nvPr/>
        </p:nvSpPr>
        <p:spPr>
          <a:xfrm>
            <a:off x="5481543" y="5101113"/>
            <a:ext cx="39624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7" name="New picture"/>
          <p:cNvPicPr/>
          <p:nvPr/>
        </p:nvPicPr>
        <p:blipFill>
          <a:blip r:embed="rId502"/>
          <a:srcRect/>
          <a:stretch>
            <a:fillRect/>
          </a:stretch>
        </p:blipFill>
        <p:spPr>
          <a:xfrm>
            <a:off x="5547169" y="5038630"/>
            <a:ext cx="47244" cy="103727"/>
          </a:xfrm>
          <a:prstGeom prst="rect"/>
          <a:ln w="0">
            <a:noFill/>
          </a:ln>
        </p:spPr>
      </p:pic>
      <p:pic>
        <p:nvPicPr>
          <p:cNvPr id="768" name="New picture"/>
          <p:cNvPicPr/>
          <p:nvPr/>
        </p:nvPicPr>
        <p:blipFill>
          <a:blip r:embed="rId503"/>
          <a:srcRect/>
          <a:stretch>
            <a:fillRect/>
          </a:stretch>
        </p:blipFill>
        <p:spPr>
          <a:xfrm>
            <a:off x="5612797" y="5032439"/>
            <a:ext cx="68675" cy="108395"/>
          </a:xfrm>
          <a:prstGeom prst="rect"/>
          <a:ln w="0">
            <a:noFill/>
          </a:ln>
        </p:spPr>
      </p:pic>
      <p:pic>
        <p:nvPicPr>
          <p:cNvPr id="769" name="New picture"/>
          <p:cNvPicPr/>
          <p:nvPr/>
        </p:nvPicPr>
        <p:blipFill>
          <a:blip r:embed="rId504"/>
          <a:srcRect/>
          <a:stretch>
            <a:fillRect/>
          </a:stretch>
        </p:blipFill>
        <p:spPr>
          <a:xfrm>
            <a:off x="5701380" y="5059966"/>
            <a:ext cx="70199" cy="82391"/>
          </a:xfrm>
          <a:prstGeom prst="rect"/>
          <a:ln w="0">
            <a:noFill/>
          </a:ln>
        </p:spPr>
      </p:pic>
      <p:sp>
        <p:nvSpPr>
          <p:cNvPr id="770" name="New shape"/>
          <p:cNvSpPr/>
          <p:nvPr/>
        </p:nvSpPr>
        <p:spPr>
          <a:xfrm>
            <a:off x="5713571" y="507063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71" name="New shape"/>
          <p:cNvSpPr/>
          <p:nvPr/>
        </p:nvSpPr>
        <p:spPr>
          <a:xfrm>
            <a:off x="5724240" y="502481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2" name="New picture"/>
          <p:cNvPicPr/>
          <p:nvPr/>
        </p:nvPicPr>
        <p:blipFill>
          <a:blip r:embed="rId505"/>
          <a:srcRect/>
          <a:stretch>
            <a:fillRect/>
          </a:stretch>
        </p:blipFill>
        <p:spPr>
          <a:xfrm>
            <a:off x="5791486" y="5059966"/>
            <a:ext cx="122110" cy="80867"/>
          </a:xfrm>
          <a:prstGeom prst="rect"/>
          <a:ln w="0">
            <a:noFill/>
          </a:ln>
        </p:spPr>
      </p:pic>
      <p:pic>
        <p:nvPicPr>
          <p:cNvPr id="773" name="New picture"/>
          <p:cNvPicPr/>
          <p:nvPr/>
        </p:nvPicPr>
        <p:blipFill>
          <a:blip r:embed="rId506"/>
          <a:srcRect/>
          <a:stretch>
            <a:fillRect/>
          </a:stretch>
        </p:blipFill>
        <p:spPr>
          <a:xfrm>
            <a:off x="5930360" y="5059966"/>
            <a:ext cx="65722" cy="82391"/>
          </a:xfrm>
          <a:prstGeom prst="rect"/>
          <a:ln w="0">
            <a:noFill/>
          </a:ln>
        </p:spPr>
      </p:pic>
      <p:sp>
        <p:nvSpPr>
          <p:cNvPr id="774" name="New shape"/>
          <p:cNvSpPr/>
          <p:nvPr/>
        </p:nvSpPr>
        <p:spPr>
          <a:xfrm>
            <a:off x="5944171" y="5101113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5" name="New picture"/>
          <p:cNvPicPr/>
          <p:nvPr/>
        </p:nvPicPr>
        <p:blipFill>
          <a:blip r:embed="rId507"/>
          <a:srcRect/>
          <a:stretch>
            <a:fillRect/>
          </a:stretch>
        </p:blipFill>
        <p:spPr>
          <a:xfrm>
            <a:off x="6008274" y="5038534"/>
            <a:ext cx="47339" cy="103822"/>
          </a:xfrm>
          <a:prstGeom prst="rect"/>
          <a:ln w="0">
            <a:noFill/>
          </a:ln>
        </p:spPr>
      </p:pic>
      <p:sp>
        <p:nvSpPr>
          <p:cNvPr id="776" name="New shape"/>
          <p:cNvSpPr/>
          <p:nvPr/>
        </p:nvSpPr>
        <p:spPr>
          <a:xfrm>
            <a:off x="6073997" y="506301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7" name="New picture"/>
          <p:cNvPicPr/>
          <p:nvPr/>
        </p:nvPicPr>
        <p:blipFill>
          <a:blip r:embed="rId508"/>
          <a:srcRect/>
          <a:stretch>
            <a:fillRect/>
          </a:stretch>
        </p:blipFill>
        <p:spPr>
          <a:xfrm>
            <a:off x="6072473" y="5027867"/>
            <a:ext cx="16764" cy="16764"/>
          </a:xfrm>
          <a:prstGeom prst="rect"/>
          <a:ln w="0">
            <a:noFill/>
          </a:ln>
        </p:spPr>
      </p:pic>
      <p:pic>
        <p:nvPicPr>
          <p:cNvPr id="778" name="New picture"/>
          <p:cNvPicPr/>
          <p:nvPr/>
        </p:nvPicPr>
        <p:blipFill>
          <a:blip r:embed="rId509"/>
          <a:srcRect/>
          <a:stretch>
            <a:fillRect/>
          </a:stretch>
        </p:blipFill>
        <p:spPr>
          <a:xfrm>
            <a:off x="6107525" y="5059966"/>
            <a:ext cx="74866" cy="117443"/>
          </a:xfrm>
          <a:prstGeom prst="rect"/>
          <a:ln w="0">
            <a:noFill/>
          </a:ln>
        </p:spPr>
      </p:pic>
      <p:sp>
        <p:nvSpPr>
          <p:cNvPr id="779" name="New shape"/>
          <p:cNvSpPr/>
          <p:nvPr/>
        </p:nvSpPr>
        <p:spPr>
          <a:xfrm>
            <a:off x="6121241" y="507063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0" name="New picture"/>
          <p:cNvPicPr/>
          <p:nvPr/>
        </p:nvPicPr>
        <p:blipFill>
          <a:blip r:embed="rId510"/>
          <a:srcRect/>
          <a:stretch>
            <a:fillRect/>
          </a:stretch>
        </p:blipFill>
        <p:spPr>
          <a:xfrm>
            <a:off x="6208299" y="5062918"/>
            <a:ext cx="68771" cy="79343"/>
          </a:xfrm>
          <a:prstGeom prst="rect"/>
          <a:ln w="0">
            <a:noFill/>
          </a:ln>
        </p:spPr>
      </p:pic>
      <p:pic>
        <p:nvPicPr>
          <p:cNvPr id="781" name="New picture"/>
          <p:cNvPicPr/>
          <p:nvPr/>
        </p:nvPicPr>
        <p:blipFill>
          <a:blip r:embed="rId511"/>
          <a:srcRect/>
          <a:stretch>
            <a:fillRect/>
          </a:stretch>
        </p:blipFill>
        <p:spPr>
          <a:xfrm>
            <a:off x="6296978" y="5059871"/>
            <a:ext cx="71723" cy="82487"/>
          </a:xfrm>
          <a:prstGeom prst="rect"/>
          <a:ln w="0">
            <a:noFill/>
          </a:ln>
        </p:spPr>
      </p:pic>
      <p:sp>
        <p:nvSpPr>
          <p:cNvPr id="782" name="New shape"/>
          <p:cNvSpPr/>
          <p:nvPr/>
        </p:nvSpPr>
        <p:spPr>
          <a:xfrm>
            <a:off x="6310693" y="507063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3" name="New picture"/>
          <p:cNvPicPr/>
          <p:nvPr/>
        </p:nvPicPr>
        <p:blipFill>
          <a:blip r:embed="rId512"/>
          <a:srcRect/>
          <a:stretch>
            <a:fillRect/>
          </a:stretch>
        </p:blipFill>
        <p:spPr>
          <a:xfrm>
            <a:off x="6379369" y="5059966"/>
            <a:ext cx="58007" cy="82391"/>
          </a:xfrm>
          <a:prstGeom prst="rect"/>
          <a:ln w="0">
            <a:noFill/>
          </a:ln>
        </p:spPr>
      </p:pic>
      <p:pic>
        <p:nvPicPr>
          <p:cNvPr id="784" name="New picture"/>
          <p:cNvPicPr/>
          <p:nvPr/>
        </p:nvPicPr>
        <p:blipFill>
          <a:blip r:embed="rId513"/>
          <a:srcRect/>
          <a:stretch>
            <a:fillRect/>
          </a:stretch>
        </p:blipFill>
        <p:spPr>
          <a:xfrm>
            <a:off x="6490907" y="5059966"/>
            <a:ext cx="77819" cy="82391"/>
          </a:xfrm>
          <a:prstGeom prst="rect"/>
          <a:ln w="0">
            <a:noFill/>
          </a:ln>
        </p:spPr>
      </p:pic>
      <p:sp>
        <p:nvSpPr>
          <p:cNvPr id="785" name="New shape"/>
          <p:cNvSpPr/>
          <p:nvPr/>
        </p:nvSpPr>
        <p:spPr>
          <a:xfrm>
            <a:off x="6504623" y="507063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6" name="New picture"/>
          <p:cNvPicPr/>
          <p:nvPr/>
        </p:nvPicPr>
        <p:blipFill>
          <a:blip r:embed="rId514"/>
          <a:srcRect/>
          <a:stretch>
            <a:fillRect/>
          </a:stretch>
        </p:blipFill>
        <p:spPr>
          <a:xfrm>
            <a:off x="6588539" y="5063014"/>
            <a:ext cx="70294" cy="79343"/>
          </a:xfrm>
          <a:prstGeom prst="rect"/>
          <a:ln w="0">
            <a:noFill/>
          </a:ln>
        </p:spPr>
      </p:pic>
      <p:pic>
        <p:nvPicPr>
          <p:cNvPr id="787" name="New picture"/>
          <p:cNvPicPr/>
          <p:nvPr/>
        </p:nvPicPr>
        <p:blipFill>
          <a:blip r:embed="rId515"/>
          <a:srcRect/>
          <a:stretch>
            <a:fillRect/>
          </a:stretch>
        </p:blipFill>
        <p:spPr>
          <a:xfrm>
            <a:off x="6718364" y="5059966"/>
            <a:ext cx="71724" cy="82391"/>
          </a:xfrm>
          <a:prstGeom prst="rect"/>
          <a:ln w="0">
            <a:noFill/>
          </a:ln>
        </p:spPr>
      </p:pic>
      <p:sp>
        <p:nvSpPr>
          <p:cNvPr id="788" name="New shape"/>
          <p:cNvSpPr/>
          <p:nvPr/>
        </p:nvSpPr>
        <p:spPr>
          <a:xfrm>
            <a:off x="6730557" y="507063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9" name="New picture"/>
          <p:cNvPicPr/>
          <p:nvPr/>
        </p:nvPicPr>
        <p:blipFill>
          <a:blip r:embed="rId516"/>
          <a:srcRect/>
          <a:stretch>
            <a:fillRect/>
          </a:stretch>
        </p:blipFill>
        <p:spPr>
          <a:xfrm>
            <a:off x="6808470" y="5059966"/>
            <a:ext cx="70199" cy="80867"/>
          </a:xfrm>
          <a:prstGeom prst="rect"/>
          <a:ln w="0">
            <a:noFill/>
          </a:ln>
        </p:spPr>
      </p:pic>
      <p:pic>
        <p:nvPicPr>
          <p:cNvPr id="790" name="New picture"/>
          <p:cNvPicPr/>
          <p:nvPr/>
        </p:nvPicPr>
        <p:blipFill>
          <a:blip r:embed="rId517"/>
          <a:srcRect/>
          <a:stretch>
            <a:fillRect/>
          </a:stretch>
        </p:blipFill>
        <p:spPr>
          <a:xfrm>
            <a:off x="677418" y="5288852"/>
            <a:ext cx="64103" cy="82391"/>
          </a:xfrm>
          <a:prstGeom prst="rect"/>
          <a:ln w="0">
            <a:noFill/>
          </a:ln>
        </p:spPr>
      </p:pic>
      <p:pic>
        <p:nvPicPr>
          <p:cNvPr id="791" name="New picture"/>
          <p:cNvPicPr/>
          <p:nvPr/>
        </p:nvPicPr>
        <p:blipFill>
          <a:blip r:embed="rId518"/>
          <a:srcRect/>
          <a:stretch>
            <a:fillRect/>
          </a:stretch>
        </p:blipFill>
        <p:spPr>
          <a:xfrm>
            <a:off x="752285" y="5288852"/>
            <a:ext cx="77819" cy="82391"/>
          </a:xfrm>
          <a:prstGeom prst="rect"/>
          <a:ln w="0">
            <a:noFill/>
          </a:ln>
        </p:spPr>
      </p:pic>
      <p:sp>
        <p:nvSpPr>
          <p:cNvPr id="792" name="New shape"/>
          <p:cNvSpPr/>
          <p:nvPr/>
        </p:nvSpPr>
        <p:spPr>
          <a:xfrm>
            <a:off x="766001" y="529952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3" name="New picture"/>
          <p:cNvPicPr/>
          <p:nvPr/>
        </p:nvPicPr>
        <p:blipFill>
          <a:blip r:embed="rId519"/>
          <a:srcRect/>
          <a:stretch>
            <a:fillRect/>
          </a:stretch>
        </p:blipFill>
        <p:spPr>
          <a:xfrm>
            <a:off x="845439" y="5261324"/>
            <a:ext cx="76295" cy="109918"/>
          </a:xfrm>
          <a:prstGeom prst="rect"/>
          <a:ln w="0">
            <a:noFill/>
          </a:ln>
        </p:spPr>
      </p:pic>
      <p:sp>
        <p:nvSpPr>
          <p:cNvPr id="794" name="New shape"/>
          <p:cNvSpPr/>
          <p:nvPr/>
        </p:nvSpPr>
        <p:spPr>
          <a:xfrm>
            <a:off x="859155" y="529952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5" name="New picture"/>
          <p:cNvPicPr/>
          <p:nvPr/>
        </p:nvPicPr>
        <p:blipFill>
          <a:blip r:embed="rId520"/>
          <a:srcRect/>
          <a:stretch>
            <a:fillRect/>
          </a:stretch>
        </p:blipFill>
        <p:spPr>
          <a:xfrm>
            <a:off x="940117" y="5288947"/>
            <a:ext cx="65627" cy="82391"/>
          </a:xfrm>
          <a:prstGeom prst="rect"/>
          <a:ln w="0">
            <a:noFill/>
          </a:ln>
        </p:spPr>
      </p:pic>
      <p:sp>
        <p:nvSpPr>
          <p:cNvPr id="796" name="New shape"/>
          <p:cNvSpPr/>
          <p:nvPr/>
        </p:nvSpPr>
        <p:spPr>
          <a:xfrm>
            <a:off x="953833" y="5330095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7" name="New picture"/>
          <p:cNvPicPr/>
          <p:nvPr/>
        </p:nvPicPr>
        <p:blipFill>
          <a:blip r:embed="rId521"/>
          <a:srcRect/>
          <a:stretch>
            <a:fillRect/>
          </a:stretch>
        </p:blipFill>
        <p:spPr>
          <a:xfrm>
            <a:off x="1019461" y="5290375"/>
            <a:ext cx="77915" cy="117539"/>
          </a:xfrm>
          <a:prstGeom prst="rect"/>
          <a:ln w="0">
            <a:noFill/>
          </a:ln>
        </p:spPr>
      </p:pic>
      <p:sp>
        <p:nvSpPr>
          <p:cNvPr id="798" name="New shape"/>
          <p:cNvSpPr/>
          <p:nvPr/>
        </p:nvSpPr>
        <p:spPr>
          <a:xfrm>
            <a:off x="1036320" y="5299519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9" name="New shape"/>
          <p:cNvSpPr/>
          <p:nvPr/>
        </p:nvSpPr>
        <p:spPr>
          <a:xfrm>
            <a:off x="1033272" y="5368194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0" name="New picture"/>
          <p:cNvPicPr/>
          <p:nvPr/>
        </p:nvPicPr>
        <p:blipFill>
          <a:blip r:embed="rId522"/>
          <a:srcRect/>
          <a:stretch>
            <a:fillRect/>
          </a:stretch>
        </p:blipFill>
        <p:spPr>
          <a:xfrm>
            <a:off x="1108139" y="5288851"/>
            <a:ext cx="70199" cy="82391"/>
          </a:xfrm>
          <a:prstGeom prst="rect"/>
          <a:ln w="0">
            <a:noFill/>
          </a:ln>
        </p:spPr>
      </p:pic>
      <p:sp>
        <p:nvSpPr>
          <p:cNvPr id="801" name="New shape"/>
          <p:cNvSpPr/>
          <p:nvPr/>
        </p:nvSpPr>
        <p:spPr>
          <a:xfrm>
            <a:off x="1120331" y="52995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2" name="New picture"/>
          <p:cNvPicPr/>
          <p:nvPr/>
        </p:nvPicPr>
        <p:blipFill>
          <a:blip r:embed="rId523"/>
          <a:srcRect/>
          <a:stretch>
            <a:fillRect/>
          </a:stretch>
        </p:blipFill>
        <p:spPr>
          <a:xfrm>
            <a:off x="1195102" y="5352955"/>
            <a:ext cx="18288" cy="18288"/>
          </a:xfrm>
          <a:prstGeom prst="rect"/>
          <a:ln w="0">
            <a:noFill/>
          </a:ln>
        </p:spPr>
      </p:pic>
      <p:pic>
        <p:nvPicPr>
          <p:cNvPr id="803" name="New picture"/>
          <p:cNvPicPr/>
          <p:nvPr/>
        </p:nvPicPr>
        <p:blipFill>
          <a:blip r:embed="rId524"/>
          <a:srcRect/>
          <a:stretch>
            <a:fillRect/>
          </a:stretch>
        </p:blipFill>
        <p:spPr>
          <a:xfrm>
            <a:off x="1268349" y="5258276"/>
            <a:ext cx="74866" cy="112966"/>
          </a:xfrm>
          <a:prstGeom prst="rect"/>
          <a:ln w="0">
            <a:noFill/>
          </a:ln>
        </p:spPr>
      </p:pic>
      <p:sp>
        <p:nvSpPr>
          <p:cNvPr id="804" name="New shape"/>
          <p:cNvSpPr/>
          <p:nvPr/>
        </p:nvSpPr>
        <p:spPr>
          <a:xfrm>
            <a:off x="1363123" y="529189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5" name="New picture"/>
          <p:cNvPicPr/>
          <p:nvPr/>
        </p:nvPicPr>
        <p:blipFill>
          <a:blip r:embed="rId525"/>
          <a:srcRect/>
          <a:stretch>
            <a:fillRect/>
          </a:stretch>
        </p:blipFill>
        <p:spPr>
          <a:xfrm>
            <a:off x="1361599" y="5256847"/>
            <a:ext cx="16859" cy="16764"/>
          </a:xfrm>
          <a:prstGeom prst="rect"/>
          <a:ln w="0">
            <a:noFill/>
          </a:ln>
        </p:spPr>
      </p:pic>
      <p:pic>
        <p:nvPicPr>
          <p:cNvPr id="806" name="New picture"/>
          <p:cNvPicPr/>
          <p:nvPr/>
        </p:nvPicPr>
        <p:blipFill>
          <a:blip r:embed="rId526"/>
          <a:srcRect/>
          <a:stretch>
            <a:fillRect/>
          </a:stretch>
        </p:blipFill>
        <p:spPr>
          <a:xfrm>
            <a:off x="1436465" y="5288852"/>
            <a:ext cx="64103" cy="82391"/>
          </a:xfrm>
          <a:prstGeom prst="rect"/>
          <a:ln w="0">
            <a:noFill/>
          </a:ln>
        </p:spPr>
      </p:pic>
      <p:sp>
        <p:nvSpPr>
          <p:cNvPr id="807" name="New shape"/>
          <p:cNvSpPr/>
          <p:nvPr/>
        </p:nvSpPr>
        <p:spPr>
          <a:xfrm>
            <a:off x="1518857" y="5261324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8" name="New picture"/>
          <p:cNvPicPr/>
          <p:nvPr/>
        </p:nvPicPr>
        <p:blipFill>
          <a:blip r:embed="rId527"/>
          <a:srcRect/>
          <a:stretch>
            <a:fillRect/>
          </a:stretch>
        </p:blipFill>
        <p:spPr>
          <a:xfrm>
            <a:off x="1534001" y="5288756"/>
            <a:ext cx="71819" cy="82487"/>
          </a:xfrm>
          <a:prstGeom prst="rect"/>
          <a:ln w="0">
            <a:noFill/>
          </a:ln>
        </p:spPr>
      </p:pic>
      <p:sp>
        <p:nvSpPr>
          <p:cNvPr id="809" name="New shape"/>
          <p:cNvSpPr/>
          <p:nvPr/>
        </p:nvSpPr>
        <p:spPr>
          <a:xfrm>
            <a:off x="1547812" y="529951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0" name="New picture"/>
          <p:cNvPicPr/>
          <p:nvPr/>
        </p:nvPicPr>
        <p:blipFill>
          <a:blip r:embed="rId528"/>
          <a:srcRect/>
          <a:stretch>
            <a:fillRect/>
          </a:stretch>
        </p:blipFill>
        <p:spPr>
          <a:xfrm>
            <a:off x="1616583" y="5288851"/>
            <a:ext cx="58007" cy="82391"/>
          </a:xfrm>
          <a:prstGeom prst="rect"/>
          <a:ln w="0">
            <a:noFill/>
          </a:ln>
        </p:spPr>
      </p:pic>
      <p:pic>
        <p:nvPicPr>
          <p:cNvPr id="811" name="New picture"/>
          <p:cNvPicPr/>
          <p:nvPr/>
        </p:nvPicPr>
        <p:blipFill>
          <a:blip r:embed="rId529"/>
          <a:srcRect/>
          <a:stretch>
            <a:fillRect/>
          </a:stretch>
        </p:blipFill>
        <p:spPr>
          <a:xfrm>
            <a:off x="1682210" y="5267516"/>
            <a:ext cx="48863" cy="103727"/>
          </a:xfrm>
          <a:prstGeom prst="rect"/>
          <a:ln w="0">
            <a:noFill/>
          </a:ln>
        </p:spPr>
      </p:pic>
      <p:sp>
        <p:nvSpPr>
          <p:cNvPr id="812" name="New shape"/>
          <p:cNvSpPr/>
          <p:nvPr/>
        </p:nvSpPr>
        <p:spPr>
          <a:xfrm>
            <a:off x="1787652" y="52608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3" name="New picture"/>
          <p:cNvPicPr/>
          <p:nvPr/>
        </p:nvPicPr>
        <p:blipFill>
          <a:blip r:embed="rId530"/>
          <a:srcRect/>
          <a:stretch>
            <a:fillRect/>
          </a:stretch>
        </p:blipFill>
        <p:spPr>
          <a:xfrm>
            <a:off x="1822704" y="5288756"/>
            <a:ext cx="70199" cy="82487"/>
          </a:xfrm>
          <a:prstGeom prst="rect"/>
          <a:ln w="0">
            <a:noFill/>
          </a:ln>
        </p:spPr>
      </p:pic>
      <p:sp>
        <p:nvSpPr>
          <p:cNvPr id="814" name="New shape"/>
          <p:cNvSpPr/>
          <p:nvPr/>
        </p:nvSpPr>
        <p:spPr>
          <a:xfrm>
            <a:off x="1834896" y="529942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5" name="New picture"/>
          <p:cNvPicPr/>
          <p:nvPr/>
        </p:nvPicPr>
        <p:blipFill>
          <a:blip r:embed="rId531"/>
          <a:srcRect/>
          <a:stretch>
            <a:fillRect/>
          </a:stretch>
        </p:blipFill>
        <p:spPr>
          <a:xfrm>
            <a:off x="1947862" y="5288852"/>
            <a:ext cx="64103" cy="82391"/>
          </a:xfrm>
          <a:prstGeom prst="rect"/>
          <a:ln w="0">
            <a:noFill/>
          </a:ln>
        </p:spPr>
      </p:pic>
      <p:pic>
        <p:nvPicPr>
          <p:cNvPr id="816" name="New picture"/>
          <p:cNvPicPr/>
          <p:nvPr/>
        </p:nvPicPr>
        <p:blipFill>
          <a:blip r:embed="rId532"/>
          <a:srcRect/>
          <a:stretch>
            <a:fillRect/>
          </a:stretch>
        </p:blipFill>
        <p:spPr>
          <a:xfrm>
            <a:off x="2024253" y="5288947"/>
            <a:ext cx="65723" cy="82391"/>
          </a:xfrm>
          <a:prstGeom prst="rect"/>
          <a:ln w="0">
            <a:noFill/>
          </a:ln>
        </p:spPr>
      </p:pic>
      <p:sp>
        <p:nvSpPr>
          <p:cNvPr id="817" name="New shape"/>
          <p:cNvSpPr/>
          <p:nvPr/>
        </p:nvSpPr>
        <p:spPr>
          <a:xfrm>
            <a:off x="2038064" y="5330095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8" name="New picture"/>
          <p:cNvPicPr/>
          <p:nvPr/>
        </p:nvPicPr>
        <p:blipFill>
          <a:blip r:embed="rId533"/>
          <a:srcRect/>
          <a:stretch>
            <a:fillRect/>
          </a:stretch>
        </p:blipFill>
        <p:spPr>
          <a:xfrm>
            <a:off x="2105215" y="5288851"/>
            <a:ext cx="58007" cy="82391"/>
          </a:xfrm>
          <a:prstGeom prst="rect"/>
          <a:ln w="0">
            <a:noFill/>
          </a:ln>
        </p:spPr>
      </p:pic>
      <p:pic>
        <p:nvPicPr>
          <p:cNvPr id="819" name="New picture"/>
          <p:cNvPicPr/>
          <p:nvPr/>
        </p:nvPicPr>
        <p:blipFill>
          <a:blip r:embed="rId534"/>
          <a:srcRect/>
          <a:stretch>
            <a:fillRect/>
          </a:stretch>
        </p:blipFill>
        <p:spPr>
          <a:xfrm>
            <a:off x="2176939" y="5352955"/>
            <a:ext cx="21431" cy="42672"/>
          </a:xfrm>
          <a:prstGeom prst="rect"/>
          <a:ln w="0">
            <a:noFill/>
          </a:ln>
        </p:spPr>
      </p:pic>
      <p:pic>
        <p:nvPicPr>
          <p:cNvPr id="820" name="New picture"/>
          <p:cNvPicPr/>
          <p:nvPr/>
        </p:nvPicPr>
        <p:blipFill>
          <a:blip r:embed="rId535"/>
          <a:srcRect/>
          <a:stretch>
            <a:fillRect/>
          </a:stretch>
        </p:blipFill>
        <p:spPr>
          <a:xfrm>
            <a:off x="2262473" y="5288852"/>
            <a:ext cx="68675" cy="80867"/>
          </a:xfrm>
          <a:prstGeom prst="rect"/>
          <a:ln w="0">
            <a:noFill/>
          </a:ln>
        </p:spPr>
      </p:pic>
      <p:pic>
        <p:nvPicPr>
          <p:cNvPr id="821" name="New picture"/>
          <p:cNvPicPr/>
          <p:nvPr/>
        </p:nvPicPr>
        <p:blipFill>
          <a:blip r:embed="rId536"/>
          <a:srcRect/>
          <a:stretch>
            <a:fillRect/>
          </a:stretch>
        </p:blipFill>
        <p:spPr>
          <a:xfrm>
            <a:off x="2351056" y="5288852"/>
            <a:ext cx="77914" cy="82391"/>
          </a:xfrm>
          <a:prstGeom prst="rect"/>
          <a:ln w="0">
            <a:noFill/>
          </a:ln>
        </p:spPr>
      </p:pic>
      <p:sp>
        <p:nvSpPr>
          <p:cNvPr id="822" name="New shape"/>
          <p:cNvSpPr/>
          <p:nvPr/>
        </p:nvSpPr>
        <p:spPr>
          <a:xfrm>
            <a:off x="2364772" y="529952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3" name="New picture"/>
          <p:cNvPicPr/>
          <p:nvPr/>
        </p:nvPicPr>
        <p:blipFill>
          <a:blip r:embed="rId537"/>
          <a:srcRect/>
          <a:stretch>
            <a:fillRect/>
          </a:stretch>
        </p:blipFill>
        <p:spPr>
          <a:xfrm>
            <a:off x="2448782" y="5291899"/>
            <a:ext cx="70199" cy="79343"/>
          </a:xfrm>
          <a:prstGeom prst="rect"/>
          <a:ln w="0">
            <a:noFill/>
          </a:ln>
        </p:spPr>
      </p:pic>
      <p:pic>
        <p:nvPicPr>
          <p:cNvPr id="824" name="New picture"/>
          <p:cNvPicPr/>
          <p:nvPr/>
        </p:nvPicPr>
        <p:blipFill>
          <a:blip r:embed="rId538"/>
          <a:srcRect/>
          <a:stretch>
            <a:fillRect/>
          </a:stretch>
        </p:blipFill>
        <p:spPr>
          <a:xfrm>
            <a:off x="2532697" y="5288851"/>
            <a:ext cx="58102" cy="82391"/>
          </a:xfrm>
          <a:prstGeom prst="rect"/>
          <a:ln w="0">
            <a:noFill/>
          </a:ln>
        </p:spPr>
      </p:pic>
      <p:sp>
        <p:nvSpPr>
          <p:cNvPr id="825" name="New shape"/>
          <p:cNvSpPr/>
          <p:nvPr/>
        </p:nvSpPr>
        <p:spPr>
          <a:xfrm>
            <a:off x="2648712" y="526084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26" name="New shape"/>
          <p:cNvSpPr/>
          <p:nvPr/>
        </p:nvSpPr>
        <p:spPr>
          <a:xfrm>
            <a:off x="2685479" y="5261324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27" name="New shape"/>
          <p:cNvSpPr/>
          <p:nvPr/>
        </p:nvSpPr>
        <p:spPr>
          <a:xfrm>
            <a:off x="2722150" y="529189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8" name="New picture"/>
          <p:cNvPicPr/>
          <p:nvPr/>
        </p:nvPicPr>
        <p:blipFill>
          <a:blip r:embed="rId539"/>
          <a:srcRect/>
          <a:stretch>
            <a:fillRect/>
          </a:stretch>
        </p:blipFill>
        <p:spPr>
          <a:xfrm>
            <a:off x="2720530" y="5256847"/>
            <a:ext cx="16859" cy="16764"/>
          </a:xfrm>
          <a:prstGeom prst="rect"/>
          <a:ln w="0">
            <a:noFill/>
          </a:ln>
        </p:spPr>
      </p:pic>
      <p:pic>
        <p:nvPicPr>
          <p:cNvPr id="829" name="New picture"/>
          <p:cNvPicPr/>
          <p:nvPr/>
        </p:nvPicPr>
        <p:blipFill>
          <a:blip r:embed="rId540"/>
          <a:srcRect/>
          <a:stretch>
            <a:fillRect/>
          </a:stretch>
        </p:blipFill>
        <p:spPr>
          <a:xfrm>
            <a:off x="2760250" y="5288756"/>
            <a:ext cx="70294" cy="80962"/>
          </a:xfrm>
          <a:prstGeom prst="rect"/>
          <a:ln w="0">
            <a:noFill/>
          </a:ln>
        </p:spPr>
      </p:pic>
      <p:pic>
        <p:nvPicPr>
          <p:cNvPr id="830" name="New picture"/>
          <p:cNvPicPr/>
          <p:nvPr/>
        </p:nvPicPr>
        <p:blipFill>
          <a:blip r:embed="rId541"/>
          <a:srcRect/>
          <a:stretch>
            <a:fillRect/>
          </a:stretch>
        </p:blipFill>
        <p:spPr>
          <a:xfrm>
            <a:off x="2850356" y="5261419"/>
            <a:ext cx="74867" cy="109918"/>
          </a:xfrm>
          <a:prstGeom prst="rect"/>
          <a:ln w="0">
            <a:noFill/>
          </a:ln>
        </p:spPr>
      </p:pic>
      <p:sp>
        <p:nvSpPr>
          <p:cNvPr id="831" name="New shape"/>
          <p:cNvSpPr/>
          <p:nvPr/>
        </p:nvSpPr>
        <p:spPr>
          <a:xfrm>
            <a:off x="2862548" y="529952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32" name="New shape"/>
          <p:cNvSpPr/>
          <p:nvPr/>
        </p:nvSpPr>
        <p:spPr>
          <a:xfrm>
            <a:off x="2949702" y="529189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3" name="New picture"/>
          <p:cNvPicPr/>
          <p:nvPr/>
        </p:nvPicPr>
        <p:blipFill>
          <a:blip r:embed="rId542"/>
          <a:srcRect/>
          <a:stretch>
            <a:fillRect/>
          </a:stretch>
        </p:blipFill>
        <p:spPr>
          <a:xfrm>
            <a:off x="2948178" y="5256847"/>
            <a:ext cx="16764" cy="16764"/>
          </a:xfrm>
          <a:prstGeom prst="rect"/>
          <a:ln w="0">
            <a:noFill/>
          </a:ln>
        </p:spPr>
      </p:pic>
      <p:pic>
        <p:nvPicPr>
          <p:cNvPr id="834" name="New picture"/>
          <p:cNvPicPr/>
          <p:nvPr/>
        </p:nvPicPr>
        <p:blipFill>
          <a:blip r:embed="rId543"/>
          <a:srcRect/>
          <a:stretch>
            <a:fillRect/>
          </a:stretch>
        </p:blipFill>
        <p:spPr>
          <a:xfrm>
            <a:off x="2984754" y="5288852"/>
            <a:ext cx="73342" cy="117443"/>
          </a:xfrm>
          <a:prstGeom prst="rect"/>
          <a:ln w="0">
            <a:noFill/>
          </a:ln>
        </p:spPr>
      </p:pic>
      <p:sp>
        <p:nvSpPr>
          <p:cNvPr id="835" name="New shape"/>
          <p:cNvSpPr/>
          <p:nvPr/>
        </p:nvSpPr>
        <p:spPr>
          <a:xfrm>
            <a:off x="2996946" y="529952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6" name="New picture"/>
          <p:cNvPicPr/>
          <p:nvPr/>
        </p:nvPicPr>
        <p:blipFill>
          <a:blip r:embed="rId544"/>
          <a:srcRect/>
          <a:stretch>
            <a:fillRect/>
          </a:stretch>
        </p:blipFill>
        <p:spPr>
          <a:xfrm>
            <a:off x="3084004" y="5291899"/>
            <a:ext cx="70199" cy="79439"/>
          </a:xfrm>
          <a:prstGeom prst="rect"/>
          <a:ln w="0">
            <a:noFill/>
          </a:ln>
        </p:spPr>
      </p:pic>
      <p:pic>
        <p:nvPicPr>
          <p:cNvPr id="837" name="New picture"/>
          <p:cNvPicPr/>
          <p:nvPr/>
        </p:nvPicPr>
        <p:blipFill>
          <a:blip r:embed="rId545"/>
          <a:srcRect/>
          <a:stretch>
            <a:fillRect/>
          </a:stretch>
        </p:blipFill>
        <p:spPr>
          <a:xfrm>
            <a:off x="3174206" y="5288756"/>
            <a:ext cx="70199" cy="82487"/>
          </a:xfrm>
          <a:prstGeom prst="rect"/>
          <a:ln w="0">
            <a:noFill/>
          </a:ln>
        </p:spPr>
      </p:pic>
      <p:sp>
        <p:nvSpPr>
          <p:cNvPr id="838" name="New shape"/>
          <p:cNvSpPr/>
          <p:nvPr/>
        </p:nvSpPr>
        <p:spPr>
          <a:xfrm>
            <a:off x="3186398" y="529942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9" name="New picture"/>
          <p:cNvPicPr/>
          <p:nvPr/>
        </p:nvPicPr>
        <p:blipFill>
          <a:blip r:embed="rId546"/>
          <a:srcRect/>
          <a:stretch>
            <a:fillRect/>
          </a:stretch>
        </p:blipFill>
        <p:spPr>
          <a:xfrm>
            <a:off x="3264217" y="5288852"/>
            <a:ext cx="42767" cy="80867"/>
          </a:xfrm>
          <a:prstGeom prst="rect"/>
          <a:ln w="0">
            <a:noFill/>
          </a:ln>
        </p:spPr>
      </p:pic>
      <p:pic>
        <p:nvPicPr>
          <p:cNvPr id="840" name="New picture"/>
          <p:cNvPicPr/>
          <p:nvPr/>
        </p:nvPicPr>
        <p:blipFill>
          <a:blip r:embed="rId547"/>
          <a:srcRect/>
          <a:stretch>
            <a:fillRect/>
          </a:stretch>
        </p:blipFill>
        <p:spPr>
          <a:xfrm>
            <a:off x="3313081" y="5288756"/>
            <a:ext cx="77915" cy="82391"/>
          </a:xfrm>
          <a:prstGeom prst="rect"/>
          <a:ln w="0">
            <a:noFill/>
          </a:ln>
        </p:spPr>
      </p:pic>
      <p:sp>
        <p:nvSpPr>
          <p:cNvPr id="841" name="New shape"/>
          <p:cNvSpPr/>
          <p:nvPr/>
        </p:nvSpPr>
        <p:spPr>
          <a:xfrm>
            <a:off x="3326892" y="529942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2" name="New picture"/>
          <p:cNvPicPr/>
          <p:nvPr/>
        </p:nvPicPr>
        <p:blipFill>
          <a:blip r:embed="rId548"/>
          <a:srcRect/>
          <a:stretch>
            <a:fillRect/>
          </a:stretch>
        </p:blipFill>
        <p:spPr>
          <a:xfrm>
            <a:off x="3410807" y="5288852"/>
            <a:ext cx="68675" cy="80867"/>
          </a:xfrm>
          <a:prstGeom prst="rect"/>
          <a:ln w="0">
            <a:noFill/>
          </a:ln>
        </p:spPr>
      </p:pic>
      <p:pic>
        <p:nvPicPr>
          <p:cNvPr id="843" name="New picture"/>
          <p:cNvPicPr/>
          <p:nvPr/>
        </p:nvPicPr>
        <p:blipFill>
          <a:blip r:embed="rId549"/>
          <a:srcRect/>
          <a:stretch>
            <a:fillRect/>
          </a:stretch>
        </p:blipFill>
        <p:spPr>
          <a:xfrm>
            <a:off x="3496342" y="5288851"/>
            <a:ext cx="58007" cy="82391"/>
          </a:xfrm>
          <a:prstGeom prst="rect"/>
          <a:ln w="0">
            <a:noFill/>
          </a:ln>
        </p:spPr>
      </p:pic>
      <p:pic>
        <p:nvPicPr>
          <p:cNvPr id="844" name="New picture"/>
          <p:cNvPicPr/>
          <p:nvPr/>
        </p:nvPicPr>
        <p:blipFill>
          <a:blip r:embed="rId550"/>
          <a:srcRect/>
          <a:stretch>
            <a:fillRect/>
          </a:stretch>
        </p:blipFill>
        <p:spPr>
          <a:xfrm>
            <a:off x="3607784" y="5261324"/>
            <a:ext cx="74866" cy="109918"/>
          </a:xfrm>
          <a:prstGeom prst="rect"/>
          <a:ln w="0">
            <a:noFill/>
          </a:ln>
        </p:spPr>
      </p:pic>
      <p:sp>
        <p:nvSpPr>
          <p:cNvPr id="845" name="New shape"/>
          <p:cNvSpPr/>
          <p:nvPr/>
        </p:nvSpPr>
        <p:spPr>
          <a:xfrm>
            <a:off x="3621500" y="529952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6" name="New picture"/>
          <p:cNvPicPr/>
          <p:nvPr/>
        </p:nvPicPr>
        <p:blipFill>
          <a:blip r:embed="rId551"/>
          <a:srcRect/>
          <a:stretch>
            <a:fillRect/>
          </a:stretch>
        </p:blipFill>
        <p:spPr>
          <a:xfrm>
            <a:off x="3702462" y="5288756"/>
            <a:ext cx="71818" cy="82487"/>
          </a:xfrm>
          <a:prstGeom prst="rect"/>
          <a:ln w="0">
            <a:noFill/>
          </a:ln>
        </p:spPr>
      </p:pic>
      <p:sp>
        <p:nvSpPr>
          <p:cNvPr id="847" name="New shape"/>
          <p:cNvSpPr/>
          <p:nvPr/>
        </p:nvSpPr>
        <p:spPr>
          <a:xfrm>
            <a:off x="3714750" y="52995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8" name="New picture"/>
          <p:cNvPicPr/>
          <p:nvPr/>
        </p:nvPicPr>
        <p:blipFill>
          <a:blip r:embed="rId552"/>
          <a:srcRect/>
          <a:stretch>
            <a:fillRect/>
          </a:stretch>
        </p:blipFill>
        <p:spPr>
          <a:xfrm>
            <a:off x="3832289" y="5288852"/>
            <a:ext cx="122110" cy="80867"/>
          </a:xfrm>
          <a:prstGeom prst="rect"/>
          <a:ln w="0">
            <a:noFill/>
          </a:ln>
        </p:spPr>
      </p:pic>
      <p:pic>
        <p:nvPicPr>
          <p:cNvPr id="849" name="New picture"/>
          <p:cNvPicPr/>
          <p:nvPr/>
        </p:nvPicPr>
        <p:blipFill>
          <a:blip r:embed="rId553"/>
          <a:srcRect/>
          <a:stretch>
            <a:fillRect/>
          </a:stretch>
        </p:blipFill>
        <p:spPr>
          <a:xfrm>
            <a:off x="3971258" y="5288947"/>
            <a:ext cx="65722" cy="82391"/>
          </a:xfrm>
          <a:prstGeom prst="rect"/>
          <a:ln w="0">
            <a:noFill/>
          </a:ln>
        </p:spPr>
      </p:pic>
      <p:sp>
        <p:nvSpPr>
          <p:cNvPr id="850" name="New shape"/>
          <p:cNvSpPr/>
          <p:nvPr/>
        </p:nvSpPr>
        <p:spPr>
          <a:xfrm>
            <a:off x="3985070" y="5330095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1" name="New picture"/>
          <p:cNvPicPr/>
          <p:nvPr/>
        </p:nvPicPr>
        <p:blipFill>
          <a:blip r:embed="rId554"/>
          <a:srcRect/>
          <a:stretch>
            <a:fillRect/>
          </a:stretch>
        </p:blipFill>
        <p:spPr>
          <a:xfrm>
            <a:off x="4059841" y="5288852"/>
            <a:ext cx="70199" cy="80867"/>
          </a:xfrm>
          <a:prstGeom prst="rect"/>
          <a:ln w="0">
            <a:noFill/>
          </a:ln>
        </p:spPr>
      </p:pic>
      <p:sp>
        <p:nvSpPr>
          <p:cNvPr id="852" name="New shape"/>
          <p:cNvSpPr/>
          <p:nvPr/>
        </p:nvSpPr>
        <p:spPr>
          <a:xfrm>
            <a:off x="4154519" y="529189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3" name="New picture"/>
          <p:cNvPicPr/>
          <p:nvPr/>
        </p:nvPicPr>
        <p:blipFill>
          <a:blip r:embed="rId555"/>
          <a:srcRect/>
          <a:stretch>
            <a:fillRect/>
          </a:stretch>
        </p:blipFill>
        <p:spPr>
          <a:xfrm>
            <a:off x="4152995" y="5256847"/>
            <a:ext cx="16764" cy="16764"/>
          </a:xfrm>
          <a:prstGeom prst="rect"/>
          <a:ln w="0">
            <a:noFill/>
          </a:ln>
        </p:spPr>
      </p:pic>
      <p:pic>
        <p:nvPicPr>
          <p:cNvPr id="854" name="New picture"/>
          <p:cNvPicPr/>
          <p:nvPr/>
        </p:nvPicPr>
        <p:blipFill>
          <a:blip r:embed="rId556"/>
          <a:srcRect/>
          <a:stretch>
            <a:fillRect/>
          </a:stretch>
        </p:blipFill>
        <p:spPr>
          <a:xfrm>
            <a:off x="4189571" y="5288851"/>
            <a:ext cx="70295" cy="82391"/>
          </a:xfrm>
          <a:prstGeom prst="rect"/>
          <a:ln w="0">
            <a:noFill/>
          </a:ln>
        </p:spPr>
      </p:pic>
      <p:sp>
        <p:nvSpPr>
          <p:cNvPr id="855" name="New shape"/>
          <p:cNvSpPr/>
          <p:nvPr/>
        </p:nvSpPr>
        <p:spPr>
          <a:xfrm>
            <a:off x="4201763" y="52995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56" name="New shape"/>
          <p:cNvSpPr/>
          <p:nvPr/>
        </p:nvSpPr>
        <p:spPr>
          <a:xfrm>
            <a:off x="4209479" y="5253704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7" name="New picture"/>
          <p:cNvPicPr/>
          <p:nvPr/>
        </p:nvPicPr>
        <p:blipFill>
          <a:blip r:embed="rId557"/>
          <a:srcRect/>
          <a:stretch>
            <a:fillRect/>
          </a:stretch>
        </p:blipFill>
        <p:spPr>
          <a:xfrm>
            <a:off x="4279678" y="5288852"/>
            <a:ext cx="42767" cy="80867"/>
          </a:xfrm>
          <a:prstGeom prst="rect"/>
          <a:ln w="0">
            <a:noFill/>
          </a:ln>
        </p:spPr>
      </p:pic>
      <p:pic>
        <p:nvPicPr>
          <p:cNvPr id="858" name="New picture"/>
          <p:cNvPicPr/>
          <p:nvPr/>
        </p:nvPicPr>
        <p:blipFill>
          <a:blip r:embed="rId558"/>
          <a:srcRect/>
          <a:stretch>
            <a:fillRect/>
          </a:stretch>
        </p:blipFill>
        <p:spPr>
          <a:xfrm>
            <a:off x="4328540" y="5288756"/>
            <a:ext cx="71818" cy="82487"/>
          </a:xfrm>
          <a:prstGeom prst="rect"/>
          <a:ln w="0">
            <a:noFill/>
          </a:ln>
        </p:spPr>
      </p:pic>
      <p:sp>
        <p:nvSpPr>
          <p:cNvPr id="859" name="New shape"/>
          <p:cNvSpPr/>
          <p:nvPr/>
        </p:nvSpPr>
        <p:spPr>
          <a:xfrm>
            <a:off x="4340828" y="52995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0" name="New picture"/>
          <p:cNvPicPr/>
          <p:nvPr/>
        </p:nvPicPr>
        <p:blipFill>
          <a:blip r:embed="rId559"/>
          <a:srcRect/>
          <a:stretch>
            <a:fillRect/>
          </a:stretch>
        </p:blipFill>
        <p:spPr>
          <a:xfrm>
            <a:off x="4450747" y="5288851"/>
            <a:ext cx="58007" cy="82391"/>
          </a:xfrm>
          <a:prstGeom prst="rect"/>
          <a:ln w="0">
            <a:noFill/>
          </a:ln>
        </p:spPr>
      </p:pic>
      <p:pic>
        <p:nvPicPr>
          <p:cNvPr id="861" name="New picture"/>
          <p:cNvPicPr/>
          <p:nvPr/>
        </p:nvPicPr>
        <p:blipFill>
          <a:blip r:embed="rId560"/>
          <a:srcRect/>
          <a:stretch>
            <a:fillRect/>
          </a:stretch>
        </p:blipFill>
        <p:spPr>
          <a:xfrm>
            <a:off x="4527042" y="5288852"/>
            <a:ext cx="74866" cy="117443"/>
          </a:xfrm>
          <a:prstGeom prst="rect"/>
          <a:ln w="0">
            <a:noFill/>
          </a:ln>
        </p:spPr>
      </p:pic>
      <p:sp>
        <p:nvSpPr>
          <p:cNvPr id="862" name="New shape"/>
          <p:cNvSpPr/>
          <p:nvPr/>
        </p:nvSpPr>
        <p:spPr>
          <a:xfrm>
            <a:off x="4540758" y="529952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3" name="New picture"/>
          <p:cNvPicPr/>
          <p:nvPr/>
        </p:nvPicPr>
        <p:blipFill>
          <a:blip r:embed="rId561"/>
          <a:srcRect/>
          <a:stretch>
            <a:fillRect/>
          </a:stretch>
        </p:blipFill>
        <p:spPr>
          <a:xfrm>
            <a:off x="4617148" y="5288851"/>
            <a:ext cx="71818" cy="82391"/>
          </a:xfrm>
          <a:prstGeom prst="rect"/>
          <a:ln w="0">
            <a:noFill/>
          </a:ln>
        </p:spPr>
      </p:pic>
      <p:sp>
        <p:nvSpPr>
          <p:cNvPr id="864" name="New shape"/>
          <p:cNvSpPr/>
          <p:nvPr/>
        </p:nvSpPr>
        <p:spPr>
          <a:xfrm>
            <a:off x="4630865" y="529951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65" name="New shape"/>
          <p:cNvSpPr/>
          <p:nvPr/>
        </p:nvSpPr>
        <p:spPr>
          <a:xfrm>
            <a:off x="4640104" y="5253704"/>
            <a:ext cx="32004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6" name="New picture"/>
          <p:cNvPicPr/>
          <p:nvPr/>
        </p:nvPicPr>
        <p:blipFill>
          <a:blip r:embed="rId562"/>
          <a:srcRect/>
          <a:stretch>
            <a:fillRect/>
          </a:stretch>
        </p:blipFill>
        <p:spPr>
          <a:xfrm>
            <a:off x="4704207" y="5288852"/>
            <a:ext cx="64103" cy="82391"/>
          </a:xfrm>
          <a:prstGeom prst="rect"/>
          <a:ln w="0">
            <a:noFill/>
          </a:ln>
        </p:spPr>
      </p:pic>
      <p:sp>
        <p:nvSpPr>
          <p:cNvPr id="867" name="New shape"/>
          <p:cNvSpPr/>
          <p:nvPr/>
        </p:nvSpPr>
        <p:spPr>
          <a:xfrm>
            <a:off x="4786694" y="529189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8" name="New picture"/>
          <p:cNvPicPr/>
          <p:nvPr/>
        </p:nvPicPr>
        <p:blipFill>
          <a:blip r:embed="rId563"/>
          <a:srcRect/>
          <a:stretch>
            <a:fillRect/>
          </a:stretch>
        </p:blipFill>
        <p:spPr>
          <a:xfrm>
            <a:off x="4785074" y="5256847"/>
            <a:ext cx="16859" cy="16764"/>
          </a:xfrm>
          <a:prstGeom prst="rect"/>
          <a:ln w="0">
            <a:noFill/>
          </a:ln>
        </p:spPr>
      </p:pic>
      <p:pic>
        <p:nvPicPr>
          <p:cNvPr id="869" name="New picture"/>
          <p:cNvPicPr/>
          <p:nvPr/>
        </p:nvPicPr>
        <p:blipFill>
          <a:blip r:embed="rId564"/>
          <a:srcRect/>
          <a:stretch>
            <a:fillRect/>
          </a:stretch>
        </p:blipFill>
        <p:spPr>
          <a:xfrm>
            <a:off x="4814126" y="5259800"/>
            <a:ext cx="53435" cy="109918"/>
          </a:xfrm>
          <a:prstGeom prst="rect"/>
          <a:ln w="0">
            <a:noFill/>
          </a:ln>
        </p:spPr>
      </p:pic>
      <p:sp>
        <p:nvSpPr>
          <p:cNvPr id="870" name="New shape"/>
          <p:cNvSpPr/>
          <p:nvPr/>
        </p:nvSpPr>
        <p:spPr>
          <a:xfrm>
            <a:off x="4876705" y="5291899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1" name="New picture"/>
          <p:cNvPicPr/>
          <p:nvPr/>
        </p:nvPicPr>
        <p:blipFill>
          <a:blip r:embed="rId565"/>
          <a:srcRect/>
          <a:stretch>
            <a:fillRect/>
          </a:stretch>
        </p:blipFill>
        <p:spPr>
          <a:xfrm>
            <a:off x="4873657" y="5256752"/>
            <a:ext cx="18383" cy="16859"/>
          </a:xfrm>
          <a:prstGeom prst="rect"/>
          <a:ln w="0">
            <a:noFill/>
          </a:ln>
        </p:spPr>
      </p:pic>
      <p:pic>
        <p:nvPicPr>
          <p:cNvPr id="872" name="New picture"/>
          <p:cNvPicPr/>
          <p:nvPr/>
        </p:nvPicPr>
        <p:blipFill>
          <a:blip r:embed="rId566"/>
          <a:srcRect/>
          <a:stretch>
            <a:fillRect/>
          </a:stretch>
        </p:blipFill>
        <p:spPr>
          <a:xfrm>
            <a:off x="4910423" y="5288852"/>
            <a:ext cx="74771" cy="117539"/>
          </a:xfrm>
          <a:prstGeom prst="rect"/>
          <a:ln w="0">
            <a:noFill/>
          </a:ln>
        </p:spPr>
      </p:pic>
      <p:sp>
        <p:nvSpPr>
          <p:cNvPr id="873" name="New shape"/>
          <p:cNvSpPr/>
          <p:nvPr/>
        </p:nvSpPr>
        <p:spPr>
          <a:xfrm>
            <a:off x="4924139" y="529952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4" name="New picture"/>
          <p:cNvPicPr/>
          <p:nvPr/>
        </p:nvPicPr>
        <p:blipFill>
          <a:blip r:embed="rId567"/>
          <a:srcRect/>
          <a:stretch>
            <a:fillRect/>
          </a:stretch>
        </p:blipFill>
        <p:spPr>
          <a:xfrm>
            <a:off x="5009579" y="5291899"/>
            <a:ext cx="70295" cy="79439"/>
          </a:xfrm>
          <a:prstGeom prst="rect"/>
          <a:ln w="0">
            <a:noFill/>
          </a:ln>
        </p:spPr>
      </p:pic>
      <p:pic>
        <p:nvPicPr>
          <p:cNvPr id="875" name="New picture"/>
          <p:cNvPicPr/>
          <p:nvPr/>
        </p:nvPicPr>
        <p:blipFill>
          <a:blip r:embed="rId568"/>
          <a:srcRect/>
          <a:stretch>
            <a:fillRect/>
          </a:stretch>
        </p:blipFill>
        <p:spPr>
          <a:xfrm>
            <a:off x="5099685" y="5288756"/>
            <a:ext cx="71818" cy="82487"/>
          </a:xfrm>
          <a:prstGeom prst="rect"/>
          <a:ln w="0">
            <a:noFill/>
          </a:ln>
        </p:spPr>
      </p:pic>
      <p:sp>
        <p:nvSpPr>
          <p:cNvPr id="876" name="New shape"/>
          <p:cNvSpPr/>
          <p:nvPr/>
        </p:nvSpPr>
        <p:spPr>
          <a:xfrm>
            <a:off x="5111972" y="52995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7" name="New picture"/>
          <p:cNvPicPr/>
          <p:nvPr/>
        </p:nvPicPr>
        <p:blipFill>
          <a:blip r:embed="rId569"/>
          <a:srcRect/>
          <a:stretch>
            <a:fillRect/>
          </a:stretch>
        </p:blipFill>
        <p:spPr>
          <a:xfrm>
            <a:off x="5188268" y="5352955"/>
            <a:ext cx="16764" cy="18288"/>
          </a:xfrm>
          <a:prstGeom prst="rect"/>
          <a:ln w="0">
            <a:noFill/>
          </a:ln>
        </p:spPr>
      </p:pic>
      <p:pic>
        <p:nvPicPr>
          <p:cNvPr id="878" name="New picture"/>
          <p:cNvPicPr/>
          <p:nvPr/>
        </p:nvPicPr>
        <p:blipFill>
          <a:blip r:embed="rId570"/>
          <a:srcRect/>
          <a:stretch>
            <a:fillRect/>
          </a:stretch>
        </p:blipFill>
        <p:spPr>
          <a:xfrm>
            <a:off x="712565" y="5639848"/>
            <a:ext cx="68675" cy="225838"/>
          </a:xfrm>
          <a:prstGeom prst="rect"/>
          <a:ln w="0">
            <a:noFill/>
          </a:ln>
        </p:spPr>
      </p:pic>
      <p:sp>
        <p:nvSpPr>
          <p:cNvPr id="879" name="New shape"/>
          <p:cNvSpPr/>
          <p:nvPr/>
        </p:nvSpPr>
        <p:spPr>
          <a:xfrm>
            <a:off x="854583" y="5824442"/>
            <a:ext cx="39719" cy="4124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0" name="New picture"/>
          <p:cNvPicPr/>
          <p:nvPr/>
        </p:nvPicPr>
        <p:blipFill>
          <a:blip r:embed="rId571"/>
          <a:srcRect/>
          <a:stretch>
            <a:fillRect/>
          </a:stretch>
        </p:blipFill>
        <p:spPr>
          <a:xfrm>
            <a:off x="1002697" y="5722238"/>
            <a:ext cx="42767" cy="109918"/>
          </a:xfrm>
          <a:prstGeom prst="rect"/>
          <a:ln w="0">
            <a:noFill/>
          </a:ln>
        </p:spPr>
      </p:pic>
      <p:pic>
        <p:nvPicPr>
          <p:cNvPr id="881" name="New picture"/>
          <p:cNvPicPr/>
          <p:nvPr/>
        </p:nvPicPr>
        <p:blipFill>
          <a:blip r:embed="rId572"/>
          <a:srcRect/>
          <a:stretch>
            <a:fillRect/>
          </a:stretch>
        </p:blipFill>
        <p:spPr>
          <a:xfrm>
            <a:off x="1063752" y="5722238"/>
            <a:ext cx="42767" cy="109918"/>
          </a:xfrm>
          <a:prstGeom prst="rect"/>
          <a:ln w="0">
            <a:noFill/>
          </a:ln>
        </p:spPr>
      </p:pic>
      <p:pic>
        <p:nvPicPr>
          <p:cNvPr id="882" name="New picture"/>
          <p:cNvPicPr/>
          <p:nvPr/>
        </p:nvPicPr>
        <p:blipFill>
          <a:blip r:embed="rId573"/>
          <a:srcRect/>
          <a:stretch>
            <a:fillRect/>
          </a:stretch>
        </p:blipFill>
        <p:spPr>
          <a:xfrm>
            <a:off x="1210342" y="5639848"/>
            <a:ext cx="235172" cy="225838"/>
          </a:xfrm>
          <a:prstGeom prst="rect"/>
          <a:ln w="0">
            <a:noFill/>
          </a:ln>
        </p:spPr>
      </p:pic>
      <p:pic>
        <p:nvPicPr>
          <p:cNvPr id="883" name="New picture"/>
          <p:cNvPicPr/>
          <p:nvPr/>
        </p:nvPicPr>
        <p:blipFill>
          <a:blip r:embed="rId574"/>
          <a:srcRect/>
          <a:stretch>
            <a:fillRect/>
          </a:stretch>
        </p:blipFill>
        <p:spPr>
          <a:xfrm>
            <a:off x="1463802" y="5690140"/>
            <a:ext cx="178689" cy="180118"/>
          </a:xfrm>
          <a:prstGeom prst="rect"/>
          <a:ln w="0">
            <a:noFill/>
          </a:ln>
        </p:spPr>
      </p:pic>
      <p:sp>
        <p:nvSpPr>
          <p:cNvPr id="884" name="New shape"/>
          <p:cNvSpPr/>
          <p:nvPr/>
        </p:nvSpPr>
        <p:spPr>
          <a:xfrm>
            <a:off x="1505045" y="5726811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5" name="New picture"/>
          <p:cNvPicPr/>
          <p:nvPr/>
        </p:nvPicPr>
        <p:blipFill>
          <a:blip r:embed="rId575"/>
          <a:srcRect/>
          <a:stretch>
            <a:fillRect/>
          </a:stretch>
        </p:blipFill>
        <p:spPr>
          <a:xfrm>
            <a:off x="1659350" y="5690140"/>
            <a:ext cx="175546" cy="180118"/>
          </a:xfrm>
          <a:prstGeom prst="rect"/>
          <a:ln w="0">
            <a:noFill/>
          </a:ln>
        </p:spPr>
      </p:pic>
      <p:pic>
        <p:nvPicPr>
          <p:cNvPr id="886" name="New picture"/>
          <p:cNvPicPr/>
          <p:nvPr/>
        </p:nvPicPr>
        <p:blipFill>
          <a:blip r:embed="rId576"/>
          <a:srcRect/>
          <a:stretch>
            <a:fillRect/>
          </a:stretch>
        </p:blipFill>
        <p:spPr>
          <a:xfrm>
            <a:off x="1850231" y="5639848"/>
            <a:ext cx="149638" cy="225838"/>
          </a:xfrm>
          <a:prstGeom prst="rect"/>
          <a:ln w="0">
            <a:noFill/>
          </a:ln>
        </p:spPr>
      </p:pic>
      <p:sp>
        <p:nvSpPr>
          <p:cNvPr id="887" name="New shape"/>
          <p:cNvSpPr/>
          <p:nvPr/>
        </p:nvSpPr>
        <p:spPr>
          <a:xfrm>
            <a:off x="2024253" y="5639848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88" name="New shape"/>
          <p:cNvSpPr/>
          <p:nvPr/>
        </p:nvSpPr>
        <p:spPr>
          <a:xfrm>
            <a:off x="2024253" y="5696331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9" name="New picture"/>
          <p:cNvPicPr/>
          <p:nvPr/>
        </p:nvPicPr>
        <p:blipFill>
          <a:blip r:embed="rId577"/>
          <a:srcRect/>
          <a:stretch>
            <a:fillRect/>
          </a:stretch>
        </p:blipFill>
        <p:spPr>
          <a:xfrm>
            <a:off x="2088357" y="5690140"/>
            <a:ext cx="149733" cy="175546"/>
          </a:xfrm>
          <a:prstGeom prst="rect"/>
          <a:ln w="0">
            <a:noFill/>
          </a:ln>
        </p:spPr>
      </p:pic>
      <p:pic>
        <p:nvPicPr>
          <p:cNvPr id="890" name="New picture"/>
          <p:cNvPicPr/>
          <p:nvPr/>
        </p:nvPicPr>
        <p:blipFill>
          <a:blip r:embed="rId578"/>
          <a:srcRect/>
          <a:stretch>
            <a:fillRect/>
          </a:stretch>
        </p:blipFill>
        <p:spPr>
          <a:xfrm>
            <a:off x="2254853" y="5690140"/>
            <a:ext cx="175641" cy="180118"/>
          </a:xfrm>
          <a:prstGeom prst="rect"/>
          <a:ln w="0">
            <a:noFill/>
          </a:ln>
        </p:spPr>
      </p:pic>
      <p:sp>
        <p:nvSpPr>
          <p:cNvPr id="891" name="New shape"/>
          <p:cNvSpPr/>
          <p:nvPr/>
        </p:nvSpPr>
        <p:spPr>
          <a:xfrm>
            <a:off x="2296096" y="5726811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2" name="New picture"/>
          <p:cNvPicPr/>
          <p:nvPr/>
        </p:nvPicPr>
        <p:blipFill>
          <a:blip r:embed="rId579"/>
          <a:srcRect/>
          <a:stretch>
            <a:fillRect/>
          </a:stretch>
        </p:blipFill>
        <p:spPr>
          <a:xfrm>
            <a:off x="2528220" y="5639848"/>
            <a:ext cx="111443" cy="225838"/>
          </a:xfrm>
          <a:prstGeom prst="rect"/>
          <a:ln w="0">
            <a:noFill/>
          </a:ln>
        </p:spPr>
      </p:pic>
      <p:pic>
        <p:nvPicPr>
          <p:cNvPr id="893" name="New picture"/>
          <p:cNvPicPr/>
          <p:nvPr/>
        </p:nvPicPr>
        <p:blipFill>
          <a:blip r:embed="rId580"/>
          <a:srcRect/>
          <a:stretch>
            <a:fillRect/>
          </a:stretch>
        </p:blipFill>
        <p:spPr>
          <a:xfrm>
            <a:off x="2641187" y="5690140"/>
            <a:ext cx="177165" cy="180118"/>
          </a:xfrm>
          <a:prstGeom prst="rect"/>
          <a:ln w="0">
            <a:noFill/>
          </a:ln>
        </p:spPr>
      </p:pic>
      <p:sp>
        <p:nvSpPr>
          <p:cNvPr id="894" name="New shape"/>
          <p:cNvSpPr/>
          <p:nvPr/>
        </p:nvSpPr>
        <p:spPr>
          <a:xfrm>
            <a:off x="2682431" y="5726811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5" name="New picture"/>
          <p:cNvPicPr/>
          <p:nvPr/>
        </p:nvPicPr>
        <p:blipFill>
          <a:blip r:embed="rId581"/>
          <a:srcRect/>
          <a:stretch>
            <a:fillRect/>
          </a:stretch>
        </p:blipFill>
        <p:spPr>
          <a:xfrm>
            <a:off x="2825972" y="5690140"/>
            <a:ext cx="178689" cy="180118"/>
          </a:xfrm>
          <a:prstGeom prst="rect"/>
          <a:ln w="0">
            <a:noFill/>
          </a:ln>
        </p:spPr>
      </p:pic>
      <p:sp>
        <p:nvSpPr>
          <p:cNvPr id="896" name="New shape"/>
          <p:cNvSpPr/>
          <p:nvPr/>
        </p:nvSpPr>
        <p:spPr>
          <a:xfrm>
            <a:off x="2865692" y="5726811"/>
            <a:ext cx="100774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7" name="New picture"/>
          <p:cNvPicPr/>
          <p:nvPr/>
        </p:nvPicPr>
        <p:blipFill>
          <a:blip r:embed="rId582"/>
          <a:srcRect/>
          <a:stretch>
            <a:fillRect/>
          </a:stretch>
        </p:blipFill>
        <p:spPr>
          <a:xfrm>
            <a:off x="3029045" y="5690140"/>
            <a:ext cx="77915" cy="175546"/>
          </a:xfrm>
          <a:prstGeom prst="rect"/>
          <a:ln w="0">
            <a:noFill/>
          </a:ln>
        </p:spPr>
      </p:pic>
      <p:pic>
        <p:nvPicPr>
          <p:cNvPr id="898" name="New picture"/>
          <p:cNvPicPr/>
          <p:nvPr/>
        </p:nvPicPr>
        <p:blipFill>
          <a:blip r:embed="rId583"/>
          <a:srcRect/>
          <a:stretch>
            <a:fillRect/>
          </a:stretch>
        </p:blipFill>
        <p:spPr>
          <a:xfrm>
            <a:off x="3116009" y="5690140"/>
            <a:ext cx="149733" cy="175546"/>
          </a:xfrm>
          <a:prstGeom prst="rect"/>
          <a:ln w="0">
            <a:noFill/>
          </a:ln>
        </p:spPr>
      </p:pic>
      <p:sp>
        <p:nvSpPr>
          <p:cNvPr id="899" name="New shape"/>
          <p:cNvSpPr/>
          <p:nvPr/>
        </p:nvSpPr>
        <p:spPr>
          <a:xfrm>
            <a:off x="3288602" y="5639848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00" name="New shape"/>
          <p:cNvSpPr/>
          <p:nvPr/>
        </p:nvSpPr>
        <p:spPr>
          <a:xfrm>
            <a:off x="3288602" y="5696331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1" name="New picture"/>
          <p:cNvPicPr/>
          <p:nvPr/>
        </p:nvPicPr>
        <p:blipFill>
          <a:blip r:embed="rId584"/>
          <a:srcRect/>
          <a:stretch>
            <a:fillRect/>
          </a:stretch>
        </p:blipFill>
        <p:spPr>
          <a:xfrm>
            <a:off x="3352800" y="5690140"/>
            <a:ext cx="151162" cy="175546"/>
          </a:xfrm>
          <a:prstGeom prst="rect"/>
          <a:ln w="0">
            <a:noFill/>
          </a:ln>
        </p:spPr>
      </p:pic>
      <p:pic>
        <p:nvPicPr>
          <p:cNvPr id="902" name="New picture"/>
          <p:cNvPicPr/>
          <p:nvPr/>
        </p:nvPicPr>
        <p:blipFill>
          <a:blip r:embed="rId585"/>
          <a:srcRect/>
          <a:stretch>
            <a:fillRect/>
          </a:stretch>
        </p:blipFill>
        <p:spPr>
          <a:xfrm>
            <a:off x="3519202" y="5690140"/>
            <a:ext cx="181737" cy="244221"/>
          </a:xfrm>
          <a:prstGeom prst="rect"/>
          <a:ln w="0">
            <a:noFill/>
          </a:ln>
        </p:spPr>
      </p:pic>
      <p:sp>
        <p:nvSpPr>
          <p:cNvPr id="903" name="New shape"/>
          <p:cNvSpPr/>
          <p:nvPr/>
        </p:nvSpPr>
        <p:spPr>
          <a:xfrm>
            <a:off x="3560445" y="5726811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4" name="New picture"/>
          <p:cNvPicPr/>
          <p:nvPr/>
        </p:nvPicPr>
        <p:blipFill>
          <a:blip r:embed="rId586"/>
          <a:srcRect/>
          <a:stretch>
            <a:fillRect/>
          </a:stretch>
        </p:blipFill>
        <p:spPr>
          <a:xfrm>
            <a:off x="3797141" y="5639848"/>
            <a:ext cx="114490" cy="225838"/>
          </a:xfrm>
          <a:prstGeom prst="rect"/>
          <a:ln w="0">
            <a:noFill/>
          </a:ln>
        </p:spPr>
      </p:pic>
      <p:pic>
        <p:nvPicPr>
          <p:cNvPr id="905" name="New picture"/>
          <p:cNvPicPr/>
          <p:nvPr/>
        </p:nvPicPr>
        <p:blipFill>
          <a:blip r:embed="rId587"/>
          <a:srcRect/>
          <a:stretch>
            <a:fillRect/>
          </a:stretch>
        </p:blipFill>
        <p:spPr>
          <a:xfrm>
            <a:off x="3922395" y="5690140"/>
            <a:ext cx="180118" cy="180118"/>
          </a:xfrm>
          <a:prstGeom prst="rect"/>
          <a:ln w="0">
            <a:noFill/>
          </a:ln>
        </p:spPr>
      </p:pic>
      <p:sp>
        <p:nvSpPr>
          <p:cNvPr id="906" name="New shape"/>
          <p:cNvSpPr/>
          <p:nvPr/>
        </p:nvSpPr>
        <p:spPr>
          <a:xfrm>
            <a:off x="3963543" y="5726810"/>
            <a:ext cx="99346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7" name="New picture"/>
          <p:cNvPicPr/>
          <p:nvPr/>
        </p:nvPicPr>
        <p:blipFill>
          <a:blip r:embed="rId588"/>
          <a:srcRect/>
          <a:stretch>
            <a:fillRect/>
          </a:stretch>
        </p:blipFill>
        <p:spPr>
          <a:xfrm>
            <a:off x="4120896" y="5690140"/>
            <a:ext cx="76295" cy="175546"/>
          </a:xfrm>
          <a:prstGeom prst="rect"/>
          <a:ln w="0">
            <a:noFill/>
          </a:ln>
        </p:spPr>
      </p:pic>
      <p:pic>
        <p:nvPicPr>
          <p:cNvPr id="908" name="New picture"/>
          <p:cNvPicPr/>
          <p:nvPr/>
        </p:nvPicPr>
        <p:blipFill>
          <a:blip r:embed="rId589"/>
          <a:srcRect/>
          <a:stretch>
            <a:fillRect/>
          </a:stretch>
        </p:blipFill>
        <p:spPr>
          <a:xfrm>
            <a:off x="4267486" y="5639848"/>
            <a:ext cx="221361" cy="225838"/>
          </a:xfrm>
          <a:prstGeom prst="rect"/>
          <a:ln w="0">
            <a:noFill/>
          </a:ln>
        </p:spPr>
      </p:pic>
      <p:sp>
        <p:nvSpPr>
          <p:cNvPr id="909" name="New shape"/>
          <p:cNvSpPr/>
          <p:nvPr/>
        </p:nvSpPr>
        <p:spPr>
          <a:xfrm>
            <a:off x="4351496" y="5697855"/>
            <a:ext cx="51911" cy="7019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0" name="New picture"/>
          <p:cNvPicPr/>
          <p:nvPr/>
        </p:nvPicPr>
        <p:blipFill>
          <a:blip r:embed="rId590"/>
          <a:srcRect/>
          <a:stretch>
            <a:fillRect/>
          </a:stretch>
        </p:blipFill>
        <p:spPr>
          <a:xfrm>
            <a:off x="4496562" y="5639848"/>
            <a:ext cx="178594" cy="230410"/>
          </a:xfrm>
          <a:prstGeom prst="rect"/>
          <a:ln w="0">
            <a:noFill/>
          </a:ln>
        </p:spPr>
      </p:pic>
      <p:sp>
        <p:nvSpPr>
          <p:cNvPr id="911" name="New shape"/>
          <p:cNvSpPr/>
          <p:nvPr/>
        </p:nvSpPr>
        <p:spPr>
          <a:xfrm>
            <a:off x="4534662" y="5726811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2" name="New picture"/>
          <p:cNvPicPr/>
          <p:nvPr/>
        </p:nvPicPr>
        <p:blipFill>
          <a:blip r:embed="rId591"/>
          <a:srcRect/>
          <a:stretch>
            <a:fillRect/>
          </a:stretch>
        </p:blipFill>
        <p:spPr>
          <a:xfrm>
            <a:off x="4679728" y="5690140"/>
            <a:ext cx="122206" cy="180118"/>
          </a:xfrm>
          <a:prstGeom prst="rect"/>
          <a:ln w="0">
            <a:noFill/>
          </a:ln>
        </p:spPr>
      </p:pic>
      <p:pic>
        <p:nvPicPr>
          <p:cNvPr id="913" name="New picture"/>
          <p:cNvPicPr/>
          <p:nvPr/>
        </p:nvPicPr>
        <p:blipFill>
          <a:blip r:embed="rId592"/>
          <a:srcRect/>
          <a:stretch>
            <a:fillRect/>
          </a:stretch>
        </p:blipFill>
        <p:spPr>
          <a:xfrm>
            <a:off x="4806505" y="5690140"/>
            <a:ext cx="180213" cy="180118"/>
          </a:xfrm>
          <a:prstGeom prst="rect"/>
          <a:ln w="0">
            <a:noFill/>
          </a:ln>
        </p:spPr>
      </p:pic>
      <p:sp>
        <p:nvSpPr>
          <p:cNvPr id="914" name="New shape"/>
          <p:cNvSpPr/>
          <p:nvPr/>
        </p:nvSpPr>
        <p:spPr>
          <a:xfrm>
            <a:off x="4846225" y="5726810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15" name="New shape"/>
          <p:cNvSpPr/>
          <p:nvPr/>
        </p:nvSpPr>
        <p:spPr>
          <a:xfrm>
            <a:off x="5000434" y="5639848"/>
            <a:ext cx="41243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6" name="New picture"/>
          <p:cNvPicPr/>
          <p:nvPr/>
        </p:nvPicPr>
        <p:blipFill>
          <a:blip r:embed="rId593"/>
          <a:srcRect/>
          <a:stretch>
            <a:fillRect/>
          </a:stretch>
        </p:blipFill>
        <p:spPr>
          <a:xfrm>
            <a:off x="5063014" y="5696331"/>
            <a:ext cx="151162" cy="173926"/>
          </a:xfrm>
          <a:prstGeom prst="rect"/>
          <a:ln w="0">
            <a:noFill/>
          </a:ln>
        </p:spPr>
      </p:pic>
      <p:pic>
        <p:nvPicPr>
          <p:cNvPr id="917" name="New picture"/>
          <p:cNvPicPr/>
          <p:nvPr/>
        </p:nvPicPr>
        <p:blipFill>
          <a:blip r:embed="rId594"/>
          <a:srcRect/>
          <a:stretch>
            <a:fillRect/>
          </a:stretch>
        </p:blipFill>
        <p:spPr>
          <a:xfrm>
            <a:off x="5227987" y="5639848"/>
            <a:ext cx="85534" cy="225838"/>
          </a:xfrm>
          <a:prstGeom prst="rect"/>
          <a:ln w="0">
            <a:noFill/>
          </a:ln>
        </p:spPr>
      </p:pic>
      <p:pic>
        <p:nvPicPr>
          <p:cNvPr id="918" name="New picture"/>
          <p:cNvPicPr/>
          <p:nvPr/>
        </p:nvPicPr>
        <p:blipFill>
          <a:blip r:embed="rId595"/>
          <a:srcRect/>
          <a:stretch>
            <a:fillRect/>
          </a:stretch>
        </p:blipFill>
        <p:spPr>
          <a:xfrm>
            <a:off x="5313426" y="5690140"/>
            <a:ext cx="177165" cy="180118"/>
          </a:xfrm>
          <a:prstGeom prst="rect"/>
          <a:ln w="0">
            <a:noFill/>
          </a:ln>
        </p:spPr>
      </p:pic>
      <p:sp>
        <p:nvSpPr>
          <p:cNvPr id="919" name="New shape"/>
          <p:cNvSpPr/>
          <p:nvPr/>
        </p:nvSpPr>
        <p:spPr>
          <a:xfrm>
            <a:off x="5354669" y="5726811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0" name="New picture"/>
          <p:cNvPicPr/>
          <p:nvPr/>
        </p:nvPicPr>
        <p:blipFill>
          <a:blip r:embed="rId596"/>
          <a:srcRect/>
          <a:stretch>
            <a:fillRect/>
          </a:stretch>
        </p:blipFill>
        <p:spPr>
          <a:xfrm>
            <a:off x="691134" y="5974080"/>
            <a:ext cx="148114" cy="225838"/>
          </a:xfrm>
          <a:prstGeom prst="rect"/>
          <a:ln w="0">
            <a:noFill/>
          </a:ln>
        </p:spPr>
      </p:pic>
      <p:sp>
        <p:nvSpPr>
          <p:cNvPr id="921" name="New shape"/>
          <p:cNvSpPr/>
          <p:nvPr/>
        </p:nvSpPr>
        <p:spPr>
          <a:xfrm>
            <a:off x="733901" y="6012180"/>
            <a:ext cx="48863" cy="4886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2" name="New shape"/>
          <p:cNvSpPr/>
          <p:nvPr/>
        </p:nvSpPr>
        <p:spPr>
          <a:xfrm>
            <a:off x="733901" y="6100667"/>
            <a:ext cx="62674" cy="5953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3" name="New picture"/>
          <p:cNvPicPr/>
          <p:nvPr/>
        </p:nvPicPr>
        <p:blipFill>
          <a:blip r:embed="rId597"/>
          <a:srcRect/>
          <a:stretch>
            <a:fillRect/>
          </a:stretch>
        </p:blipFill>
        <p:spPr>
          <a:xfrm>
            <a:off x="846963" y="6024372"/>
            <a:ext cx="177070" cy="180118"/>
          </a:xfrm>
          <a:prstGeom prst="rect"/>
          <a:ln w="0">
            <a:noFill/>
          </a:ln>
        </p:spPr>
      </p:pic>
      <p:sp>
        <p:nvSpPr>
          <p:cNvPr id="924" name="New shape"/>
          <p:cNvSpPr/>
          <p:nvPr/>
        </p:nvSpPr>
        <p:spPr>
          <a:xfrm>
            <a:off x="889730" y="6061043"/>
            <a:ext cx="9305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5" name="New picture"/>
          <p:cNvPicPr/>
          <p:nvPr/>
        </p:nvPicPr>
        <p:blipFill>
          <a:blip r:embed="rId598"/>
          <a:srcRect/>
          <a:stretch>
            <a:fillRect/>
          </a:stretch>
        </p:blipFill>
        <p:spPr>
          <a:xfrm>
            <a:off x="1033272" y="6024372"/>
            <a:ext cx="180118" cy="244221"/>
          </a:xfrm>
          <a:prstGeom prst="rect"/>
          <a:ln w="0">
            <a:noFill/>
          </a:ln>
        </p:spPr>
      </p:pic>
      <p:sp>
        <p:nvSpPr>
          <p:cNvPr id="926" name="New shape"/>
          <p:cNvSpPr/>
          <p:nvPr/>
        </p:nvSpPr>
        <p:spPr>
          <a:xfrm>
            <a:off x="1074420" y="6061043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7" name="New shape"/>
          <p:cNvSpPr/>
          <p:nvPr/>
        </p:nvSpPr>
        <p:spPr>
          <a:xfrm>
            <a:off x="1233202" y="5974080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8" name="New shape"/>
          <p:cNvSpPr/>
          <p:nvPr/>
        </p:nvSpPr>
        <p:spPr>
          <a:xfrm>
            <a:off x="1233202" y="6030563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9" name="New picture"/>
          <p:cNvPicPr/>
          <p:nvPr/>
        </p:nvPicPr>
        <p:blipFill>
          <a:blip r:embed="rId599"/>
          <a:srcRect/>
          <a:stretch>
            <a:fillRect/>
          </a:stretch>
        </p:blipFill>
        <p:spPr>
          <a:xfrm>
            <a:off x="1295876" y="6024372"/>
            <a:ext cx="151162" cy="175546"/>
          </a:xfrm>
          <a:prstGeom prst="rect"/>
          <a:ln w="0">
            <a:noFill/>
          </a:ln>
        </p:spPr>
      </p:pic>
      <p:pic>
        <p:nvPicPr>
          <p:cNvPr id="930" name="New picture"/>
          <p:cNvPicPr/>
          <p:nvPr/>
        </p:nvPicPr>
        <p:blipFill>
          <a:blip r:embed="rId600"/>
          <a:srcRect/>
          <a:stretch>
            <a:fillRect/>
          </a:stretch>
        </p:blipFill>
        <p:spPr>
          <a:xfrm>
            <a:off x="1469898" y="6024372"/>
            <a:ext cx="149733" cy="175546"/>
          </a:xfrm>
          <a:prstGeom prst="rect"/>
          <a:ln w="0">
            <a:noFill/>
          </a:ln>
        </p:spPr>
      </p:pic>
      <p:pic>
        <p:nvPicPr>
          <p:cNvPr id="931" name="New picture"/>
          <p:cNvPicPr/>
          <p:nvPr/>
        </p:nvPicPr>
        <p:blipFill>
          <a:blip r:embed="rId601"/>
          <a:srcRect/>
          <a:stretch>
            <a:fillRect/>
          </a:stretch>
        </p:blipFill>
        <p:spPr>
          <a:xfrm>
            <a:off x="1636395" y="6024372"/>
            <a:ext cx="177165" cy="180118"/>
          </a:xfrm>
          <a:prstGeom prst="rect"/>
          <a:ln w="0">
            <a:noFill/>
          </a:ln>
        </p:spPr>
      </p:pic>
      <p:sp>
        <p:nvSpPr>
          <p:cNvPr id="932" name="New shape"/>
          <p:cNvSpPr/>
          <p:nvPr/>
        </p:nvSpPr>
        <p:spPr>
          <a:xfrm>
            <a:off x="1677638" y="6061043"/>
            <a:ext cx="94678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3" name="New picture"/>
          <p:cNvPicPr/>
          <p:nvPr/>
        </p:nvPicPr>
        <p:blipFill>
          <a:blip r:embed="rId602"/>
          <a:srcRect/>
          <a:stretch>
            <a:fillRect/>
          </a:stretch>
        </p:blipFill>
        <p:spPr>
          <a:xfrm>
            <a:off x="1831848" y="6024372"/>
            <a:ext cx="77914" cy="175546"/>
          </a:xfrm>
          <a:prstGeom prst="rect"/>
          <a:ln w="0">
            <a:noFill/>
          </a:ln>
        </p:spPr>
      </p:pic>
      <p:pic>
        <p:nvPicPr>
          <p:cNvPr id="934" name="New picture"/>
          <p:cNvPicPr/>
          <p:nvPr/>
        </p:nvPicPr>
        <p:blipFill>
          <a:blip r:embed="rId603"/>
          <a:srcRect/>
          <a:stretch>
            <a:fillRect/>
          </a:stretch>
        </p:blipFill>
        <p:spPr>
          <a:xfrm>
            <a:off x="1906715" y="6024372"/>
            <a:ext cx="122111" cy="180118"/>
          </a:xfrm>
          <a:prstGeom prst="rect"/>
          <a:ln w="0">
            <a:noFill/>
          </a:ln>
        </p:spPr>
      </p:pic>
      <p:sp>
        <p:nvSpPr>
          <p:cNvPr id="935" name="New shape"/>
          <p:cNvSpPr/>
          <p:nvPr/>
        </p:nvSpPr>
        <p:spPr>
          <a:xfrm>
            <a:off x="2048732" y="6030468"/>
            <a:ext cx="3962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36" name="New shape"/>
          <p:cNvSpPr/>
          <p:nvPr/>
        </p:nvSpPr>
        <p:spPr>
          <a:xfrm>
            <a:off x="2048732" y="6158674"/>
            <a:ext cx="39624" cy="4124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7" name="New picture"/>
          <p:cNvPicPr/>
          <p:nvPr/>
        </p:nvPicPr>
        <p:blipFill>
          <a:blip r:embed="rId604"/>
          <a:srcRect/>
          <a:stretch>
            <a:fillRect/>
          </a:stretch>
        </p:blipFill>
        <p:spPr>
          <a:xfrm>
            <a:off x="2179987" y="5974080"/>
            <a:ext cx="221456" cy="225838"/>
          </a:xfrm>
          <a:prstGeom prst="rect"/>
          <a:ln w="0">
            <a:noFill/>
          </a:ln>
        </p:spPr>
      </p:pic>
      <p:sp>
        <p:nvSpPr>
          <p:cNvPr id="938" name="New shape"/>
          <p:cNvSpPr/>
          <p:nvPr/>
        </p:nvSpPr>
        <p:spPr>
          <a:xfrm>
            <a:off x="2263997" y="6031992"/>
            <a:ext cx="51911" cy="7019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9" name="New picture"/>
          <p:cNvPicPr/>
          <p:nvPr/>
        </p:nvPicPr>
        <p:blipFill>
          <a:blip r:embed="rId605"/>
          <a:srcRect/>
          <a:stretch>
            <a:fillRect/>
          </a:stretch>
        </p:blipFill>
        <p:spPr>
          <a:xfrm>
            <a:off x="2491550" y="5974080"/>
            <a:ext cx="145066" cy="225838"/>
          </a:xfrm>
          <a:prstGeom prst="rect"/>
          <a:ln w="0">
            <a:noFill/>
          </a:ln>
        </p:spPr>
      </p:pic>
      <p:sp>
        <p:nvSpPr>
          <p:cNvPr id="940" name="New shape"/>
          <p:cNvSpPr/>
          <p:nvPr/>
        </p:nvSpPr>
        <p:spPr>
          <a:xfrm>
            <a:off x="2534317" y="6012180"/>
            <a:ext cx="61055" cy="6257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41" name="New shape"/>
          <p:cNvSpPr/>
          <p:nvPr/>
        </p:nvSpPr>
        <p:spPr>
          <a:xfrm>
            <a:off x="2647283" y="5974080"/>
            <a:ext cx="41243" cy="22583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2" name="New picture"/>
          <p:cNvPicPr/>
          <p:nvPr/>
        </p:nvPicPr>
        <p:blipFill>
          <a:blip r:embed="rId606"/>
          <a:srcRect/>
          <a:stretch>
            <a:fillRect/>
          </a:stretch>
        </p:blipFill>
        <p:spPr>
          <a:xfrm>
            <a:off x="2703766" y="6024372"/>
            <a:ext cx="178689" cy="180118"/>
          </a:xfrm>
          <a:prstGeom prst="rect"/>
          <a:ln w="0">
            <a:noFill/>
          </a:ln>
        </p:spPr>
      </p:pic>
      <p:sp>
        <p:nvSpPr>
          <p:cNvPr id="943" name="New shape"/>
          <p:cNvSpPr/>
          <p:nvPr/>
        </p:nvSpPr>
        <p:spPr>
          <a:xfrm>
            <a:off x="2743486" y="6061043"/>
            <a:ext cx="100774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44" name="New shape"/>
          <p:cNvSpPr/>
          <p:nvPr/>
        </p:nvSpPr>
        <p:spPr>
          <a:xfrm>
            <a:off x="2903791" y="5974080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45" name="New shape"/>
          <p:cNvSpPr/>
          <p:nvPr/>
        </p:nvSpPr>
        <p:spPr>
          <a:xfrm>
            <a:off x="2903791" y="6030563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6" name="New picture"/>
          <p:cNvPicPr/>
          <p:nvPr/>
        </p:nvPicPr>
        <p:blipFill>
          <a:blip r:embed="rId607"/>
          <a:srcRect/>
          <a:stretch>
            <a:fillRect/>
          </a:stretch>
        </p:blipFill>
        <p:spPr>
          <a:xfrm>
            <a:off x="2967895" y="6024372"/>
            <a:ext cx="149733" cy="175546"/>
          </a:xfrm>
          <a:prstGeom prst="rect"/>
          <a:ln w="0">
            <a:noFill/>
          </a:ln>
        </p:spPr>
      </p:pic>
      <p:pic>
        <p:nvPicPr>
          <p:cNvPr id="947" name="New picture"/>
          <p:cNvPicPr/>
          <p:nvPr/>
        </p:nvPicPr>
        <p:blipFill>
          <a:blip r:embed="rId608"/>
          <a:srcRect/>
          <a:stretch>
            <a:fillRect/>
          </a:stretch>
        </p:blipFill>
        <p:spPr>
          <a:xfrm>
            <a:off x="3219926" y="5974080"/>
            <a:ext cx="120682" cy="225838"/>
          </a:xfrm>
          <a:prstGeom prst="rect"/>
          <a:ln w="0">
            <a:noFill/>
          </a:ln>
        </p:spPr>
      </p:pic>
      <p:pic>
        <p:nvPicPr>
          <p:cNvPr id="948" name="New picture"/>
          <p:cNvPicPr/>
          <p:nvPr/>
        </p:nvPicPr>
        <p:blipFill>
          <a:blip r:embed="rId609"/>
          <a:srcRect/>
          <a:stretch>
            <a:fillRect/>
          </a:stretch>
        </p:blipFill>
        <p:spPr>
          <a:xfrm>
            <a:off x="3366420" y="6024372"/>
            <a:ext cx="149733" cy="175546"/>
          </a:xfrm>
          <a:prstGeom prst="rect"/>
          <a:ln w="0">
            <a:noFill/>
          </a:ln>
        </p:spPr>
      </p:pic>
      <p:pic>
        <p:nvPicPr>
          <p:cNvPr id="949" name="New picture"/>
          <p:cNvPicPr/>
          <p:nvPr/>
        </p:nvPicPr>
        <p:blipFill>
          <a:blip r:embed="rId610"/>
          <a:srcRect/>
          <a:stretch>
            <a:fillRect/>
          </a:stretch>
        </p:blipFill>
        <p:spPr>
          <a:xfrm>
            <a:off x="3533108" y="6024372"/>
            <a:ext cx="180118" cy="244221"/>
          </a:xfrm>
          <a:prstGeom prst="rect"/>
          <a:ln w="0">
            <a:noFill/>
          </a:ln>
        </p:spPr>
      </p:pic>
      <p:sp>
        <p:nvSpPr>
          <p:cNvPr id="950" name="New shape"/>
          <p:cNvSpPr/>
          <p:nvPr/>
        </p:nvSpPr>
        <p:spPr>
          <a:xfrm>
            <a:off x="3574256" y="6061043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51" name="New shape"/>
          <p:cNvSpPr/>
          <p:nvPr/>
        </p:nvSpPr>
        <p:spPr>
          <a:xfrm>
            <a:off x="3731514" y="5974080"/>
            <a:ext cx="41243" cy="22583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52" name="New shape"/>
          <p:cNvSpPr/>
          <p:nvPr/>
        </p:nvSpPr>
        <p:spPr>
          <a:xfrm>
            <a:off x="3795617" y="5974080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53" name="New shape"/>
          <p:cNvSpPr/>
          <p:nvPr/>
        </p:nvSpPr>
        <p:spPr>
          <a:xfrm>
            <a:off x="3795617" y="6030563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4" name="New picture"/>
          <p:cNvPicPr/>
          <p:nvPr/>
        </p:nvPicPr>
        <p:blipFill>
          <a:blip r:embed="rId611"/>
          <a:srcRect/>
          <a:stretch>
            <a:fillRect/>
          </a:stretch>
        </p:blipFill>
        <p:spPr>
          <a:xfrm>
            <a:off x="3849053" y="6024372"/>
            <a:ext cx="122206" cy="180118"/>
          </a:xfrm>
          <a:prstGeom prst="rect"/>
          <a:ln w="0">
            <a:noFill/>
          </a:ln>
        </p:spPr>
      </p:pic>
      <p:pic>
        <p:nvPicPr>
          <p:cNvPr id="955" name="New picture"/>
          <p:cNvPicPr/>
          <p:nvPr/>
        </p:nvPicPr>
        <p:blipFill>
          <a:blip r:embed="rId612"/>
          <a:srcRect/>
          <a:stretch>
            <a:fillRect/>
          </a:stretch>
        </p:blipFill>
        <p:spPr>
          <a:xfrm>
            <a:off x="3984975" y="5974080"/>
            <a:ext cx="149638" cy="225838"/>
          </a:xfrm>
          <a:prstGeom prst="rect"/>
          <a:ln w="0">
            <a:noFill/>
          </a:ln>
        </p:spPr>
      </p:pic>
      <p:sp>
        <p:nvSpPr>
          <p:cNvPr id="956" name="New shape"/>
          <p:cNvSpPr/>
          <p:nvPr/>
        </p:nvSpPr>
        <p:spPr>
          <a:xfrm>
            <a:off x="4239959" y="5974080"/>
            <a:ext cx="41243" cy="22583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7" name="New picture"/>
          <p:cNvPicPr/>
          <p:nvPr/>
        </p:nvPicPr>
        <p:blipFill>
          <a:blip r:embed="rId613"/>
          <a:srcRect/>
          <a:stretch>
            <a:fillRect/>
          </a:stretch>
        </p:blipFill>
        <p:spPr>
          <a:xfrm>
            <a:off x="4310158" y="6024372"/>
            <a:ext cx="149733" cy="175546"/>
          </a:xfrm>
          <a:prstGeom prst="rect"/>
          <a:ln w="0">
            <a:noFill/>
          </a:ln>
        </p:spPr>
      </p:pic>
      <p:pic>
        <p:nvPicPr>
          <p:cNvPr id="958" name="New picture"/>
          <p:cNvPicPr/>
          <p:nvPr/>
        </p:nvPicPr>
        <p:blipFill>
          <a:blip r:embed="rId614"/>
          <a:srcRect/>
          <a:stretch>
            <a:fillRect/>
          </a:stretch>
        </p:blipFill>
        <p:spPr>
          <a:xfrm>
            <a:off x="4473607" y="5974080"/>
            <a:ext cx="84010" cy="225838"/>
          </a:xfrm>
          <a:prstGeom prst="rect"/>
          <a:ln w="0">
            <a:noFill/>
          </a:ln>
        </p:spPr>
      </p:pic>
      <p:pic>
        <p:nvPicPr>
          <p:cNvPr id="959" name="New picture"/>
          <p:cNvPicPr/>
          <p:nvPr/>
        </p:nvPicPr>
        <p:blipFill>
          <a:blip r:embed="rId615"/>
          <a:srcRect/>
          <a:stretch>
            <a:fillRect/>
          </a:stretch>
        </p:blipFill>
        <p:spPr>
          <a:xfrm>
            <a:off x="4568285" y="6024372"/>
            <a:ext cx="77915" cy="175546"/>
          </a:xfrm>
          <a:prstGeom prst="rect"/>
          <a:ln w="0">
            <a:noFill/>
          </a:ln>
        </p:spPr>
      </p:pic>
      <p:pic>
        <p:nvPicPr>
          <p:cNvPr id="960" name="New picture"/>
          <p:cNvPicPr/>
          <p:nvPr/>
        </p:nvPicPr>
        <p:blipFill>
          <a:blip r:embed="rId616"/>
          <a:srcRect/>
          <a:stretch>
            <a:fillRect/>
          </a:stretch>
        </p:blipFill>
        <p:spPr>
          <a:xfrm>
            <a:off x="4636960" y="6024372"/>
            <a:ext cx="180213" cy="180118"/>
          </a:xfrm>
          <a:prstGeom prst="rect"/>
          <a:ln w="0">
            <a:noFill/>
          </a:ln>
        </p:spPr>
      </p:pic>
      <p:sp>
        <p:nvSpPr>
          <p:cNvPr id="961" name="New shape"/>
          <p:cNvSpPr/>
          <p:nvPr/>
        </p:nvSpPr>
        <p:spPr>
          <a:xfrm>
            <a:off x="4676680" y="6061043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2" name="New picture"/>
          <p:cNvPicPr/>
          <p:nvPr/>
        </p:nvPicPr>
        <p:blipFill>
          <a:blip r:embed="rId617"/>
          <a:srcRect/>
          <a:stretch>
            <a:fillRect/>
          </a:stretch>
        </p:blipFill>
        <p:spPr>
          <a:xfrm>
            <a:off x="4824793" y="5974080"/>
            <a:ext cx="178689" cy="230410"/>
          </a:xfrm>
          <a:prstGeom prst="rect"/>
          <a:ln w="0">
            <a:noFill/>
          </a:ln>
        </p:spPr>
      </p:pic>
      <p:sp>
        <p:nvSpPr>
          <p:cNvPr id="963" name="New shape"/>
          <p:cNvSpPr/>
          <p:nvPr/>
        </p:nvSpPr>
        <p:spPr>
          <a:xfrm>
            <a:off x="4866036" y="6061043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4" name="New picture"/>
          <p:cNvPicPr/>
          <p:nvPr/>
        </p:nvPicPr>
        <p:blipFill>
          <a:blip r:embed="rId618"/>
          <a:srcRect/>
          <a:stretch>
            <a:fillRect/>
          </a:stretch>
        </p:blipFill>
        <p:spPr>
          <a:xfrm>
            <a:off x="5021770" y="6030468"/>
            <a:ext cx="151257" cy="174022"/>
          </a:xfrm>
          <a:prstGeom prst="rect"/>
          <a:ln w="0">
            <a:noFill/>
          </a:ln>
        </p:spPr>
      </p:pic>
      <p:pic>
        <p:nvPicPr>
          <p:cNvPr id="965" name="New picture"/>
          <p:cNvPicPr/>
          <p:nvPr/>
        </p:nvPicPr>
        <p:blipFill>
          <a:blip r:embed="rId619"/>
          <a:srcRect/>
          <a:stretch>
            <a:fillRect/>
          </a:stretch>
        </p:blipFill>
        <p:spPr>
          <a:xfrm>
            <a:off x="5191316" y="6024372"/>
            <a:ext cx="175641" cy="180118"/>
          </a:xfrm>
          <a:prstGeom prst="rect"/>
          <a:ln w="0">
            <a:noFill/>
          </a:ln>
        </p:spPr>
      </p:pic>
      <p:pic>
        <p:nvPicPr>
          <p:cNvPr id="966" name="New picture"/>
          <p:cNvPicPr/>
          <p:nvPr/>
        </p:nvPicPr>
        <p:blipFill>
          <a:blip r:embed="rId620"/>
          <a:srcRect/>
          <a:stretch>
            <a:fillRect/>
          </a:stretch>
        </p:blipFill>
        <p:spPr>
          <a:xfrm>
            <a:off x="5373052" y="5974080"/>
            <a:ext cx="84010" cy="225838"/>
          </a:xfrm>
          <a:prstGeom prst="rect"/>
          <a:ln w="0">
            <a:noFill/>
          </a:ln>
        </p:spPr>
      </p:pic>
      <p:sp>
        <p:nvSpPr>
          <p:cNvPr id="967" name="New shape"/>
          <p:cNvSpPr/>
          <p:nvPr/>
        </p:nvSpPr>
        <p:spPr>
          <a:xfrm>
            <a:off x="5464683" y="5974080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68" name="New shape"/>
          <p:cNvSpPr/>
          <p:nvPr/>
        </p:nvSpPr>
        <p:spPr>
          <a:xfrm>
            <a:off x="5464683" y="6030563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9" name="New picture"/>
          <p:cNvPicPr/>
          <p:nvPr/>
        </p:nvPicPr>
        <p:blipFill>
          <a:blip r:embed="rId621"/>
          <a:srcRect/>
          <a:stretch>
            <a:fillRect/>
          </a:stretch>
        </p:blipFill>
        <p:spPr>
          <a:xfrm>
            <a:off x="5519643" y="6024372"/>
            <a:ext cx="180213" cy="180118"/>
          </a:xfrm>
          <a:prstGeom prst="rect"/>
          <a:ln w="0">
            <a:noFill/>
          </a:ln>
        </p:spPr>
      </p:pic>
      <p:sp>
        <p:nvSpPr>
          <p:cNvPr id="970" name="New shape"/>
          <p:cNvSpPr/>
          <p:nvPr/>
        </p:nvSpPr>
        <p:spPr>
          <a:xfrm>
            <a:off x="5560886" y="6061043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1" name="New picture"/>
          <p:cNvPicPr/>
          <p:nvPr/>
        </p:nvPicPr>
        <p:blipFill>
          <a:blip r:embed="rId622"/>
          <a:srcRect/>
          <a:stretch>
            <a:fillRect/>
          </a:stretch>
        </p:blipFill>
        <p:spPr>
          <a:xfrm>
            <a:off x="5714999" y="6024372"/>
            <a:ext cx="149733" cy="175546"/>
          </a:xfrm>
          <a:prstGeom prst="rect"/>
          <a:ln w="0">
            <a:noFill/>
          </a:ln>
        </p:spPr>
      </p:pic>
      <p:pic>
        <p:nvPicPr>
          <p:cNvPr id="972" name="New picture"/>
          <p:cNvPicPr/>
          <p:nvPr/>
        </p:nvPicPr>
        <p:blipFill>
          <a:blip r:embed="rId623"/>
          <a:srcRect/>
          <a:stretch>
            <a:fillRect/>
          </a:stretch>
        </p:blipFill>
        <p:spPr>
          <a:xfrm>
            <a:off x="692658" y="6302121"/>
            <a:ext cx="84010" cy="279273"/>
          </a:xfrm>
          <a:prstGeom prst="rect"/>
          <a:ln w="0">
            <a:noFill/>
          </a:ln>
        </p:spPr>
      </p:pic>
      <p:pic>
        <p:nvPicPr>
          <p:cNvPr id="973" name="New picture"/>
          <p:cNvPicPr/>
          <p:nvPr/>
        </p:nvPicPr>
        <p:blipFill>
          <a:blip r:embed="rId624"/>
          <a:srcRect/>
          <a:stretch>
            <a:fillRect/>
          </a:stretch>
        </p:blipFill>
        <p:spPr>
          <a:xfrm>
            <a:off x="781241" y="6302122"/>
            <a:ext cx="146590" cy="234981"/>
          </a:xfrm>
          <a:prstGeom prst="rect"/>
          <a:ln w="0">
            <a:noFill/>
          </a:ln>
        </p:spPr>
      </p:pic>
      <p:pic>
        <p:nvPicPr>
          <p:cNvPr id="974" name="New picture"/>
          <p:cNvPicPr/>
          <p:nvPr/>
        </p:nvPicPr>
        <p:blipFill>
          <a:blip r:embed="rId625"/>
          <a:srcRect/>
          <a:stretch>
            <a:fillRect/>
          </a:stretch>
        </p:blipFill>
        <p:spPr>
          <a:xfrm>
            <a:off x="943165" y="6357080"/>
            <a:ext cx="177070" cy="181547"/>
          </a:xfrm>
          <a:prstGeom prst="rect"/>
          <a:ln w="0">
            <a:noFill/>
          </a:ln>
        </p:spPr>
      </p:pic>
      <p:sp>
        <p:nvSpPr>
          <p:cNvPr id="975" name="New shape"/>
          <p:cNvSpPr/>
          <p:nvPr/>
        </p:nvSpPr>
        <p:spPr>
          <a:xfrm>
            <a:off x="984313" y="6395181"/>
            <a:ext cx="9467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6" name="New picture"/>
          <p:cNvPicPr/>
          <p:nvPr/>
        </p:nvPicPr>
        <p:blipFill>
          <a:blip r:embed="rId626"/>
          <a:srcRect/>
          <a:stretch>
            <a:fillRect/>
          </a:stretch>
        </p:blipFill>
        <p:spPr>
          <a:xfrm>
            <a:off x="1130999" y="6357080"/>
            <a:ext cx="175546" cy="181546"/>
          </a:xfrm>
          <a:prstGeom prst="rect"/>
          <a:ln w="0">
            <a:noFill/>
          </a:ln>
        </p:spPr>
      </p:pic>
      <p:pic>
        <p:nvPicPr>
          <p:cNvPr id="977" name="New picture"/>
          <p:cNvPicPr/>
          <p:nvPr/>
        </p:nvPicPr>
        <p:blipFill>
          <a:blip r:embed="rId627"/>
          <a:srcRect/>
          <a:stretch>
            <a:fillRect/>
          </a:stretch>
        </p:blipFill>
        <p:spPr>
          <a:xfrm>
            <a:off x="1312640" y="6357079"/>
            <a:ext cx="180213" cy="181547"/>
          </a:xfrm>
          <a:prstGeom prst="rect"/>
          <a:ln w="0">
            <a:noFill/>
          </a:ln>
        </p:spPr>
      </p:pic>
      <p:sp>
        <p:nvSpPr>
          <p:cNvPr id="978" name="New shape"/>
          <p:cNvSpPr/>
          <p:nvPr/>
        </p:nvSpPr>
        <p:spPr>
          <a:xfrm>
            <a:off x="1353883" y="6395179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9" name="New picture"/>
          <p:cNvPicPr/>
          <p:nvPr/>
        </p:nvPicPr>
        <p:blipFill>
          <a:blip r:embed="rId628"/>
          <a:srcRect/>
          <a:stretch>
            <a:fillRect/>
          </a:stretch>
        </p:blipFill>
        <p:spPr>
          <a:xfrm>
            <a:off x="1508093" y="6357080"/>
            <a:ext cx="149733" cy="175451"/>
          </a:xfrm>
          <a:prstGeom prst="rect"/>
          <a:ln w="0">
            <a:noFill/>
          </a:ln>
        </p:spPr>
      </p:pic>
      <p:pic>
        <p:nvPicPr>
          <p:cNvPr id="980" name="New picture"/>
          <p:cNvPicPr/>
          <p:nvPr/>
        </p:nvPicPr>
        <p:blipFill>
          <a:blip r:embed="rId629"/>
          <a:srcRect/>
          <a:stretch>
            <a:fillRect/>
          </a:stretch>
        </p:blipFill>
        <p:spPr>
          <a:xfrm>
            <a:off x="1676114" y="6306693"/>
            <a:ext cx="177165" cy="231934"/>
          </a:xfrm>
          <a:prstGeom prst="rect"/>
          <a:ln w="0">
            <a:noFill/>
          </a:ln>
        </p:spPr>
      </p:pic>
      <p:sp>
        <p:nvSpPr>
          <p:cNvPr id="981" name="New shape"/>
          <p:cNvSpPr/>
          <p:nvPr/>
        </p:nvSpPr>
        <p:spPr>
          <a:xfrm>
            <a:off x="1715834" y="6395180"/>
            <a:ext cx="100774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2" name="New picture"/>
          <p:cNvPicPr/>
          <p:nvPr/>
        </p:nvPicPr>
        <p:blipFill>
          <a:blip r:embed="rId630"/>
          <a:srcRect/>
          <a:stretch>
            <a:fillRect/>
          </a:stretch>
        </p:blipFill>
        <p:spPr>
          <a:xfrm>
            <a:off x="1951006" y="6306693"/>
            <a:ext cx="122111" cy="225838"/>
          </a:xfrm>
          <a:prstGeom prst="rect"/>
          <a:ln w="0">
            <a:noFill/>
          </a:ln>
        </p:spPr>
      </p:pic>
      <p:pic>
        <p:nvPicPr>
          <p:cNvPr id="983" name="New picture"/>
          <p:cNvPicPr/>
          <p:nvPr/>
        </p:nvPicPr>
        <p:blipFill>
          <a:blip r:embed="rId631"/>
          <a:srcRect/>
          <a:stretch>
            <a:fillRect/>
          </a:stretch>
        </p:blipFill>
        <p:spPr>
          <a:xfrm>
            <a:off x="2093024" y="6306693"/>
            <a:ext cx="178594" cy="231934"/>
          </a:xfrm>
          <a:prstGeom prst="rect"/>
          <a:ln w="0">
            <a:noFill/>
          </a:ln>
        </p:spPr>
      </p:pic>
      <p:sp>
        <p:nvSpPr>
          <p:cNvPr id="984" name="New shape"/>
          <p:cNvSpPr/>
          <p:nvPr/>
        </p:nvSpPr>
        <p:spPr>
          <a:xfrm>
            <a:off x="2132648" y="6395180"/>
            <a:ext cx="100774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5" name="New shape"/>
          <p:cNvSpPr/>
          <p:nvPr/>
        </p:nvSpPr>
        <p:spPr>
          <a:xfrm>
            <a:off x="2290001" y="6306693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6" name="New shape"/>
          <p:cNvSpPr/>
          <p:nvPr/>
        </p:nvSpPr>
        <p:spPr>
          <a:xfrm>
            <a:off x="2290001" y="6363177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7" name="New picture"/>
          <p:cNvPicPr/>
          <p:nvPr/>
        </p:nvPicPr>
        <p:blipFill>
          <a:blip r:embed="rId632"/>
          <a:srcRect/>
          <a:stretch>
            <a:fillRect/>
          </a:stretch>
        </p:blipFill>
        <p:spPr>
          <a:xfrm>
            <a:off x="2344960" y="6306693"/>
            <a:ext cx="84011" cy="225838"/>
          </a:xfrm>
          <a:prstGeom prst="rect"/>
          <a:ln w="0">
            <a:noFill/>
          </a:ln>
        </p:spPr>
      </p:pic>
      <p:sp>
        <p:nvSpPr>
          <p:cNvPr id="988" name="New shape"/>
          <p:cNvSpPr/>
          <p:nvPr/>
        </p:nvSpPr>
        <p:spPr>
          <a:xfrm>
            <a:off x="2436590" y="6306693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9" name="New shape"/>
          <p:cNvSpPr/>
          <p:nvPr/>
        </p:nvSpPr>
        <p:spPr>
          <a:xfrm>
            <a:off x="2436590" y="6363177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0" name="New picture"/>
          <p:cNvPicPr/>
          <p:nvPr/>
        </p:nvPicPr>
        <p:blipFill>
          <a:blip r:embed="rId633"/>
          <a:srcRect/>
          <a:stretch>
            <a:fillRect/>
          </a:stretch>
        </p:blipFill>
        <p:spPr>
          <a:xfrm>
            <a:off x="2491549" y="6357079"/>
            <a:ext cx="180213" cy="181547"/>
          </a:xfrm>
          <a:prstGeom prst="rect"/>
          <a:ln w="0">
            <a:noFill/>
          </a:ln>
        </p:spPr>
      </p:pic>
      <p:sp>
        <p:nvSpPr>
          <p:cNvPr id="991" name="New shape"/>
          <p:cNvSpPr/>
          <p:nvPr/>
        </p:nvSpPr>
        <p:spPr>
          <a:xfrm>
            <a:off x="2532793" y="6395179"/>
            <a:ext cx="97727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2" name="New picture"/>
          <p:cNvPicPr/>
          <p:nvPr/>
        </p:nvPicPr>
        <p:blipFill>
          <a:blip r:embed="rId634"/>
          <a:srcRect/>
          <a:stretch>
            <a:fillRect/>
          </a:stretch>
        </p:blipFill>
        <p:spPr>
          <a:xfrm>
            <a:off x="2685479" y="6357080"/>
            <a:ext cx="151162" cy="175451"/>
          </a:xfrm>
          <a:prstGeom prst="rect"/>
          <a:ln w="0">
            <a:noFill/>
          </a:ln>
        </p:spPr>
      </p:pic>
      <p:pic>
        <p:nvPicPr>
          <p:cNvPr id="993" name="New picture"/>
          <p:cNvPicPr/>
          <p:nvPr/>
        </p:nvPicPr>
        <p:blipFill>
          <a:blip r:embed="rId635"/>
          <a:srcRect/>
          <a:stretch>
            <a:fillRect/>
          </a:stretch>
        </p:blipFill>
        <p:spPr>
          <a:xfrm>
            <a:off x="2854928" y="6302122"/>
            <a:ext cx="84011" cy="279273"/>
          </a:xfrm>
          <a:prstGeom prst="rect"/>
          <a:ln w="0">
            <a:noFill/>
          </a:ln>
        </p:spPr>
      </p:pic>
      <p:pic>
        <p:nvPicPr>
          <p:cNvPr id="994" name="New picture"/>
          <p:cNvPicPr/>
          <p:nvPr/>
        </p:nvPicPr>
        <p:blipFill>
          <a:blip r:embed="rId636"/>
          <a:srcRect/>
          <a:stretch>
            <a:fillRect/>
          </a:stretch>
        </p:blipFill>
        <p:spPr>
          <a:xfrm>
            <a:off x="3044285" y="6389084"/>
            <a:ext cx="42767" cy="111442"/>
          </a:xfrm>
          <a:prstGeom prst="rect"/>
          <a:ln w="0">
            <a:noFill/>
          </a:ln>
        </p:spPr>
      </p:pic>
      <p:pic>
        <p:nvPicPr>
          <p:cNvPr id="995" name="New picture"/>
          <p:cNvPicPr/>
          <p:nvPr/>
        </p:nvPicPr>
        <p:blipFill>
          <a:blip r:embed="rId637"/>
          <a:srcRect/>
          <a:stretch>
            <a:fillRect/>
          </a:stretch>
        </p:blipFill>
        <p:spPr>
          <a:xfrm>
            <a:off x="3105436" y="6389084"/>
            <a:ext cx="42767" cy="111442"/>
          </a:xfrm>
          <a:prstGeom prst="rect"/>
          <a:ln w="0">
            <a:noFill/>
          </a:ln>
        </p:spPr>
      </p:pic>
      <p:pic>
        <p:nvPicPr>
          <p:cNvPr id="996" name="New picture"/>
          <p:cNvPicPr/>
          <p:nvPr/>
        </p:nvPicPr>
        <p:blipFill>
          <a:blip r:embed="rId638"/>
          <a:srcRect/>
          <a:stretch>
            <a:fillRect/>
          </a:stretch>
        </p:blipFill>
        <p:spPr>
          <a:xfrm>
            <a:off x="3247454" y="6357080"/>
            <a:ext cx="177070" cy="231934"/>
          </a:xfrm>
          <a:prstGeom prst="rect"/>
          <a:ln w="0">
            <a:noFill/>
          </a:ln>
        </p:spPr>
      </p:pic>
      <p:sp>
        <p:nvSpPr>
          <p:cNvPr id="997" name="New shape"/>
          <p:cNvSpPr/>
          <p:nvPr/>
        </p:nvSpPr>
        <p:spPr>
          <a:xfrm>
            <a:off x="3285554" y="6395180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8" name="New picture"/>
          <p:cNvPicPr/>
          <p:nvPr/>
        </p:nvPicPr>
        <p:blipFill>
          <a:blip r:embed="rId639"/>
          <a:srcRect/>
          <a:stretch>
            <a:fillRect/>
          </a:stretch>
        </p:blipFill>
        <p:spPr>
          <a:xfrm>
            <a:off x="3432143" y="6357080"/>
            <a:ext cx="180213" cy="181546"/>
          </a:xfrm>
          <a:prstGeom prst="rect"/>
          <a:ln w="0">
            <a:noFill/>
          </a:ln>
        </p:spPr>
      </p:pic>
      <p:sp>
        <p:nvSpPr>
          <p:cNvPr id="999" name="New shape"/>
          <p:cNvSpPr/>
          <p:nvPr/>
        </p:nvSpPr>
        <p:spPr>
          <a:xfrm>
            <a:off x="3473386" y="6395180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0" name="New picture"/>
          <p:cNvPicPr/>
          <p:nvPr/>
        </p:nvPicPr>
        <p:blipFill>
          <a:blip r:embed="rId640"/>
          <a:srcRect/>
          <a:stretch>
            <a:fillRect/>
          </a:stretch>
        </p:blipFill>
        <p:spPr>
          <a:xfrm>
            <a:off x="3635311" y="6357080"/>
            <a:ext cx="77819" cy="175451"/>
          </a:xfrm>
          <a:prstGeom prst="rect"/>
          <a:ln w="0">
            <a:noFill/>
          </a:ln>
        </p:spPr>
      </p:pic>
      <p:pic>
        <p:nvPicPr>
          <p:cNvPr id="1001" name="New picture"/>
          <p:cNvPicPr/>
          <p:nvPr/>
        </p:nvPicPr>
        <p:blipFill>
          <a:blip r:embed="rId641"/>
          <a:srcRect/>
          <a:stretch>
            <a:fillRect/>
          </a:stretch>
        </p:blipFill>
        <p:spPr>
          <a:xfrm>
            <a:off x="3791045" y="6302122"/>
            <a:ext cx="236696" cy="234981"/>
          </a:xfrm>
          <a:prstGeom prst="rect"/>
          <a:ln w="0">
            <a:noFill/>
          </a:ln>
        </p:spPr>
      </p:pic>
      <p:sp>
        <p:nvSpPr>
          <p:cNvPr id="1002" name="New shape"/>
          <p:cNvSpPr/>
          <p:nvPr/>
        </p:nvSpPr>
        <p:spPr>
          <a:xfrm>
            <a:off x="4044505" y="6306693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03" name="New shape"/>
          <p:cNvSpPr/>
          <p:nvPr/>
        </p:nvSpPr>
        <p:spPr>
          <a:xfrm>
            <a:off x="4107085" y="6306693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04" name="New shape"/>
          <p:cNvSpPr/>
          <p:nvPr/>
        </p:nvSpPr>
        <p:spPr>
          <a:xfrm>
            <a:off x="4107085" y="6363177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5" name="New picture"/>
          <p:cNvPicPr/>
          <p:nvPr/>
        </p:nvPicPr>
        <p:blipFill>
          <a:blip r:embed="rId642"/>
          <a:srcRect/>
          <a:stretch>
            <a:fillRect/>
          </a:stretch>
        </p:blipFill>
        <p:spPr>
          <a:xfrm>
            <a:off x="4155948" y="6363177"/>
            <a:ext cx="169545" cy="169354"/>
          </a:xfrm>
          <a:prstGeom prst="rect"/>
          <a:ln w="0">
            <a:noFill/>
          </a:ln>
        </p:spPr>
      </p:pic>
      <p:pic>
        <p:nvPicPr>
          <p:cNvPr id="1006" name="New picture"/>
          <p:cNvPicPr/>
          <p:nvPr/>
        </p:nvPicPr>
        <p:blipFill>
          <a:blip r:embed="rId643"/>
          <a:srcRect/>
          <a:stretch>
            <a:fillRect/>
          </a:stretch>
        </p:blipFill>
        <p:spPr>
          <a:xfrm>
            <a:off x="4325493" y="6357080"/>
            <a:ext cx="177165" cy="181547"/>
          </a:xfrm>
          <a:prstGeom prst="rect"/>
          <a:ln w="0">
            <a:noFill/>
          </a:ln>
        </p:spPr>
      </p:pic>
      <p:sp>
        <p:nvSpPr>
          <p:cNvPr id="1007" name="New shape"/>
          <p:cNvSpPr/>
          <p:nvPr/>
        </p:nvSpPr>
        <p:spPr>
          <a:xfrm>
            <a:off x="4368260" y="6395181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8" name="New picture"/>
          <p:cNvPicPr/>
          <p:nvPr/>
        </p:nvPicPr>
        <p:blipFill>
          <a:blip r:embed="rId644"/>
          <a:srcRect/>
          <a:stretch>
            <a:fillRect/>
          </a:stretch>
        </p:blipFill>
        <p:spPr>
          <a:xfrm>
            <a:off x="4522470" y="6357080"/>
            <a:ext cx="76391" cy="175451"/>
          </a:xfrm>
          <a:prstGeom prst="rect"/>
          <a:ln w="0">
            <a:noFill/>
          </a:ln>
        </p:spPr>
      </p:pic>
      <p:pic>
        <p:nvPicPr>
          <p:cNvPr id="1009" name="New picture"/>
          <p:cNvPicPr/>
          <p:nvPr/>
        </p:nvPicPr>
        <p:blipFill>
          <a:blip r:embed="rId645"/>
          <a:srcRect/>
          <a:stretch>
            <a:fillRect/>
          </a:stretch>
        </p:blipFill>
        <p:spPr>
          <a:xfrm>
            <a:off x="4669060" y="6306693"/>
            <a:ext cx="125254" cy="225838"/>
          </a:xfrm>
          <a:prstGeom prst="rect"/>
          <a:ln w="0">
            <a:noFill/>
          </a:ln>
        </p:spPr>
      </p:pic>
      <p:pic>
        <p:nvPicPr>
          <p:cNvPr id="1010" name="New picture"/>
          <p:cNvPicPr/>
          <p:nvPr/>
        </p:nvPicPr>
        <p:blipFill>
          <a:blip r:embed="rId646"/>
          <a:srcRect/>
          <a:stretch>
            <a:fillRect/>
          </a:stretch>
        </p:blipFill>
        <p:spPr>
          <a:xfrm>
            <a:off x="4801933" y="6306693"/>
            <a:ext cx="149638" cy="225838"/>
          </a:xfrm>
          <a:prstGeom prst="rect"/>
          <a:ln w="0">
            <a:noFill/>
          </a:ln>
        </p:spPr>
      </p:pic>
      <p:pic>
        <p:nvPicPr>
          <p:cNvPr id="1011" name="New picture"/>
          <p:cNvPicPr/>
          <p:nvPr/>
        </p:nvPicPr>
        <p:blipFill>
          <a:blip r:embed="rId647"/>
          <a:srcRect/>
          <a:stretch>
            <a:fillRect/>
          </a:stretch>
        </p:blipFill>
        <p:spPr>
          <a:xfrm>
            <a:off x="4968430" y="6357080"/>
            <a:ext cx="177070" cy="181547"/>
          </a:xfrm>
          <a:prstGeom prst="rect"/>
          <a:ln w="0">
            <a:noFill/>
          </a:ln>
        </p:spPr>
      </p:pic>
      <p:sp>
        <p:nvSpPr>
          <p:cNvPr id="1012" name="New shape"/>
          <p:cNvSpPr/>
          <p:nvPr/>
        </p:nvSpPr>
        <p:spPr>
          <a:xfrm>
            <a:off x="5009579" y="6395181"/>
            <a:ext cx="94678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3" name="New picture"/>
          <p:cNvPicPr/>
          <p:nvPr/>
        </p:nvPicPr>
        <p:blipFill>
          <a:blip r:embed="rId648"/>
          <a:srcRect/>
          <a:stretch>
            <a:fillRect/>
          </a:stretch>
        </p:blipFill>
        <p:spPr>
          <a:xfrm>
            <a:off x="5153120" y="6357079"/>
            <a:ext cx="180213" cy="181547"/>
          </a:xfrm>
          <a:prstGeom prst="rect"/>
          <a:ln w="0">
            <a:noFill/>
          </a:ln>
        </p:spPr>
      </p:pic>
      <p:sp>
        <p:nvSpPr>
          <p:cNvPr id="1014" name="New shape"/>
          <p:cNvSpPr/>
          <p:nvPr/>
        </p:nvSpPr>
        <p:spPr>
          <a:xfrm>
            <a:off x="5192839" y="6395179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5" name="New picture"/>
          <p:cNvPicPr/>
          <p:nvPr/>
        </p:nvPicPr>
        <p:blipFill>
          <a:blip r:embed="rId649"/>
          <a:srcRect/>
          <a:stretch>
            <a:fillRect/>
          </a:stretch>
        </p:blipFill>
        <p:spPr>
          <a:xfrm>
            <a:off x="5345525" y="6306693"/>
            <a:ext cx="178689" cy="231934"/>
          </a:xfrm>
          <a:prstGeom prst="rect"/>
          <a:ln w="0">
            <a:noFill/>
          </a:ln>
        </p:spPr>
      </p:pic>
      <p:sp>
        <p:nvSpPr>
          <p:cNvPr id="1016" name="New shape"/>
          <p:cNvSpPr/>
          <p:nvPr/>
        </p:nvSpPr>
        <p:spPr>
          <a:xfrm>
            <a:off x="5383720" y="6395180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7" name="New picture"/>
          <p:cNvPicPr/>
          <p:nvPr/>
        </p:nvPicPr>
        <p:blipFill>
          <a:blip r:embed="rId650"/>
          <a:srcRect/>
          <a:stretch>
            <a:fillRect/>
          </a:stretch>
        </p:blipFill>
        <p:spPr>
          <a:xfrm>
            <a:off x="5530310" y="6357080"/>
            <a:ext cx="180213" cy="181546"/>
          </a:xfrm>
          <a:prstGeom prst="rect"/>
          <a:ln w="0">
            <a:noFill/>
          </a:ln>
        </p:spPr>
      </p:pic>
      <p:sp>
        <p:nvSpPr>
          <p:cNvPr id="1018" name="New shape"/>
          <p:cNvSpPr/>
          <p:nvPr/>
        </p:nvSpPr>
        <p:spPr>
          <a:xfrm>
            <a:off x="5571554" y="6395180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19" name="New shape"/>
          <p:cNvSpPr/>
          <p:nvPr/>
        </p:nvSpPr>
        <p:spPr>
          <a:xfrm>
            <a:off x="5731859" y="6306693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0" name="New picture"/>
          <p:cNvPicPr/>
          <p:nvPr/>
        </p:nvPicPr>
        <p:blipFill>
          <a:blip r:embed="rId651"/>
          <a:srcRect/>
          <a:stretch>
            <a:fillRect/>
          </a:stretch>
        </p:blipFill>
        <p:spPr>
          <a:xfrm>
            <a:off x="5788343" y="6306693"/>
            <a:ext cx="178689" cy="231934"/>
          </a:xfrm>
          <a:prstGeom prst="rect"/>
          <a:ln w="0">
            <a:noFill/>
          </a:ln>
        </p:spPr>
      </p:pic>
      <p:sp>
        <p:nvSpPr>
          <p:cNvPr id="1021" name="New shape"/>
          <p:cNvSpPr/>
          <p:nvPr/>
        </p:nvSpPr>
        <p:spPr>
          <a:xfrm>
            <a:off x="5829586" y="6395180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2" name="New picture"/>
          <p:cNvPicPr/>
          <p:nvPr/>
        </p:nvPicPr>
        <p:blipFill>
          <a:blip r:embed="rId652"/>
          <a:srcRect/>
          <a:stretch>
            <a:fillRect/>
          </a:stretch>
        </p:blipFill>
        <p:spPr>
          <a:xfrm>
            <a:off x="668274" y="6795040"/>
            <a:ext cx="105347" cy="112966"/>
          </a:xfrm>
          <a:prstGeom prst="rect"/>
          <a:ln w="0">
            <a:noFill/>
          </a:ln>
        </p:spPr>
      </p:pic>
      <p:sp>
        <p:nvSpPr>
          <p:cNvPr id="1023" name="New shape"/>
          <p:cNvSpPr/>
          <p:nvPr/>
        </p:nvSpPr>
        <p:spPr>
          <a:xfrm>
            <a:off x="671322" y="6796563"/>
            <a:ext cx="99250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24" name="New shape"/>
          <p:cNvSpPr/>
          <p:nvPr/>
        </p:nvSpPr>
        <p:spPr>
          <a:xfrm>
            <a:off x="698849" y="6810280"/>
            <a:ext cx="42672" cy="5800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25" name="New shape"/>
          <p:cNvSpPr/>
          <p:nvPr/>
        </p:nvSpPr>
        <p:spPr>
          <a:xfrm>
            <a:off x="695706" y="6802660"/>
            <a:ext cx="50482" cy="671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26" name="New shape"/>
          <p:cNvSpPr/>
          <p:nvPr/>
        </p:nvSpPr>
        <p:spPr>
          <a:xfrm>
            <a:off x="671322" y="6796565"/>
            <a:ext cx="99250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27" name="New shape"/>
          <p:cNvSpPr/>
          <p:nvPr/>
        </p:nvSpPr>
        <p:spPr>
          <a:xfrm>
            <a:off x="698849" y="6810280"/>
            <a:ext cx="42672" cy="5800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8" name="New picture"/>
          <p:cNvPicPr/>
          <p:nvPr/>
        </p:nvPicPr>
        <p:blipFill>
          <a:blip r:embed="rId653"/>
          <a:srcRect/>
          <a:stretch>
            <a:fillRect/>
          </a:stretch>
        </p:blipFill>
        <p:spPr>
          <a:xfrm>
            <a:off x="779716" y="6825614"/>
            <a:ext cx="74867" cy="83916"/>
          </a:xfrm>
          <a:prstGeom prst="rect"/>
          <a:ln w="0">
            <a:noFill/>
          </a:ln>
        </p:spPr>
      </p:pic>
      <p:sp>
        <p:nvSpPr>
          <p:cNvPr id="1029" name="New shape"/>
          <p:cNvSpPr/>
          <p:nvPr/>
        </p:nvSpPr>
        <p:spPr>
          <a:xfrm>
            <a:off x="782764" y="6827139"/>
            <a:ext cx="7029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0" name="New shape"/>
          <p:cNvSpPr/>
          <p:nvPr/>
        </p:nvSpPr>
        <p:spPr>
          <a:xfrm>
            <a:off x="782764" y="6827138"/>
            <a:ext cx="70294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654"/>
          <a:srcRect/>
          <a:stretch>
            <a:fillRect/>
          </a:stretch>
        </p:blipFill>
        <p:spPr>
          <a:xfrm>
            <a:off x="863727" y="6799611"/>
            <a:ext cx="53435" cy="109918"/>
          </a:xfrm>
          <a:prstGeom prst="rect"/>
          <a:ln w="0">
            <a:noFill/>
          </a:ln>
        </p:spPr>
      </p:pic>
      <p:sp>
        <p:nvSpPr>
          <p:cNvPr id="1032" name="New shape"/>
          <p:cNvSpPr/>
          <p:nvPr/>
        </p:nvSpPr>
        <p:spPr>
          <a:xfrm>
            <a:off x="866775" y="6804183"/>
            <a:ext cx="47339" cy="10077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3" name="New shape"/>
          <p:cNvSpPr/>
          <p:nvPr/>
        </p:nvSpPr>
        <p:spPr>
          <a:xfrm>
            <a:off x="866775" y="6804183"/>
            <a:ext cx="47339" cy="10229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4" name="New picture"/>
          <p:cNvPicPr/>
          <p:nvPr/>
        </p:nvPicPr>
        <p:blipFill>
          <a:blip r:embed="rId655"/>
          <a:srcRect/>
          <a:stretch>
            <a:fillRect/>
          </a:stretch>
        </p:blipFill>
        <p:spPr>
          <a:xfrm>
            <a:off x="921734" y="6822567"/>
            <a:ext cx="76390" cy="86964"/>
          </a:xfrm>
          <a:prstGeom prst="rect"/>
          <a:ln w="0">
            <a:noFill/>
          </a:ln>
        </p:spPr>
      </p:pic>
      <p:sp>
        <p:nvSpPr>
          <p:cNvPr id="1035" name="New shape"/>
          <p:cNvSpPr/>
          <p:nvPr/>
        </p:nvSpPr>
        <p:spPr>
          <a:xfrm>
            <a:off x="927830" y="6827140"/>
            <a:ext cx="6724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6" name="New shape"/>
          <p:cNvSpPr/>
          <p:nvPr/>
        </p:nvSpPr>
        <p:spPr>
          <a:xfrm>
            <a:off x="938593" y="6837806"/>
            <a:ext cx="44196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7" name="New shape"/>
          <p:cNvSpPr/>
          <p:nvPr/>
        </p:nvSpPr>
        <p:spPr>
          <a:xfrm>
            <a:off x="935450" y="6833235"/>
            <a:ext cx="50482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8" name="New shape"/>
          <p:cNvSpPr/>
          <p:nvPr/>
        </p:nvSpPr>
        <p:spPr>
          <a:xfrm>
            <a:off x="924782" y="6825616"/>
            <a:ext cx="71818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9" name="New shape"/>
          <p:cNvSpPr/>
          <p:nvPr/>
        </p:nvSpPr>
        <p:spPr>
          <a:xfrm>
            <a:off x="938593" y="6834758"/>
            <a:ext cx="44196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0" name="New picture"/>
          <p:cNvPicPr/>
          <p:nvPr/>
        </p:nvPicPr>
        <p:blipFill>
          <a:blip r:embed="rId656"/>
          <a:srcRect/>
          <a:stretch>
            <a:fillRect/>
          </a:stretch>
        </p:blipFill>
        <p:spPr>
          <a:xfrm>
            <a:off x="1013365" y="6825614"/>
            <a:ext cx="74866" cy="83916"/>
          </a:xfrm>
          <a:prstGeom prst="rect"/>
          <a:ln w="0">
            <a:noFill/>
          </a:ln>
        </p:spPr>
      </p:pic>
      <p:sp>
        <p:nvSpPr>
          <p:cNvPr id="1041" name="New shape"/>
          <p:cNvSpPr/>
          <p:nvPr/>
        </p:nvSpPr>
        <p:spPr>
          <a:xfrm>
            <a:off x="1016413" y="6827139"/>
            <a:ext cx="6877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42" name="New shape"/>
          <p:cNvSpPr/>
          <p:nvPr/>
        </p:nvSpPr>
        <p:spPr>
          <a:xfrm>
            <a:off x="1016413" y="6827138"/>
            <a:ext cx="68771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3" name="New picture"/>
          <p:cNvPicPr/>
          <p:nvPr/>
        </p:nvPicPr>
        <p:blipFill>
          <a:blip r:embed="rId657"/>
          <a:srcRect/>
          <a:stretch>
            <a:fillRect/>
          </a:stretch>
        </p:blipFill>
        <p:spPr>
          <a:xfrm>
            <a:off x="1106519" y="6822567"/>
            <a:ext cx="48863" cy="85439"/>
          </a:xfrm>
          <a:prstGeom prst="rect"/>
          <a:ln w="0">
            <a:noFill/>
          </a:ln>
        </p:spPr>
      </p:pic>
      <p:sp>
        <p:nvSpPr>
          <p:cNvPr id="1044" name="New shape"/>
          <p:cNvSpPr/>
          <p:nvPr/>
        </p:nvSpPr>
        <p:spPr>
          <a:xfrm>
            <a:off x="1109567" y="6825614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45" name="New shape"/>
          <p:cNvSpPr/>
          <p:nvPr/>
        </p:nvSpPr>
        <p:spPr>
          <a:xfrm>
            <a:off x="1109567" y="6825614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6" name="New picture"/>
          <p:cNvPicPr/>
          <p:nvPr/>
        </p:nvPicPr>
        <p:blipFill>
          <a:blip r:embed="rId658"/>
          <a:srcRect/>
          <a:stretch>
            <a:fillRect/>
          </a:stretch>
        </p:blipFill>
        <p:spPr>
          <a:xfrm>
            <a:off x="1202722" y="6886576"/>
            <a:ext cx="21336" cy="21431"/>
          </a:xfrm>
          <a:prstGeom prst="rect"/>
          <a:ln w="0">
            <a:noFill/>
          </a:ln>
        </p:spPr>
      </p:pic>
      <p:sp>
        <p:nvSpPr>
          <p:cNvPr id="1047" name="New shape"/>
          <p:cNvSpPr/>
          <p:nvPr/>
        </p:nvSpPr>
        <p:spPr>
          <a:xfrm>
            <a:off x="1207294" y="6891147"/>
            <a:ext cx="12192" cy="1228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8" name="New picture"/>
          <p:cNvPicPr/>
          <p:nvPr/>
        </p:nvPicPr>
        <p:blipFill>
          <a:blip r:embed="rId659"/>
          <a:srcRect/>
          <a:stretch>
            <a:fillRect/>
          </a:stretch>
        </p:blipFill>
        <p:spPr>
          <a:xfrm>
            <a:off x="1202722" y="6831712"/>
            <a:ext cx="21336" cy="21336"/>
          </a:xfrm>
          <a:prstGeom prst="rect"/>
          <a:ln w="0">
            <a:noFill/>
          </a:ln>
        </p:spPr>
      </p:pic>
      <p:sp>
        <p:nvSpPr>
          <p:cNvPr id="1049" name="New shape"/>
          <p:cNvSpPr/>
          <p:nvPr/>
        </p:nvSpPr>
        <p:spPr>
          <a:xfrm>
            <a:off x="1207294" y="6836283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50" name="New shape"/>
          <p:cNvSpPr/>
          <p:nvPr/>
        </p:nvSpPr>
        <p:spPr>
          <a:xfrm>
            <a:off x="1204246" y="6889624"/>
            <a:ext cx="18288" cy="1685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51" name="New shape"/>
          <p:cNvSpPr/>
          <p:nvPr/>
        </p:nvSpPr>
        <p:spPr>
          <a:xfrm>
            <a:off x="1205770" y="6833236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2" name="New picture"/>
          <p:cNvPicPr/>
          <p:nvPr/>
        </p:nvPicPr>
        <p:blipFill>
          <a:blip r:embed="rId660"/>
          <a:srcRect/>
          <a:stretch>
            <a:fillRect/>
          </a:stretch>
        </p:blipFill>
        <p:spPr>
          <a:xfrm>
            <a:off x="1280636" y="6793516"/>
            <a:ext cx="108395" cy="114491"/>
          </a:xfrm>
          <a:prstGeom prst="rect"/>
          <a:ln w="0">
            <a:noFill/>
          </a:ln>
        </p:spPr>
      </p:pic>
      <p:sp>
        <p:nvSpPr>
          <p:cNvPr id="1053" name="New shape"/>
          <p:cNvSpPr/>
          <p:nvPr/>
        </p:nvSpPr>
        <p:spPr>
          <a:xfrm>
            <a:off x="1294352" y="6805708"/>
            <a:ext cx="80962" cy="9010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54" name="New shape"/>
          <p:cNvSpPr/>
          <p:nvPr/>
        </p:nvSpPr>
        <p:spPr>
          <a:xfrm>
            <a:off x="1409700" y="6797039"/>
            <a:ext cx="15240" cy="10820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55" name="New shape"/>
          <p:cNvSpPr/>
          <p:nvPr/>
        </p:nvSpPr>
        <p:spPr>
          <a:xfrm>
            <a:off x="1450086" y="682714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6" name="New picture"/>
          <p:cNvPicPr/>
          <p:nvPr/>
        </p:nvPicPr>
        <p:blipFill>
          <a:blip r:embed="rId661"/>
          <a:srcRect/>
          <a:stretch>
            <a:fillRect/>
          </a:stretch>
        </p:blipFill>
        <p:spPr>
          <a:xfrm>
            <a:off x="1448562" y="6792086"/>
            <a:ext cx="16859" cy="16764"/>
          </a:xfrm>
          <a:prstGeom prst="rect"/>
          <a:ln w="0">
            <a:noFill/>
          </a:ln>
        </p:spPr>
      </p:pic>
      <p:pic>
        <p:nvPicPr>
          <p:cNvPr id="1057" name="New picture"/>
          <p:cNvPicPr/>
          <p:nvPr/>
        </p:nvPicPr>
        <p:blipFill>
          <a:blip r:embed="rId662"/>
          <a:srcRect/>
          <a:stretch>
            <a:fillRect/>
          </a:stretch>
        </p:blipFill>
        <p:spPr>
          <a:xfrm>
            <a:off x="1477613" y="6827140"/>
            <a:ext cx="73247" cy="77819"/>
          </a:xfrm>
          <a:prstGeom prst="rect"/>
          <a:ln w="0">
            <a:noFill/>
          </a:ln>
        </p:spPr>
      </p:pic>
      <p:pic>
        <p:nvPicPr>
          <p:cNvPr id="1058" name="New picture"/>
          <p:cNvPicPr/>
          <p:nvPr/>
        </p:nvPicPr>
        <p:blipFill>
          <a:blip r:embed="rId663"/>
          <a:srcRect/>
          <a:stretch>
            <a:fillRect/>
          </a:stretch>
        </p:blipFill>
        <p:spPr>
          <a:xfrm>
            <a:off x="1558480" y="6825616"/>
            <a:ext cx="70295" cy="80867"/>
          </a:xfrm>
          <a:prstGeom prst="rect"/>
          <a:ln w="0">
            <a:noFill/>
          </a:ln>
        </p:spPr>
      </p:pic>
      <p:sp>
        <p:nvSpPr>
          <p:cNvPr id="1059" name="New shape"/>
          <p:cNvSpPr/>
          <p:nvPr/>
        </p:nvSpPr>
        <p:spPr>
          <a:xfrm>
            <a:off x="1570768" y="68347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0" name="New picture"/>
          <p:cNvPicPr/>
          <p:nvPr/>
        </p:nvPicPr>
        <p:blipFill>
          <a:blip r:embed="rId664"/>
          <a:srcRect/>
          <a:stretch>
            <a:fillRect/>
          </a:stretch>
        </p:blipFill>
        <p:spPr>
          <a:xfrm>
            <a:off x="1648587" y="6825614"/>
            <a:ext cx="42767" cy="79343"/>
          </a:xfrm>
          <a:prstGeom prst="rect"/>
          <a:ln w="0">
            <a:noFill/>
          </a:ln>
        </p:spPr>
      </p:pic>
      <p:pic>
        <p:nvPicPr>
          <p:cNvPr id="1061" name="New picture"/>
          <p:cNvPicPr/>
          <p:nvPr/>
        </p:nvPicPr>
        <p:blipFill>
          <a:blip r:embed="rId665"/>
          <a:srcRect/>
          <a:stretch>
            <a:fillRect/>
          </a:stretch>
        </p:blipFill>
        <p:spPr>
          <a:xfrm>
            <a:off x="1732598" y="6796563"/>
            <a:ext cx="82486" cy="108395"/>
          </a:xfrm>
          <a:prstGeom prst="rect"/>
          <a:ln w="0">
            <a:noFill/>
          </a:ln>
        </p:spPr>
      </p:pic>
      <p:pic>
        <p:nvPicPr>
          <p:cNvPr id="1062" name="New picture"/>
          <p:cNvPicPr/>
          <p:nvPr/>
        </p:nvPicPr>
        <p:blipFill>
          <a:blip r:embed="rId666"/>
          <a:srcRect/>
          <a:stretch>
            <a:fillRect/>
          </a:stretch>
        </p:blipFill>
        <p:spPr>
          <a:xfrm>
            <a:off x="1828800" y="6796563"/>
            <a:ext cx="68675" cy="108394"/>
          </a:xfrm>
          <a:prstGeom prst="rect"/>
          <a:ln w="0">
            <a:noFill/>
          </a:ln>
        </p:spPr>
      </p:pic>
      <p:pic>
        <p:nvPicPr>
          <p:cNvPr id="1063" name="New picture"/>
          <p:cNvPicPr/>
          <p:nvPr/>
        </p:nvPicPr>
        <p:blipFill>
          <a:blip r:embed="rId667"/>
          <a:srcRect/>
          <a:stretch>
            <a:fillRect/>
          </a:stretch>
        </p:blipFill>
        <p:spPr>
          <a:xfrm>
            <a:off x="1917383" y="6825616"/>
            <a:ext cx="70199" cy="80867"/>
          </a:xfrm>
          <a:prstGeom prst="rect"/>
          <a:ln w="0">
            <a:noFill/>
          </a:ln>
        </p:spPr>
      </p:pic>
      <p:sp>
        <p:nvSpPr>
          <p:cNvPr id="1064" name="New shape"/>
          <p:cNvSpPr/>
          <p:nvPr/>
        </p:nvSpPr>
        <p:spPr>
          <a:xfrm>
            <a:off x="1929574" y="68347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5" name="New picture"/>
          <p:cNvPicPr/>
          <p:nvPr/>
        </p:nvPicPr>
        <p:blipFill>
          <a:blip r:embed="rId668"/>
          <a:srcRect/>
          <a:stretch>
            <a:fillRect/>
          </a:stretch>
        </p:blipFill>
        <p:spPr>
          <a:xfrm>
            <a:off x="2002917" y="6825616"/>
            <a:ext cx="77819" cy="80867"/>
          </a:xfrm>
          <a:prstGeom prst="rect"/>
          <a:ln w="0">
            <a:noFill/>
          </a:ln>
        </p:spPr>
      </p:pic>
      <p:sp>
        <p:nvSpPr>
          <p:cNvPr id="1066" name="New shape"/>
          <p:cNvSpPr/>
          <p:nvPr/>
        </p:nvSpPr>
        <p:spPr>
          <a:xfrm>
            <a:off x="2016633" y="6834760"/>
            <a:ext cx="51911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7" name="New picture"/>
          <p:cNvPicPr/>
          <p:nvPr/>
        </p:nvPicPr>
        <p:blipFill>
          <a:blip r:embed="rId669"/>
          <a:srcRect/>
          <a:stretch>
            <a:fillRect/>
          </a:stretch>
        </p:blipFill>
        <p:spPr>
          <a:xfrm>
            <a:off x="2102167" y="6796563"/>
            <a:ext cx="74771" cy="109919"/>
          </a:xfrm>
          <a:prstGeom prst="rect"/>
          <a:ln w="0">
            <a:noFill/>
          </a:ln>
        </p:spPr>
      </p:pic>
      <p:sp>
        <p:nvSpPr>
          <p:cNvPr id="1068" name="New shape"/>
          <p:cNvSpPr/>
          <p:nvPr/>
        </p:nvSpPr>
        <p:spPr>
          <a:xfrm>
            <a:off x="2115884" y="6834759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9" name="New picture"/>
          <p:cNvPicPr/>
          <p:nvPr/>
        </p:nvPicPr>
        <p:blipFill>
          <a:blip r:embed="rId670"/>
          <a:srcRect/>
          <a:stretch>
            <a:fillRect/>
          </a:stretch>
        </p:blipFill>
        <p:spPr>
          <a:xfrm>
            <a:off x="2190750" y="6825616"/>
            <a:ext cx="65627" cy="80867"/>
          </a:xfrm>
          <a:prstGeom prst="rect"/>
          <a:ln w="0">
            <a:noFill/>
          </a:ln>
        </p:spPr>
      </p:pic>
      <p:sp>
        <p:nvSpPr>
          <p:cNvPr id="1070" name="New shape"/>
          <p:cNvSpPr/>
          <p:nvPr/>
        </p:nvSpPr>
        <p:spPr>
          <a:xfrm>
            <a:off x="2204466" y="6866764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71" name="New shape"/>
          <p:cNvSpPr/>
          <p:nvPr/>
        </p:nvSpPr>
        <p:spPr>
          <a:xfrm>
            <a:off x="2281428" y="6797039"/>
            <a:ext cx="13716" cy="10820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2" name="New picture"/>
          <p:cNvPicPr/>
          <p:nvPr/>
        </p:nvPicPr>
        <p:blipFill>
          <a:blip r:embed="rId671"/>
          <a:srcRect/>
          <a:stretch>
            <a:fillRect/>
          </a:stretch>
        </p:blipFill>
        <p:spPr>
          <a:xfrm>
            <a:off x="2315908" y="6796563"/>
            <a:ext cx="74867" cy="109918"/>
          </a:xfrm>
          <a:prstGeom prst="rect"/>
          <a:ln w="0">
            <a:noFill/>
          </a:ln>
        </p:spPr>
      </p:pic>
      <p:sp>
        <p:nvSpPr>
          <p:cNvPr id="1073" name="New shape"/>
          <p:cNvSpPr/>
          <p:nvPr/>
        </p:nvSpPr>
        <p:spPr>
          <a:xfrm>
            <a:off x="2328101" y="683628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4" name="New picture"/>
          <p:cNvPicPr/>
          <p:nvPr/>
        </p:nvPicPr>
        <p:blipFill>
          <a:blip r:embed="rId672"/>
          <a:srcRect/>
          <a:stretch>
            <a:fillRect/>
          </a:stretch>
        </p:blipFill>
        <p:spPr>
          <a:xfrm>
            <a:off x="671322" y="7020878"/>
            <a:ext cx="80962" cy="117539"/>
          </a:xfrm>
          <a:prstGeom prst="rect"/>
          <a:ln w="0">
            <a:noFill/>
          </a:ln>
        </p:spPr>
      </p:pic>
      <p:sp>
        <p:nvSpPr>
          <p:cNvPr id="1075" name="New shape"/>
          <p:cNvSpPr/>
          <p:nvPr/>
        </p:nvSpPr>
        <p:spPr>
          <a:xfrm>
            <a:off x="674370" y="7025449"/>
            <a:ext cx="73343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76" name="New shape"/>
          <p:cNvSpPr/>
          <p:nvPr/>
        </p:nvSpPr>
        <p:spPr>
          <a:xfrm>
            <a:off x="674370" y="7023926"/>
            <a:ext cx="74867" cy="1129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7" name="New picture"/>
          <p:cNvPicPr/>
          <p:nvPr/>
        </p:nvPicPr>
        <p:blipFill>
          <a:blip r:embed="rId673"/>
          <a:srcRect/>
          <a:stretch>
            <a:fillRect/>
          </a:stretch>
        </p:blipFill>
        <p:spPr>
          <a:xfrm>
            <a:off x="767525" y="7054501"/>
            <a:ext cx="16764" cy="82391"/>
          </a:xfrm>
          <a:prstGeom prst="rect"/>
          <a:ln w="0">
            <a:noFill/>
          </a:ln>
        </p:spPr>
      </p:pic>
      <p:sp>
        <p:nvSpPr>
          <p:cNvPr id="1078" name="New shape"/>
          <p:cNvSpPr/>
          <p:nvPr/>
        </p:nvSpPr>
        <p:spPr>
          <a:xfrm>
            <a:off x="769049" y="705602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9" name="New picture"/>
          <p:cNvPicPr/>
          <p:nvPr/>
        </p:nvPicPr>
        <p:blipFill>
          <a:blip r:embed="rId674"/>
          <a:srcRect/>
          <a:stretch>
            <a:fillRect/>
          </a:stretch>
        </p:blipFill>
        <p:spPr>
          <a:xfrm>
            <a:off x="764477" y="7019354"/>
            <a:ext cx="21336" cy="19907"/>
          </a:xfrm>
          <a:prstGeom prst="rect"/>
          <a:ln w="0">
            <a:noFill/>
          </a:ln>
        </p:spPr>
      </p:pic>
      <p:sp>
        <p:nvSpPr>
          <p:cNvPr id="1080" name="New shape"/>
          <p:cNvSpPr/>
          <p:nvPr/>
        </p:nvSpPr>
        <p:spPr>
          <a:xfrm>
            <a:off x="769049" y="7023926"/>
            <a:ext cx="12192" cy="10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1" name="New shape"/>
          <p:cNvSpPr/>
          <p:nvPr/>
        </p:nvSpPr>
        <p:spPr>
          <a:xfrm>
            <a:off x="769049" y="705602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2" name="New shape"/>
          <p:cNvSpPr/>
          <p:nvPr/>
        </p:nvSpPr>
        <p:spPr>
          <a:xfrm>
            <a:off x="767525" y="7020878"/>
            <a:ext cx="16764" cy="1685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3" name="New picture"/>
          <p:cNvPicPr/>
          <p:nvPr/>
        </p:nvPicPr>
        <p:blipFill>
          <a:blip r:embed="rId675"/>
          <a:srcRect/>
          <a:stretch>
            <a:fillRect/>
          </a:stretch>
        </p:blipFill>
        <p:spPr>
          <a:xfrm>
            <a:off x="795052" y="7028498"/>
            <a:ext cx="53435" cy="109918"/>
          </a:xfrm>
          <a:prstGeom prst="rect"/>
          <a:ln w="0">
            <a:noFill/>
          </a:ln>
        </p:spPr>
      </p:pic>
      <p:sp>
        <p:nvSpPr>
          <p:cNvPr id="1084" name="New shape"/>
          <p:cNvSpPr/>
          <p:nvPr/>
        </p:nvSpPr>
        <p:spPr>
          <a:xfrm>
            <a:off x="798100" y="7033070"/>
            <a:ext cx="47339" cy="10077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5" name="New shape"/>
          <p:cNvSpPr/>
          <p:nvPr/>
        </p:nvSpPr>
        <p:spPr>
          <a:xfrm>
            <a:off x="798100" y="7033070"/>
            <a:ext cx="47339" cy="10229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6" name="New picture"/>
          <p:cNvPicPr/>
          <p:nvPr/>
        </p:nvPicPr>
        <p:blipFill>
          <a:blip r:embed="rId676"/>
          <a:srcRect/>
          <a:stretch>
            <a:fillRect/>
          </a:stretch>
        </p:blipFill>
        <p:spPr>
          <a:xfrm>
            <a:off x="853059" y="7051453"/>
            <a:ext cx="76295" cy="86964"/>
          </a:xfrm>
          <a:prstGeom prst="rect"/>
          <a:ln w="0">
            <a:noFill/>
          </a:ln>
        </p:spPr>
      </p:pic>
      <p:sp>
        <p:nvSpPr>
          <p:cNvPr id="1087" name="New shape"/>
          <p:cNvSpPr/>
          <p:nvPr/>
        </p:nvSpPr>
        <p:spPr>
          <a:xfrm>
            <a:off x="857631" y="7056025"/>
            <a:ext cx="68675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8" name="New shape"/>
          <p:cNvSpPr/>
          <p:nvPr/>
        </p:nvSpPr>
        <p:spPr>
          <a:xfrm>
            <a:off x="868299" y="7066693"/>
            <a:ext cx="45815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9" name="New shape"/>
          <p:cNvSpPr/>
          <p:nvPr/>
        </p:nvSpPr>
        <p:spPr>
          <a:xfrm>
            <a:off x="866775" y="7062121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0" name="New shape"/>
          <p:cNvSpPr/>
          <p:nvPr/>
        </p:nvSpPr>
        <p:spPr>
          <a:xfrm>
            <a:off x="856107" y="7054501"/>
            <a:ext cx="70199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1" name="New shape"/>
          <p:cNvSpPr/>
          <p:nvPr/>
        </p:nvSpPr>
        <p:spPr>
          <a:xfrm>
            <a:off x="868299" y="70636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2" name="New picture"/>
          <p:cNvPicPr/>
          <p:nvPr/>
        </p:nvPicPr>
        <p:blipFill>
          <a:blip r:embed="rId677"/>
          <a:srcRect/>
          <a:stretch>
            <a:fillRect/>
          </a:stretch>
        </p:blipFill>
        <p:spPr>
          <a:xfrm>
            <a:off x="984313" y="7115556"/>
            <a:ext cx="21431" cy="21337"/>
          </a:xfrm>
          <a:prstGeom prst="rect"/>
          <a:ln w="0">
            <a:noFill/>
          </a:ln>
        </p:spPr>
      </p:pic>
      <p:sp>
        <p:nvSpPr>
          <p:cNvPr id="1093" name="New shape"/>
          <p:cNvSpPr/>
          <p:nvPr/>
        </p:nvSpPr>
        <p:spPr>
          <a:xfrm>
            <a:off x="988981" y="7120128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4" name="New picture"/>
          <p:cNvPicPr/>
          <p:nvPr/>
        </p:nvPicPr>
        <p:blipFill>
          <a:blip r:embed="rId678"/>
          <a:srcRect/>
          <a:stretch>
            <a:fillRect/>
          </a:stretch>
        </p:blipFill>
        <p:spPr>
          <a:xfrm>
            <a:off x="984313" y="7060597"/>
            <a:ext cx="21431" cy="21336"/>
          </a:xfrm>
          <a:prstGeom prst="rect"/>
          <a:ln w="0">
            <a:noFill/>
          </a:ln>
        </p:spPr>
      </p:pic>
      <p:sp>
        <p:nvSpPr>
          <p:cNvPr id="1095" name="New shape"/>
          <p:cNvSpPr/>
          <p:nvPr/>
        </p:nvSpPr>
        <p:spPr>
          <a:xfrm>
            <a:off x="988981" y="7065169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6" name="New shape"/>
          <p:cNvSpPr/>
          <p:nvPr/>
        </p:nvSpPr>
        <p:spPr>
          <a:xfrm>
            <a:off x="985933" y="7118604"/>
            <a:ext cx="16764" cy="1676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7" name="New shape"/>
          <p:cNvSpPr/>
          <p:nvPr/>
        </p:nvSpPr>
        <p:spPr>
          <a:xfrm>
            <a:off x="985933" y="7062121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8" name="New shape"/>
          <p:cNvSpPr/>
          <p:nvPr/>
        </p:nvSpPr>
        <p:spPr>
          <a:xfrm>
            <a:off x="1054608" y="7142988"/>
            <a:ext cx="580644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9" name="New picture"/>
          <p:cNvPicPr/>
          <p:nvPr/>
        </p:nvPicPr>
        <p:blipFill>
          <a:blip r:embed="rId679"/>
          <a:srcRect/>
          <a:stretch>
            <a:fillRect/>
          </a:stretch>
        </p:blipFill>
        <p:spPr>
          <a:xfrm>
            <a:off x="1056132" y="7025450"/>
            <a:ext cx="99250" cy="108394"/>
          </a:xfrm>
          <a:prstGeom prst="rect"/>
          <a:ln w="0">
            <a:noFill/>
          </a:ln>
        </p:spPr>
      </p:pic>
      <p:sp>
        <p:nvSpPr>
          <p:cNvPr id="1100" name="New shape"/>
          <p:cNvSpPr/>
          <p:nvPr/>
        </p:nvSpPr>
        <p:spPr>
          <a:xfrm>
            <a:off x="1083659" y="7039260"/>
            <a:ext cx="42672" cy="57912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1" name="New picture"/>
          <p:cNvPicPr/>
          <p:nvPr/>
        </p:nvPicPr>
        <p:blipFill>
          <a:blip r:embed="rId680"/>
          <a:srcRect/>
          <a:stretch>
            <a:fillRect/>
          </a:stretch>
        </p:blipFill>
        <p:spPr>
          <a:xfrm>
            <a:off x="1167574" y="7054500"/>
            <a:ext cx="120682" cy="79343"/>
          </a:xfrm>
          <a:prstGeom prst="rect"/>
          <a:ln w="0">
            <a:noFill/>
          </a:ln>
        </p:spPr>
      </p:pic>
      <p:pic>
        <p:nvPicPr>
          <p:cNvPr id="1102" name="New picture"/>
          <p:cNvPicPr/>
          <p:nvPr/>
        </p:nvPicPr>
        <p:blipFill>
          <a:blip r:embed="rId681"/>
          <a:srcRect/>
          <a:stretch>
            <a:fillRect/>
          </a:stretch>
        </p:blipFill>
        <p:spPr>
          <a:xfrm>
            <a:off x="1306544" y="7054501"/>
            <a:ext cx="65723" cy="80867"/>
          </a:xfrm>
          <a:prstGeom prst="rect"/>
          <a:ln w="0">
            <a:noFill/>
          </a:ln>
        </p:spPr>
      </p:pic>
      <p:sp>
        <p:nvSpPr>
          <p:cNvPr id="1103" name="New shape"/>
          <p:cNvSpPr/>
          <p:nvPr/>
        </p:nvSpPr>
        <p:spPr>
          <a:xfrm>
            <a:off x="1318736" y="7095649"/>
            <a:ext cx="39719" cy="30576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4" name="New picture"/>
          <p:cNvPicPr/>
          <p:nvPr/>
        </p:nvPicPr>
        <p:blipFill>
          <a:blip r:embed="rId682"/>
          <a:srcRect/>
          <a:stretch>
            <a:fillRect/>
          </a:stretch>
        </p:blipFill>
        <p:spPr>
          <a:xfrm>
            <a:off x="1387507" y="7056025"/>
            <a:ext cx="59531" cy="77819"/>
          </a:xfrm>
          <a:prstGeom prst="rect"/>
          <a:ln w="0">
            <a:noFill/>
          </a:ln>
        </p:spPr>
      </p:pic>
      <p:pic>
        <p:nvPicPr>
          <p:cNvPr id="1105" name="New picture"/>
          <p:cNvPicPr/>
          <p:nvPr/>
        </p:nvPicPr>
        <p:blipFill>
          <a:blip r:embed="rId683"/>
          <a:srcRect/>
          <a:stretch>
            <a:fillRect/>
          </a:stretch>
        </p:blipFill>
        <p:spPr>
          <a:xfrm>
            <a:off x="1454658" y="7054501"/>
            <a:ext cx="77915" cy="80867"/>
          </a:xfrm>
          <a:prstGeom prst="rect"/>
          <a:ln w="0">
            <a:noFill/>
          </a:ln>
        </p:spPr>
      </p:pic>
      <p:sp>
        <p:nvSpPr>
          <p:cNvPr id="1106" name="New shape"/>
          <p:cNvSpPr/>
          <p:nvPr/>
        </p:nvSpPr>
        <p:spPr>
          <a:xfrm>
            <a:off x="1468469" y="7063645"/>
            <a:ext cx="50387" cy="62580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7" name="New picture"/>
          <p:cNvPicPr/>
          <p:nvPr/>
        </p:nvPicPr>
        <p:blipFill>
          <a:blip r:embed="rId684"/>
          <a:srcRect/>
          <a:stretch>
            <a:fillRect/>
          </a:stretch>
        </p:blipFill>
        <p:spPr>
          <a:xfrm>
            <a:off x="1552384" y="7054500"/>
            <a:ext cx="70295" cy="79343"/>
          </a:xfrm>
          <a:prstGeom prst="rect"/>
          <a:ln w="0">
            <a:noFill/>
          </a:ln>
        </p:spPr>
      </p:pic>
      <p:pic>
        <p:nvPicPr>
          <p:cNvPr id="1108" name="New picture"/>
          <p:cNvPicPr/>
          <p:nvPr/>
        </p:nvPicPr>
        <p:blipFill>
          <a:blip r:embed="rId685"/>
          <a:srcRect/>
          <a:stretch>
            <a:fillRect/>
          </a:stretch>
        </p:blipFill>
        <p:spPr>
          <a:xfrm>
            <a:off x="677418" y="7403973"/>
            <a:ext cx="93155" cy="114395"/>
          </a:xfrm>
          <a:prstGeom prst="rect"/>
          <a:ln w="0">
            <a:noFill/>
          </a:ln>
        </p:spPr>
      </p:pic>
      <p:pic>
        <p:nvPicPr>
          <p:cNvPr id="1109" name="New picture"/>
          <p:cNvPicPr/>
          <p:nvPr/>
        </p:nvPicPr>
        <p:blipFill>
          <a:blip r:embed="rId686"/>
          <a:srcRect/>
          <a:stretch>
            <a:fillRect/>
          </a:stretch>
        </p:blipFill>
        <p:spPr>
          <a:xfrm>
            <a:off x="776669" y="7435977"/>
            <a:ext cx="77915" cy="80867"/>
          </a:xfrm>
          <a:prstGeom prst="rect"/>
          <a:ln w="0">
            <a:noFill/>
          </a:ln>
        </p:spPr>
      </p:pic>
      <p:sp>
        <p:nvSpPr>
          <p:cNvPr id="1110" name="New shape"/>
          <p:cNvSpPr/>
          <p:nvPr/>
        </p:nvSpPr>
        <p:spPr>
          <a:xfrm>
            <a:off x="790385" y="7445121"/>
            <a:ext cx="5200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1" name="New picture"/>
          <p:cNvPicPr/>
          <p:nvPr/>
        </p:nvPicPr>
        <p:blipFill>
          <a:blip r:embed="rId687"/>
          <a:srcRect/>
          <a:stretch>
            <a:fillRect/>
          </a:stretch>
        </p:blipFill>
        <p:spPr>
          <a:xfrm>
            <a:off x="874395" y="7435976"/>
            <a:ext cx="122206" cy="79343"/>
          </a:xfrm>
          <a:prstGeom prst="rect"/>
          <a:ln w="0">
            <a:noFill/>
          </a:ln>
        </p:spPr>
      </p:pic>
      <p:pic>
        <p:nvPicPr>
          <p:cNvPr id="1112" name="New picture"/>
          <p:cNvPicPr/>
          <p:nvPr/>
        </p:nvPicPr>
        <p:blipFill>
          <a:blip r:embed="rId688"/>
          <a:srcRect/>
          <a:stretch>
            <a:fillRect/>
          </a:stretch>
        </p:blipFill>
        <p:spPr>
          <a:xfrm>
            <a:off x="1020985" y="7435976"/>
            <a:ext cx="120682" cy="79343"/>
          </a:xfrm>
          <a:prstGeom prst="rect"/>
          <a:ln w="0">
            <a:noFill/>
          </a:ln>
        </p:spPr>
      </p:pic>
      <p:pic>
        <p:nvPicPr>
          <p:cNvPr id="1113" name="New picture"/>
          <p:cNvPicPr/>
          <p:nvPr/>
        </p:nvPicPr>
        <p:blipFill>
          <a:blip r:embed="rId689"/>
          <a:srcRect/>
          <a:stretch>
            <a:fillRect/>
          </a:stretch>
        </p:blipFill>
        <p:spPr>
          <a:xfrm>
            <a:off x="1161479" y="7435977"/>
            <a:ext cx="70295" cy="80867"/>
          </a:xfrm>
          <a:prstGeom prst="rect"/>
          <a:ln w="0">
            <a:noFill/>
          </a:ln>
        </p:spPr>
      </p:pic>
      <p:sp>
        <p:nvSpPr>
          <p:cNvPr id="1114" name="New shape"/>
          <p:cNvSpPr/>
          <p:nvPr/>
        </p:nvSpPr>
        <p:spPr>
          <a:xfrm>
            <a:off x="1173671" y="744512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15" name="New shape"/>
          <p:cNvSpPr/>
          <p:nvPr/>
        </p:nvSpPr>
        <p:spPr>
          <a:xfrm>
            <a:off x="1292352" y="7406639"/>
            <a:ext cx="13716" cy="10820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16" name="New shape"/>
          <p:cNvSpPr/>
          <p:nvPr/>
        </p:nvSpPr>
        <p:spPr>
          <a:xfrm>
            <a:off x="1327976" y="7407021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17" name="New shape"/>
          <p:cNvSpPr/>
          <p:nvPr/>
        </p:nvSpPr>
        <p:spPr>
          <a:xfrm>
            <a:off x="1364552" y="7437501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8" name="New picture"/>
          <p:cNvPicPr/>
          <p:nvPr/>
        </p:nvPicPr>
        <p:blipFill>
          <a:blip r:embed="rId690"/>
          <a:srcRect/>
          <a:stretch>
            <a:fillRect/>
          </a:stretch>
        </p:blipFill>
        <p:spPr>
          <a:xfrm>
            <a:off x="1363028" y="7402449"/>
            <a:ext cx="16859" cy="16764"/>
          </a:xfrm>
          <a:prstGeom prst="rect"/>
          <a:ln w="0">
            <a:noFill/>
          </a:ln>
        </p:spPr>
      </p:pic>
      <p:pic>
        <p:nvPicPr>
          <p:cNvPr id="1119" name="New picture"/>
          <p:cNvPicPr/>
          <p:nvPr/>
        </p:nvPicPr>
        <p:blipFill>
          <a:blip r:embed="rId691"/>
          <a:srcRect/>
          <a:stretch>
            <a:fillRect/>
          </a:stretch>
        </p:blipFill>
        <p:spPr>
          <a:xfrm>
            <a:off x="1402747" y="7435976"/>
            <a:ext cx="70295" cy="79343"/>
          </a:xfrm>
          <a:prstGeom prst="rect"/>
          <a:ln w="0">
            <a:noFill/>
          </a:ln>
        </p:spPr>
      </p:pic>
      <p:pic>
        <p:nvPicPr>
          <p:cNvPr id="1120" name="New picture"/>
          <p:cNvPicPr/>
          <p:nvPr/>
        </p:nvPicPr>
        <p:blipFill>
          <a:blip r:embed="rId692"/>
          <a:srcRect/>
          <a:stretch>
            <a:fillRect/>
          </a:stretch>
        </p:blipFill>
        <p:spPr>
          <a:xfrm>
            <a:off x="1492853" y="7407021"/>
            <a:ext cx="74866" cy="109824"/>
          </a:xfrm>
          <a:prstGeom prst="rect"/>
          <a:ln w="0">
            <a:noFill/>
          </a:ln>
        </p:spPr>
      </p:pic>
      <p:sp>
        <p:nvSpPr>
          <p:cNvPr id="1121" name="New shape"/>
          <p:cNvSpPr/>
          <p:nvPr/>
        </p:nvSpPr>
        <p:spPr>
          <a:xfrm>
            <a:off x="1506569" y="744664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22" name="New shape"/>
          <p:cNvSpPr/>
          <p:nvPr/>
        </p:nvSpPr>
        <p:spPr>
          <a:xfrm>
            <a:off x="1593628" y="7437501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3" name="New picture"/>
          <p:cNvPicPr/>
          <p:nvPr/>
        </p:nvPicPr>
        <p:blipFill>
          <a:blip r:embed="rId693"/>
          <a:srcRect/>
          <a:stretch>
            <a:fillRect/>
          </a:stretch>
        </p:blipFill>
        <p:spPr>
          <a:xfrm>
            <a:off x="1592104" y="7402449"/>
            <a:ext cx="16764" cy="16764"/>
          </a:xfrm>
          <a:prstGeom prst="rect"/>
          <a:ln w="0">
            <a:noFill/>
          </a:ln>
        </p:spPr>
      </p:pic>
      <p:pic>
        <p:nvPicPr>
          <p:cNvPr id="1124" name="New picture"/>
          <p:cNvPicPr/>
          <p:nvPr/>
        </p:nvPicPr>
        <p:blipFill>
          <a:blip r:embed="rId694"/>
          <a:srcRect/>
          <a:stretch>
            <a:fillRect/>
          </a:stretch>
        </p:blipFill>
        <p:spPr>
          <a:xfrm>
            <a:off x="1627251" y="7435977"/>
            <a:ext cx="74771" cy="116015"/>
          </a:xfrm>
          <a:prstGeom prst="rect"/>
          <a:ln w="0">
            <a:noFill/>
          </a:ln>
        </p:spPr>
      </p:pic>
      <p:sp>
        <p:nvSpPr>
          <p:cNvPr id="1125" name="New shape"/>
          <p:cNvSpPr/>
          <p:nvPr/>
        </p:nvSpPr>
        <p:spPr>
          <a:xfrm>
            <a:off x="1640967" y="7446645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6" name="New picture"/>
          <p:cNvPicPr/>
          <p:nvPr/>
        </p:nvPicPr>
        <p:blipFill>
          <a:blip r:embed="rId695"/>
          <a:srcRect/>
          <a:stretch>
            <a:fillRect/>
          </a:stretch>
        </p:blipFill>
        <p:spPr>
          <a:xfrm>
            <a:off x="1726501" y="7437501"/>
            <a:ext cx="70199" cy="79343"/>
          </a:xfrm>
          <a:prstGeom prst="rect"/>
          <a:ln w="0">
            <a:noFill/>
          </a:ln>
        </p:spPr>
      </p:pic>
      <p:pic>
        <p:nvPicPr>
          <p:cNvPr id="1127" name="New picture"/>
          <p:cNvPicPr/>
          <p:nvPr/>
        </p:nvPicPr>
        <p:blipFill>
          <a:blip r:embed="rId696"/>
          <a:srcRect/>
          <a:stretch>
            <a:fillRect/>
          </a:stretch>
        </p:blipFill>
        <p:spPr>
          <a:xfrm>
            <a:off x="1816608" y="7435977"/>
            <a:ext cx="71723" cy="80867"/>
          </a:xfrm>
          <a:prstGeom prst="rect"/>
          <a:ln w="0">
            <a:noFill/>
          </a:ln>
        </p:spPr>
      </p:pic>
      <p:sp>
        <p:nvSpPr>
          <p:cNvPr id="1128" name="New shape"/>
          <p:cNvSpPr/>
          <p:nvPr/>
        </p:nvSpPr>
        <p:spPr>
          <a:xfrm>
            <a:off x="1830324" y="7445121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29" name="New shape"/>
          <p:cNvSpPr/>
          <p:nvPr/>
        </p:nvSpPr>
        <p:spPr>
          <a:xfrm>
            <a:off x="1947672" y="7406639"/>
            <a:ext cx="13716" cy="10820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0" name="New picture"/>
          <p:cNvPicPr/>
          <p:nvPr/>
        </p:nvPicPr>
        <p:blipFill>
          <a:blip r:embed="rId697"/>
          <a:srcRect/>
          <a:stretch>
            <a:fillRect/>
          </a:stretch>
        </p:blipFill>
        <p:spPr>
          <a:xfrm>
            <a:off x="1981486" y="7435977"/>
            <a:ext cx="71818" cy="80867"/>
          </a:xfrm>
          <a:prstGeom prst="rect"/>
          <a:ln w="0">
            <a:noFill/>
          </a:ln>
        </p:spPr>
      </p:pic>
      <p:sp>
        <p:nvSpPr>
          <p:cNvPr id="1131" name="New shape"/>
          <p:cNvSpPr/>
          <p:nvPr/>
        </p:nvSpPr>
        <p:spPr>
          <a:xfrm>
            <a:off x="1995297" y="7445121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2" name="New picture"/>
          <p:cNvPicPr/>
          <p:nvPr/>
        </p:nvPicPr>
        <p:blipFill>
          <a:blip r:embed="rId698"/>
          <a:srcRect/>
          <a:stretch>
            <a:fillRect/>
          </a:stretch>
        </p:blipFill>
        <p:spPr>
          <a:xfrm>
            <a:off x="2102167" y="7414641"/>
            <a:ext cx="48863" cy="102203"/>
          </a:xfrm>
          <a:prstGeom prst="rect"/>
          <a:ln w="0">
            <a:noFill/>
          </a:ln>
        </p:spPr>
      </p:pic>
      <p:sp>
        <p:nvSpPr>
          <p:cNvPr id="1133" name="New shape"/>
          <p:cNvSpPr/>
          <p:nvPr/>
        </p:nvSpPr>
        <p:spPr>
          <a:xfrm>
            <a:off x="2167794" y="743750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4" name="New picture"/>
          <p:cNvPicPr/>
          <p:nvPr/>
        </p:nvPicPr>
        <p:blipFill>
          <a:blip r:embed="rId699"/>
          <a:srcRect/>
          <a:stretch>
            <a:fillRect/>
          </a:stretch>
        </p:blipFill>
        <p:spPr>
          <a:xfrm>
            <a:off x="2166270" y="7402449"/>
            <a:ext cx="16764" cy="16764"/>
          </a:xfrm>
          <a:prstGeom prst="rect"/>
          <a:ln w="0">
            <a:noFill/>
          </a:ln>
        </p:spPr>
      </p:pic>
      <p:pic>
        <p:nvPicPr>
          <p:cNvPr id="1135" name="New picture"/>
          <p:cNvPicPr/>
          <p:nvPr/>
        </p:nvPicPr>
        <p:blipFill>
          <a:blip r:embed="rId700"/>
          <a:srcRect/>
          <a:stretch>
            <a:fillRect/>
          </a:stretch>
        </p:blipFill>
        <p:spPr>
          <a:xfrm>
            <a:off x="2196846" y="7414641"/>
            <a:ext cx="47339" cy="102203"/>
          </a:xfrm>
          <a:prstGeom prst="rect"/>
          <a:ln w="0">
            <a:noFill/>
          </a:ln>
        </p:spPr>
      </p:pic>
      <p:pic>
        <p:nvPicPr>
          <p:cNvPr id="1136" name="New picture"/>
          <p:cNvPicPr/>
          <p:nvPr/>
        </p:nvPicPr>
        <p:blipFill>
          <a:blip r:embed="rId701"/>
          <a:srcRect/>
          <a:stretch>
            <a:fillRect/>
          </a:stretch>
        </p:blipFill>
        <p:spPr>
          <a:xfrm>
            <a:off x="2260949" y="7435976"/>
            <a:ext cx="42767" cy="79343"/>
          </a:xfrm>
          <a:prstGeom prst="rect"/>
          <a:ln w="0">
            <a:noFill/>
          </a:ln>
        </p:spPr>
      </p:pic>
      <p:pic>
        <p:nvPicPr>
          <p:cNvPr id="1137" name="New picture"/>
          <p:cNvPicPr/>
          <p:nvPr/>
        </p:nvPicPr>
        <p:blipFill>
          <a:blip r:embed="rId702"/>
          <a:srcRect/>
          <a:stretch>
            <a:fillRect/>
          </a:stretch>
        </p:blipFill>
        <p:spPr>
          <a:xfrm>
            <a:off x="2309812" y="7435977"/>
            <a:ext cx="71818" cy="80867"/>
          </a:xfrm>
          <a:prstGeom prst="rect"/>
          <a:ln w="0">
            <a:noFill/>
          </a:ln>
        </p:spPr>
      </p:pic>
      <p:sp>
        <p:nvSpPr>
          <p:cNvPr id="1138" name="New shape"/>
          <p:cNvSpPr/>
          <p:nvPr/>
        </p:nvSpPr>
        <p:spPr>
          <a:xfrm>
            <a:off x="2323529" y="7445121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9" name="New picture"/>
          <p:cNvPicPr/>
          <p:nvPr/>
        </p:nvPicPr>
        <p:blipFill>
          <a:blip r:embed="rId703"/>
          <a:srcRect/>
          <a:stretch>
            <a:fillRect/>
          </a:stretch>
        </p:blipFill>
        <p:spPr>
          <a:xfrm>
            <a:off x="2395347" y="7500082"/>
            <a:ext cx="21336" cy="42767"/>
          </a:xfrm>
          <a:prstGeom prst="rect"/>
          <a:ln w="0">
            <a:noFill/>
          </a:ln>
        </p:spPr>
      </p:pic>
      <p:pic>
        <p:nvPicPr>
          <p:cNvPr id="1140" name="New picture"/>
          <p:cNvPicPr/>
          <p:nvPr/>
        </p:nvPicPr>
        <p:blipFill>
          <a:blip r:embed="rId704"/>
          <a:srcRect/>
          <a:stretch>
            <a:fillRect/>
          </a:stretch>
        </p:blipFill>
        <p:spPr>
          <a:xfrm>
            <a:off x="2474786" y="7435977"/>
            <a:ext cx="65627" cy="80867"/>
          </a:xfrm>
          <a:prstGeom prst="rect"/>
          <a:ln w="0">
            <a:noFill/>
          </a:ln>
        </p:spPr>
      </p:pic>
      <p:pic>
        <p:nvPicPr>
          <p:cNvPr id="1141" name="New picture"/>
          <p:cNvPicPr/>
          <p:nvPr/>
        </p:nvPicPr>
        <p:blipFill>
          <a:blip r:embed="rId705"/>
          <a:srcRect/>
          <a:stretch>
            <a:fillRect/>
          </a:stretch>
        </p:blipFill>
        <p:spPr>
          <a:xfrm>
            <a:off x="2549557" y="7435977"/>
            <a:ext cx="71818" cy="80867"/>
          </a:xfrm>
          <a:prstGeom prst="rect"/>
          <a:ln w="0">
            <a:noFill/>
          </a:ln>
        </p:spPr>
      </p:pic>
      <p:sp>
        <p:nvSpPr>
          <p:cNvPr id="1142" name="New shape"/>
          <p:cNvSpPr/>
          <p:nvPr/>
        </p:nvSpPr>
        <p:spPr>
          <a:xfrm>
            <a:off x="2563273" y="744512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43" name="New shape"/>
          <p:cNvSpPr/>
          <p:nvPr/>
        </p:nvSpPr>
        <p:spPr>
          <a:xfrm>
            <a:off x="2680716" y="7406639"/>
            <a:ext cx="13716" cy="10820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44" name="New shape"/>
          <p:cNvSpPr/>
          <p:nvPr/>
        </p:nvSpPr>
        <p:spPr>
          <a:xfrm>
            <a:off x="2720626" y="743750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5" name="New picture"/>
          <p:cNvPicPr/>
          <p:nvPr/>
        </p:nvPicPr>
        <p:blipFill>
          <a:blip r:embed="rId706"/>
          <a:srcRect/>
          <a:stretch>
            <a:fillRect/>
          </a:stretch>
        </p:blipFill>
        <p:spPr>
          <a:xfrm>
            <a:off x="2719102" y="7402449"/>
            <a:ext cx="16764" cy="16764"/>
          </a:xfrm>
          <a:prstGeom prst="rect"/>
          <a:ln w="0">
            <a:noFill/>
          </a:ln>
        </p:spPr>
      </p:pic>
      <p:pic>
        <p:nvPicPr>
          <p:cNvPr id="1146" name="New picture"/>
          <p:cNvPicPr/>
          <p:nvPr/>
        </p:nvPicPr>
        <p:blipFill>
          <a:blip r:embed="rId707"/>
          <a:srcRect/>
          <a:stretch>
            <a:fillRect/>
          </a:stretch>
        </p:blipFill>
        <p:spPr>
          <a:xfrm>
            <a:off x="2748057" y="7437501"/>
            <a:ext cx="73343" cy="77819"/>
          </a:xfrm>
          <a:prstGeom prst="rect"/>
          <a:ln w="0">
            <a:noFill/>
          </a:ln>
        </p:spPr>
      </p:pic>
      <p:pic>
        <p:nvPicPr>
          <p:cNvPr id="1147" name="New picture"/>
          <p:cNvPicPr/>
          <p:nvPr/>
        </p:nvPicPr>
        <p:blipFill>
          <a:blip r:embed="rId708"/>
          <a:srcRect/>
          <a:stretch>
            <a:fillRect/>
          </a:stretch>
        </p:blipFill>
        <p:spPr>
          <a:xfrm>
            <a:off x="2833592" y="7435976"/>
            <a:ext cx="42767" cy="79343"/>
          </a:xfrm>
          <a:prstGeom prst="rect"/>
          <a:ln w="0">
            <a:noFill/>
          </a:ln>
        </p:spPr>
      </p:pic>
      <p:pic>
        <p:nvPicPr>
          <p:cNvPr id="1148" name="New picture"/>
          <p:cNvPicPr/>
          <p:nvPr/>
        </p:nvPicPr>
        <p:blipFill>
          <a:blip r:embed="rId709"/>
          <a:srcRect/>
          <a:stretch>
            <a:fillRect/>
          </a:stretch>
        </p:blipFill>
        <p:spPr>
          <a:xfrm>
            <a:off x="2882455" y="7435977"/>
            <a:ext cx="71723" cy="80867"/>
          </a:xfrm>
          <a:prstGeom prst="rect"/>
          <a:ln w="0">
            <a:noFill/>
          </a:ln>
        </p:spPr>
      </p:pic>
      <p:sp>
        <p:nvSpPr>
          <p:cNvPr id="1149" name="New shape"/>
          <p:cNvSpPr/>
          <p:nvPr/>
        </p:nvSpPr>
        <p:spPr>
          <a:xfrm>
            <a:off x="2896171" y="7445121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0" name="New picture"/>
          <p:cNvPicPr/>
          <p:nvPr/>
        </p:nvPicPr>
        <p:blipFill>
          <a:blip r:embed="rId710"/>
          <a:srcRect/>
          <a:stretch>
            <a:fillRect/>
          </a:stretch>
        </p:blipFill>
        <p:spPr>
          <a:xfrm>
            <a:off x="3013805" y="7435977"/>
            <a:ext cx="74771" cy="116015"/>
          </a:xfrm>
          <a:prstGeom prst="rect"/>
          <a:ln w="0">
            <a:noFill/>
          </a:ln>
        </p:spPr>
      </p:pic>
      <p:sp>
        <p:nvSpPr>
          <p:cNvPr id="1151" name="New shape"/>
          <p:cNvSpPr/>
          <p:nvPr/>
        </p:nvSpPr>
        <p:spPr>
          <a:xfrm>
            <a:off x="3027521" y="7445121"/>
            <a:ext cx="47339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2" name="New picture"/>
          <p:cNvPicPr/>
          <p:nvPr/>
        </p:nvPicPr>
        <p:blipFill>
          <a:blip r:embed="rId711"/>
          <a:srcRect/>
          <a:stretch>
            <a:fillRect/>
          </a:stretch>
        </p:blipFill>
        <p:spPr>
          <a:xfrm>
            <a:off x="3108484" y="7435976"/>
            <a:ext cx="42767" cy="79343"/>
          </a:xfrm>
          <a:prstGeom prst="rect"/>
          <a:ln w="0">
            <a:noFill/>
          </a:ln>
        </p:spPr>
      </p:pic>
      <p:pic>
        <p:nvPicPr>
          <p:cNvPr id="1153" name="New picture"/>
          <p:cNvPicPr/>
          <p:nvPr/>
        </p:nvPicPr>
        <p:blipFill>
          <a:blip r:embed="rId712"/>
          <a:srcRect/>
          <a:stretch>
            <a:fillRect/>
          </a:stretch>
        </p:blipFill>
        <p:spPr>
          <a:xfrm>
            <a:off x="3157347" y="7435977"/>
            <a:ext cx="77819" cy="80867"/>
          </a:xfrm>
          <a:prstGeom prst="rect"/>
          <a:ln w="0">
            <a:noFill/>
          </a:ln>
        </p:spPr>
      </p:pic>
      <p:sp>
        <p:nvSpPr>
          <p:cNvPr id="1154" name="New shape"/>
          <p:cNvSpPr/>
          <p:nvPr/>
        </p:nvSpPr>
        <p:spPr>
          <a:xfrm>
            <a:off x="3169539" y="7445121"/>
            <a:ext cx="51911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5" name="New picture"/>
          <p:cNvPicPr/>
          <p:nvPr/>
        </p:nvPicPr>
        <p:blipFill>
          <a:blip r:embed="rId713"/>
          <a:srcRect/>
          <a:stretch>
            <a:fillRect/>
          </a:stretch>
        </p:blipFill>
        <p:spPr>
          <a:xfrm>
            <a:off x="3255073" y="7435977"/>
            <a:ext cx="74771" cy="116015"/>
          </a:xfrm>
          <a:prstGeom prst="rect"/>
          <a:ln w="0">
            <a:noFill/>
          </a:ln>
        </p:spPr>
      </p:pic>
      <p:sp>
        <p:nvSpPr>
          <p:cNvPr id="1156" name="New shape"/>
          <p:cNvSpPr/>
          <p:nvPr/>
        </p:nvSpPr>
        <p:spPr>
          <a:xfrm>
            <a:off x="3268790" y="7445121"/>
            <a:ext cx="47339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7" name="New picture"/>
          <p:cNvPicPr/>
          <p:nvPr/>
        </p:nvPicPr>
        <p:blipFill>
          <a:blip r:embed="rId714"/>
          <a:srcRect/>
          <a:stretch>
            <a:fillRect/>
          </a:stretch>
        </p:blipFill>
        <p:spPr>
          <a:xfrm>
            <a:off x="3345180" y="7435977"/>
            <a:ext cx="77819" cy="80867"/>
          </a:xfrm>
          <a:prstGeom prst="rect"/>
          <a:ln w="0">
            <a:noFill/>
          </a:ln>
        </p:spPr>
      </p:pic>
      <p:sp>
        <p:nvSpPr>
          <p:cNvPr id="1158" name="New shape"/>
          <p:cNvSpPr/>
          <p:nvPr/>
        </p:nvSpPr>
        <p:spPr>
          <a:xfrm>
            <a:off x="3358896" y="7445121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9" name="New picture"/>
          <p:cNvPicPr/>
          <p:nvPr/>
        </p:nvPicPr>
        <p:blipFill>
          <a:blip r:embed="rId715"/>
          <a:srcRect/>
          <a:stretch>
            <a:fillRect/>
          </a:stretch>
        </p:blipFill>
        <p:spPr>
          <a:xfrm>
            <a:off x="3435192" y="7435977"/>
            <a:ext cx="58102" cy="80867"/>
          </a:xfrm>
          <a:prstGeom prst="rect"/>
          <a:ln w="0">
            <a:noFill/>
          </a:ln>
        </p:spPr>
      </p:pic>
      <p:pic>
        <p:nvPicPr>
          <p:cNvPr id="1160" name="New picture"/>
          <p:cNvPicPr/>
          <p:nvPr/>
        </p:nvPicPr>
        <p:blipFill>
          <a:blip r:embed="rId716"/>
          <a:srcRect/>
          <a:stretch>
            <a:fillRect/>
          </a:stretch>
        </p:blipFill>
        <p:spPr>
          <a:xfrm>
            <a:off x="3507010" y="7435977"/>
            <a:ext cx="70199" cy="80867"/>
          </a:xfrm>
          <a:prstGeom prst="rect"/>
          <a:ln w="0">
            <a:noFill/>
          </a:ln>
        </p:spPr>
      </p:pic>
      <p:sp>
        <p:nvSpPr>
          <p:cNvPr id="1161" name="New shape"/>
          <p:cNvSpPr/>
          <p:nvPr/>
        </p:nvSpPr>
        <p:spPr>
          <a:xfrm>
            <a:off x="3519201" y="744512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2" name="New picture"/>
          <p:cNvPicPr/>
          <p:nvPr/>
        </p:nvPicPr>
        <p:blipFill>
          <a:blip r:embed="rId717"/>
          <a:srcRect/>
          <a:stretch>
            <a:fillRect/>
          </a:stretch>
        </p:blipFill>
        <p:spPr>
          <a:xfrm>
            <a:off x="3636835" y="7437501"/>
            <a:ext cx="70199" cy="79343"/>
          </a:xfrm>
          <a:prstGeom prst="rect"/>
          <a:ln w="0">
            <a:noFill/>
          </a:ln>
        </p:spPr>
      </p:pic>
      <p:pic>
        <p:nvPicPr>
          <p:cNvPr id="1163" name="New picture"/>
          <p:cNvPicPr/>
          <p:nvPr/>
        </p:nvPicPr>
        <p:blipFill>
          <a:blip r:embed="rId718"/>
          <a:srcRect/>
          <a:stretch>
            <a:fillRect/>
          </a:stretch>
        </p:blipFill>
        <p:spPr>
          <a:xfrm>
            <a:off x="3731514" y="7435976"/>
            <a:ext cx="68675" cy="79343"/>
          </a:xfrm>
          <a:prstGeom prst="rect"/>
          <a:ln w="0">
            <a:noFill/>
          </a:ln>
        </p:spPr>
      </p:pic>
      <p:pic>
        <p:nvPicPr>
          <p:cNvPr id="1164" name="New picture"/>
          <p:cNvPicPr/>
          <p:nvPr/>
        </p:nvPicPr>
        <p:blipFill>
          <a:blip r:embed="rId719"/>
          <a:srcRect/>
          <a:stretch>
            <a:fillRect/>
          </a:stretch>
        </p:blipFill>
        <p:spPr>
          <a:xfrm>
            <a:off x="3820001" y="7435977"/>
            <a:ext cx="71818" cy="80867"/>
          </a:xfrm>
          <a:prstGeom prst="rect"/>
          <a:ln w="0">
            <a:noFill/>
          </a:ln>
        </p:spPr>
      </p:pic>
      <p:sp>
        <p:nvSpPr>
          <p:cNvPr id="1165" name="New shape"/>
          <p:cNvSpPr/>
          <p:nvPr/>
        </p:nvSpPr>
        <p:spPr>
          <a:xfrm>
            <a:off x="3833717" y="744512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6" name="New shape"/>
          <p:cNvSpPr/>
          <p:nvPr/>
        </p:nvSpPr>
        <p:spPr>
          <a:xfrm>
            <a:off x="3951446" y="743750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7" name="New picture"/>
          <p:cNvPicPr/>
          <p:nvPr/>
        </p:nvPicPr>
        <p:blipFill>
          <a:blip r:embed="rId720"/>
          <a:srcRect/>
          <a:stretch>
            <a:fillRect/>
          </a:stretch>
        </p:blipFill>
        <p:spPr>
          <a:xfrm>
            <a:off x="3949922" y="7402449"/>
            <a:ext cx="16764" cy="16764"/>
          </a:xfrm>
          <a:prstGeom prst="rect"/>
          <a:ln w="0">
            <a:noFill/>
          </a:ln>
        </p:spPr>
      </p:pic>
      <p:pic>
        <p:nvPicPr>
          <p:cNvPr id="1168" name="New picture"/>
          <p:cNvPicPr/>
          <p:nvPr/>
        </p:nvPicPr>
        <p:blipFill>
          <a:blip r:embed="rId721"/>
          <a:srcRect/>
          <a:stretch>
            <a:fillRect/>
          </a:stretch>
        </p:blipFill>
        <p:spPr>
          <a:xfrm>
            <a:off x="3991070" y="7435976"/>
            <a:ext cx="68675" cy="79343"/>
          </a:xfrm>
          <a:prstGeom prst="rect"/>
          <a:ln w="0">
            <a:noFill/>
          </a:ln>
        </p:spPr>
      </p:pic>
      <p:pic>
        <p:nvPicPr>
          <p:cNvPr id="1169" name="New picture"/>
          <p:cNvPicPr/>
          <p:nvPr/>
        </p:nvPicPr>
        <p:blipFill>
          <a:blip r:embed="rId722"/>
          <a:srcRect/>
          <a:stretch>
            <a:fillRect/>
          </a:stretch>
        </p:blipFill>
        <p:spPr>
          <a:xfrm>
            <a:off x="4073556" y="7414641"/>
            <a:ext cx="47339" cy="102203"/>
          </a:xfrm>
          <a:prstGeom prst="rect"/>
          <a:ln w="0">
            <a:noFill/>
          </a:ln>
        </p:spPr>
      </p:pic>
      <p:pic>
        <p:nvPicPr>
          <p:cNvPr id="1170" name="New picture"/>
          <p:cNvPicPr/>
          <p:nvPr/>
        </p:nvPicPr>
        <p:blipFill>
          <a:blip r:embed="rId723"/>
          <a:srcRect/>
          <a:stretch>
            <a:fillRect/>
          </a:stretch>
        </p:blipFill>
        <p:spPr>
          <a:xfrm>
            <a:off x="4137660" y="7435976"/>
            <a:ext cx="42767" cy="79343"/>
          </a:xfrm>
          <a:prstGeom prst="rect"/>
          <a:ln w="0">
            <a:noFill/>
          </a:ln>
        </p:spPr>
      </p:pic>
      <p:pic>
        <p:nvPicPr>
          <p:cNvPr id="1171" name="New picture"/>
          <p:cNvPicPr/>
          <p:nvPr/>
        </p:nvPicPr>
        <p:blipFill>
          <a:blip r:embed="rId724"/>
          <a:srcRect/>
          <a:stretch>
            <a:fillRect/>
          </a:stretch>
        </p:blipFill>
        <p:spPr>
          <a:xfrm>
            <a:off x="4186523" y="7435977"/>
            <a:ext cx="77915" cy="80867"/>
          </a:xfrm>
          <a:prstGeom prst="rect"/>
          <a:ln w="0">
            <a:noFill/>
          </a:ln>
        </p:spPr>
      </p:pic>
      <p:sp>
        <p:nvSpPr>
          <p:cNvPr id="1172" name="New shape"/>
          <p:cNvSpPr/>
          <p:nvPr/>
        </p:nvSpPr>
        <p:spPr>
          <a:xfrm>
            <a:off x="4200239" y="7445121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3" name="New picture"/>
          <p:cNvPicPr/>
          <p:nvPr/>
        </p:nvPicPr>
        <p:blipFill>
          <a:blip r:embed="rId725"/>
          <a:srcRect/>
          <a:stretch>
            <a:fillRect/>
          </a:stretch>
        </p:blipFill>
        <p:spPr>
          <a:xfrm>
            <a:off x="4279678" y="7407021"/>
            <a:ext cx="74866" cy="109824"/>
          </a:xfrm>
          <a:prstGeom prst="rect"/>
          <a:ln w="0">
            <a:noFill/>
          </a:ln>
        </p:spPr>
      </p:pic>
      <p:sp>
        <p:nvSpPr>
          <p:cNvPr id="1174" name="New shape"/>
          <p:cNvSpPr/>
          <p:nvPr/>
        </p:nvSpPr>
        <p:spPr>
          <a:xfrm>
            <a:off x="4293394" y="744664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5" name="New picture"/>
          <p:cNvPicPr/>
          <p:nvPr/>
        </p:nvPicPr>
        <p:blipFill>
          <a:blip r:embed="rId726"/>
          <a:srcRect/>
          <a:stretch>
            <a:fillRect/>
          </a:stretch>
        </p:blipFill>
        <p:spPr>
          <a:xfrm>
            <a:off x="4378929" y="7437501"/>
            <a:ext cx="70199" cy="79343"/>
          </a:xfrm>
          <a:prstGeom prst="rect"/>
          <a:ln w="0">
            <a:noFill/>
          </a:ln>
        </p:spPr>
      </p:pic>
      <p:pic>
        <p:nvPicPr>
          <p:cNvPr id="1176" name="New picture"/>
          <p:cNvPicPr/>
          <p:nvPr/>
        </p:nvPicPr>
        <p:blipFill>
          <a:blip r:embed="rId727"/>
          <a:srcRect/>
          <a:stretch>
            <a:fillRect/>
          </a:stretch>
        </p:blipFill>
        <p:spPr>
          <a:xfrm>
            <a:off x="4469035" y="7435977"/>
            <a:ext cx="64103" cy="80867"/>
          </a:xfrm>
          <a:prstGeom prst="rect"/>
          <a:ln w="0">
            <a:noFill/>
          </a:ln>
        </p:spPr>
      </p:pic>
      <p:pic>
        <p:nvPicPr>
          <p:cNvPr id="1177" name="New picture"/>
          <p:cNvPicPr/>
          <p:nvPr/>
        </p:nvPicPr>
        <p:blipFill>
          <a:blip r:embed="rId728"/>
          <a:srcRect/>
          <a:stretch>
            <a:fillRect/>
          </a:stretch>
        </p:blipFill>
        <p:spPr>
          <a:xfrm>
            <a:off x="4543901" y="7414641"/>
            <a:ext cx="47339" cy="102203"/>
          </a:xfrm>
          <a:prstGeom prst="rect"/>
          <a:ln w="0">
            <a:noFill/>
          </a:ln>
        </p:spPr>
      </p:pic>
      <p:sp>
        <p:nvSpPr>
          <p:cNvPr id="1178" name="New shape"/>
          <p:cNvSpPr/>
          <p:nvPr/>
        </p:nvSpPr>
        <p:spPr>
          <a:xfrm>
            <a:off x="4609529" y="7437501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9" name="New picture"/>
          <p:cNvPicPr/>
          <p:nvPr/>
        </p:nvPicPr>
        <p:blipFill>
          <a:blip r:embed="rId729"/>
          <a:srcRect/>
          <a:stretch>
            <a:fillRect/>
          </a:stretch>
        </p:blipFill>
        <p:spPr>
          <a:xfrm>
            <a:off x="4608005" y="7402449"/>
            <a:ext cx="16764" cy="16764"/>
          </a:xfrm>
          <a:prstGeom prst="rect"/>
          <a:ln w="0">
            <a:noFill/>
          </a:ln>
        </p:spPr>
      </p:pic>
      <p:pic>
        <p:nvPicPr>
          <p:cNvPr id="1180" name="New picture"/>
          <p:cNvPicPr/>
          <p:nvPr/>
        </p:nvPicPr>
        <p:blipFill>
          <a:blip r:embed="rId730"/>
          <a:srcRect/>
          <a:stretch>
            <a:fillRect/>
          </a:stretch>
        </p:blipFill>
        <p:spPr>
          <a:xfrm>
            <a:off x="4643152" y="7435977"/>
            <a:ext cx="77819" cy="80867"/>
          </a:xfrm>
          <a:prstGeom prst="rect"/>
          <a:ln w="0">
            <a:noFill/>
          </a:ln>
        </p:spPr>
      </p:pic>
      <p:sp>
        <p:nvSpPr>
          <p:cNvPr id="1181" name="New shape"/>
          <p:cNvSpPr/>
          <p:nvPr/>
        </p:nvSpPr>
        <p:spPr>
          <a:xfrm>
            <a:off x="4656868" y="7445121"/>
            <a:ext cx="51911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2" name="New picture"/>
          <p:cNvPicPr/>
          <p:nvPr/>
        </p:nvPicPr>
        <p:blipFill>
          <a:blip r:embed="rId731"/>
          <a:srcRect/>
          <a:stretch>
            <a:fillRect/>
          </a:stretch>
        </p:blipFill>
        <p:spPr>
          <a:xfrm>
            <a:off x="4740878" y="7435976"/>
            <a:ext cx="70295" cy="79343"/>
          </a:xfrm>
          <a:prstGeom prst="rect"/>
          <a:ln w="0">
            <a:noFill/>
          </a:ln>
        </p:spPr>
      </p:pic>
      <p:pic>
        <p:nvPicPr>
          <p:cNvPr id="1183" name="New picture"/>
          <p:cNvPicPr/>
          <p:nvPr/>
        </p:nvPicPr>
        <p:blipFill>
          <a:blip r:embed="rId732"/>
          <a:srcRect/>
          <a:stretch>
            <a:fillRect/>
          </a:stretch>
        </p:blipFill>
        <p:spPr>
          <a:xfrm>
            <a:off x="4870609" y="7435977"/>
            <a:ext cx="64198" cy="80867"/>
          </a:xfrm>
          <a:prstGeom prst="rect"/>
          <a:ln w="0">
            <a:noFill/>
          </a:ln>
        </p:spPr>
      </p:pic>
      <p:pic>
        <p:nvPicPr>
          <p:cNvPr id="1184" name="New picture"/>
          <p:cNvPicPr/>
          <p:nvPr/>
        </p:nvPicPr>
        <p:blipFill>
          <a:blip r:embed="rId733"/>
          <a:srcRect/>
          <a:stretch>
            <a:fillRect/>
          </a:stretch>
        </p:blipFill>
        <p:spPr>
          <a:xfrm>
            <a:off x="4945571" y="7435977"/>
            <a:ext cx="77819" cy="80867"/>
          </a:xfrm>
          <a:prstGeom prst="rect"/>
          <a:ln w="0">
            <a:noFill/>
          </a:ln>
        </p:spPr>
      </p:pic>
      <p:sp>
        <p:nvSpPr>
          <p:cNvPr id="1185" name="New shape"/>
          <p:cNvSpPr/>
          <p:nvPr/>
        </p:nvSpPr>
        <p:spPr>
          <a:xfrm>
            <a:off x="4957762" y="7445121"/>
            <a:ext cx="51912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6" name="New picture"/>
          <p:cNvPicPr/>
          <p:nvPr/>
        </p:nvPicPr>
        <p:blipFill>
          <a:blip r:embed="rId734"/>
          <a:srcRect/>
          <a:stretch>
            <a:fillRect/>
          </a:stretch>
        </p:blipFill>
        <p:spPr>
          <a:xfrm>
            <a:off x="5043201" y="7435976"/>
            <a:ext cx="120586" cy="79343"/>
          </a:xfrm>
          <a:prstGeom prst="rect"/>
          <a:ln w="0">
            <a:noFill/>
          </a:ln>
        </p:spPr>
      </p:pic>
      <p:pic>
        <p:nvPicPr>
          <p:cNvPr id="1187" name="New picture"/>
          <p:cNvPicPr/>
          <p:nvPr/>
        </p:nvPicPr>
        <p:blipFill>
          <a:blip r:embed="rId735"/>
          <a:srcRect/>
          <a:stretch>
            <a:fillRect/>
          </a:stretch>
        </p:blipFill>
        <p:spPr>
          <a:xfrm>
            <a:off x="5188362" y="7435977"/>
            <a:ext cx="74771" cy="116015"/>
          </a:xfrm>
          <a:prstGeom prst="rect"/>
          <a:ln w="0">
            <a:noFill/>
          </a:ln>
        </p:spPr>
      </p:pic>
      <p:sp>
        <p:nvSpPr>
          <p:cNvPr id="1188" name="New shape"/>
          <p:cNvSpPr/>
          <p:nvPr/>
        </p:nvSpPr>
        <p:spPr>
          <a:xfrm>
            <a:off x="5202079" y="7445121"/>
            <a:ext cx="47339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89" name="New shape"/>
          <p:cNvSpPr/>
          <p:nvPr/>
        </p:nvSpPr>
        <p:spPr>
          <a:xfrm>
            <a:off x="5285232" y="7406639"/>
            <a:ext cx="13716" cy="10820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0" name="New picture"/>
          <p:cNvPicPr/>
          <p:nvPr/>
        </p:nvPicPr>
        <p:blipFill>
          <a:blip r:embed="rId736"/>
          <a:srcRect/>
          <a:stretch>
            <a:fillRect/>
          </a:stretch>
        </p:blipFill>
        <p:spPr>
          <a:xfrm>
            <a:off x="5318094" y="7435977"/>
            <a:ext cx="71723" cy="80867"/>
          </a:xfrm>
          <a:prstGeom prst="rect"/>
          <a:ln w="0">
            <a:noFill/>
          </a:ln>
        </p:spPr>
      </p:pic>
      <p:sp>
        <p:nvSpPr>
          <p:cNvPr id="1191" name="New shape"/>
          <p:cNvSpPr/>
          <p:nvPr/>
        </p:nvSpPr>
        <p:spPr>
          <a:xfrm>
            <a:off x="5331809" y="7445121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92" name="New shape"/>
          <p:cNvSpPr/>
          <p:nvPr/>
        </p:nvSpPr>
        <p:spPr>
          <a:xfrm>
            <a:off x="5337906" y="7400925"/>
            <a:ext cx="3057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3" name="New picture"/>
          <p:cNvPicPr/>
          <p:nvPr/>
        </p:nvPicPr>
        <p:blipFill>
          <a:blip r:embed="rId737"/>
          <a:srcRect/>
          <a:stretch>
            <a:fillRect/>
          </a:stretch>
        </p:blipFill>
        <p:spPr>
          <a:xfrm>
            <a:off x="5398960" y="7414641"/>
            <a:ext cx="47339" cy="102203"/>
          </a:xfrm>
          <a:prstGeom prst="rect"/>
          <a:ln w="0">
            <a:noFill/>
          </a:ln>
        </p:spPr>
      </p:pic>
      <p:pic>
        <p:nvPicPr>
          <p:cNvPr id="1194" name="New picture"/>
          <p:cNvPicPr/>
          <p:nvPr/>
        </p:nvPicPr>
        <p:blipFill>
          <a:blip r:embed="rId738"/>
          <a:srcRect/>
          <a:stretch>
            <a:fillRect/>
          </a:stretch>
        </p:blipFill>
        <p:spPr>
          <a:xfrm>
            <a:off x="5457063" y="7435977"/>
            <a:ext cx="70199" cy="80867"/>
          </a:xfrm>
          <a:prstGeom prst="rect"/>
          <a:ln w="0">
            <a:noFill/>
          </a:ln>
        </p:spPr>
      </p:pic>
      <p:sp>
        <p:nvSpPr>
          <p:cNvPr id="1195" name="New shape"/>
          <p:cNvSpPr/>
          <p:nvPr/>
        </p:nvSpPr>
        <p:spPr>
          <a:xfrm>
            <a:off x="5469255" y="744512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6" name="New picture"/>
          <p:cNvPicPr/>
          <p:nvPr/>
        </p:nvPicPr>
        <p:blipFill>
          <a:blip r:embed="rId739"/>
          <a:srcRect/>
          <a:stretch>
            <a:fillRect/>
          </a:stretch>
        </p:blipFill>
        <p:spPr>
          <a:xfrm>
            <a:off x="5580697" y="7435977"/>
            <a:ext cx="67247" cy="80867"/>
          </a:xfrm>
          <a:prstGeom prst="rect"/>
          <a:ln w="0">
            <a:noFill/>
          </a:ln>
        </p:spPr>
      </p:pic>
      <p:sp>
        <p:nvSpPr>
          <p:cNvPr id="1197" name="New shape"/>
          <p:cNvSpPr/>
          <p:nvPr/>
        </p:nvSpPr>
        <p:spPr>
          <a:xfrm>
            <a:off x="5594414" y="7477220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8" name="New picture"/>
          <p:cNvPicPr/>
          <p:nvPr/>
        </p:nvPicPr>
        <p:blipFill>
          <a:blip r:embed="rId740"/>
          <a:srcRect/>
          <a:stretch>
            <a:fillRect/>
          </a:stretch>
        </p:blipFill>
        <p:spPr>
          <a:xfrm>
            <a:off x="5670804" y="7437501"/>
            <a:ext cx="68675" cy="79343"/>
          </a:xfrm>
          <a:prstGeom prst="rect"/>
          <a:ln w="0">
            <a:noFill/>
          </a:ln>
        </p:spPr>
      </p:pic>
      <p:pic>
        <p:nvPicPr>
          <p:cNvPr id="1199" name="New picture"/>
          <p:cNvPicPr/>
          <p:nvPr/>
        </p:nvPicPr>
        <p:blipFill>
          <a:blip r:embed="rId741"/>
          <a:srcRect/>
          <a:stretch>
            <a:fillRect/>
          </a:stretch>
        </p:blipFill>
        <p:spPr>
          <a:xfrm>
            <a:off x="5803678" y="7435976"/>
            <a:ext cx="120586" cy="79343"/>
          </a:xfrm>
          <a:prstGeom prst="rect"/>
          <a:ln w="0">
            <a:noFill/>
          </a:ln>
        </p:spPr>
      </p:pic>
      <p:pic>
        <p:nvPicPr>
          <p:cNvPr id="1200" name="New picture"/>
          <p:cNvPicPr/>
          <p:nvPr/>
        </p:nvPicPr>
        <p:blipFill>
          <a:blip r:embed="rId742"/>
          <a:srcRect/>
          <a:stretch>
            <a:fillRect/>
          </a:stretch>
        </p:blipFill>
        <p:spPr>
          <a:xfrm>
            <a:off x="5941123" y="7435977"/>
            <a:ext cx="67151" cy="80867"/>
          </a:xfrm>
          <a:prstGeom prst="rect"/>
          <a:ln w="0">
            <a:noFill/>
          </a:ln>
        </p:spPr>
      </p:pic>
      <p:sp>
        <p:nvSpPr>
          <p:cNvPr id="1201" name="New shape"/>
          <p:cNvSpPr/>
          <p:nvPr/>
        </p:nvSpPr>
        <p:spPr>
          <a:xfrm>
            <a:off x="5954839" y="7477220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2" name="New picture"/>
          <p:cNvPicPr/>
          <p:nvPr/>
        </p:nvPicPr>
        <p:blipFill>
          <a:blip r:embed="rId743"/>
          <a:srcRect/>
          <a:stretch>
            <a:fillRect/>
          </a:stretch>
        </p:blipFill>
        <p:spPr>
          <a:xfrm>
            <a:off x="6026562" y="7435977"/>
            <a:ext cx="64198" cy="80867"/>
          </a:xfrm>
          <a:prstGeom prst="rect"/>
          <a:ln w="0">
            <a:noFill/>
          </a:ln>
        </p:spPr>
      </p:pic>
      <p:pic>
        <p:nvPicPr>
          <p:cNvPr id="1203" name="New picture"/>
          <p:cNvPicPr/>
          <p:nvPr/>
        </p:nvPicPr>
        <p:blipFill>
          <a:blip r:embed="rId744"/>
          <a:srcRect/>
          <a:stretch>
            <a:fillRect/>
          </a:stretch>
        </p:blipFill>
        <p:spPr>
          <a:xfrm>
            <a:off x="6109049" y="7407021"/>
            <a:ext cx="68771" cy="108300"/>
          </a:xfrm>
          <a:prstGeom prst="rect"/>
          <a:ln w="0">
            <a:noFill/>
          </a:ln>
        </p:spPr>
      </p:pic>
      <p:sp>
        <p:nvSpPr>
          <p:cNvPr id="1204" name="New shape"/>
          <p:cNvSpPr/>
          <p:nvPr/>
        </p:nvSpPr>
        <p:spPr>
          <a:xfrm>
            <a:off x="6203728" y="7437501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5" name="New picture"/>
          <p:cNvPicPr/>
          <p:nvPr/>
        </p:nvPicPr>
        <p:blipFill>
          <a:blip r:embed="rId745"/>
          <a:srcRect/>
          <a:stretch>
            <a:fillRect/>
          </a:stretch>
        </p:blipFill>
        <p:spPr>
          <a:xfrm>
            <a:off x="6200680" y="7402449"/>
            <a:ext cx="18288" cy="16764"/>
          </a:xfrm>
          <a:prstGeom prst="rect"/>
          <a:ln w="0">
            <a:noFill/>
          </a:ln>
        </p:spPr>
      </p:pic>
      <p:pic>
        <p:nvPicPr>
          <p:cNvPr id="1206" name="New picture"/>
          <p:cNvPicPr/>
          <p:nvPr/>
        </p:nvPicPr>
        <p:blipFill>
          <a:blip r:embed="rId746"/>
          <a:srcRect/>
          <a:stretch>
            <a:fillRect/>
          </a:stretch>
        </p:blipFill>
        <p:spPr>
          <a:xfrm>
            <a:off x="6241923" y="7435976"/>
            <a:ext cx="68675" cy="79343"/>
          </a:xfrm>
          <a:prstGeom prst="rect"/>
          <a:ln w="0">
            <a:noFill/>
          </a:ln>
        </p:spPr>
      </p:pic>
      <p:pic>
        <p:nvPicPr>
          <p:cNvPr id="1207" name="New picture"/>
          <p:cNvPicPr/>
          <p:nvPr/>
        </p:nvPicPr>
        <p:blipFill>
          <a:blip r:embed="rId747"/>
          <a:srcRect/>
          <a:stretch>
            <a:fillRect/>
          </a:stretch>
        </p:blipFill>
        <p:spPr>
          <a:xfrm>
            <a:off x="6330410" y="7435977"/>
            <a:ext cx="71818" cy="80867"/>
          </a:xfrm>
          <a:prstGeom prst="rect"/>
          <a:ln w="0">
            <a:noFill/>
          </a:ln>
        </p:spPr>
      </p:pic>
      <p:sp>
        <p:nvSpPr>
          <p:cNvPr id="1208" name="New shape"/>
          <p:cNvSpPr/>
          <p:nvPr/>
        </p:nvSpPr>
        <p:spPr>
          <a:xfrm>
            <a:off x="6344222" y="7445121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09" name="New shape"/>
          <p:cNvSpPr/>
          <p:nvPr/>
        </p:nvSpPr>
        <p:spPr>
          <a:xfrm>
            <a:off x="684276" y="7635239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0" name="New picture"/>
          <p:cNvPicPr/>
          <p:nvPr/>
        </p:nvPicPr>
        <p:blipFill>
          <a:blip r:embed="rId748"/>
          <a:srcRect/>
          <a:stretch>
            <a:fillRect/>
          </a:stretch>
        </p:blipFill>
        <p:spPr>
          <a:xfrm>
            <a:off x="717137" y="7664863"/>
            <a:ext cx="71723" cy="80962"/>
          </a:xfrm>
          <a:prstGeom prst="rect"/>
          <a:ln w="0">
            <a:noFill/>
          </a:ln>
        </p:spPr>
      </p:pic>
      <p:sp>
        <p:nvSpPr>
          <p:cNvPr id="1211" name="New shape"/>
          <p:cNvSpPr/>
          <p:nvPr/>
        </p:nvSpPr>
        <p:spPr>
          <a:xfrm>
            <a:off x="730853" y="7674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2" name="New picture"/>
          <p:cNvPicPr/>
          <p:nvPr/>
        </p:nvPicPr>
        <p:blipFill>
          <a:blip r:embed="rId749"/>
          <a:srcRect/>
          <a:stretch>
            <a:fillRect/>
          </a:stretch>
        </p:blipFill>
        <p:spPr>
          <a:xfrm>
            <a:off x="802672" y="7664862"/>
            <a:ext cx="65627" cy="80962"/>
          </a:xfrm>
          <a:prstGeom prst="rect"/>
          <a:ln w="0">
            <a:noFill/>
          </a:ln>
        </p:spPr>
      </p:pic>
      <p:sp>
        <p:nvSpPr>
          <p:cNvPr id="1213" name="New shape"/>
          <p:cNvSpPr/>
          <p:nvPr/>
        </p:nvSpPr>
        <p:spPr>
          <a:xfrm>
            <a:off x="816388" y="7706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4" name="New picture"/>
          <p:cNvPicPr/>
          <p:nvPr/>
        </p:nvPicPr>
        <p:blipFill>
          <a:blip r:embed="rId750"/>
          <a:srcRect/>
          <a:stretch>
            <a:fillRect/>
          </a:stretch>
        </p:blipFill>
        <p:spPr>
          <a:xfrm>
            <a:off x="892778" y="7664862"/>
            <a:ext cx="41148" cy="79439"/>
          </a:xfrm>
          <a:prstGeom prst="rect"/>
          <a:ln w="0">
            <a:noFill/>
          </a:ln>
        </p:spPr>
      </p:pic>
      <p:pic>
        <p:nvPicPr>
          <p:cNvPr id="1215" name="New picture"/>
          <p:cNvPicPr/>
          <p:nvPr/>
        </p:nvPicPr>
        <p:blipFill>
          <a:blip r:embed="rId751"/>
          <a:srcRect/>
          <a:stretch>
            <a:fillRect/>
          </a:stretch>
        </p:blipFill>
        <p:spPr>
          <a:xfrm>
            <a:off x="947738" y="7664862"/>
            <a:ext cx="70199" cy="79439"/>
          </a:xfrm>
          <a:prstGeom prst="rect"/>
          <a:ln w="0">
            <a:noFill/>
          </a:ln>
        </p:spPr>
      </p:pic>
      <p:sp>
        <p:nvSpPr>
          <p:cNvPr id="1216" name="New shape"/>
          <p:cNvSpPr/>
          <p:nvPr/>
        </p:nvSpPr>
        <p:spPr>
          <a:xfrm>
            <a:off x="1042321" y="7666482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7" name="New picture"/>
          <p:cNvPicPr/>
          <p:nvPr/>
        </p:nvPicPr>
        <p:blipFill>
          <a:blip r:embed="rId752"/>
          <a:srcRect/>
          <a:stretch>
            <a:fillRect/>
          </a:stretch>
        </p:blipFill>
        <p:spPr>
          <a:xfrm>
            <a:off x="1040797" y="7631429"/>
            <a:ext cx="16859" cy="16764"/>
          </a:xfrm>
          <a:prstGeom prst="rect"/>
          <a:ln w="0">
            <a:noFill/>
          </a:ln>
        </p:spPr>
      </p:pic>
      <p:pic>
        <p:nvPicPr>
          <p:cNvPr id="1218" name="New picture"/>
          <p:cNvPicPr/>
          <p:nvPr/>
        </p:nvPicPr>
        <p:blipFill>
          <a:blip r:embed="rId753"/>
          <a:srcRect/>
          <a:stretch>
            <a:fillRect/>
          </a:stretch>
        </p:blipFill>
        <p:spPr>
          <a:xfrm>
            <a:off x="1080516" y="7664862"/>
            <a:ext cx="70295" cy="79439"/>
          </a:xfrm>
          <a:prstGeom prst="rect"/>
          <a:ln w="0">
            <a:noFill/>
          </a:ln>
        </p:spPr>
      </p:pic>
      <p:pic>
        <p:nvPicPr>
          <p:cNvPr id="1219" name="New picture"/>
          <p:cNvPicPr/>
          <p:nvPr/>
        </p:nvPicPr>
        <p:blipFill>
          <a:blip r:embed="rId754"/>
          <a:srcRect/>
          <a:stretch>
            <a:fillRect/>
          </a:stretch>
        </p:blipFill>
        <p:spPr>
          <a:xfrm>
            <a:off x="1166051" y="7664863"/>
            <a:ext cx="77915" cy="119062"/>
          </a:xfrm>
          <a:prstGeom prst="rect"/>
          <a:ln w="0">
            <a:noFill/>
          </a:ln>
        </p:spPr>
      </p:pic>
      <p:sp>
        <p:nvSpPr>
          <p:cNvPr id="1220" name="New shape"/>
          <p:cNvSpPr/>
          <p:nvPr/>
        </p:nvSpPr>
        <p:spPr>
          <a:xfrm>
            <a:off x="1182910" y="7674103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21" name="New shape"/>
          <p:cNvSpPr/>
          <p:nvPr/>
        </p:nvSpPr>
        <p:spPr>
          <a:xfrm>
            <a:off x="1178338" y="7744302"/>
            <a:ext cx="5191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2" name="New picture"/>
          <p:cNvPicPr/>
          <p:nvPr/>
        </p:nvPicPr>
        <p:blipFill>
          <a:blip r:embed="rId755"/>
          <a:srcRect/>
          <a:stretch>
            <a:fillRect/>
          </a:stretch>
        </p:blipFill>
        <p:spPr>
          <a:xfrm>
            <a:off x="1298924" y="7664862"/>
            <a:ext cx="76390" cy="116015"/>
          </a:xfrm>
          <a:prstGeom prst="rect"/>
          <a:ln w="0">
            <a:noFill/>
          </a:ln>
        </p:spPr>
      </p:pic>
      <p:sp>
        <p:nvSpPr>
          <p:cNvPr id="1223" name="New shape"/>
          <p:cNvSpPr/>
          <p:nvPr/>
        </p:nvSpPr>
        <p:spPr>
          <a:xfrm>
            <a:off x="1312640" y="7674101"/>
            <a:ext cx="48863" cy="6248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4" name="New picture"/>
          <p:cNvPicPr/>
          <p:nvPr/>
        </p:nvPicPr>
        <p:blipFill>
          <a:blip r:embed="rId756"/>
          <a:srcRect/>
          <a:stretch>
            <a:fillRect/>
          </a:stretch>
        </p:blipFill>
        <p:spPr>
          <a:xfrm>
            <a:off x="1390650" y="7664864"/>
            <a:ext cx="77819" cy="80867"/>
          </a:xfrm>
          <a:prstGeom prst="rect"/>
          <a:ln w="0">
            <a:noFill/>
          </a:ln>
        </p:spPr>
      </p:pic>
      <p:sp>
        <p:nvSpPr>
          <p:cNvPr id="1225" name="New shape"/>
          <p:cNvSpPr/>
          <p:nvPr/>
        </p:nvSpPr>
        <p:spPr>
          <a:xfrm>
            <a:off x="1402842" y="7674008"/>
            <a:ext cx="51911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6" name="New picture"/>
          <p:cNvPicPr/>
          <p:nvPr/>
        </p:nvPicPr>
        <p:blipFill>
          <a:blip r:embed="rId757"/>
          <a:srcRect/>
          <a:stretch>
            <a:fillRect/>
          </a:stretch>
        </p:blipFill>
        <p:spPr>
          <a:xfrm>
            <a:off x="1488281" y="7666387"/>
            <a:ext cx="68675" cy="79439"/>
          </a:xfrm>
          <a:prstGeom prst="rect"/>
          <a:ln w="0">
            <a:noFill/>
          </a:ln>
        </p:spPr>
      </p:pic>
      <p:pic>
        <p:nvPicPr>
          <p:cNvPr id="1227" name="New picture"/>
          <p:cNvPicPr/>
          <p:nvPr/>
        </p:nvPicPr>
        <p:blipFill>
          <a:blip r:embed="rId758"/>
          <a:srcRect/>
          <a:stretch>
            <a:fillRect/>
          </a:stretch>
        </p:blipFill>
        <p:spPr>
          <a:xfrm>
            <a:off x="1581436" y="7664862"/>
            <a:ext cx="42767" cy="79439"/>
          </a:xfrm>
          <a:prstGeom prst="rect"/>
          <a:ln w="0">
            <a:noFill/>
          </a:ln>
        </p:spPr>
      </p:pic>
      <p:sp>
        <p:nvSpPr>
          <p:cNvPr id="1228" name="New shape"/>
          <p:cNvSpPr/>
          <p:nvPr/>
        </p:nvSpPr>
        <p:spPr>
          <a:xfrm>
            <a:off x="1677924" y="7635239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9" name="New picture"/>
          <p:cNvPicPr/>
          <p:nvPr/>
        </p:nvPicPr>
        <p:blipFill>
          <a:blip r:embed="rId759"/>
          <a:srcRect/>
          <a:stretch>
            <a:fillRect/>
          </a:stretch>
        </p:blipFill>
        <p:spPr>
          <a:xfrm>
            <a:off x="1712786" y="7664863"/>
            <a:ext cx="70199" cy="80962"/>
          </a:xfrm>
          <a:prstGeom prst="rect"/>
          <a:ln w="0">
            <a:noFill/>
          </a:ln>
        </p:spPr>
      </p:pic>
      <p:sp>
        <p:nvSpPr>
          <p:cNvPr id="1230" name="New shape"/>
          <p:cNvSpPr/>
          <p:nvPr/>
        </p:nvSpPr>
        <p:spPr>
          <a:xfrm>
            <a:off x="1724978" y="7674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1" name="New picture"/>
          <p:cNvPicPr/>
          <p:nvPr/>
        </p:nvPicPr>
        <p:blipFill>
          <a:blip r:embed="rId760"/>
          <a:srcRect/>
          <a:stretch>
            <a:fillRect/>
          </a:stretch>
        </p:blipFill>
        <p:spPr>
          <a:xfrm>
            <a:off x="1795176" y="7664863"/>
            <a:ext cx="58102" cy="80962"/>
          </a:xfrm>
          <a:prstGeom prst="rect"/>
          <a:ln w="0">
            <a:noFill/>
          </a:ln>
        </p:spPr>
      </p:pic>
      <p:pic>
        <p:nvPicPr>
          <p:cNvPr id="1232" name="New picture"/>
          <p:cNvPicPr/>
          <p:nvPr/>
        </p:nvPicPr>
        <p:blipFill>
          <a:blip r:embed="rId761"/>
          <a:srcRect/>
          <a:stretch>
            <a:fillRect/>
          </a:stretch>
        </p:blipFill>
        <p:spPr>
          <a:xfrm>
            <a:off x="1906714" y="7635906"/>
            <a:ext cx="74771" cy="109918"/>
          </a:xfrm>
          <a:prstGeom prst="rect"/>
          <a:ln w="0">
            <a:noFill/>
          </a:ln>
        </p:spPr>
      </p:pic>
      <p:sp>
        <p:nvSpPr>
          <p:cNvPr id="1233" name="New shape"/>
          <p:cNvSpPr/>
          <p:nvPr/>
        </p:nvSpPr>
        <p:spPr>
          <a:xfrm>
            <a:off x="1918906" y="7675626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4" name="New picture"/>
          <p:cNvPicPr/>
          <p:nvPr/>
        </p:nvPicPr>
        <p:blipFill>
          <a:blip r:embed="rId762"/>
          <a:srcRect/>
          <a:stretch>
            <a:fillRect/>
          </a:stretch>
        </p:blipFill>
        <p:spPr>
          <a:xfrm>
            <a:off x="2001393" y="7664863"/>
            <a:ext cx="70199" cy="80962"/>
          </a:xfrm>
          <a:prstGeom prst="rect"/>
          <a:ln w="0">
            <a:noFill/>
          </a:ln>
        </p:spPr>
      </p:pic>
      <p:sp>
        <p:nvSpPr>
          <p:cNvPr id="1235" name="New shape"/>
          <p:cNvSpPr/>
          <p:nvPr/>
        </p:nvSpPr>
        <p:spPr>
          <a:xfrm>
            <a:off x="2013585" y="7674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36" name="New shape"/>
          <p:cNvSpPr/>
          <p:nvPr/>
        </p:nvSpPr>
        <p:spPr>
          <a:xfrm>
            <a:off x="2024253" y="7629810"/>
            <a:ext cx="3057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7" name="New picture"/>
          <p:cNvPicPr/>
          <p:nvPr/>
        </p:nvPicPr>
        <p:blipFill>
          <a:blip r:embed="rId763"/>
          <a:srcRect/>
          <a:stretch>
            <a:fillRect/>
          </a:stretch>
        </p:blipFill>
        <p:spPr>
          <a:xfrm>
            <a:off x="2093023" y="7635906"/>
            <a:ext cx="74771" cy="109919"/>
          </a:xfrm>
          <a:prstGeom prst="rect"/>
          <a:ln w="0">
            <a:noFill/>
          </a:ln>
        </p:spPr>
      </p:pic>
      <p:sp>
        <p:nvSpPr>
          <p:cNvPr id="1238" name="New shape"/>
          <p:cNvSpPr/>
          <p:nvPr/>
        </p:nvSpPr>
        <p:spPr>
          <a:xfrm>
            <a:off x="2106740" y="7674101"/>
            <a:ext cx="47339" cy="6248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9" name="New picture"/>
          <p:cNvPicPr/>
          <p:nvPr/>
        </p:nvPicPr>
        <p:blipFill>
          <a:blip r:embed="rId764"/>
          <a:srcRect/>
          <a:stretch>
            <a:fillRect/>
          </a:stretch>
        </p:blipFill>
        <p:spPr>
          <a:xfrm>
            <a:off x="2187702" y="7666386"/>
            <a:ext cx="68675" cy="79343"/>
          </a:xfrm>
          <a:prstGeom prst="rect"/>
          <a:ln w="0">
            <a:noFill/>
          </a:ln>
        </p:spPr>
      </p:pic>
      <p:pic>
        <p:nvPicPr>
          <p:cNvPr id="1240" name="New picture"/>
          <p:cNvPicPr/>
          <p:nvPr/>
        </p:nvPicPr>
        <p:blipFill>
          <a:blip r:embed="rId765"/>
          <a:srcRect/>
          <a:stretch>
            <a:fillRect/>
          </a:stretch>
        </p:blipFill>
        <p:spPr>
          <a:xfrm>
            <a:off x="2271713" y="7643526"/>
            <a:ext cx="47339" cy="102203"/>
          </a:xfrm>
          <a:prstGeom prst="rect"/>
          <a:ln w="0">
            <a:noFill/>
          </a:ln>
        </p:spPr>
      </p:pic>
      <p:pic>
        <p:nvPicPr>
          <p:cNvPr id="1241" name="New picture"/>
          <p:cNvPicPr/>
          <p:nvPr/>
        </p:nvPicPr>
        <p:blipFill>
          <a:blip r:embed="rId766"/>
          <a:srcRect/>
          <a:stretch>
            <a:fillRect/>
          </a:stretch>
        </p:blipFill>
        <p:spPr>
          <a:xfrm>
            <a:off x="2329624" y="7664862"/>
            <a:ext cx="67246" cy="80962"/>
          </a:xfrm>
          <a:prstGeom prst="rect"/>
          <a:ln w="0">
            <a:noFill/>
          </a:ln>
        </p:spPr>
      </p:pic>
      <p:sp>
        <p:nvSpPr>
          <p:cNvPr id="1242" name="New shape"/>
          <p:cNvSpPr/>
          <p:nvPr/>
        </p:nvSpPr>
        <p:spPr>
          <a:xfrm>
            <a:off x="2343436" y="7706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3" name="New picture"/>
          <p:cNvPicPr/>
          <p:nvPr/>
        </p:nvPicPr>
        <p:blipFill>
          <a:blip r:embed="rId767"/>
          <a:srcRect/>
          <a:stretch>
            <a:fillRect/>
          </a:stretch>
        </p:blipFill>
        <p:spPr>
          <a:xfrm>
            <a:off x="2419731" y="7664862"/>
            <a:ext cx="68770" cy="79439"/>
          </a:xfrm>
          <a:prstGeom prst="rect"/>
          <a:ln w="0">
            <a:noFill/>
          </a:ln>
        </p:spPr>
      </p:pic>
      <p:pic>
        <p:nvPicPr>
          <p:cNvPr id="1244" name="New picture"/>
          <p:cNvPicPr/>
          <p:nvPr/>
        </p:nvPicPr>
        <p:blipFill>
          <a:blip r:embed="rId768"/>
          <a:srcRect/>
          <a:stretch>
            <a:fillRect/>
          </a:stretch>
        </p:blipFill>
        <p:spPr>
          <a:xfrm>
            <a:off x="2502313" y="7643526"/>
            <a:ext cx="47339" cy="102203"/>
          </a:xfrm>
          <a:prstGeom prst="rect"/>
          <a:ln w="0">
            <a:noFill/>
          </a:ln>
        </p:spPr>
      </p:pic>
      <p:pic>
        <p:nvPicPr>
          <p:cNvPr id="1245" name="New picture"/>
          <p:cNvPicPr/>
          <p:nvPr/>
        </p:nvPicPr>
        <p:blipFill>
          <a:blip r:embed="rId769"/>
          <a:srcRect/>
          <a:stretch>
            <a:fillRect/>
          </a:stretch>
        </p:blipFill>
        <p:spPr>
          <a:xfrm>
            <a:off x="2558701" y="7664863"/>
            <a:ext cx="58007" cy="80962"/>
          </a:xfrm>
          <a:prstGeom prst="rect"/>
          <a:ln w="0">
            <a:noFill/>
          </a:ln>
        </p:spPr>
      </p:pic>
      <p:pic>
        <p:nvPicPr>
          <p:cNvPr id="1246" name="New picture"/>
          <p:cNvPicPr/>
          <p:nvPr/>
        </p:nvPicPr>
        <p:blipFill>
          <a:blip r:embed="rId770"/>
          <a:srcRect/>
          <a:stretch>
            <a:fillRect/>
          </a:stretch>
        </p:blipFill>
        <p:spPr>
          <a:xfrm>
            <a:off x="2635091" y="7728967"/>
            <a:ext cx="16764" cy="16859"/>
          </a:xfrm>
          <a:prstGeom prst="rect"/>
          <a:ln w="0">
            <a:noFill/>
          </a:ln>
        </p:spPr>
      </p:pic>
      <p:pic>
        <p:nvPicPr>
          <p:cNvPr id="1247" name="New picture"/>
          <p:cNvPicPr/>
          <p:nvPr/>
        </p:nvPicPr>
        <p:blipFill>
          <a:blip r:embed="rId771"/>
          <a:srcRect/>
          <a:stretch>
            <a:fillRect/>
          </a:stretch>
        </p:blipFill>
        <p:spPr>
          <a:xfrm>
            <a:off x="2717578" y="7635906"/>
            <a:ext cx="67151" cy="108395"/>
          </a:xfrm>
          <a:prstGeom prst="rect"/>
          <a:ln w="0">
            <a:noFill/>
          </a:ln>
        </p:spPr>
      </p:pic>
      <p:pic>
        <p:nvPicPr>
          <p:cNvPr id="1248" name="New picture"/>
          <p:cNvPicPr/>
          <p:nvPr/>
        </p:nvPicPr>
        <p:blipFill>
          <a:blip r:embed="rId772"/>
          <a:srcRect/>
          <a:stretch>
            <a:fillRect/>
          </a:stretch>
        </p:blipFill>
        <p:spPr>
          <a:xfrm>
            <a:off x="2790920" y="7643526"/>
            <a:ext cx="48863" cy="102203"/>
          </a:xfrm>
          <a:prstGeom prst="rect"/>
          <a:ln w="0">
            <a:noFill/>
          </a:ln>
        </p:spPr>
      </p:pic>
      <p:pic>
        <p:nvPicPr>
          <p:cNvPr id="1249" name="New picture"/>
          <p:cNvPicPr/>
          <p:nvPr/>
        </p:nvPicPr>
        <p:blipFill>
          <a:blip r:embed="rId773"/>
          <a:srcRect/>
          <a:stretch>
            <a:fillRect/>
          </a:stretch>
        </p:blipFill>
        <p:spPr>
          <a:xfrm>
            <a:off x="2891599" y="7664862"/>
            <a:ext cx="73342" cy="116015"/>
          </a:xfrm>
          <a:prstGeom prst="rect"/>
          <a:ln w="0">
            <a:noFill/>
          </a:ln>
        </p:spPr>
      </p:pic>
      <p:sp>
        <p:nvSpPr>
          <p:cNvPr id="1250" name="New shape"/>
          <p:cNvSpPr/>
          <p:nvPr/>
        </p:nvSpPr>
        <p:spPr>
          <a:xfrm>
            <a:off x="2905315" y="7675625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1" name="New picture"/>
          <p:cNvPicPr/>
          <p:nvPr/>
        </p:nvPicPr>
        <p:blipFill>
          <a:blip r:embed="rId774"/>
          <a:srcRect/>
          <a:stretch>
            <a:fillRect/>
          </a:stretch>
        </p:blipFill>
        <p:spPr>
          <a:xfrm>
            <a:off x="2990850" y="7666387"/>
            <a:ext cx="70295" cy="79439"/>
          </a:xfrm>
          <a:prstGeom prst="rect"/>
          <a:ln w="0">
            <a:noFill/>
          </a:ln>
        </p:spPr>
      </p:pic>
      <p:pic>
        <p:nvPicPr>
          <p:cNvPr id="1252" name="New picture"/>
          <p:cNvPicPr/>
          <p:nvPr/>
        </p:nvPicPr>
        <p:blipFill>
          <a:blip r:embed="rId775"/>
          <a:srcRect/>
          <a:stretch>
            <a:fillRect/>
          </a:stretch>
        </p:blipFill>
        <p:spPr>
          <a:xfrm>
            <a:off x="3079433" y="7664862"/>
            <a:ext cx="65627" cy="80962"/>
          </a:xfrm>
          <a:prstGeom prst="rect"/>
          <a:ln w="0">
            <a:noFill/>
          </a:ln>
        </p:spPr>
      </p:pic>
      <p:sp>
        <p:nvSpPr>
          <p:cNvPr id="1253" name="New shape"/>
          <p:cNvSpPr/>
          <p:nvPr/>
        </p:nvSpPr>
        <p:spPr>
          <a:xfrm>
            <a:off x="3093148" y="7706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4" name="New picture"/>
          <p:cNvPicPr/>
          <p:nvPr/>
        </p:nvPicPr>
        <p:blipFill>
          <a:blip r:embed="rId776"/>
          <a:srcRect/>
          <a:stretch>
            <a:fillRect/>
          </a:stretch>
        </p:blipFill>
        <p:spPr>
          <a:xfrm>
            <a:off x="3168015" y="7664862"/>
            <a:ext cx="70199" cy="79439"/>
          </a:xfrm>
          <a:prstGeom prst="rect"/>
          <a:ln w="0">
            <a:noFill/>
          </a:ln>
        </p:spPr>
      </p:pic>
      <p:pic>
        <p:nvPicPr>
          <p:cNvPr id="1255" name="New picture"/>
          <p:cNvPicPr/>
          <p:nvPr/>
        </p:nvPicPr>
        <p:blipFill>
          <a:blip r:embed="rId777"/>
          <a:srcRect/>
          <a:stretch>
            <a:fillRect/>
          </a:stretch>
        </p:blipFill>
        <p:spPr>
          <a:xfrm>
            <a:off x="3258121" y="7635906"/>
            <a:ext cx="74771" cy="109918"/>
          </a:xfrm>
          <a:prstGeom prst="rect"/>
          <a:ln w="0">
            <a:noFill/>
          </a:ln>
        </p:spPr>
      </p:pic>
      <p:sp>
        <p:nvSpPr>
          <p:cNvPr id="1256" name="New shape"/>
          <p:cNvSpPr/>
          <p:nvPr/>
        </p:nvSpPr>
        <p:spPr>
          <a:xfrm>
            <a:off x="3271838" y="7675626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7" name="New picture"/>
          <p:cNvPicPr/>
          <p:nvPr/>
        </p:nvPicPr>
        <p:blipFill>
          <a:blip r:embed="rId778"/>
          <a:srcRect/>
          <a:stretch>
            <a:fillRect/>
          </a:stretch>
        </p:blipFill>
        <p:spPr>
          <a:xfrm>
            <a:off x="3392424" y="7664864"/>
            <a:ext cx="77915" cy="80867"/>
          </a:xfrm>
          <a:prstGeom prst="rect"/>
          <a:ln w="0">
            <a:noFill/>
          </a:ln>
        </p:spPr>
      </p:pic>
      <p:sp>
        <p:nvSpPr>
          <p:cNvPr id="1258" name="New shape"/>
          <p:cNvSpPr/>
          <p:nvPr/>
        </p:nvSpPr>
        <p:spPr>
          <a:xfrm>
            <a:off x="3406140" y="7674008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9" name="New picture"/>
          <p:cNvPicPr/>
          <p:nvPr/>
        </p:nvPicPr>
        <p:blipFill>
          <a:blip r:embed="rId779"/>
          <a:srcRect/>
          <a:stretch>
            <a:fillRect/>
          </a:stretch>
        </p:blipFill>
        <p:spPr>
          <a:xfrm>
            <a:off x="3490246" y="7664862"/>
            <a:ext cx="70199" cy="79439"/>
          </a:xfrm>
          <a:prstGeom prst="rect"/>
          <a:ln w="0">
            <a:noFill/>
          </a:ln>
        </p:spPr>
      </p:pic>
      <p:pic>
        <p:nvPicPr>
          <p:cNvPr id="1260" name="New picture"/>
          <p:cNvPicPr/>
          <p:nvPr/>
        </p:nvPicPr>
        <p:blipFill>
          <a:blip r:embed="rId780"/>
          <a:srcRect/>
          <a:stretch>
            <a:fillRect/>
          </a:stretch>
        </p:blipFill>
        <p:spPr>
          <a:xfrm>
            <a:off x="3623024" y="7664862"/>
            <a:ext cx="76391" cy="116015"/>
          </a:xfrm>
          <a:prstGeom prst="rect"/>
          <a:ln w="0">
            <a:noFill/>
          </a:ln>
        </p:spPr>
      </p:pic>
      <p:sp>
        <p:nvSpPr>
          <p:cNvPr id="1261" name="New shape"/>
          <p:cNvSpPr/>
          <p:nvPr/>
        </p:nvSpPr>
        <p:spPr>
          <a:xfrm>
            <a:off x="3638359" y="7674101"/>
            <a:ext cx="47339" cy="6248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2" name="New picture"/>
          <p:cNvPicPr/>
          <p:nvPr/>
        </p:nvPicPr>
        <p:blipFill>
          <a:blip r:embed="rId781"/>
          <a:srcRect/>
          <a:stretch>
            <a:fillRect/>
          </a:stretch>
        </p:blipFill>
        <p:spPr>
          <a:xfrm>
            <a:off x="3713131" y="7664862"/>
            <a:ext cx="65722" cy="80962"/>
          </a:xfrm>
          <a:prstGeom prst="rect"/>
          <a:ln w="0">
            <a:noFill/>
          </a:ln>
        </p:spPr>
      </p:pic>
      <p:sp>
        <p:nvSpPr>
          <p:cNvPr id="1263" name="New shape"/>
          <p:cNvSpPr/>
          <p:nvPr/>
        </p:nvSpPr>
        <p:spPr>
          <a:xfrm>
            <a:off x="3726942" y="7706106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4" name="New picture"/>
          <p:cNvPicPr/>
          <p:nvPr/>
        </p:nvPicPr>
        <p:blipFill>
          <a:blip r:embed="rId782"/>
          <a:srcRect/>
          <a:stretch>
            <a:fillRect/>
          </a:stretch>
        </p:blipFill>
        <p:spPr>
          <a:xfrm>
            <a:off x="3803237" y="7664862"/>
            <a:ext cx="41243" cy="79439"/>
          </a:xfrm>
          <a:prstGeom prst="rect"/>
          <a:ln w="0">
            <a:noFill/>
          </a:ln>
        </p:spPr>
      </p:pic>
      <p:sp>
        <p:nvSpPr>
          <p:cNvPr id="1265" name="New shape"/>
          <p:cNvSpPr/>
          <p:nvPr/>
        </p:nvSpPr>
        <p:spPr>
          <a:xfrm>
            <a:off x="3860292" y="7635239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6" name="New picture"/>
          <p:cNvPicPr/>
          <p:nvPr/>
        </p:nvPicPr>
        <p:blipFill>
          <a:blip r:embed="rId783"/>
          <a:srcRect/>
          <a:stretch>
            <a:fillRect/>
          </a:stretch>
        </p:blipFill>
        <p:spPr>
          <a:xfrm>
            <a:off x="3893344" y="7664864"/>
            <a:ext cx="71723" cy="80867"/>
          </a:xfrm>
          <a:prstGeom prst="rect"/>
          <a:ln w="0">
            <a:noFill/>
          </a:ln>
        </p:spPr>
      </p:pic>
      <p:sp>
        <p:nvSpPr>
          <p:cNvPr id="1267" name="New shape"/>
          <p:cNvSpPr/>
          <p:nvPr/>
        </p:nvSpPr>
        <p:spPr>
          <a:xfrm>
            <a:off x="3907059" y="767400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8" name="New picture"/>
          <p:cNvPicPr/>
          <p:nvPr/>
        </p:nvPicPr>
        <p:blipFill>
          <a:blip r:embed="rId784"/>
          <a:srcRect/>
          <a:stretch>
            <a:fillRect/>
          </a:stretch>
        </p:blipFill>
        <p:spPr>
          <a:xfrm>
            <a:off x="4020121" y="7635906"/>
            <a:ext cx="74771" cy="109918"/>
          </a:xfrm>
          <a:prstGeom prst="rect"/>
          <a:ln w="0">
            <a:noFill/>
          </a:ln>
        </p:spPr>
      </p:pic>
      <p:sp>
        <p:nvSpPr>
          <p:cNvPr id="1269" name="New shape"/>
          <p:cNvSpPr/>
          <p:nvPr/>
        </p:nvSpPr>
        <p:spPr>
          <a:xfrm>
            <a:off x="4032314" y="7675626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0" name="New picture"/>
          <p:cNvPicPr/>
          <p:nvPr/>
        </p:nvPicPr>
        <p:blipFill>
          <a:blip r:embed="rId785"/>
          <a:srcRect/>
          <a:stretch>
            <a:fillRect/>
          </a:stretch>
        </p:blipFill>
        <p:spPr>
          <a:xfrm>
            <a:off x="4114800" y="7664863"/>
            <a:ext cx="70199" cy="80962"/>
          </a:xfrm>
          <a:prstGeom prst="rect"/>
          <a:ln w="0">
            <a:noFill/>
          </a:ln>
        </p:spPr>
      </p:pic>
      <p:sp>
        <p:nvSpPr>
          <p:cNvPr id="1271" name="New shape"/>
          <p:cNvSpPr/>
          <p:nvPr/>
        </p:nvSpPr>
        <p:spPr>
          <a:xfrm>
            <a:off x="4126992" y="7674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2" name="New picture"/>
          <p:cNvPicPr/>
          <p:nvPr/>
        </p:nvPicPr>
        <p:blipFill>
          <a:blip r:embed="rId786"/>
          <a:srcRect/>
          <a:stretch>
            <a:fillRect/>
          </a:stretch>
        </p:blipFill>
        <p:spPr>
          <a:xfrm>
            <a:off x="4239958" y="7635906"/>
            <a:ext cx="76391" cy="109918"/>
          </a:xfrm>
          <a:prstGeom prst="rect"/>
          <a:ln w="0">
            <a:noFill/>
          </a:ln>
        </p:spPr>
      </p:pic>
      <p:sp>
        <p:nvSpPr>
          <p:cNvPr id="1273" name="New shape"/>
          <p:cNvSpPr/>
          <p:nvPr/>
        </p:nvSpPr>
        <p:spPr>
          <a:xfrm>
            <a:off x="4253770" y="7675626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4" name="New picture"/>
          <p:cNvPicPr/>
          <p:nvPr/>
        </p:nvPicPr>
        <p:blipFill>
          <a:blip r:embed="rId787"/>
          <a:srcRect/>
          <a:stretch>
            <a:fillRect/>
          </a:stretch>
        </p:blipFill>
        <p:spPr>
          <a:xfrm>
            <a:off x="4334637" y="7664863"/>
            <a:ext cx="71818" cy="80962"/>
          </a:xfrm>
          <a:prstGeom prst="rect"/>
          <a:ln w="0">
            <a:noFill/>
          </a:ln>
        </p:spPr>
      </p:pic>
      <p:sp>
        <p:nvSpPr>
          <p:cNvPr id="1275" name="New shape"/>
          <p:cNvSpPr/>
          <p:nvPr/>
        </p:nvSpPr>
        <p:spPr>
          <a:xfrm>
            <a:off x="4348352" y="7674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76" name="New shape"/>
          <p:cNvSpPr/>
          <p:nvPr/>
        </p:nvSpPr>
        <p:spPr>
          <a:xfrm>
            <a:off x="4359116" y="7629810"/>
            <a:ext cx="3048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7" name="New picture"/>
          <p:cNvPicPr/>
          <p:nvPr/>
        </p:nvPicPr>
        <p:blipFill>
          <a:blip r:embed="rId788"/>
          <a:srcRect/>
          <a:stretch>
            <a:fillRect/>
          </a:stretch>
        </p:blipFill>
        <p:spPr>
          <a:xfrm>
            <a:off x="4427791" y="7635906"/>
            <a:ext cx="73342" cy="109919"/>
          </a:xfrm>
          <a:prstGeom prst="rect"/>
          <a:ln w="0">
            <a:noFill/>
          </a:ln>
        </p:spPr>
      </p:pic>
      <p:sp>
        <p:nvSpPr>
          <p:cNvPr id="1278" name="New shape"/>
          <p:cNvSpPr/>
          <p:nvPr/>
        </p:nvSpPr>
        <p:spPr>
          <a:xfrm>
            <a:off x="4439983" y="7674101"/>
            <a:ext cx="48863" cy="6248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9" name="New picture"/>
          <p:cNvPicPr/>
          <p:nvPr/>
        </p:nvPicPr>
        <p:blipFill>
          <a:blip r:embed="rId789"/>
          <a:srcRect/>
          <a:stretch>
            <a:fillRect/>
          </a:stretch>
        </p:blipFill>
        <p:spPr>
          <a:xfrm>
            <a:off x="4520947" y="7666386"/>
            <a:ext cx="70199" cy="79343"/>
          </a:xfrm>
          <a:prstGeom prst="rect"/>
          <a:ln w="0">
            <a:noFill/>
          </a:ln>
        </p:spPr>
      </p:pic>
      <p:pic>
        <p:nvPicPr>
          <p:cNvPr id="1280" name="New picture"/>
          <p:cNvPicPr/>
          <p:nvPr/>
        </p:nvPicPr>
        <p:blipFill>
          <a:blip r:embed="rId790"/>
          <a:srcRect/>
          <a:stretch>
            <a:fillRect/>
          </a:stretch>
        </p:blipFill>
        <p:spPr>
          <a:xfrm>
            <a:off x="4604956" y="7643527"/>
            <a:ext cx="48863" cy="102298"/>
          </a:xfrm>
          <a:prstGeom prst="rect"/>
          <a:ln w="0">
            <a:noFill/>
          </a:ln>
        </p:spPr>
      </p:pic>
      <p:pic>
        <p:nvPicPr>
          <p:cNvPr id="1281" name="New picture"/>
          <p:cNvPicPr/>
          <p:nvPr/>
        </p:nvPicPr>
        <p:blipFill>
          <a:blip r:embed="rId791"/>
          <a:srcRect/>
          <a:stretch>
            <a:fillRect/>
          </a:stretch>
        </p:blipFill>
        <p:spPr>
          <a:xfrm>
            <a:off x="4664488" y="7664862"/>
            <a:ext cx="65627" cy="80962"/>
          </a:xfrm>
          <a:prstGeom prst="rect"/>
          <a:ln w="0">
            <a:noFill/>
          </a:ln>
        </p:spPr>
      </p:pic>
      <p:sp>
        <p:nvSpPr>
          <p:cNvPr id="1282" name="New shape"/>
          <p:cNvSpPr/>
          <p:nvPr/>
        </p:nvSpPr>
        <p:spPr>
          <a:xfrm>
            <a:off x="4678204" y="7706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3" name="New picture"/>
          <p:cNvPicPr/>
          <p:nvPr/>
        </p:nvPicPr>
        <p:blipFill>
          <a:blip r:embed="rId792"/>
          <a:srcRect/>
          <a:stretch>
            <a:fillRect/>
          </a:stretch>
        </p:blipFill>
        <p:spPr>
          <a:xfrm>
            <a:off x="4752975" y="7664862"/>
            <a:ext cx="70295" cy="79439"/>
          </a:xfrm>
          <a:prstGeom prst="rect"/>
          <a:ln w="0">
            <a:noFill/>
          </a:ln>
        </p:spPr>
      </p:pic>
      <p:pic>
        <p:nvPicPr>
          <p:cNvPr id="1284" name="New picture"/>
          <p:cNvPicPr/>
          <p:nvPr/>
        </p:nvPicPr>
        <p:blipFill>
          <a:blip r:embed="rId793"/>
          <a:srcRect/>
          <a:stretch>
            <a:fillRect/>
          </a:stretch>
        </p:blipFill>
        <p:spPr>
          <a:xfrm>
            <a:off x="4837080" y="7643526"/>
            <a:ext cx="47339" cy="102203"/>
          </a:xfrm>
          <a:prstGeom prst="rect"/>
          <a:ln w="0">
            <a:noFill/>
          </a:ln>
        </p:spPr>
      </p:pic>
      <p:pic>
        <p:nvPicPr>
          <p:cNvPr id="1285" name="New picture"/>
          <p:cNvPicPr/>
          <p:nvPr/>
        </p:nvPicPr>
        <p:blipFill>
          <a:blip r:embed="rId794"/>
          <a:srcRect/>
          <a:stretch>
            <a:fillRect/>
          </a:stretch>
        </p:blipFill>
        <p:spPr>
          <a:xfrm>
            <a:off x="4893564" y="7664863"/>
            <a:ext cx="58007" cy="80962"/>
          </a:xfrm>
          <a:prstGeom prst="rect"/>
          <a:ln w="0">
            <a:noFill/>
          </a:ln>
        </p:spPr>
      </p:pic>
      <p:pic>
        <p:nvPicPr>
          <p:cNvPr id="1286" name="New picture"/>
          <p:cNvPicPr/>
          <p:nvPr/>
        </p:nvPicPr>
        <p:blipFill>
          <a:blip r:embed="rId795"/>
          <a:srcRect/>
          <a:stretch>
            <a:fillRect/>
          </a:stretch>
        </p:blipFill>
        <p:spPr>
          <a:xfrm>
            <a:off x="4965288" y="7728967"/>
            <a:ext cx="21431" cy="42767"/>
          </a:xfrm>
          <a:prstGeom prst="rect"/>
          <a:ln w="0">
            <a:noFill/>
          </a:ln>
        </p:spPr>
      </p:pic>
      <p:pic>
        <p:nvPicPr>
          <p:cNvPr id="1287" name="New picture"/>
          <p:cNvPicPr/>
          <p:nvPr/>
        </p:nvPicPr>
        <p:blipFill>
          <a:blip r:embed="rId796"/>
          <a:srcRect/>
          <a:stretch>
            <a:fillRect/>
          </a:stretch>
        </p:blipFill>
        <p:spPr>
          <a:xfrm>
            <a:off x="5046249" y="7664864"/>
            <a:ext cx="77915" cy="80867"/>
          </a:xfrm>
          <a:prstGeom prst="rect"/>
          <a:ln w="0">
            <a:noFill/>
          </a:ln>
        </p:spPr>
      </p:pic>
      <p:sp>
        <p:nvSpPr>
          <p:cNvPr id="1288" name="New shape"/>
          <p:cNvSpPr/>
          <p:nvPr/>
        </p:nvSpPr>
        <p:spPr>
          <a:xfrm>
            <a:off x="5059966" y="7674008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9" name="New picture"/>
          <p:cNvPicPr/>
          <p:nvPr/>
        </p:nvPicPr>
        <p:blipFill>
          <a:blip r:embed="rId797"/>
          <a:srcRect/>
          <a:stretch>
            <a:fillRect/>
          </a:stretch>
        </p:blipFill>
        <p:spPr>
          <a:xfrm>
            <a:off x="5143977" y="7664862"/>
            <a:ext cx="70199" cy="79439"/>
          </a:xfrm>
          <a:prstGeom prst="rect"/>
          <a:ln w="0">
            <a:noFill/>
          </a:ln>
        </p:spPr>
      </p:pic>
      <p:pic>
        <p:nvPicPr>
          <p:cNvPr id="1290" name="New picture"/>
          <p:cNvPicPr/>
          <p:nvPr/>
        </p:nvPicPr>
        <p:blipFill>
          <a:blip r:embed="rId798"/>
          <a:srcRect/>
          <a:stretch>
            <a:fillRect/>
          </a:stretch>
        </p:blipFill>
        <p:spPr>
          <a:xfrm>
            <a:off x="5266182" y="7666482"/>
            <a:ext cx="73247" cy="77819"/>
          </a:xfrm>
          <a:prstGeom prst="rect"/>
          <a:ln w="0">
            <a:noFill/>
          </a:ln>
        </p:spPr>
      </p:pic>
      <p:pic>
        <p:nvPicPr>
          <p:cNvPr id="1291" name="New picture"/>
          <p:cNvPicPr/>
          <p:nvPr/>
        </p:nvPicPr>
        <p:blipFill>
          <a:blip r:embed="rId799"/>
          <a:srcRect/>
          <a:stretch>
            <a:fillRect/>
          </a:stretch>
        </p:blipFill>
        <p:spPr>
          <a:xfrm>
            <a:off x="5347049" y="7664863"/>
            <a:ext cx="70295" cy="80962"/>
          </a:xfrm>
          <a:prstGeom prst="rect"/>
          <a:ln w="0">
            <a:noFill/>
          </a:ln>
        </p:spPr>
      </p:pic>
      <p:sp>
        <p:nvSpPr>
          <p:cNvPr id="1292" name="New shape"/>
          <p:cNvSpPr/>
          <p:nvPr/>
        </p:nvSpPr>
        <p:spPr>
          <a:xfrm>
            <a:off x="5359336" y="7674102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3" name="New picture"/>
          <p:cNvPicPr/>
          <p:nvPr/>
        </p:nvPicPr>
        <p:blipFill>
          <a:blip r:embed="rId800"/>
          <a:srcRect/>
          <a:stretch>
            <a:fillRect/>
          </a:stretch>
        </p:blipFill>
        <p:spPr>
          <a:xfrm>
            <a:off x="5437156" y="7666387"/>
            <a:ext cx="70295" cy="79439"/>
          </a:xfrm>
          <a:prstGeom prst="rect"/>
          <a:ln w="0">
            <a:noFill/>
          </a:ln>
        </p:spPr>
      </p:pic>
      <p:pic>
        <p:nvPicPr>
          <p:cNvPr id="1294" name="New picture"/>
          <p:cNvPicPr/>
          <p:nvPr/>
        </p:nvPicPr>
        <p:blipFill>
          <a:blip r:embed="rId801"/>
          <a:srcRect/>
          <a:stretch>
            <a:fillRect/>
          </a:stretch>
        </p:blipFill>
        <p:spPr>
          <a:xfrm>
            <a:off x="5521166" y="7643527"/>
            <a:ext cx="48863" cy="102298"/>
          </a:xfrm>
          <a:prstGeom prst="rect"/>
          <a:ln w="0">
            <a:noFill/>
          </a:ln>
        </p:spPr>
      </p:pic>
      <p:pic>
        <p:nvPicPr>
          <p:cNvPr id="1295" name="New picture"/>
          <p:cNvPicPr/>
          <p:nvPr/>
        </p:nvPicPr>
        <p:blipFill>
          <a:blip r:embed="rId802"/>
          <a:srcRect/>
          <a:stretch>
            <a:fillRect/>
          </a:stretch>
        </p:blipFill>
        <p:spPr>
          <a:xfrm>
            <a:off x="5622036" y="7635906"/>
            <a:ext cx="74771" cy="109918"/>
          </a:xfrm>
          <a:prstGeom prst="rect"/>
          <a:ln w="0">
            <a:noFill/>
          </a:ln>
        </p:spPr>
      </p:pic>
      <p:sp>
        <p:nvSpPr>
          <p:cNvPr id="1296" name="New shape"/>
          <p:cNvSpPr/>
          <p:nvPr/>
        </p:nvSpPr>
        <p:spPr>
          <a:xfrm>
            <a:off x="5634228" y="7675626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97" name="New shape"/>
          <p:cNvSpPr/>
          <p:nvPr/>
        </p:nvSpPr>
        <p:spPr>
          <a:xfrm>
            <a:off x="5722716" y="7666386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8" name="New picture"/>
          <p:cNvPicPr/>
          <p:nvPr/>
        </p:nvPicPr>
        <p:blipFill>
          <a:blip r:embed="rId803"/>
          <a:srcRect/>
          <a:stretch>
            <a:fillRect/>
          </a:stretch>
        </p:blipFill>
        <p:spPr>
          <a:xfrm>
            <a:off x="5719667" y="7631334"/>
            <a:ext cx="16764" cy="16764"/>
          </a:xfrm>
          <a:prstGeom prst="rect"/>
          <a:ln w="0">
            <a:noFill/>
          </a:ln>
        </p:spPr>
      </p:pic>
      <p:pic>
        <p:nvPicPr>
          <p:cNvPr id="1299" name="New picture"/>
          <p:cNvPicPr/>
          <p:nvPr/>
        </p:nvPicPr>
        <p:blipFill>
          <a:blip r:embed="rId804"/>
          <a:srcRect/>
          <a:stretch>
            <a:fillRect/>
          </a:stretch>
        </p:blipFill>
        <p:spPr>
          <a:xfrm>
            <a:off x="5760910" y="7664862"/>
            <a:ext cx="42767" cy="79439"/>
          </a:xfrm>
          <a:prstGeom prst="rect"/>
          <a:ln w="0">
            <a:noFill/>
          </a:ln>
        </p:spPr>
      </p:pic>
      <p:pic>
        <p:nvPicPr>
          <p:cNvPr id="1300" name="New picture"/>
          <p:cNvPicPr/>
          <p:nvPr/>
        </p:nvPicPr>
        <p:blipFill>
          <a:blip r:embed="rId805"/>
          <a:srcRect/>
          <a:stretch>
            <a:fillRect/>
          </a:stretch>
        </p:blipFill>
        <p:spPr>
          <a:xfrm>
            <a:off x="5808250" y="7664863"/>
            <a:ext cx="71723" cy="80962"/>
          </a:xfrm>
          <a:prstGeom prst="rect"/>
          <a:ln w="0">
            <a:noFill/>
          </a:ln>
        </p:spPr>
      </p:pic>
      <p:sp>
        <p:nvSpPr>
          <p:cNvPr id="1301" name="New shape"/>
          <p:cNvSpPr/>
          <p:nvPr/>
        </p:nvSpPr>
        <p:spPr>
          <a:xfrm>
            <a:off x="5821966" y="7674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2" name="New picture"/>
          <p:cNvPicPr/>
          <p:nvPr/>
        </p:nvPicPr>
        <p:blipFill>
          <a:blip r:embed="rId806"/>
          <a:srcRect/>
          <a:stretch>
            <a:fillRect/>
          </a:stretch>
        </p:blipFill>
        <p:spPr>
          <a:xfrm>
            <a:off x="5939599" y="7664862"/>
            <a:ext cx="74771" cy="116015"/>
          </a:xfrm>
          <a:prstGeom prst="rect"/>
          <a:ln w="0">
            <a:noFill/>
          </a:ln>
        </p:spPr>
      </p:pic>
      <p:sp>
        <p:nvSpPr>
          <p:cNvPr id="1303" name="New shape"/>
          <p:cNvSpPr/>
          <p:nvPr/>
        </p:nvSpPr>
        <p:spPr>
          <a:xfrm>
            <a:off x="5953316" y="7674101"/>
            <a:ext cx="47339" cy="6248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4" name="New picture"/>
          <p:cNvPicPr/>
          <p:nvPr/>
        </p:nvPicPr>
        <p:blipFill>
          <a:blip r:embed="rId807"/>
          <a:srcRect/>
          <a:stretch>
            <a:fillRect/>
          </a:stretch>
        </p:blipFill>
        <p:spPr>
          <a:xfrm>
            <a:off x="6028086" y="7664862"/>
            <a:ext cx="67247" cy="80962"/>
          </a:xfrm>
          <a:prstGeom prst="rect"/>
          <a:ln w="0">
            <a:noFill/>
          </a:ln>
        </p:spPr>
      </p:pic>
      <p:sp>
        <p:nvSpPr>
          <p:cNvPr id="1305" name="New shape"/>
          <p:cNvSpPr/>
          <p:nvPr/>
        </p:nvSpPr>
        <p:spPr>
          <a:xfrm>
            <a:off x="6041898" y="7706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6" name="New picture"/>
          <p:cNvPicPr/>
          <p:nvPr/>
        </p:nvPicPr>
        <p:blipFill>
          <a:blip r:embed="rId808"/>
          <a:srcRect/>
          <a:stretch>
            <a:fillRect/>
          </a:stretch>
        </p:blipFill>
        <p:spPr>
          <a:xfrm>
            <a:off x="6118193" y="7664862"/>
            <a:ext cx="42767" cy="79439"/>
          </a:xfrm>
          <a:prstGeom prst="rect"/>
          <a:ln w="0">
            <a:noFill/>
          </a:ln>
        </p:spPr>
      </p:pic>
      <p:sp>
        <p:nvSpPr>
          <p:cNvPr id="1307" name="New shape"/>
          <p:cNvSpPr/>
          <p:nvPr/>
        </p:nvSpPr>
        <p:spPr>
          <a:xfrm>
            <a:off x="6214872" y="7635239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8" name="New picture"/>
          <p:cNvPicPr/>
          <p:nvPr/>
        </p:nvPicPr>
        <p:blipFill>
          <a:blip r:embed="rId809"/>
          <a:srcRect/>
          <a:stretch>
            <a:fillRect/>
          </a:stretch>
        </p:blipFill>
        <p:spPr>
          <a:xfrm>
            <a:off x="6246495" y="7664862"/>
            <a:ext cx="67151" cy="80962"/>
          </a:xfrm>
          <a:prstGeom prst="rect"/>
          <a:ln w="0">
            <a:noFill/>
          </a:ln>
        </p:spPr>
      </p:pic>
      <p:sp>
        <p:nvSpPr>
          <p:cNvPr id="1309" name="New shape"/>
          <p:cNvSpPr/>
          <p:nvPr/>
        </p:nvSpPr>
        <p:spPr>
          <a:xfrm>
            <a:off x="6260211" y="7706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10" name="New shape"/>
          <p:cNvSpPr/>
          <p:nvPr/>
        </p:nvSpPr>
        <p:spPr>
          <a:xfrm>
            <a:off x="6264783" y="7629810"/>
            <a:ext cx="32099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1" name="New picture"/>
          <p:cNvPicPr/>
          <p:nvPr/>
        </p:nvPicPr>
        <p:blipFill>
          <a:blip r:embed="rId810"/>
          <a:srcRect/>
          <a:stretch>
            <a:fillRect/>
          </a:stretch>
        </p:blipFill>
        <p:spPr>
          <a:xfrm>
            <a:off x="6371748" y="7635906"/>
            <a:ext cx="74771" cy="109918"/>
          </a:xfrm>
          <a:prstGeom prst="rect"/>
          <a:ln w="0">
            <a:noFill/>
          </a:ln>
        </p:spPr>
      </p:pic>
      <p:sp>
        <p:nvSpPr>
          <p:cNvPr id="1312" name="New shape"/>
          <p:cNvSpPr/>
          <p:nvPr/>
        </p:nvSpPr>
        <p:spPr>
          <a:xfrm>
            <a:off x="6385465" y="7675626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3" name="New picture"/>
          <p:cNvPicPr/>
          <p:nvPr/>
        </p:nvPicPr>
        <p:blipFill>
          <a:blip r:embed="rId811"/>
          <a:srcRect/>
          <a:stretch>
            <a:fillRect/>
          </a:stretch>
        </p:blipFill>
        <p:spPr>
          <a:xfrm>
            <a:off x="6466428" y="7664863"/>
            <a:ext cx="71723" cy="80962"/>
          </a:xfrm>
          <a:prstGeom prst="rect"/>
          <a:ln w="0">
            <a:noFill/>
          </a:ln>
        </p:spPr>
      </p:pic>
      <p:sp>
        <p:nvSpPr>
          <p:cNvPr id="1314" name="New shape"/>
          <p:cNvSpPr/>
          <p:nvPr/>
        </p:nvSpPr>
        <p:spPr>
          <a:xfrm>
            <a:off x="6480143" y="7674102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5" name="New picture"/>
          <p:cNvPicPr/>
          <p:nvPr/>
        </p:nvPicPr>
        <p:blipFill>
          <a:blip r:embed="rId812"/>
          <a:srcRect/>
          <a:stretch>
            <a:fillRect/>
          </a:stretch>
        </p:blipFill>
        <p:spPr>
          <a:xfrm>
            <a:off x="671322" y="7895368"/>
            <a:ext cx="73247" cy="77819"/>
          </a:xfrm>
          <a:prstGeom prst="rect"/>
          <a:ln w="0">
            <a:noFill/>
          </a:ln>
        </p:spPr>
      </p:pic>
      <p:pic>
        <p:nvPicPr>
          <p:cNvPr id="1316" name="New picture"/>
          <p:cNvPicPr/>
          <p:nvPr/>
        </p:nvPicPr>
        <p:blipFill>
          <a:blip r:embed="rId813"/>
          <a:srcRect/>
          <a:stretch>
            <a:fillRect/>
          </a:stretch>
        </p:blipFill>
        <p:spPr>
          <a:xfrm>
            <a:off x="752285" y="7893844"/>
            <a:ext cx="70199" cy="80867"/>
          </a:xfrm>
          <a:prstGeom prst="rect"/>
          <a:ln w="0">
            <a:noFill/>
          </a:ln>
        </p:spPr>
      </p:pic>
      <p:sp>
        <p:nvSpPr>
          <p:cNvPr id="1317" name="New shape"/>
          <p:cNvSpPr/>
          <p:nvPr/>
        </p:nvSpPr>
        <p:spPr>
          <a:xfrm>
            <a:off x="764476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18" name="New shape"/>
          <p:cNvSpPr/>
          <p:nvPr/>
        </p:nvSpPr>
        <p:spPr>
          <a:xfrm>
            <a:off x="775144" y="7858696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9" name="New picture"/>
          <p:cNvPicPr/>
          <p:nvPr/>
        </p:nvPicPr>
        <p:blipFill>
          <a:blip r:embed="rId814"/>
          <a:srcRect/>
          <a:stretch>
            <a:fillRect/>
          </a:stretch>
        </p:blipFill>
        <p:spPr>
          <a:xfrm>
            <a:off x="842391" y="7893844"/>
            <a:ext cx="42672" cy="79343"/>
          </a:xfrm>
          <a:prstGeom prst="rect"/>
          <a:ln w="0">
            <a:noFill/>
          </a:ln>
        </p:spPr>
      </p:pic>
      <p:sp>
        <p:nvSpPr>
          <p:cNvPr id="1320" name="New shape"/>
          <p:cNvSpPr/>
          <p:nvPr/>
        </p:nvSpPr>
        <p:spPr>
          <a:xfrm>
            <a:off x="898874" y="7895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1" name="New picture"/>
          <p:cNvPicPr/>
          <p:nvPr/>
        </p:nvPicPr>
        <p:blipFill>
          <a:blip r:embed="rId815"/>
          <a:srcRect/>
          <a:stretch>
            <a:fillRect/>
          </a:stretch>
        </p:blipFill>
        <p:spPr>
          <a:xfrm>
            <a:off x="897350" y="7860316"/>
            <a:ext cx="16764" cy="16764"/>
          </a:xfrm>
          <a:prstGeom prst="rect"/>
          <a:ln w="0">
            <a:noFill/>
          </a:ln>
        </p:spPr>
      </p:pic>
      <p:pic>
        <p:nvPicPr>
          <p:cNvPr id="1322" name="New picture"/>
          <p:cNvPicPr/>
          <p:nvPr/>
        </p:nvPicPr>
        <p:blipFill>
          <a:blip r:embed="rId816"/>
          <a:srcRect/>
          <a:stretch>
            <a:fillRect/>
          </a:stretch>
        </p:blipFill>
        <p:spPr>
          <a:xfrm>
            <a:off x="927926" y="7872508"/>
            <a:ext cx="47339" cy="102203"/>
          </a:xfrm>
          <a:prstGeom prst="rect"/>
          <a:ln w="0">
            <a:noFill/>
          </a:ln>
        </p:spPr>
      </p:pic>
      <p:pic>
        <p:nvPicPr>
          <p:cNvPr id="1323" name="New picture"/>
          <p:cNvPicPr/>
          <p:nvPr/>
        </p:nvPicPr>
        <p:blipFill>
          <a:blip r:embed="rId817"/>
          <a:srcRect/>
          <a:stretch>
            <a:fillRect/>
          </a:stretch>
        </p:blipFill>
        <p:spPr>
          <a:xfrm>
            <a:off x="987457" y="7893844"/>
            <a:ext cx="65627" cy="80867"/>
          </a:xfrm>
          <a:prstGeom prst="rect"/>
          <a:ln w="0">
            <a:noFill/>
          </a:ln>
        </p:spPr>
      </p:pic>
      <p:sp>
        <p:nvSpPr>
          <p:cNvPr id="1324" name="New shape"/>
          <p:cNvSpPr/>
          <p:nvPr/>
        </p:nvSpPr>
        <p:spPr>
          <a:xfrm>
            <a:off x="999649" y="7934992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5" name="New picture"/>
          <p:cNvPicPr/>
          <p:nvPr/>
        </p:nvPicPr>
        <p:blipFill>
          <a:blip r:embed="rId818"/>
          <a:srcRect/>
          <a:stretch>
            <a:fillRect/>
          </a:stretch>
        </p:blipFill>
        <p:spPr>
          <a:xfrm>
            <a:off x="1077468" y="7864792"/>
            <a:ext cx="73343" cy="109919"/>
          </a:xfrm>
          <a:prstGeom prst="rect"/>
          <a:ln w="0">
            <a:noFill/>
          </a:ln>
        </p:spPr>
      </p:pic>
      <p:sp>
        <p:nvSpPr>
          <p:cNvPr id="1326" name="New shape"/>
          <p:cNvSpPr/>
          <p:nvPr/>
        </p:nvSpPr>
        <p:spPr>
          <a:xfrm>
            <a:off x="1089755" y="7902987"/>
            <a:ext cx="48863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27" name="New shape"/>
          <p:cNvSpPr/>
          <p:nvPr/>
        </p:nvSpPr>
        <p:spPr>
          <a:xfrm>
            <a:off x="1171956" y="7865363"/>
            <a:ext cx="13716" cy="108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8" name="New picture"/>
          <p:cNvPicPr/>
          <p:nvPr/>
        </p:nvPicPr>
        <p:blipFill>
          <a:blip r:embed="rId819"/>
          <a:srcRect/>
          <a:stretch>
            <a:fillRect/>
          </a:stretch>
        </p:blipFill>
        <p:spPr>
          <a:xfrm>
            <a:off x="1205865" y="7893748"/>
            <a:ext cx="71723" cy="80962"/>
          </a:xfrm>
          <a:prstGeom prst="rect"/>
          <a:ln w="0">
            <a:noFill/>
          </a:ln>
        </p:spPr>
      </p:pic>
      <p:sp>
        <p:nvSpPr>
          <p:cNvPr id="1329" name="New shape"/>
          <p:cNvSpPr/>
          <p:nvPr/>
        </p:nvSpPr>
        <p:spPr>
          <a:xfrm>
            <a:off x="1219581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0" name="New picture"/>
          <p:cNvPicPr/>
          <p:nvPr/>
        </p:nvPicPr>
        <p:blipFill>
          <a:blip r:embed="rId820"/>
          <a:srcRect/>
          <a:stretch>
            <a:fillRect/>
          </a:stretch>
        </p:blipFill>
        <p:spPr>
          <a:xfrm>
            <a:off x="1288256" y="7893844"/>
            <a:ext cx="58007" cy="80867"/>
          </a:xfrm>
          <a:prstGeom prst="rect"/>
          <a:ln w="0">
            <a:noFill/>
          </a:ln>
        </p:spPr>
      </p:pic>
      <p:pic>
        <p:nvPicPr>
          <p:cNvPr id="1331" name="New picture"/>
          <p:cNvPicPr/>
          <p:nvPr/>
        </p:nvPicPr>
        <p:blipFill>
          <a:blip r:embed="rId821"/>
          <a:srcRect/>
          <a:stretch>
            <a:fillRect/>
          </a:stretch>
        </p:blipFill>
        <p:spPr>
          <a:xfrm>
            <a:off x="1404271" y="7893748"/>
            <a:ext cx="70199" cy="79439"/>
          </a:xfrm>
          <a:prstGeom prst="rect"/>
          <a:ln w="0">
            <a:noFill/>
          </a:ln>
        </p:spPr>
      </p:pic>
      <p:pic>
        <p:nvPicPr>
          <p:cNvPr id="1332" name="New picture"/>
          <p:cNvPicPr/>
          <p:nvPr/>
        </p:nvPicPr>
        <p:blipFill>
          <a:blip r:embed="rId822"/>
          <a:srcRect/>
          <a:stretch>
            <a:fillRect/>
          </a:stretch>
        </p:blipFill>
        <p:spPr>
          <a:xfrm>
            <a:off x="1494377" y="7893844"/>
            <a:ext cx="77915" cy="80867"/>
          </a:xfrm>
          <a:prstGeom prst="rect"/>
          <a:ln w="0">
            <a:noFill/>
          </a:ln>
        </p:spPr>
      </p:pic>
      <p:sp>
        <p:nvSpPr>
          <p:cNvPr id="1333" name="New shape"/>
          <p:cNvSpPr/>
          <p:nvPr/>
        </p:nvSpPr>
        <p:spPr>
          <a:xfrm>
            <a:off x="1508093" y="7902987"/>
            <a:ext cx="50387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4" name="New picture"/>
          <p:cNvPicPr/>
          <p:nvPr/>
        </p:nvPicPr>
        <p:blipFill>
          <a:blip r:embed="rId823"/>
          <a:srcRect/>
          <a:stretch>
            <a:fillRect/>
          </a:stretch>
        </p:blipFill>
        <p:spPr>
          <a:xfrm>
            <a:off x="1579912" y="7895368"/>
            <a:ext cx="73247" cy="77819"/>
          </a:xfrm>
          <a:prstGeom prst="rect"/>
          <a:ln w="0">
            <a:noFill/>
          </a:ln>
        </p:spPr>
      </p:pic>
      <p:sp>
        <p:nvSpPr>
          <p:cNvPr id="1335" name="New shape"/>
          <p:cNvSpPr/>
          <p:nvPr/>
        </p:nvSpPr>
        <p:spPr>
          <a:xfrm>
            <a:off x="1666970" y="7895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6" name="New picture"/>
          <p:cNvPicPr/>
          <p:nvPr/>
        </p:nvPicPr>
        <p:blipFill>
          <a:blip r:embed="rId824"/>
          <a:srcRect/>
          <a:stretch>
            <a:fillRect/>
          </a:stretch>
        </p:blipFill>
        <p:spPr>
          <a:xfrm>
            <a:off x="1665446" y="7860219"/>
            <a:ext cx="16764" cy="16764"/>
          </a:xfrm>
          <a:prstGeom prst="rect"/>
          <a:ln w="0">
            <a:noFill/>
          </a:ln>
        </p:spPr>
      </p:pic>
      <p:pic>
        <p:nvPicPr>
          <p:cNvPr id="1337" name="New picture"/>
          <p:cNvPicPr/>
          <p:nvPr/>
        </p:nvPicPr>
        <p:blipFill>
          <a:blip r:embed="rId825"/>
          <a:srcRect/>
          <a:stretch>
            <a:fillRect/>
          </a:stretch>
        </p:blipFill>
        <p:spPr>
          <a:xfrm>
            <a:off x="1700498" y="7893844"/>
            <a:ext cx="64199" cy="80867"/>
          </a:xfrm>
          <a:prstGeom prst="rect"/>
          <a:ln w="0">
            <a:noFill/>
          </a:ln>
        </p:spPr>
      </p:pic>
      <p:pic>
        <p:nvPicPr>
          <p:cNvPr id="1338" name="New picture"/>
          <p:cNvPicPr/>
          <p:nvPr/>
        </p:nvPicPr>
        <p:blipFill>
          <a:blip r:embed="rId826"/>
          <a:srcRect/>
          <a:stretch>
            <a:fillRect/>
          </a:stretch>
        </p:blipFill>
        <p:spPr>
          <a:xfrm>
            <a:off x="1775365" y="7893844"/>
            <a:ext cx="70199" cy="80867"/>
          </a:xfrm>
          <a:prstGeom prst="rect"/>
          <a:ln w="0">
            <a:noFill/>
          </a:ln>
        </p:spPr>
      </p:pic>
      <p:sp>
        <p:nvSpPr>
          <p:cNvPr id="1339" name="New shape"/>
          <p:cNvSpPr/>
          <p:nvPr/>
        </p:nvSpPr>
        <p:spPr>
          <a:xfrm>
            <a:off x="1787557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0" name="New picture"/>
          <p:cNvPicPr/>
          <p:nvPr/>
        </p:nvPicPr>
        <p:blipFill>
          <a:blip r:embed="rId827"/>
          <a:srcRect/>
          <a:stretch>
            <a:fillRect/>
          </a:stretch>
        </p:blipFill>
        <p:spPr>
          <a:xfrm>
            <a:off x="1857851" y="7893844"/>
            <a:ext cx="58007" cy="80867"/>
          </a:xfrm>
          <a:prstGeom prst="rect"/>
          <a:ln w="0">
            <a:noFill/>
          </a:ln>
        </p:spPr>
      </p:pic>
      <p:pic>
        <p:nvPicPr>
          <p:cNvPr id="1341" name="New picture"/>
          <p:cNvPicPr/>
          <p:nvPr/>
        </p:nvPicPr>
        <p:blipFill>
          <a:blip r:embed="rId828"/>
          <a:srcRect/>
          <a:stretch>
            <a:fillRect/>
          </a:stretch>
        </p:blipFill>
        <p:spPr>
          <a:xfrm>
            <a:off x="1934146" y="7957948"/>
            <a:ext cx="16764" cy="16859"/>
          </a:xfrm>
          <a:prstGeom prst="rect"/>
          <a:ln w="0">
            <a:noFill/>
          </a:ln>
        </p:spPr>
      </p:pic>
      <p:pic>
        <p:nvPicPr>
          <p:cNvPr id="1342" name="New picture"/>
          <p:cNvPicPr/>
          <p:nvPr/>
        </p:nvPicPr>
        <p:blipFill>
          <a:blip r:embed="rId829"/>
          <a:srcRect/>
          <a:stretch>
            <a:fillRect/>
          </a:stretch>
        </p:blipFill>
        <p:spPr>
          <a:xfrm>
            <a:off x="2010537" y="7864793"/>
            <a:ext cx="39719" cy="108395"/>
          </a:xfrm>
          <a:prstGeom prst="rect"/>
          <a:ln w="0">
            <a:noFill/>
          </a:ln>
        </p:spPr>
      </p:pic>
      <p:sp>
        <p:nvSpPr>
          <p:cNvPr id="1343" name="New shape"/>
          <p:cNvSpPr/>
          <p:nvPr/>
        </p:nvSpPr>
        <p:spPr>
          <a:xfrm>
            <a:off x="2069592" y="7865363"/>
            <a:ext cx="13716" cy="108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4" name="New picture"/>
          <p:cNvPicPr/>
          <p:nvPr/>
        </p:nvPicPr>
        <p:blipFill>
          <a:blip r:embed="rId830"/>
          <a:srcRect/>
          <a:stretch>
            <a:fillRect/>
          </a:stretch>
        </p:blipFill>
        <p:spPr>
          <a:xfrm>
            <a:off x="2149507" y="7893748"/>
            <a:ext cx="68770" cy="79439"/>
          </a:xfrm>
          <a:prstGeom prst="rect"/>
          <a:ln w="0">
            <a:noFill/>
          </a:ln>
        </p:spPr>
      </p:pic>
      <p:sp>
        <p:nvSpPr>
          <p:cNvPr id="1345" name="New shape"/>
          <p:cNvSpPr/>
          <p:nvPr/>
        </p:nvSpPr>
        <p:spPr>
          <a:xfrm>
            <a:off x="2239613" y="7864793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6" name="New picture"/>
          <p:cNvPicPr/>
          <p:nvPr/>
        </p:nvPicPr>
        <p:blipFill>
          <a:blip r:embed="rId831"/>
          <a:srcRect/>
          <a:stretch>
            <a:fillRect/>
          </a:stretch>
        </p:blipFill>
        <p:spPr>
          <a:xfrm>
            <a:off x="2262473" y="7895368"/>
            <a:ext cx="71818" cy="117443"/>
          </a:xfrm>
          <a:prstGeom prst="rect"/>
          <a:ln w="0">
            <a:noFill/>
          </a:ln>
        </p:spPr>
      </p:pic>
      <p:pic>
        <p:nvPicPr>
          <p:cNvPr id="1347" name="New picture"/>
          <p:cNvPicPr/>
          <p:nvPr/>
        </p:nvPicPr>
        <p:blipFill>
          <a:blip r:embed="rId832"/>
          <a:srcRect/>
          <a:stretch>
            <a:fillRect/>
          </a:stretch>
        </p:blipFill>
        <p:spPr>
          <a:xfrm>
            <a:off x="2380107" y="7893749"/>
            <a:ext cx="67246" cy="80867"/>
          </a:xfrm>
          <a:prstGeom prst="rect"/>
          <a:ln w="0">
            <a:noFill/>
          </a:ln>
        </p:spPr>
      </p:pic>
      <p:sp>
        <p:nvSpPr>
          <p:cNvPr id="1348" name="New shape"/>
          <p:cNvSpPr/>
          <p:nvPr/>
        </p:nvSpPr>
        <p:spPr>
          <a:xfrm>
            <a:off x="2393823" y="7934992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9" name="New picture"/>
          <p:cNvPicPr/>
          <p:nvPr/>
        </p:nvPicPr>
        <p:blipFill>
          <a:blip r:embed="rId833"/>
          <a:srcRect/>
          <a:stretch>
            <a:fillRect/>
          </a:stretch>
        </p:blipFill>
        <p:spPr>
          <a:xfrm>
            <a:off x="2511361" y="7864792"/>
            <a:ext cx="73342" cy="109919"/>
          </a:xfrm>
          <a:prstGeom prst="rect"/>
          <a:ln w="0">
            <a:noFill/>
          </a:ln>
        </p:spPr>
      </p:pic>
      <p:sp>
        <p:nvSpPr>
          <p:cNvPr id="1350" name="New shape"/>
          <p:cNvSpPr/>
          <p:nvPr/>
        </p:nvSpPr>
        <p:spPr>
          <a:xfrm>
            <a:off x="2523649" y="7902987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1" name="New picture"/>
          <p:cNvPicPr/>
          <p:nvPr/>
        </p:nvPicPr>
        <p:blipFill>
          <a:blip r:embed="rId834"/>
          <a:srcRect/>
          <a:stretch>
            <a:fillRect/>
          </a:stretch>
        </p:blipFill>
        <p:spPr>
          <a:xfrm>
            <a:off x="2599944" y="7893844"/>
            <a:ext cx="71818" cy="80867"/>
          </a:xfrm>
          <a:prstGeom prst="rect"/>
          <a:ln w="0">
            <a:noFill/>
          </a:ln>
        </p:spPr>
      </p:pic>
      <p:sp>
        <p:nvSpPr>
          <p:cNvPr id="1352" name="New shape"/>
          <p:cNvSpPr/>
          <p:nvPr/>
        </p:nvSpPr>
        <p:spPr>
          <a:xfrm>
            <a:off x="2613660" y="790298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3" name="New picture"/>
          <p:cNvPicPr/>
          <p:nvPr/>
        </p:nvPicPr>
        <p:blipFill>
          <a:blip r:embed="rId835"/>
          <a:srcRect/>
          <a:stretch>
            <a:fillRect/>
          </a:stretch>
        </p:blipFill>
        <p:spPr>
          <a:xfrm>
            <a:off x="2682430" y="7893844"/>
            <a:ext cx="58007" cy="80867"/>
          </a:xfrm>
          <a:prstGeom prst="rect"/>
          <a:ln w="0">
            <a:noFill/>
          </a:ln>
        </p:spPr>
      </p:pic>
      <p:pic>
        <p:nvPicPr>
          <p:cNvPr id="1354" name="New picture"/>
          <p:cNvPicPr/>
          <p:nvPr/>
        </p:nvPicPr>
        <p:blipFill>
          <a:blip r:embed="rId836"/>
          <a:srcRect/>
          <a:stretch>
            <a:fillRect/>
          </a:stretch>
        </p:blipFill>
        <p:spPr>
          <a:xfrm>
            <a:off x="2754154" y="7893844"/>
            <a:ext cx="77914" cy="80867"/>
          </a:xfrm>
          <a:prstGeom prst="rect"/>
          <a:ln w="0">
            <a:noFill/>
          </a:ln>
        </p:spPr>
      </p:pic>
      <p:sp>
        <p:nvSpPr>
          <p:cNvPr id="1355" name="New shape"/>
          <p:cNvSpPr/>
          <p:nvPr/>
        </p:nvSpPr>
        <p:spPr>
          <a:xfrm>
            <a:off x="2767965" y="7902987"/>
            <a:ext cx="50387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56" name="New shape"/>
          <p:cNvSpPr/>
          <p:nvPr/>
        </p:nvSpPr>
        <p:spPr>
          <a:xfrm>
            <a:off x="2853499" y="7895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7" name="New picture"/>
          <p:cNvPicPr/>
          <p:nvPr/>
        </p:nvPicPr>
        <p:blipFill>
          <a:blip r:embed="rId837"/>
          <a:srcRect/>
          <a:stretch>
            <a:fillRect/>
          </a:stretch>
        </p:blipFill>
        <p:spPr>
          <a:xfrm>
            <a:off x="2851975" y="7860316"/>
            <a:ext cx="16764" cy="16764"/>
          </a:xfrm>
          <a:prstGeom prst="rect"/>
          <a:ln w="0">
            <a:noFill/>
          </a:ln>
        </p:spPr>
      </p:pic>
      <p:pic>
        <p:nvPicPr>
          <p:cNvPr id="1358" name="New picture"/>
          <p:cNvPicPr/>
          <p:nvPr/>
        </p:nvPicPr>
        <p:blipFill>
          <a:blip r:embed="rId838"/>
          <a:srcRect/>
          <a:stretch>
            <a:fillRect/>
          </a:stretch>
        </p:blipFill>
        <p:spPr>
          <a:xfrm>
            <a:off x="2891599" y="7893748"/>
            <a:ext cx="70199" cy="79439"/>
          </a:xfrm>
          <a:prstGeom prst="rect"/>
          <a:ln w="0">
            <a:noFill/>
          </a:ln>
        </p:spPr>
      </p:pic>
      <p:pic>
        <p:nvPicPr>
          <p:cNvPr id="1359" name="New picture"/>
          <p:cNvPicPr/>
          <p:nvPr/>
        </p:nvPicPr>
        <p:blipFill>
          <a:blip r:embed="rId839"/>
          <a:srcRect/>
          <a:stretch>
            <a:fillRect/>
          </a:stretch>
        </p:blipFill>
        <p:spPr>
          <a:xfrm>
            <a:off x="3021425" y="7864793"/>
            <a:ext cx="74771" cy="109918"/>
          </a:xfrm>
          <a:prstGeom prst="rect"/>
          <a:ln w="0">
            <a:noFill/>
          </a:ln>
        </p:spPr>
      </p:pic>
      <p:sp>
        <p:nvSpPr>
          <p:cNvPr id="1360" name="New shape"/>
          <p:cNvSpPr/>
          <p:nvPr/>
        </p:nvSpPr>
        <p:spPr>
          <a:xfrm>
            <a:off x="3033617" y="7904511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61" name="New shape"/>
          <p:cNvSpPr/>
          <p:nvPr/>
        </p:nvSpPr>
        <p:spPr>
          <a:xfrm>
            <a:off x="3117628" y="7864793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2" name="New picture"/>
          <p:cNvPicPr/>
          <p:nvPr/>
        </p:nvPicPr>
        <p:blipFill>
          <a:blip r:embed="rId840"/>
          <a:srcRect/>
          <a:stretch>
            <a:fillRect/>
          </a:stretch>
        </p:blipFill>
        <p:spPr>
          <a:xfrm>
            <a:off x="3145060" y="7893844"/>
            <a:ext cx="67246" cy="80867"/>
          </a:xfrm>
          <a:prstGeom prst="rect"/>
          <a:ln w="0">
            <a:noFill/>
          </a:ln>
        </p:spPr>
      </p:pic>
      <p:sp>
        <p:nvSpPr>
          <p:cNvPr id="1363" name="New shape"/>
          <p:cNvSpPr/>
          <p:nvPr/>
        </p:nvSpPr>
        <p:spPr>
          <a:xfrm>
            <a:off x="3158871" y="7934992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4" name="New picture"/>
          <p:cNvPicPr/>
          <p:nvPr/>
        </p:nvPicPr>
        <p:blipFill>
          <a:blip r:embed="rId841"/>
          <a:srcRect/>
          <a:stretch>
            <a:fillRect/>
          </a:stretch>
        </p:blipFill>
        <p:spPr>
          <a:xfrm>
            <a:off x="3235166" y="7895368"/>
            <a:ext cx="68771" cy="79343"/>
          </a:xfrm>
          <a:prstGeom prst="rect"/>
          <a:ln w="0">
            <a:noFill/>
          </a:ln>
        </p:spPr>
      </p:pic>
      <p:pic>
        <p:nvPicPr>
          <p:cNvPr id="1365" name="New picture"/>
          <p:cNvPicPr/>
          <p:nvPr/>
        </p:nvPicPr>
        <p:blipFill>
          <a:blip r:embed="rId842"/>
          <a:srcRect/>
          <a:stretch>
            <a:fillRect/>
          </a:stretch>
        </p:blipFill>
        <p:spPr>
          <a:xfrm>
            <a:off x="3323749" y="7893844"/>
            <a:ext cx="64198" cy="80867"/>
          </a:xfrm>
          <a:prstGeom prst="rect"/>
          <a:ln w="0">
            <a:noFill/>
          </a:ln>
        </p:spPr>
      </p:pic>
      <p:pic>
        <p:nvPicPr>
          <p:cNvPr id="1366" name="New picture"/>
          <p:cNvPicPr/>
          <p:nvPr/>
        </p:nvPicPr>
        <p:blipFill>
          <a:blip r:embed="rId843"/>
          <a:srcRect/>
          <a:stretch>
            <a:fillRect/>
          </a:stretch>
        </p:blipFill>
        <p:spPr>
          <a:xfrm>
            <a:off x="3404712" y="7895368"/>
            <a:ext cx="68675" cy="79343"/>
          </a:xfrm>
          <a:prstGeom prst="rect"/>
          <a:ln w="0">
            <a:noFill/>
          </a:ln>
        </p:spPr>
      </p:pic>
      <p:pic>
        <p:nvPicPr>
          <p:cNvPr id="1367" name="New picture"/>
          <p:cNvPicPr/>
          <p:nvPr/>
        </p:nvPicPr>
        <p:blipFill>
          <a:blip r:embed="rId844"/>
          <a:srcRect/>
          <a:stretch>
            <a:fillRect/>
          </a:stretch>
        </p:blipFill>
        <p:spPr>
          <a:xfrm>
            <a:off x="3497866" y="7893748"/>
            <a:ext cx="70199" cy="79439"/>
          </a:xfrm>
          <a:prstGeom prst="rect"/>
          <a:ln w="0">
            <a:noFill/>
          </a:ln>
        </p:spPr>
      </p:pic>
      <p:pic>
        <p:nvPicPr>
          <p:cNvPr id="1368" name="New picture"/>
          <p:cNvPicPr/>
          <p:nvPr/>
        </p:nvPicPr>
        <p:blipFill>
          <a:blip r:embed="rId845"/>
          <a:srcRect/>
          <a:stretch>
            <a:fillRect/>
          </a:stretch>
        </p:blipFill>
        <p:spPr>
          <a:xfrm>
            <a:off x="3587972" y="7893844"/>
            <a:ext cx="70199" cy="80867"/>
          </a:xfrm>
          <a:prstGeom prst="rect"/>
          <a:ln w="0">
            <a:noFill/>
          </a:ln>
        </p:spPr>
      </p:pic>
      <p:sp>
        <p:nvSpPr>
          <p:cNvPr id="1369" name="New shape"/>
          <p:cNvSpPr/>
          <p:nvPr/>
        </p:nvSpPr>
        <p:spPr>
          <a:xfrm>
            <a:off x="3600164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0" name="New picture"/>
          <p:cNvPicPr/>
          <p:nvPr/>
        </p:nvPicPr>
        <p:blipFill>
          <a:blip r:embed="rId846"/>
          <a:srcRect/>
          <a:stretch>
            <a:fillRect/>
          </a:stretch>
        </p:blipFill>
        <p:spPr>
          <a:xfrm>
            <a:off x="3713131" y="7893844"/>
            <a:ext cx="64198" cy="80867"/>
          </a:xfrm>
          <a:prstGeom prst="rect"/>
          <a:ln w="0">
            <a:noFill/>
          </a:ln>
        </p:spPr>
      </p:pic>
      <p:pic>
        <p:nvPicPr>
          <p:cNvPr id="1371" name="New picture"/>
          <p:cNvPicPr/>
          <p:nvPr/>
        </p:nvPicPr>
        <p:blipFill>
          <a:blip r:embed="rId847"/>
          <a:srcRect/>
          <a:stretch>
            <a:fillRect/>
          </a:stretch>
        </p:blipFill>
        <p:spPr>
          <a:xfrm>
            <a:off x="3787997" y="7893844"/>
            <a:ext cx="77819" cy="80867"/>
          </a:xfrm>
          <a:prstGeom prst="rect"/>
          <a:ln w="0">
            <a:noFill/>
          </a:ln>
        </p:spPr>
      </p:pic>
      <p:sp>
        <p:nvSpPr>
          <p:cNvPr id="1372" name="New shape"/>
          <p:cNvSpPr/>
          <p:nvPr/>
        </p:nvSpPr>
        <p:spPr>
          <a:xfrm>
            <a:off x="3801713" y="7902987"/>
            <a:ext cx="51911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3" name="New picture"/>
          <p:cNvPicPr/>
          <p:nvPr/>
        </p:nvPicPr>
        <p:blipFill>
          <a:blip r:embed="rId848"/>
          <a:srcRect/>
          <a:stretch>
            <a:fillRect/>
          </a:stretch>
        </p:blipFill>
        <p:spPr>
          <a:xfrm>
            <a:off x="3885724" y="7893748"/>
            <a:ext cx="70199" cy="79439"/>
          </a:xfrm>
          <a:prstGeom prst="rect"/>
          <a:ln w="0">
            <a:noFill/>
          </a:ln>
        </p:spPr>
      </p:pic>
      <p:pic>
        <p:nvPicPr>
          <p:cNvPr id="1374" name="New picture"/>
          <p:cNvPicPr/>
          <p:nvPr/>
        </p:nvPicPr>
        <p:blipFill>
          <a:blip r:embed="rId849"/>
          <a:srcRect/>
          <a:stretch>
            <a:fillRect/>
          </a:stretch>
        </p:blipFill>
        <p:spPr>
          <a:xfrm>
            <a:off x="3980402" y="7893748"/>
            <a:ext cx="68771" cy="79439"/>
          </a:xfrm>
          <a:prstGeom prst="rect"/>
          <a:ln w="0">
            <a:noFill/>
          </a:ln>
        </p:spPr>
      </p:pic>
      <p:pic>
        <p:nvPicPr>
          <p:cNvPr id="1375" name="New picture"/>
          <p:cNvPicPr/>
          <p:nvPr/>
        </p:nvPicPr>
        <p:blipFill>
          <a:blip r:embed="rId850"/>
          <a:srcRect/>
          <a:stretch>
            <a:fillRect/>
          </a:stretch>
        </p:blipFill>
        <p:spPr>
          <a:xfrm>
            <a:off x="4067461" y="7893844"/>
            <a:ext cx="65627" cy="80867"/>
          </a:xfrm>
          <a:prstGeom prst="rect"/>
          <a:ln w="0">
            <a:noFill/>
          </a:ln>
        </p:spPr>
      </p:pic>
      <p:sp>
        <p:nvSpPr>
          <p:cNvPr id="1376" name="New shape"/>
          <p:cNvSpPr/>
          <p:nvPr/>
        </p:nvSpPr>
        <p:spPr>
          <a:xfrm>
            <a:off x="4079653" y="7934992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77" name="New shape"/>
          <p:cNvSpPr/>
          <p:nvPr/>
        </p:nvSpPr>
        <p:spPr>
          <a:xfrm>
            <a:off x="4157567" y="7895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8" name="New picture"/>
          <p:cNvPicPr/>
          <p:nvPr/>
        </p:nvPicPr>
        <p:blipFill>
          <a:blip r:embed="rId851"/>
          <a:srcRect/>
          <a:stretch>
            <a:fillRect/>
          </a:stretch>
        </p:blipFill>
        <p:spPr>
          <a:xfrm>
            <a:off x="4154424" y="7860219"/>
            <a:ext cx="18383" cy="16764"/>
          </a:xfrm>
          <a:prstGeom prst="rect"/>
          <a:ln w="0">
            <a:noFill/>
          </a:ln>
        </p:spPr>
      </p:pic>
      <p:pic>
        <p:nvPicPr>
          <p:cNvPr id="1379" name="New picture"/>
          <p:cNvPicPr/>
          <p:nvPr/>
        </p:nvPicPr>
        <p:blipFill>
          <a:blip r:embed="rId852"/>
          <a:srcRect/>
          <a:stretch>
            <a:fillRect/>
          </a:stretch>
        </p:blipFill>
        <p:spPr>
          <a:xfrm>
            <a:off x="4186523" y="7893844"/>
            <a:ext cx="58007" cy="80867"/>
          </a:xfrm>
          <a:prstGeom prst="rect"/>
          <a:ln w="0">
            <a:noFill/>
          </a:ln>
        </p:spPr>
      </p:pic>
      <p:pic>
        <p:nvPicPr>
          <p:cNvPr id="1380" name="New picture"/>
          <p:cNvPicPr/>
          <p:nvPr/>
        </p:nvPicPr>
        <p:blipFill>
          <a:blip r:embed="rId853"/>
          <a:srcRect/>
          <a:stretch>
            <a:fillRect/>
          </a:stretch>
        </p:blipFill>
        <p:spPr>
          <a:xfrm>
            <a:off x="4255199" y="7893844"/>
            <a:ext cx="58102" cy="80867"/>
          </a:xfrm>
          <a:prstGeom prst="rect"/>
          <a:ln w="0">
            <a:noFill/>
          </a:ln>
        </p:spPr>
      </p:pic>
      <p:pic>
        <p:nvPicPr>
          <p:cNvPr id="1381" name="New picture"/>
          <p:cNvPicPr/>
          <p:nvPr/>
        </p:nvPicPr>
        <p:blipFill>
          <a:blip r:embed="rId854"/>
          <a:srcRect/>
          <a:stretch>
            <a:fillRect/>
          </a:stretch>
        </p:blipFill>
        <p:spPr>
          <a:xfrm>
            <a:off x="4325493" y="7893844"/>
            <a:ext cx="65627" cy="80867"/>
          </a:xfrm>
          <a:prstGeom prst="rect"/>
          <a:ln w="0">
            <a:noFill/>
          </a:ln>
        </p:spPr>
      </p:pic>
      <p:sp>
        <p:nvSpPr>
          <p:cNvPr id="1382" name="New shape"/>
          <p:cNvSpPr/>
          <p:nvPr/>
        </p:nvSpPr>
        <p:spPr>
          <a:xfrm>
            <a:off x="4339209" y="7934992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3" name="New picture"/>
          <p:cNvPicPr/>
          <p:nvPr/>
        </p:nvPicPr>
        <p:blipFill>
          <a:blip r:embed="rId855"/>
          <a:srcRect/>
          <a:stretch>
            <a:fillRect/>
          </a:stretch>
        </p:blipFill>
        <p:spPr>
          <a:xfrm>
            <a:off x="4414076" y="7893748"/>
            <a:ext cx="70199" cy="79439"/>
          </a:xfrm>
          <a:prstGeom prst="rect"/>
          <a:ln w="0">
            <a:noFill/>
          </a:ln>
        </p:spPr>
      </p:pic>
      <p:pic>
        <p:nvPicPr>
          <p:cNvPr id="1384" name="New picture"/>
          <p:cNvPicPr/>
          <p:nvPr/>
        </p:nvPicPr>
        <p:blipFill>
          <a:blip r:embed="rId856"/>
          <a:srcRect/>
          <a:stretch>
            <a:fillRect/>
          </a:stretch>
        </p:blipFill>
        <p:spPr>
          <a:xfrm>
            <a:off x="4504182" y="7893844"/>
            <a:ext cx="64103" cy="80867"/>
          </a:xfrm>
          <a:prstGeom prst="rect"/>
          <a:ln w="0">
            <a:noFill/>
          </a:ln>
        </p:spPr>
      </p:pic>
      <p:pic>
        <p:nvPicPr>
          <p:cNvPr id="1385" name="New picture"/>
          <p:cNvPicPr/>
          <p:nvPr/>
        </p:nvPicPr>
        <p:blipFill>
          <a:blip r:embed="rId857"/>
          <a:srcRect/>
          <a:stretch>
            <a:fillRect/>
          </a:stretch>
        </p:blipFill>
        <p:spPr>
          <a:xfrm>
            <a:off x="4579048" y="7893749"/>
            <a:ext cx="70199" cy="80867"/>
          </a:xfrm>
          <a:prstGeom prst="rect"/>
          <a:ln w="0">
            <a:noFill/>
          </a:ln>
        </p:spPr>
      </p:pic>
      <p:sp>
        <p:nvSpPr>
          <p:cNvPr id="1386" name="New shape"/>
          <p:cNvSpPr/>
          <p:nvPr/>
        </p:nvSpPr>
        <p:spPr>
          <a:xfrm>
            <a:off x="4591240" y="790289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7" name="New picture"/>
          <p:cNvPicPr/>
          <p:nvPr/>
        </p:nvPicPr>
        <p:blipFill>
          <a:blip r:embed="rId858"/>
          <a:srcRect/>
          <a:stretch>
            <a:fillRect/>
          </a:stretch>
        </p:blipFill>
        <p:spPr>
          <a:xfrm>
            <a:off x="4704112" y="7864887"/>
            <a:ext cx="74866" cy="109824"/>
          </a:xfrm>
          <a:prstGeom prst="rect"/>
          <a:ln w="0">
            <a:noFill/>
          </a:ln>
        </p:spPr>
      </p:pic>
      <p:sp>
        <p:nvSpPr>
          <p:cNvPr id="1388" name="New shape"/>
          <p:cNvSpPr/>
          <p:nvPr/>
        </p:nvSpPr>
        <p:spPr>
          <a:xfrm>
            <a:off x="4717828" y="79045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9" name="New picture"/>
          <p:cNvPicPr/>
          <p:nvPr/>
        </p:nvPicPr>
        <p:blipFill>
          <a:blip r:embed="rId859"/>
          <a:srcRect/>
          <a:stretch>
            <a:fillRect/>
          </a:stretch>
        </p:blipFill>
        <p:spPr>
          <a:xfrm>
            <a:off x="4798886" y="7893748"/>
            <a:ext cx="71723" cy="80962"/>
          </a:xfrm>
          <a:prstGeom prst="rect"/>
          <a:ln w="0">
            <a:noFill/>
          </a:ln>
        </p:spPr>
      </p:pic>
      <p:sp>
        <p:nvSpPr>
          <p:cNvPr id="1390" name="New shape"/>
          <p:cNvSpPr/>
          <p:nvPr/>
        </p:nvSpPr>
        <p:spPr>
          <a:xfrm>
            <a:off x="4812602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1" name="New picture"/>
          <p:cNvPicPr/>
          <p:nvPr/>
        </p:nvPicPr>
        <p:blipFill>
          <a:blip r:embed="rId860"/>
          <a:srcRect/>
          <a:stretch>
            <a:fillRect/>
          </a:stretch>
        </p:blipFill>
        <p:spPr>
          <a:xfrm>
            <a:off x="4931760" y="7864792"/>
            <a:ext cx="73247" cy="109919"/>
          </a:xfrm>
          <a:prstGeom prst="rect"/>
          <a:ln w="0">
            <a:noFill/>
          </a:ln>
        </p:spPr>
      </p:pic>
      <p:sp>
        <p:nvSpPr>
          <p:cNvPr id="1392" name="New shape"/>
          <p:cNvSpPr/>
          <p:nvPr/>
        </p:nvSpPr>
        <p:spPr>
          <a:xfrm>
            <a:off x="4943952" y="7902987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3" name="New picture"/>
          <p:cNvPicPr/>
          <p:nvPr/>
        </p:nvPicPr>
        <p:blipFill>
          <a:blip r:embed="rId861"/>
          <a:srcRect/>
          <a:stretch>
            <a:fillRect/>
          </a:stretch>
        </p:blipFill>
        <p:spPr>
          <a:xfrm>
            <a:off x="5018722" y="7893844"/>
            <a:ext cx="67247" cy="80867"/>
          </a:xfrm>
          <a:prstGeom prst="rect"/>
          <a:ln w="0">
            <a:noFill/>
          </a:ln>
        </p:spPr>
      </p:pic>
      <p:sp>
        <p:nvSpPr>
          <p:cNvPr id="1394" name="New shape"/>
          <p:cNvSpPr/>
          <p:nvPr/>
        </p:nvSpPr>
        <p:spPr>
          <a:xfrm>
            <a:off x="5032534" y="7934992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5" name="New picture"/>
          <p:cNvPicPr/>
          <p:nvPr/>
        </p:nvPicPr>
        <p:blipFill>
          <a:blip r:embed="rId862"/>
          <a:srcRect/>
          <a:stretch>
            <a:fillRect/>
          </a:stretch>
        </p:blipFill>
        <p:spPr>
          <a:xfrm>
            <a:off x="5099685" y="7893844"/>
            <a:ext cx="58007" cy="80867"/>
          </a:xfrm>
          <a:prstGeom prst="rect"/>
          <a:ln w="0">
            <a:noFill/>
          </a:ln>
        </p:spPr>
      </p:pic>
      <p:pic>
        <p:nvPicPr>
          <p:cNvPr id="1396" name="New picture"/>
          <p:cNvPicPr/>
          <p:nvPr/>
        </p:nvPicPr>
        <p:blipFill>
          <a:blip r:embed="rId863"/>
          <a:srcRect/>
          <a:stretch>
            <a:fillRect/>
          </a:stretch>
        </p:blipFill>
        <p:spPr>
          <a:xfrm>
            <a:off x="5171408" y="7893749"/>
            <a:ext cx="71818" cy="80867"/>
          </a:xfrm>
          <a:prstGeom prst="rect"/>
          <a:ln w="0">
            <a:noFill/>
          </a:ln>
        </p:spPr>
      </p:pic>
      <p:sp>
        <p:nvSpPr>
          <p:cNvPr id="1397" name="New shape"/>
          <p:cNvSpPr/>
          <p:nvPr/>
        </p:nvSpPr>
        <p:spPr>
          <a:xfrm>
            <a:off x="5185124" y="790289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8" name="New picture"/>
          <p:cNvPicPr/>
          <p:nvPr/>
        </p:nvPicPr>
        <p:blipFill>
          <a:blip r:embed="rId864"/>
          <a:srcRect/>
          <a:stretch>
            <a:fillRect/>
          </a:stretch>
        </p:blipFill>
        <p:spPr>
          <a:xfrm>
            <a:off x="5298281" y="7893748"/>
            <a:ext cx="70199" cy="80962"/>
          </a:xfrm>
          <a:prstGeom prst="rect"/>
          <a:ln w="0">
            <a:noFill/>
          </a:ln>
        </p:spPr>
      </p:pic>
      <p:sp>
        <p:nvSpPr>
          <p:cNvPr id="1399" name="New shape"/>
          <p:cNvSpPr/>
          <p:nvPr/>
        </p:nvSpPr>
        <p:spPr>
          <a:xfrm>
            <a:off x="5310473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0" name="New picture"/>
          <p:cNvPicPr/>
          <p:nvPr/>
        </p:nvPicPr>
        <p:blipFill>
          <a:blip r:embed="rId865"/>
          <a:srcRect/>
          <a:stretch>
            <a:fillRect/>
          </a:stretch>
        </p:blipFill>
        <p:spPr>
          <a:xfrm>
            <a:off x="5388293" y="7893748"/>
            <a:ext cx="70199" cy="79439"/>
          </a:xfrm>
          <a:prstGeom prst="rect"/>
          <a:ln w="0">
            <a:noFill/>
          </a:ln>
        </p:spPr>
      </p:pic>
      <p:pic>
        <p:nvPicPr>
          <p:cNvPr id="1401" name="New picture"/>
          <p:cNvPicPr/>
          <p:nvPr/>
        </p:nvPicPr>
        <p:blipFill>
          <a:blip r:embed="rId866"/>
          <a:srcRect/>
          <a:stretch>
            <a:fillRect/>
          </a:stretch>
        </p:blipFill>
        <p:spPr>
          <a:xfrm>
            <a:off x="5522690" y="7893844"/>
            <a:ext cx="120586" cy="79343"/>
          </a:xfrm>
          <a:prstGeom prst="rect"/>
          <a:ln w="0">
            <a:noFill/>
          </a:ln>
        </p:spPr>
      </p:pic>
      <p:pic>
        <p:nvPicPr>
          <p:cNvPr id="1402" name="New picture"/>
          <p:cNvPicPr/>
          <p:nvPr/>
        </p:nvPicPr>
        <p:blipFill>
          <a:blip r:embed="rId867"/>
          <a:srcRect/>
          <a:stretch>
            <a:fillRect/>
          </a:stretch>
        </p:blipFill>
        <p:spPr>
          <a:xfrm>
            <a:off x="5660136" y="7893844"/>
            <a:ext cx="65627" cy="80867"/>
          </a:xfrm>
          <a:prstGeom prst="rect"/>
          <a:ln w="0">
            <a:noFill/>
          </a:ln>
        </p:spPr>
      </p:pic>
      <p:sp>
        <p:nvSpPr>
          <p:cNvPr id="1403" name="New shape"/>
          <p:cNvSpPr/>
          <p:nvPr/>
        </p:nvSpPr>
        <p:spPr>
          <a:xfrm>
            <a:off x="5673852" y="7934992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4" name="New picture"/>
          <p:cNvPicPr/>
          <p:nvPr/>
        </p:nvPicPr>
        <p:blipFill>
          <a:blip r:embed="rId868"/>
          <a:srcRect/>
          <a:stretch>
            <a:fillRect/>
          </a:stretch>
        </p:blipFill>
        <p:spPr>
          <a:xfrm>
            <a:off x="5738050" y="7872508"/>
            <a:ext cx="48863" cy="102203"/>
          </a:xfrm>
          <a:prstGeom prst="rect"/>
          <a:ln w="0">
            <a:noFill/>
          </a:ln>
        </p:spPr>
      </p:pic>
      <p:pic>
        <p:nvPicPr>
          <p:cNvPr id="1405" name="New picture"/>
          <p:cNvPicPr/>
          <p:nvPr/>
        </p:nvPicPr>
        <p:blipFill>
          <a:blip r:embed="rId869"/>
          <a:srcRect/>
          <a:stretch>
            <a:fillRect/>
          </a:stretch>
        </p:blipFill>
        <p:spPr>
          <a:xfrm>
            <a:off x="5803678" y="7864793"/>
            <a:ext cx="68675" cy="108394"/>
          </a:xfrm>
          <a:prstGeom prst="rect"/>
          <a:ln w="0">
            <a:noFill/>
          </a:ln>
        </p:spPr>
      </p:pic>
      <p:pic>
        <p:nvPicPr>
          <p:cNvPr id="1406" name="New picture"/>
          <p:cNvPicPr/>
          <p:nvPr/>
        </p:nvPicPr>
        <p:blipFill>
          <a:blip r:embed="rId870"/>
          <a:srcRect/>
          <a:stretch>
            <a:fillRect/>
          </a:stretch>
        </p:blipFill>
        <p:spPr>
          <a:xfrm>
            <a:off x="5892260" y="7893844"/>
            <a:ext cx="71723" cy="80867"/>
          </a:xfrm>
          <a:prstGeom prst="rect"/>
          <a:ln w="0">
            <a:noFill/>
          </a:ln>
        </p:spPr>
      </p:pic>
      <p:sp>
        <p:nvSpPr>
          <p:cNvPr id="1407" name="New shape"/>
          <p:cNvSpPr/>
          <p:nvPr/>
        </p:nvSpPr>
        <p:spPr>
          <a:xfrm>
            <a:off x="5905976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08" name="New shape"/>
          <p:cNvSpPr/>
          <p:nvPr/>
        </p:nvSpPr>
        <p:spPr>
          <a:xfrm>
            <a:off x="5916644" y="7858696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9" name="New picture"/>
          <p:cNvPicPr/>
          <p:nvPr/>
        </p:nvPicPr>
        <p:blipFill>
          <a:blip r:embed="rId871"/>
          <a:srcRect/>
          <a:stretch>
            <a:fillRect/>
          </a:stretch>
        </p:blipFill>
        <p:spPr>
          <a:xfrm>
            <a:off x="5983891" y="7893844"/>
            <a:ext cx="120586" cy="79343"/>
          </a:xfrm>
          <a:prstGeom prst="rect"/>
          <a:ln w="0">
            <a:noFill/>
          </a:ln>
        </p:spPr>
      </p:pic>
      <p:pic>
        <p:nvPicPr>
          <p:cNvPr id="1410" name="New picture"/>
          <p:cNvPicPr/>
          <p:nvPr/>
        </p:nvPicPr>
        <p:blipFill>
          <a:blip r:embed="rId872"/>
          <a:srcRect/>
          <a:stretch>
            <a:fillRect/>
          </a:stretch>
        </p:blipFill>
        <p:spPr>
          <a:xfrm>
            <a:off x="6121241" y="7893844"/>
            <a:ext cx="65722" cy="80867"/>
          </a:xfrm>
          <a:prstGeom prst="rect"/>
          <a:ln w="0">
            <a:noFill/>
          </a:ln>
        </p:spPr>
      </p:pic>
      <p:sp>
        <p:nvSpPr>
          <p:cNvPr id="1411" name="New shape"/>
          <p:cNvSpPr/>
          <p:nvPr/>
        </p:nvSpPr>
        <p:spPr>
          <a:xfrm>
            <a:off x="6135053" y="7934992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2" name="New picture"/>
          <p:cNvPicPr/>
          <p:nvPr/>
        </p:nvPicPr>
        <p:blipFill>
          <a:blip r:embed="rId873"/>
          <a:srcRect/>
          <a:stretch>
            <a:fillRect/>
          </a:stretch>
        </p:blipFill>
        <p:spPr>
          <a:xfrm>
            <a:off x="6200680" y="7872508"/>
            <a:ext cx="47339" cy="102203"/>
          </a:xfrm>
          <a:prstGeom prst="rect"/>
          <a:ln w="0">
            <a:noFill/>
          </a:ln>
        </p:spPr>
      </p:pic>
      <p:sp>
        <p:nvSpPr>
          <p:cNvPr id="1413" name="New shape"/>
          <p:cNvSpPr/>
          <p:nvPr/>
        </p:nvSpPr>
        <p:spPr>
          <a:xfrm>
            <a:off x="6266403" y="7895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4" name="New picture"/>
          <p:cNvPicPr/>
          <p:nvPr/>
        </p:nvPicPr>
        <p:blipFill>
          <a:blip r:embed="rId874"/>
          <a:srcRect/>
          <a:stretch>
            <a:fillRect/>
          </a:stretch>
        </p:blipFill>
        <p:spPr>
          <a:xfrm>
            <a:off x="6263259" y="7860219"/>
            <a:ext cx="18383" cy="16764"/>
          </a:xfrm>
          <a:prstGeom prst="rect"/>
          <a:ln w="0">
            <a:noFill/>
          </a:ln>
        </p:spPr>
      </p:pic>
      <p:pic>
        <p:nvPicPr>
          <p:cNvPr id="1415" name="New picture"/>
          <p:cNvPicPr/>
          <p:nvPr/>
        </p:nvPicPr>
        <p:blipFill>
          <a:blip r:embed="rId875"/>
          <a:srcRect/>
          <a:stretch>
            <a:fillRect/>
          </a:stretch>
        </p:blipFill>
        <p:spPr>
          <a:xfrm>
            <a:off x="6299930" y="7893844"/>
            <a:ext cx="74866" cy="115919"/>
          </a:xfrm>
          <a:prstGeom prst="rect"/>
          <a:ln w="0">
            <a:noFill/>
          </a:ln>
        </p:spPr>
      </p:pic>
      <p:sp>
        <p:nvSpPr>
          <p:cNvPr id="1416" name="New shape"/>
          <p:cNvSpPr/>
          <p:nvPr/>
        </p:nvSpPr>
        <p:spPr>
          <a:xfrm>
            <a:off x="6313646" y="7904511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7" name="New picture"/>
          <p:cNvPicPr/>
          <p:nvPr/>
        </p:nvPicPr>
        <p:blipFill>
          <a:blip r:embed="rId876"/>
          <a:srcRect/>
          <a:stretch>
            <a:fillRect/>
          </a:stretch>
        </p:blipFill>
        <p:spPr>
          <a:xfrm>
            <a:off x="6399181" y="7895272"/>
            <a:ext cx="70199" cy="79343"/>
          </a:xfrm>
          <a:prstGeom prst="rect"/>
          <a:ln w="0">
            <a:noFill/>
          </a:ln>
        </p:spPr>
      </p:pic>
      <p:pic>
        <p:nvPicPr>
          <p:cNvPr id="1418" name="New picture"/>
          <p:cNvPicPr/>
          <p:nvPr/>
        </p:nvPicPr>
        <p:blipFill>
          <a:blip r:embed="rId877"/>
          <a:srcRect/>
          <a:stretch>
            <a:fillRect/>
          </a:stretch>
        </p:blipFill>
        <p:spPr>
          <a:xfrm>
            <a:off x="6489288" y="7893844"/>
            <a:ext cx="70199" cy="80867"/>
          </a:xfrm>
          <a:prstGeom prst="rect"/>
          <a:ln w="0">
            <a:noFill/>
          </a:ln>
        </p:spPr>
      </p:pic>
      <p:sp>
        <p:nvSpPr>
          <p:cNvPr id="1419" name="New shape"/>
          <p:cNvSpPr/>
          <p:nvPr/>
        </p:nvSpPr>
        <p:spPr>
          <a:xfrm>
            <a:off x="6501479" y="790298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0" name="New picture"/>
          <p:cNvPicPr/>
          <p:nvPr/>
        </p:nvPicPr>
        <p:blipFill>
          <a:blip r:embed="rId878"/>
          <a:srcRect/>
          <a:stretch>
            <a:fillRect/>
          </a:stretch>
        </p:blipFill>
        <p:spPr>
          <a:xfrm>
            <a:off x="6573298" y="7957948"/>
            <a:ext cx="21336" cy="42672"/>
          </a:xfrm>
          <a:prstGeom prst="rect"/>
          <a:ln w="0">
            <a:noFill/>
          </a:ln>
        </p:spPr>
      </p:pic>
      <p:pic>
        <p:nvPicPr>
          <p:cNvPr id="1421" name="New picture"/>
          <p:cNvPicPr/>
          <p:nvPr/>
        </p:nvPicPr>
        <p:blipFill>
          <a:blip r:embed="rId879"/>
          <a:srcRect/>
          <a:stretch>
            <a:fillRect/>
          </a:stretch>
        </p:blipFill>
        <p:spPr>
          <a:xfrm>
            <a:off x="6658832" y="7893844"/>
            <a:ext cx="70294" cy="79343"/>
          </a:xfrm>
          <a:prstGeom prst="rect"/>
          <a:ln w="0">
            <a:noFill/>
          </a:ln>
        </p:spPr>
      </p:pic>
      <p:sp>
        <p:nvSpPr>
          <p:cNvPr id="1422" name="New shape"/>
          <p:cNvSpPr/>
          <p:nvPr/>
        </p:nvSpPr>
        <p:spPr>
          <a:xfrm>
            <a:off x="6753510" y="7895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3" name="New picture"/>
          <p:cNvPicPr/>
          <p:nvPr/>
        </p:nvPicPr>
        <p:blipFill>
          <a:blip r:embed="rId880"/>
          <a:srcRect/>
          <a:stretch>
            <a:fillRect/>
          </a:stretch>
        </p:blipFill>
        <p:spPr>
          <a:xfrm>
            <a:off x="6751986" y="7860316"/>
            <a:ext cx="16764" cy="16764"/>
          </a:xfrm>
          <a:prstGeom prst="rect"/>
          <a:ln w="0">
            <a:noFill/>
          </a:ln>
        </p:spPr>
      </p:pic>
      <p:pic>
        <p:nvPicPr>
          <p:cNvPr id="1424" name="New picture"/>
          <p:cNvPicPr/>
          <p:nvPr/>
        </p:nvPicPr>
        <p:blipFill>
          <a:blip r:embed="rId881"/>
          <a:srcRect/>
          <a:stretch>
            <a:fillRect/>
          </a:stretch>
        </p:blipFill>
        <p:spPr>
          <a:xfrm>
            <a:off x="677418" y="8093678"/>
            <a:ext cx="76390" cy="109918"/>
          </a:xfrm>
          <a:prstGeom prst="rect"/>
          <a:ln w="0">
            <a:noFill/>
          </a:ln>
        </p:spPr>
      </p:pic>
      <p:sp>
        <p:nvSpPr>
          <p:cNvPr id="1425" name="New shape"/>
          <p:cNvSpPr/>
          <p:nvPr/>
        </p:nvSpPr>
        <p:spPr>
          <a:xfrm>
            <a:off x="691134" y="81333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26" name="New shape"/>
          <p:cNvSpPr/>
          <p:nvPr/>
        </p:nvSpPr>
        <p:spPr>
          <a:xfrm>
            <a:off x="775144" y="8093678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7" name="New picture"/>
          <p:cNvPicPr/>
          <p:nvPr/>
        </p:nvPicPr>
        <p:blipFill>
          <a:blip r:embed="rId882"/>
          <a:srcRect/>
          <a:stretch>
            <a:fillRect/>
          </a:stretch>
        </p:blipFill>
        <p:spPr>
          <a:xfrm>
            <a:off x="802672" y="8122729"/>
            <a:ext cx="65627" cy="80867"/>
          </a:xfrm>
          <a:prstGeom prst="rect"/>
          <a:ln w="0">
            <a:noFill/>
          </a:ln>
        </p:spPr>
      </p:pic>
      <p:sp>
        <p:nvSpPr>
          <p:cNvPr id="1428" name="New shape"/>
          <p:cNvSpPr/>
          <p:nvPr/>
        </p:nvSpPr>
        <p:spPr>
          <a:xfrm>
            <a:off x="816388" y="8163877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9" name="New picture"/>
          <p:cNvPicPr/>
          <p:nvPr/>
        </p:nvPicPr>
        <p:blipFill>
          <a:blip r:embed="rId883"/>
          <a:srcRect/>
          <a:stretch>
            <a:fillRect/>
          </a:stretch>
        </p:blipFill>
        <p:spPr>
          <a:xfrm>
            <a:off x="891254" y="8124253"/>
            <a:ext cx="70199" cy="79343"/>
          </a:xfrm>
          <a:prstGeom prst="rect"/>
          <a:ln w="0">
            <a:noFill/>
          </a:ln>
        </p:spPr>
      </p:pic>
      <p:pic>
        <p:nvPicPr>
          <p:cNvPr id="1430" name="New picture"/>
          <p:cNvPicPr/>
          <p:nvPr/>
        </p:nvPicPr>
        <p:blipFill>
          <a:blip r:embed="rId884"/>
          <a:srcRect/>
          <a:stretch>
            <a:fillRect/>
          </a:stretch>
        </p:blipFill>
        <p:spPr>
          <a:xfrm>
            <a:off x="981265" y="8122731"/>
            <a:ext cx="64199" cy="80867"/>
          </a:xfrm>
          <a:prstGeom prst="rect"/>
          <a:ln w="0">
            <a:noFill/>
          </a:ln>
        </p:spPr>
      </p:pic>
      <p:pic>
        <p:nvPicPr>
          <p:cNvPr id="1431" name="New picture"/>
          <p:cNvPicPr/>
          <p:nvPr/>
        </p:nvPicPr>
        <p:blipFill>
          <a:blip r:embed="rId885"/>
          <a:srcRect/>
          <a:stretch>
            <a:fillRect/>
          </a:stretch>
        </p:blipFill>
        <p:spPr>
          <a:xfrm>
            <a:off x="1060704" y="8124253"/>
            <a:ext cx="70199" cy="79343"/>
          </a:xfrm>
          <a:prstGeom prst="rect"/>
          <a:ln w="0">
            <a:noFill/>
          </a:ln>
        </p:spPr>
      </p:pic>
      <p:pic>
        <p:nvPicPr>
          <p:cNvPr id="1432" name="New picture"/>
          <p:cNvPicPr/>
          <p:nvPr/>
        </p:nvPicPr>
        <p:blipFill>
          <a:blip r:embed="rId886"/>
          <a:srcRect/>
          <a:stretch>
            <a:fillRect/>
          </a:stretch>
        </p:blipFill>
        <p:spPr>
          <a:xfrm>
            <a:off x="1155383" y="8122634"/>
            <a:ext cx="70199" cy="79439"/>
          </a:xfrm>
          <a:prstGeom prst="rect"/>
          <a:ln w="0">
            <a:noFill/>
          </a:ln>
        </p:spPr>
      </p:pic>
      <p:pic>
        <p:nvPicPr>
          <p:cNvPr id="1433" name="New picture"/>
          <p:cNvPicPr/>
          <p:nvPr/>
        </p:nvPicPr>
        <p:blipFill>
          <a:blip r:embed="rId887"/>
          <a:srcRect/>
          <a:stretch>
            <a:fillRect/>
          </a:stretch>
        </p:blipFill>
        <p:spPr>
          <a:xfrm>
            <a:off x="1245394" y="8122730"/>
            <a:ext cx="70295" cy="80962"/>
          </a:xfrm>
          <a:prstGeom prst="rect"/>
          <a:ln w="0">
            <a:noFill/>
          </a:ln>
        </p:spPr>
      </p:pic>
      <p:sp>
        <p:nvSpPr>
          <p:cNvPr id="1434" name="New shape"/>
          <p:cNvSpPr/>
          <p:nvPr/>
        </p:nvSpPr>
        <p:spPr>
          <a:xfrm>
            <a:off x="1257681" y="8131969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5" name="New picture"/>
          <p:cNvPicPr/>
          <p:nvPr/>
        </p:nvPicPr>
        <p:blipFill>
          <a:blip r:embed="rId888"/>
          <a:srcRect/>
          <a:stretch>
            <a:fillRect/>
          </a:stretch>
        </p:blipFill>
        <p:spPr>
          <a:xfrm>
            <a:off x="1370743" y="8122731"/>
            <a:ext cx="71723" cy="80867"/>
          </a:xfrm>
          <a:prstGeom prst="rect"/>
          <a:ln w="0">
            <a:noFill/>
          </a:ln>
        </p:spPr>
      </p:pic>
      <p:sp>
        <p:nvSpPr>
          <p:cNvPr id="1436" name="New shape"/>
          <p:cNvSpPr/>
          <p:nvPr/>
        </p:nvSpPr>
        <p:spPr>
          <a:xfrm>
            <a:off x="1384459" y="813187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7" name="New picture"/>
          <p:cNvPicPr/>
          <p:nvPr/>
        </p:nvPicPr>
        <p:blipFill>
          <a:blip r:embed="rId889"/>
          <a:srcRect/>
          <a:stretch>
            <a:fillRect/>
          </a:stretch>
        </p:blipFill>
        <p:spPr>
          <a:xfrm>
            <a:off x="1447038" y="8124254"/>
            <a:ext cx="77915" cy="77819"/>
          </a:xfrm>
          <a:prstGeom prst="rect"/>
          <a:ln w="0">
            <a:noFill/>
          </a:ln>
        </p:spPr>
      </p:pic>
      <p:pic>
        <p:nvPicPr>
          <p:cNvPr id="1438" name="New picture"/>
          <p:cNvPicPr/>
          <p:nvPr/>
        </p:nvPicPr>
        <p:blipFill>
          <a:blip r:embed="rId890"/>
          <a:srcRect/>
          <a:stretch>
            <a:fillRect/>
          </a:stretch>
        </p:blipFill>
        <p:spPr>
          <a:xfrm>
            <a:off x="1538668" y="8122729"/>
            <a:ext cx="74866" cy="116015"/>
          </a:xfrm>
          <a:prstGeom prst="rect"/>
          <a:ln w="0">
            <a:noFill/>
          </a:ln>
        </p:spPr>
      </p:pic>
      <p:sp>
        <p:nvSpPr>
          <p:cNvPr id="1439" name="New shape"/>
          <p:cNvSpPr/>
          <p:nvPr/>
        </p:nvSpPr>
        <p:spPr>
          <a:xfrm>
            <a:off x="1552384" y="8131873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0" name="New picture"/>
          <p:cNvPicPr/>
          <p:nvPr/>
        </p:nvPicPr>
        <p:blipFill>
          <a:blip r:embed="rId891"/>
          <a:srcRect/>
          <a:stretch>
            <a:fillRect/>
          </a:stretch>
        </p:blipFill>
        <p:spPr>
          <a:xfrm>
            <a:off x="1628775" y="8122731"/>
            <a:ext cx="71723" cy="80867"/>
          </a:xfrm>
          <a:prstGeom prst="rect"/>
          <a:ln w="0">
            <a:noFill/>
          </a:ln>
        </p:spPr>
      </p:pic>
      <p:sp>
        <p:nvSpPr>
          <p:cNvPr id="1441" name="New shape"/>
          <p:cNvSpPr/>
          <p:nvPr/>
        </p:nvSpPr>
        <p:spPr>
          <a:xfrm>
            <a:off x="1642491" y="813187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42" name="New shape"/>
          <p:cNvSpPr/>
          <p:nvPr/>
        </p:nvSpPr>
        <p:spPr>
          <a:xfrm>
            <a:off x="1651635" y="8087582"/>
            <a:ext cx="32099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3" name="New picture"/>
          <p:cNvPicPr/>
          <p:nvPr/>
        </p:nvPicPr>
        <p:blipFill>
          <a:blip r:embed="rId892"/>
          <a:srcRect/>
          <a:stretch>
            <a:fillRect/>
          </a:stretch>
        </p:blipFill>
        <p:spPr>
          <a:xfrm>
            <a:off x="1720405" y="8122729"/>
            <a:ext cx="42767" cy="79343"/>
          </a:xfrm>
          <a:prstGeom prst="rect"/>
          <a:ln w="0">
            <a:noFill/>
          </a:ln>
        </p:spPr>
      </p:pic>
      <p:sp>
        <p:nvSpPr>
          <p:cNvPr id="1444" name="New shape"/>
          <p:cNvSpPr/>
          <p:nvPr/>
        </p:nvSpPr>
        <p:spPr>
          <a:xfrm>
            <a:off x="1776889" y="81242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5" name="New picture"/>
          <p:cNvPicPr/>
          <p:nvPr/>
        </p:nvPicPr>
        <p:blipFill>
          <a:blip r:embed="rId893"/>
          <a:srcRect/>
          <a:stretch>
            <a:fillRect/>
          </a:stretch>
        </p:blipFill>
        <p:spPr>
          <a:xfrm>
            <a:off x="1775365" y="8089106"/>
            <a:ext cx="16764" cy="16859"/>
          </a:xfrm>
          <a:prstGeom prst="rect"/>
          <a:ln w="0">
            <a:noFill/>
          </a:ln>
        </p:spPr>
      </p:pic>
      <p:pic>
        <p:nvPicPr>
          <p:cNvPr id="1446" name="New picture"/>
          <p:cNvPicPr/>
          <p:nvPr/>
        </p:nvPicPr>
        <p:blipFill>
          <a:blip r:embed="rId894"/>
          <a:srcRect/>
          <a:stretch>
            <a:fillRect/>
          </a:stretch>
        </p:blipFill>
        <p:spPr>
          <a:xfrm>
            <a:off x="1810417" y="8122731"/>
            <a:ext cx="71818" cy="80867"/>
          </a:xfrm>
          <a:prstGeom prst="rect"/>
          <a:ln w="0">
            <a:noFill/>
          </a:ln>
        </p:spPr>
      </p:pic>
      <p:sp>
        <p:nvSpPr>
          <p:cNvPr id="1447" name="New shape"/>
          <p:cNvSpPr/>
          <p:nvPr/>
        </p:nvSpPr>
        <p:spPr>
          <a:xfrm>
            <a:off x="1824133" y="813187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8" name="New picture"/>
          <p:cNvPicPr/>
          <p:nvPr/>
        </p:nvPicPr>
        <p:blipFill>
          <a:blip r:embed="rId895"/>
          <a:srcRect/>
          <a:stretch>
            <a:fillRect/>
          </a:stretch>
        </p:blipFill>
        <p:spPr>
          <a:xfrm>
            <a:off x="1902142" y="8122634"/>
            <a:ext cx="68770" cy="79439"/>
          </a:xfrm>
          <a:prstGeom prst="rect"/>
          <a:ln w="0">
            <a:noFill/>
          </a:ln>
        </p:spPr>
      </p:pic>
      <p:pic>
        <p:nvPicPr>
          <p:cNvPr id="1449" name="New picture"/>
          <p:cNvPicPr/>
          <p:nvPr/>
        </p:nvPicPr>
        <p:blipFill>
          <a:blip r:embed="rId896"/>
          <a:srcRect/>
          <a:stretch>
            <a:fillRect/>
          </a:stretch>
        </p:blipFill>
        <p:spPr>
          <a:xfrm>
            <a:off x="1990630" y="8122731"/>
            <a:ext cx="64199" cy="80867"/>
          </a:xfrm>
          <a:prstGeom prst="rect"/>
          <a:ln w="0">
            <a:noFill/>
          </a:ln>
        </p:spPr>
      </p:pic>
      <p:pic>
        <p:nvPicPr>
          <p:cNvPr id="1450" name="New picture"/>
          <p:cNvPicPr/>
          <p:nvPr/>
        </p:nvPicPr>
        <p:blipFill>
          <a:blip r:embed="rId897"/>
          <a:srcRect/>
          <a:stretch>
            <a:fillRect/>
          </a:stretch>
        </p:blipFill>
        <p:spPr>
          <a:xfrm>
            <a:off x="2065496" y="8122731"/>
            <a:ext cx="71723" cy="80867"/>
          </a:xfrm>
          <a:prstGeom prst="rect"/>
          <a:ln w="0">
            <a:noFill/>
          </a:ln>
        </p:spPr>
      </p:pic>
      <p:sp>
        <p:nvSpPr>
          <p:cNvPr id="1451" name="New shape"/>
          <p:cNvSpPr/>
          <p:nvPr/>
        </p:nvSpPr>
        <p:spPr>
          <a:xfrm>
            <a:off x="2079212" y="813187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2" name="New picture"/>
          <p:cNvPicPr/>
          <p:nvPr/>
        </p:nvPicPr>
        <p:blipFill>
          <a:blip r:embed="rId898"/>
          <a:srcRect/>
          <a:stretch>
            <a:fillRect/>
          </a:stretch>
        </p:blipFill>
        <p:spPr>
          <a:xfrm>
            <a:off x="2192274" y="8122731"/>
            <a:ext cx="70199" cy="80867"/>
          </a:xfrm>
          <a:prstGeom prst="rect"/>
          <a:ln w="0">
            <a:noFill/>
          </a:ln>
        </p:spPr>
      </p:pic>
      <p:sp>
        <p:nvSpPr>
          <p:cNvPr id="1453" name="New shape"/>
          <p:cNvSpPr/>
          <p:nvPr/>
        </p:nvSpPr>
        <p:spPr>
          <a:xfrm>
            <a:off x="2204466" y="813187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4" name="New picture"/>
          <p:cNvPicPr/>
          <p:nvPr/>
        </p:nvPicPr>
        <p:blipFill>
          <a:blip r:embed="rId899"/>
          <a:srcRect/>
          <a:stretch>
            <a:fillRect/>
          </a:stretch>
        </p:blipFill>
        <p:spPr>
          <a:xfrm>
            <a:off x="2282380" y="8122634"/>
            <a:ext cx="70199" cy="79439"/>
          </a:xfrm>
          <a:prstGeom prst="rect"/>
          <a:ln w="0">
            <a:noFill/>
          </a:ln>
        </p:spPr>
      </p:pic>
      <p:pic>
        <p:nvPicPr>
          <p:cNvPr id="1455" name="New picture"/>
          <p:cNvPicPr/>
          <p:nvPr/>
        </p:nvPicPr>
        <p:blipFill>
          <a:blip r:embed="rId900"/>
          <a:srcRect/>
          <a:stretch>
            <a:fillRect/>
          </a:stretch>
        </p:blipFill>
        <p:spPr>
          <a:xfrm>
            <a:off x="2412111" y="8122731"/>
            <a:ext cx="64199" cy="80867"/>
          </a:xfrm>
          <a:prstGeom prst="rect"/>
          <a:ln w="0">
            <a:noFill/>
          </a:ln>
        </p:spPr>
      </p:pic>
      <p:pic>
        <p:nvPicPr>
          <p:cNvPr id="1456" name="New picture"/>
          <p:cNvPicPr/>
          <p:nvPr/>
        </p:nvPicPr>
        <p:blipFill>
          <a:blip r:embed="rId901"/>
          <a:srcRect/>
          <a:stretch>
            <a:fillRect/>
          </a:stretch>
        </p:blipFill>
        <p:spPr>
          <a:xfrm>
            <a:off x="2486977" y="8122731"/>
            <a:ext cx="77819" cy="80867"/>
          </a:xfrm>
          <a:prstGeom prst="rect"/>
          <a:ln w="0">
            <a:noFill/>
          </a:ln>
        </p:spPr>
      </p:pic>
      <p:sp>
        <p:nvSpPr>
          <p:cNvPr id="1457" name="New shape"/>
          <p:cNvSpPr/>
          <p:nvPr/>
        </p:nvSpPr>
        <p:spPr>
          <a:xfrm>
            <a:off x="2499169" y="8131874"/>
            <a:ext cx="51911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8" name="New picture"/>
          <p:cNvPicPr/>
          <p:nvPr/>
        </p:nvPicPr>
        <p:blipFill>
          <a:blip r:embed="rId902"/>
          <a:srcRect/>
          <a:stretch>
            <a:fillRect/>
          </a:stretch>
        </p:blipFill>
        <p:spPr>
          <a:xfrm>
            <a:off x="2580132" y="8093678"/>
            <a:ext cx="74771" cy="109918"/>
          </a:xfrm>
          <a:prstGeom prst="rect"/>
          <a:ln w="0">
            <a:noFill/>
          </a:ln>
        </p:spPr>
      </p:pic>
      <p:sp>
        <p:nvSpPr>
          <p:cNvPr id="1459" name="New shape"/>
          <p:cNvSpPr/>
          <p:nvPr/>
        </p:nvSpPr>
        <p:spPr>
          <a:xfrm>
            <a:off x="2593848" y="81333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0" name="New picture"/>
          <p:cNvPicPr/>
          <p:nvPr/>
        </p:nvPicPr>
        <p:blipFill>
          <a:blip r:embed="rId903"/>
          <a:srcRect/>
          <a:stretch>
            <a:fillRect/>
          </a:stretch>
        </p:blipFill>
        <p:spPr>
          <a:xfrm>
            <a:off x="2673286" y="8122729"/>
            <a:ext cx="65627" cy="80962"/>
          </a:xfrm>
          <a:prstGeom prst="rect"/>
          <a:ln w="0">
            <a:noFill/>
          </a:ln>
        </p:spPr>
      </p:pic>
      <p:sp>
        <p:nvSpPr>
          <p:cNvPr id="1461" name="New shape"/>
          <p:cNvSpPr/>
          <p:nvPr/>
        </p:nvSpPr>
        <p:spPr>
          <a:xfrm>
            <a:off x="2687002" y="8163972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2" name="New picture"/>
          <p:cNvPicPr/>
          <p:nvPr/>
        </p:nvPicPr>
        <p:blipFill>
          <a:blip r:embed="rId904"/>
          <a:srcRect/>
          <a:stretch>
            <a:fillRect/>
          </a:stretch>
        </p:blipFill>
        <p:spPr>
          <a:xfrm>
            <a:off x="2754154" y="8122730"/>
            <a:ext cx="77914" cy="119062"/>
          </a:xfrm>
          <a:prstGeom prst="rect"/>
          <a:ln w="0">
            <a:noFill/>
          </a:ln>
        </p:spPr>
      </p:pic>
      <p:sp>
        <p:nvSpPr>
          <p:cNvPr id="1463" name="New shape"/>
          <p:cNvSpPr/>
          <p:nvPr/>
        </p:nvSpPr>
        <p:spPr>
          <a:xfrm>
            <a:off x="2771013" y="8131874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64" name="New shape"/>
          <p:cNvSpPr/>
          <p:nvPr/>
        </p:nvSpPr>
        <p:spPr>
          <a:xfrm>
            <a:off x="2766441" y="8202073"/>
            <a:ext cx="50387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5" name="New picture"/>
          <p:cNvPicPr/>
          <p:nvPr/>
        </p:nvPicPr>
        <p:blipFill>
          <a:blip r:embed="rId905"/>
          <a:srcRect/>
          <a:stretch>
            <a:fillRect/>
          </a:stretch>
        </p:blipFill>
        <p:spPr>
          <a:xfrm>
            <a:off x="2841212" y="8122731"/>
            <a:ext cx="71818" cy="80867"/>
          </a:xfrm>
          <a:prstGeom prst="rect"/>
          <a:ln w="0">
            <a:noFill/>
          </a:ln>
        </p:spPr>
      </p:pic>
      <p:sp>
        <p:nvSpPr>
          <p:cNvPr id="1466" name="New shape"/>
          <p:cNvSpPr/>
          <p:nvPr/>
        </p:nvSpPr>
        <p:spPr>
          <a:xfrm>
            <a:off x="2853405" y="813187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7" name="New picture"/>
          <p:cNvPicPr/>
          <p:nvPr/>
        </p:nvPicPr>
        <p:blipFill>
          <a:blip r:embed="rId906"/>
          <a:srcRect/>
          <a:stretch>
            <a:fillRect/>
          </a:stretch>
        </p:blipFill>
        <p:spPr>
          <a:xfrm>
            <a:off x="2929795" y="8186833"/>
            <a:ext cx="16764" cy="16763"/>
          </a:xfrm>
          <a:prstGeom prst="rect"/>
          <a:ln w="0">
            <a:noFill/>
          </a:ln>
        </p:spPr>
      </p:pic>
      <p:pic>
        <p:nvPicPr>
          <p:cNvPr id="1468" name="New picture"/>
          <p:cNvPicPr/>
          <p:nvPr/>
        </p:nvPicPr>
        <p:blipFill>
          <a:blip r:embed="rId907"/>
          <a:srcRect/>
          <a:stretch>
            <a:fillRect/>
          </a:stretch>
        </p:blipFill>
        <p:spPr>
          <a:xfrm>
            <a:off x="3006185" y="8093678"/>
            <a:ext cx="39719" cy="108395"/>
          </a:xfrm>
          <a:prstGeom prst="rect"/>
          <a:ln w="0">
            <a:noFill/>
          </a:ln>
        </p:spPr>
      </p:pic>
      <p:sp>
        <p:nvSpPr>
          <p:cNvPr id="1469" name="New shape"/>
          <p:cNvSpPr/>
          <p:nvPr/>
        </p:nvSpPr>
        <p:spPr>
          <a:xfrm>
            <a:off x="3067812" y="8093963"/>
            <a:ext cx="13716" cy="108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0" name="New picture"/>
          <p:cNvPicPr/>
          <p:nvPr/>
        </p:nvPicPr>
        <p:blipFill>
          <a:blip r:embed="rId908"/>
          <a:srcRect/>
          <a:stretch>
            <a:fillRect/>
          </a:stretch>
        </p:blipFill>
        <p:spPr>
          <a:xfrm>
            <a:off x="3137440" y="8122731"/>
            <a:ext cx="56483" cy="80867"/>
          </a:xfrm>
          <a:prstGeom prst="rect"/>
          <a:ln w="0">
            <a:noFill/>
          </a:ln>
        </p:spPr>
      </p:pic>
      <p:sp>
        <p:nvSpPr>
          <p:cNvPr id="1471" name="New shape"/>
          <p:cNvSpPr/>
          <p:nvPr/>
        </p:nvSpPr>
        <p:spPr>
          <a:xfrm>
            <a:off x="3210782" y="8093678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2" name="New picture"/>
          <p:cNvPicPr/>
          <p:nvPr/>
        </p:nvPicPr>
        <p:blipFill>
          <a:blip r:embed="rId909"/>
          <a:srcRect/>
          <a:stretch>
            <a:fillRect/>
          </a:stretch>
        </p:blipFill>
        <p:spPr>
          <a:xfrm>
            <a:off x="3239738" y="8122825"/>
            <a:ext cx="65627" cy="80867"/>
          </a:xfrm>
          <a:prstGeom prst="rect"/>
          <a:ln w="0">
            <a:noFill/>
          </a:ln>
        </p:spPr>
      </p:pic>
      <p:sp>
        <p:nvSpPr>
          <p:cNvPr id="1473" name="New shape"/>
          <p:cNvSpPr/>
          <p:nvPr/>
        </p:nvSpPr>
        <p:spPr>
          <a:xfrm>
            <a:off x="3251930" y="8163973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4" name="New picture"/>
          <p:cNvPicPr/>
          <p:nvPr/>
        </p:nvPicPr>
        <p:blipFill>
          <a:blip r:embed="rId910"/>
          <a:srcRect/>
          <a:stretch>
            <a:fillRect/>
          </a:stretch>
        </p:blipFill>
        <p:spPr>
          <a:xfrm>
            <a:off x="3319177" y="8122730"/>
            <a:ext cx="77915" cy="119062"/>
          </a:xfrm>
          <a:prstGeom prst="rect"/>
          <a:ln w="0">
            <a:noFill/>
          </a:ln>
        </p:spPr>
      </p:pic>
      <p:sp>
        <p:nvSpPr>
          <p:cNvPr id="1475" name="New shape"/>
          <p:cNvSpPr/>
          <p:nvPr/>
        </p:nvSpPr>
        <p:spPr>
          <a:xfrm>
            <a:off x="3335941" y="8131874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6" name="New shape"/>
          <p:cNvSpPr/>
          <p:nvPr/>
        </p:nvSpPr>
        <p:spPr>
          <a:xfrm>
            <a:off x="3331369" y="8202073"/>
            <a:ext cx="5191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7" name="New shape"/>
          <p:cNvSpPr/>
          <p:nvPr/>
        </p:nvSpPr>
        <p:spPr>
          <a:xfrm>
            <a:off x="3413856" y="81242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8" name="New picture"/>
          <p:cNvPicPr/>
          <p:nvPr/>
        </p:nvPicPr>
        <p:blipFill>
          <a:blip r:embed="rId911"/>
          <a:srcRect/>
          <a:stretch>
            <a:fillRect/>
          </a:stretch>
        </p:blipFill>
        <p:spPr>
          <a:xfrm>
            <a:off x="3412331" y="8089106"/>
            <a:ext cx="16764" cy="16859"/>
          </a:xfrm>
          <a:prstGeom prst="rect"/>
          <a:ln w="0">
            <a:noFill/>
          </a:ln>
        </p:spPr>
      </p:pic>
      <p:pic>
        <p:nvPicPr>
          <p:cNvPr id="1479" name="New picture"/>
          <p:cNvPicPr/>
          <p:nvPr/>
        </p:nvPicPr>
        <p:blipFill>
          <a:blip r:embed="rId912"/>
          <a:srcRect/>
          <a:stretch>
            <a:fillRect/>
          </a:stretch>
        </p:blipFill>
        <p:spPr>
          <a:xfrm>
            <a:off x="3442906" y="8101394"/>
            <a:ext cx="47339" cy="102203"/>
          </a:xfrm>
          <a:prstGeom prst="rect"/>
          <a:ln w="0">
            <a:noFill/>
          </a:ln>
        </p:spPr>
      </p:pic>
      <p:pic>
        <p:nvPicPr>
          <p:cNvPr id="1480" name="New picture"/>
          <p:cNvPicPr/>
          <p:nvPr/>
        </p:nvPicPr>
        <p:blipFill>
          <a:blip r:embed="rId913"/>
          <a:srcRect/>
          <a:stretch>
            <a:fillRect/>
          </a:stretch>
        </p:blipFill>
        <p:spPr>
          <a:xfrm>
            <a:off x="3542157" y="8093678"/>
            <a:ext cx="74771" cy="109918"/>
          </a:xfrm>
          <a:prstGeom prst="rect"/>
          <a:ln w="0">
            <a:noFill/>
          </a:ln>
        </p:spPr>
      </p:pic>
      <p:sp>
        <p:nvSpPr>
          <p:cNvPr id="1481" name="New shape"/>
          <p:cNvSpPr/>
          <p:nvPr/>
        </p:nvSpPr>
        <p:spPr>
          <a:xfrm>
            <a:off x="3555873" y="81333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82" name="New shape"/>
          <p:cNvSpPr/>
          <p:nvPr/>
        </p:nvSpPr>
        <p:spPr>
          <a:xfrm>
            <a:off x="3638360" y="8093678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3" name="New picture"/>
          <p:cNvPicPr/>
          <p:nvPr/>
        </p:nvPicPr>
        <p:blipFill>
          <a:blip r:embed="rId914"/>
          <a:srcRect/>
          <a:stretch>
            <a:fillRect/>
          </a:stretch>
        </p:blipFill>
        <p:spPr>
          <a:xfrm>
            <a:off x="3674935" y="8124253"/>
            <a:ext cx="68771" cy="79343"/>
          </a:xfrm>
          <a:prstGeom prst="rect"/>
          <a:ln w="0">
            <a:noFill/>
          </a:ln>
        </p:spPr>
      </p:pic>
      <p:pic>
        <p:nvPicPr>
          <p:cNvPr id="1484" name="New picture"/>
          <p:cNvPicPr/>
          <p:nvPr/>
        </p:nvPicPr>
        <p:blipFill>
          <a:blip r:embed="rId915"/>
          <a:srcRect/>
          <a:stretch>
            <a:fillRect/>
          </a:stretch>
        </p:blipFill>
        <p:spPr>
          <a:xfrm>
            <a:off x="3768090" y="8122634"/>
            <a:ext cx="70199" cy="79439"/>
          </a:xfrm>
          <a:prstGeom prst="rect"/>
          <a:ln w="0">
            <a:noFill/>
          </a:ln>
        </p:spPr>
      </p:pic>
      <p:pic>
        <p:nvPicPr>
          <p:cNvPr id="1485" name="New picture"/>
          <p:cNvPicPr/>
          <p:nvPr/>
        </p:nvPicPr>
        <p:blipFill>
          <a:blip r:embed="rId916"/>
          <a:srcRect/>
          <a:stretch>
            <a:fillRect/>
          </a:stretch>
        </p:blipFill>
        <p:spPr>
          <a:xfrm>
            <a:off x="3858292" y="8122825"/>
            <a:ext cx="70199" cy="80867"/>
          </a:xfrm>
          <a:prstGeom prst="rect"/>
          <a:ln w="0">
            <a:noFill/>
          </a:ln>
        </p:spPr>
      </p:pic>
      <p:sp>
        <p:nvSpPr>
          <p:cNvPr id="1486" name="New shape"/>
          <p:cNvSpPr/>
          <p:nvPr/>
        </p:nvSpPr>
        <p:spPr>
          <a:xfrm>
            <a:off x="3870484" y="81319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87" name="New shape"/>
          <p:cNvSpPr/>
          <p:nvPr/>
        </p:nvSpPr>
        <p:spPr>
          <a:xfrm>
            <a:off x="3989546" y="81242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8" name="New picture"/>
          <p:cNvPicPr/>
          <p:nvPr/>
        </p:nvPicPr>
        <p:blipFill>
          <a:blip r:embed="rId917"/>
          <a:srcRect/>
          <a:stretch>
            <a:fillRect/>
          </a:stretch>
        </p:blipFill>
        <p:spPr>
          <a:xfrm>
            <a:off x="3988022" y="8089106"/>
            <a:ext cx="16764" cy="16859"/>
          </a:xfrm>
          <a:prstGeom prst="rect"/>
          <a:ln w="0">
            <a:noFill/>
          </a:ln>
        </p:spPr>
      </p:pic>
      <p:pic>
        <p:nvPicPr>
          <p:cNvPr id="1489" name="New picture"/>
          <p:cNvPicPr/>
          <p:nvPr/>
        </p:nvPicPr>
        <p:blipFill>
          <a:blip r:embed="rId918"/>
          <a:srcRect/>
          <a:stretch>
            <a:fillRect/>
          </a:stretch>
        </p:blipFill>
        <p:spPr>
          <a:xfrm>
            <a:off x="4027742" y="8122634"/>
            <a:ext cx="70199" cy="79439"/>
          </a:xfrm>
          <a:prstGeom prst="rect"/>
          <a:ln w="0">
            <a:noFill/>
          </a:ln>
        </p:spPr>
      </p:pic>
      <p:pic>
        <p:nvPicPr>
          <p:cNvPr id="1490" name="New picture"/>
          <p:cNvPicPr/>
          <p:nvPr/>
        </p:nvPicPr>
        <p:blipFill>
          <a:blip r:embed="rId919"/>
          <a:srcRect/>
          <a:stretch>
            <a:fillRect/>
          </a:stretch>
        </p:blipFill>
        <p:spPr>
          <a:xfrm>
            <a:off x="4111751" y="8101394"/>
            <a:ext cx="47339" cy="102203"/>
          </a:xfrm>
          <a:prstGeom prst="rect"/>
          <a:ln w="0">
            <a:noFill/>
          </a:ln>
        </p:spPr>
      </p:pic>
      <p:pic>
        <p:nvPicPr>
          <p:cNvPr id="1491" name="New picture"/>
          <p:cNvPicPr/>
          <p:nvPr/>
        </p:nvPicPr>
        <p:blipFill>
          <a:blip r:embed="rId920"/>
          <a:srcRect/>
          <a:stretch>
            <a:fillRect/>
          </a:stretch>
        </p:blipFill>
        <p:spPr>
          <a:xfrm>
            <a:off x="4175855" y="8122729"/>
            <a:ext cx="42767" cy="79343"/>
          </a:xfrm>
          <a:prstGeom prst="rect"/>
          <a:ln w="0">
            <a:noFill/>
          </a:ln>
        </p:spPr>
      </p:pic>
      <p:pic>
        <p:nvPicPr>
          <p:cNvPr id="1492" name="New picture"/>
          <p:cNvPicPr/>
          <p:nvPr/>
        </p:nvPicPr>
        <p:blipFill>
          <a:blip r:embed="rId921"/>
          <a:srcRect/>
          <a:stretch>
            <a:fillRect/>
          </a:stretch>
        </p:blipFill>
        <p:spPr>
          <a:xfrm>
            <a:off x="4224814" y="8122731"/>
            <a:ext cx="77819" cy="80867"/>
          </a:xfrm>
          <a:prstGeom prst="rect"/>
          <a:ln w="0">
            <a:noFill/>
          </a:ln>
        </p:spPr>
      </p:pic>
      <p:sp>
        <p:nvSpPr>
          <p:cNvPr id="1493" name="New shape"/>
          <p:cNvSpPr/>
          <p:nvPr/>
        </p:nvSpPr>
        <p:spPr>
          <a:xfrm>
            <a:off x="4237006" y="8131874"/>
            <a:ext cx="51912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4" name="New picture"/>
          <p:cNvPicPr/>
          <p:nvPr/>
        </p:nvPicPr>
        <p:blipFill>
          <a:blip r:embed="rId922"/>
          <a:srcRect/>
          <a:stretch>
            <a:fillRect/>
          </a:stretch>
        </p:blipFill>
        <p:spPr>
          <a:xfrm>
            <a:off x="4317873" y="8093678"/>
            <a:ext cx="74771" cy="109918"/>
          </a:xfrm>
          <a:prstGeom prst="rect"/>
          <a:ln w="0">
            <a:noFill/>
          </a:ln>
        </p:spPr>
      </p:pic>
      <p:sp>
        <p:nvSpPr>
          <p:cNvPr id="1495" name="New shape"/>
          <p:cNvSpPr/>
          <p:nvPr/>
        </p:nvSpPr>
        <p:spPr>
          <a:xfrm>
            <a:off x="4331589" y="81333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6" name="New picture"/>
          <p:cNvPicPr/>
          <p:nvPr/>
        </p:nvPicPr>
        <p:blipFill>
          <a:blip r:embed="rId923"/>
          <a:srcRect/>
          <a:stretch>
            <a:fillRect/>
          </a:stretch>
        </p:blipFill>
        <p:spPr>
          <a:xfrm>
            <a:off x="4417123" y="8124254"/>
            <a:ext cx="70295" cy="79439"/>
          </a:xfrm>
          <a:prstGeom prst="rect"/>
          <a:ln w="0">
            <a:noFill/>
          </a:ln>
        </p:spPr>
      </p:pic>
      <p:pic>
        <p:nvPicPr>
          <p:cNvPr id="1497" name="New picture"/>
          <p:cNvPicPr/>
          <p:nvPr/>
        </p:nvPicPr>
        <p:blipFill>
          <a:blip r:embed="rId924"/>
          <a:srcRect/>
          <a:stretch>
            <a:fillRect/>
          </a:stretch>
        </p:blipFill>
        <p:spPr>
          <a:xfrm>
            <a:off x="4507230" y="8122731"/>
            <a:ext cx="64103" cy="80867"/>
          </a:xfrm>
          <a:prstGeom prst="rect"/>
          <a:ln w="0">
            <a:noFill/>
          </a:ln>
        </p:spPr>
      </p:pic>
      <p:pic>
        <p:nvPicPr>
          <p:cNvPr id="1498" name="New picture"/>
          <p:cNvPicPr/>
          <p:nvPr/>
        </p:nvPicPr>
        <p:blipFill>
          <a:blip r:embed="rId925"/>
          <a:srcRect/>
          <a:stretch>
            <a:fillRect/>
          </a:stretch>
        </p:blipFill>
        <p:spPr>
          <a:xfrm>
            <a:off x="4582001" y="8101394"/>
            <a:ext cx="47339" cy="102203"/>
          </a:xfrm>
          <a:prstGeom prst="rect"/>
          <a:ln w="0">
            <a:noFill/>
          </a:ln>
        </p:spPr>
      </p:pic>
      <p:sp>
        <p:nvSpPr>
          <p:cNvPr id="1499" name="New shape"/>
          <p:cNvSpPr/>
          <p:nvPr/>
        </p:nvSpPr>
        <p:spPr>
          <a:xfrm>
            <a:off x="4647724" y="812425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0" name="New picture"/>
          <p:cNvPicPr/>
          <p:nvPr/>
        </p:nvPicPr>
        <p:blipFill>
          <a:blip r:embed="rId926"/>
          <a:srcRect/>
          <a:stretch>
            <a:fillRect/>
          </a:stretch>
        </p:blipFill>
        <p:spPr>
          <a:xfrm>
            <a:off x="4644676" y="8089106"/>
            <a:ext cx="16764" cy="16859"/>
          </a:xfrm>
          <a:prstGeom prst="rect"/>
          <a:ln w="0">
            <a:noFill/>
          </a:ln>
        </p:spPr>
      </p:pic>
      <p:pic>
        <p:nvPicPr>
          <p:cNvPr id="1501" name="New picture"/>
          <p:cNvPicPr/>
          <p:nvPr/>
        </p:nvPicPr>
        <p:blipFill>
          <a:blip r:embed="rId927"/>
          <a:srcRect/>
          <a:stretch>
            <a:fillRect/>
          </a:stretch>
        </p:blipFill>
        <p:spPr>
          <a:xfrm>
            <a:off x="4681251" y="8122731"/>
            <a:ext cx="77915" cy="80867"/>
          </a:xfrm>
          <a:prstGeom prst="rect"/>
          <a:ln w="0">
            <a:noFill/>
          </a:ln>
        </p:spPr>
      </p:pic>
      <p:sp>
        <p:nvSpPr>
          <p:cNvPr id="1502" name="New shape"/>
          <p:cNvSpPr/>
          <p:nvPr/>
        </p:nvSpPr>
        <p:spPr>
          <a:xfrm>
            <a:off x="4694968" y="8131874"/>
            <a:ext cx="50387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3" name="New picture"/>
          <p:cNvPicPr/>
          <p:nvPr/>
        </p:nvPicPr>
        <p:blipFill>
          <a:blip r:embed="rId928"/>
          <a:srcRect/>
          <a:stretch>
            <a:fillRect/>
          </a:stretch>
        </p:blipFill>
        <p:spPr>
          <a:xfrm>
            <a:off x="4778978" y="8122729"/>
            <a:ext cx="68771" cy="79343"/>
          </a:xfrm>
          <a:prstGeom prst="rect"/>
          <a:ln w="0">
            <a:noFill/>
          </a:ln>
        </p:spPr>
      </p:pic>
      <p:pic>
        <p:nvPicPr>
          <p:cNvPr id="1504" name="New picture"/>
          <p:cNvPicPr/>
          <p:nvPr/>
        </p:nvPicPr>
        <p:blipFill>
          <a:blip r:embed="rId929"/>
          <a:srcRect/>
          <a:stretch>
            <a:fillRect/>
          </a:stretch>
        </p:blipFill>
        <p:spPr>
          <a:xfrm>
            <a:off x="4907280" y="8093678"/>
            <a:ext cx="76391" cy="109918"/>
          </a:xfrm>
          <a:prstGeom prst="rect"/>
          <a:ln w="0">
            <a:noFill/>
          </a:ln>
        </p:spPr>
      </p:pic>
      <p:sp>
        <p:nvSpPr>
          <p:cNvPr id="1505" name="New shape"/>
          <p:cNvSpPr/>
          <p:nvPr/>
        </p:nvSpPr>
        <p:spPr>
          <a:xfrm>
            <a:off x="4920996" y="81333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6" name="New picture"/>
          <p:cNvPicPr/>
          <p:nvPr/>
        </p:nvPicPr>
        <p:blipFill>
          <a:blip r:embed="rId930"/>
          <a:srcRect/>
          <a:stretch>
            <a:fillRect/>
          </a:stretch>
        </p:blipFill>
        <p:spPr>
          <a:xfrm>
            <a:off x="5003482" y="8122731"/>
            <a:ext cx="70295" cy="80867"/>
          </a:xfrm>
          <a:prstGeom prst="rect"/>
          <a:ln w="0">
            <a:noFill/>
          </a:ln>
        </p:spPr>
      </p:pic>
      <p:sp>
        <p:nvSpPr>
          <p:cNvPr id="1507" name="New shape"/>
          <p:cNvSpPr/>
          <p:nvPr/>
        </p:nvSpPr>
        <p:spPr>
          <a:xfrm>
            <a:off x="5015674" y="813187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8" name="New picture"/>
          <p:cNvPicPr/>
          <p:nvPr/>
        </p:nvPicPr>
        <p:blipFill>
          <a:blip r:embed="rId931"/>
          <a:srcRect/>
          <a:stretch>
            <a:fillRect/>
          </a:stretch>
        </p:blipFill>
        <p:spPr>
          <a:xfrm>
            <a:off x="5134833" y="8093677"/>
            <a:ext cx="73247" cy="109919"/>
          </a:xfrm>
          <a:prstGeom prst="rect"/>
          <a:ln w="0">
            <a:noFill/>
          </a:ln>
        </p:spPr>
      </p:pic>
      <p:sp>
        <p:nvSpPr>
          <p:cNvPr id="1509" name="New shape"/>
          <p:cNvSpPr/>
          <p:nvPr/>
        </p:nvSpPr>
        <p:spPr>
          <a:xfrm>
            <a:off x="5147025" y="8131873"/>
            <a:ext cx="48863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0" name="New picture"/>
          <p:cNvPicPr/>
          <p:nvPr/>
        </p:nvPicPr>
        <p:blipFill>
          <a:blip r:embed="rId932"/>
          <a:srcRect/>
          <a:stretch>
            <a:fillRect/>
          </a:stretch>
        </p:blipFill>
        <p:spPr>
          <a:xfrm>
            <a:off x="5223415" y="8122729"/>
            <a:ext cx="65627" cy="80867"/>
          </a:xfrm>
          <a:prstGeom prst="rect"/>
          <a:ln w="0">
            <a:noFill/>
          </a:ln>
        </p:spPr>
      </p:pic>
      <p:sp>
        <p:nvSpPr>
          <p:cNvPr id="1511" name="New shape"/>
          <p:cNvSpPr/>
          <p:nvPr/>
        </p:nvSpPr>
        <p:spPr>
          <a:xfrm>
            <a:off x="5235607" y="8163877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2" name="New picture"/>
          <p:cNvPicPr/>
          <p:nvPr/>
        </p:nvPicPr>
        <p:blipFill>
          <a:blip r:embed="rId933"/>
          <a:srcRect/>
          <a:stretch>
            <a:fillRect/>
          </a:stretch>
        </p:blipFill>
        <p:spPr>
          <a:xfrm>
            <a:off x="5304282" y="8122731"/>
            <a:ext cx="56578" cy="80867"/>
          </a:xfrm>
          <a:prstGeom prst="rect"/>
          <a:ln w="0">
            <a:noFill/>
          </a:ln>
        </p:spPr>
      </p:pic>
      <p:pic>
        <p:nvPicPr>
          <p:cNvPr id="1513" name="New picture"/>
          <p:cNvPicPr/>
          <p:nvPr/>
        </p:nvPicPr>
        <p:blipFill>
          <a:blip r:embed="rId934"/>
          <a:srcRect/>
          <a:stretch>
            <a:fillRect/>
          </a:stretch>
        </p:blipFill>
        <p:spPr>
          <a:xfrm>
            <a:off x="5374480" y="8122731"/>
            <a:ext cx="71818" cy="80867"/>
          </a:xfrm>
          <a:prstGeom prst="rect"/>
          <a:ln w="0">
            <a:noFill/>
          </a:ln>
        </p:spPr>
      </p:pic>
      <p:sp>
        <p:nvSpPr>
          <p:cNvPr id="1514" name="New shape"/>
          <p:cNvSpPr/>
          <p:nvPr/>
        </p:nvSpPr>
        <p:spPr>
          <a:xfrm>
            <a:off x="5388292" y="8131873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5" name="New picture"/>
          <p:cNvPicPr/>
          <p:nvPr/>
        </p:nvPicPr>
        <p:blipFill>
          <a:blip r:embed="rId935"/>
          <a:srcRect/>
          <a:stretch>
            <a:fillRect/>
          </a:stretch>
        </p:blipFill>
        <p:spPr>
          <a:xfrm>
            <a:off x="5496688" y="8122731"/>
            <a:ext cx="58102" cy="80867"/>
          </a:xfrm>
          <a:prstGeom prst="rect"/>
          <a:ln w="0">
            <a:noFill/>
          </a:ln>
        </p:spPr>
      </p:pic>
      <p:pic>
        <p:nvPicPr>
          <p:cNvPr id="1516" name="New picture"/>
          <p:cNvPicPr/>
          <p:nvPr/>
        </p:nvPicPr>
        <p:blipFill>
          <a:blip r:embed="rId936"/>
          <a:srcRect/>
          <a:stretch>
            <a:fillRect/>
          </a:stretch>
        </p:blipFill>
        <p:spPr>
          <a:xfrm>
            <a:off x="5573078" y="8124253"/>
            <a:ext cx="70199" cy="79343"/>
          </a:xfrm>
          <a:prstGeom prst="rect"/>
          <a:ln w="0">
            <a:noFill/>
          </a:ln>
        </p:spPr>
      </p:pic>
      <p:pic>
        <p:nvPicPr>
          <p:cNvPr id="1517" name="New picture"/>
          <p:cNvPicPr/>
          <p:nvPr/>
        </p:nvPicPr>
        <p:blipFill>
          <a:blip r:embed="rId937"/>
          <a:srcRect/>
          <a:stretch>
            <a:fillRect/>
          </a:stretch>
        </p:blipFill>
        <p:spPr>
          <a:xfrm>
            <a:off x="5667756" y="8122729"/>
            <a:ext cx="42767" cy="79343"/>
          </a:xfrm>
          <a:prstGeom prst="rect"/>
          <a:ln w="0">
            <a:noFill/>
          </a:ln>
        </p:spPr>
      </p:pic>
      <p:sp>
        <p:nvSpPr>
          <p:cNvPr id="1518" name="New shape"/>
          <p:cNvSpPr/>
          <p:nvPr/>
        </p:nvSpPr>
        <p:spPr>
          <a:xfrm>
            <a:off x="5763768" y="8093963"/>
            <a:ext cx="13716" cy="108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9" name="New picture"/>
          <p:cNvPicPr/>
          <p:nvPr/>
        </p:nvPicPr>
        <p:blipFill>
          <a:blip r:embed="rId938"/>
          <a:srcRect/>
          <a:stretch>
            <a:fillRect/>
          </a:stretch>
        </p:blipFill>
        <p:spPr>
          <a:xfrm>
            <a:off x="5797583" y="8122731"/>
            <a:ext cx="71723" cy="80867"/>
          </a:xfrm>
          <a:prstGeom prst="rect"/>
          <a:ln w="0">
            <a:noFill/>
          </a:ln>
        </p:spPr>
      </p:pic>
      <p:sp>
        <p:nvSpPr>
          <p:cNvPr id="1520" name="New shape"/>
          <p:cNvSpPr/>
          <p:nvPr/>
        </p:nvSpPr>
        <p:spPr>
          <a:xfrm>
            <a:off x="5811298" y="813187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1" name="New picture"/>
          <p:cNvPicPr/>
          <p:nvPr/>
        </p:nvPicPr>
        <p:blipFill>
          <a:blip r:embed="rId939"/>
          <a:srcRect/>
          <a:stretch>
            <a:fillRect/>
          </a:stretch>
        </p:blipFill>
        <p:spPr>
          <a:xfrm>
            <a:off x="5928837" y="8122729"/>
            <a:ext cx="120586" cy="79343"/>
          </a:xfrm>
          <a:prstGeom prst="rect"/>
          <a:ln w="0">
            <a:noFill/>
          </a:ln>
        </p:spPr>
      </p:pic>
      <p:pic>
        <p:nvPicPr>
          <p:cNvPr id="1522" name="New picture"/>
          <p:cNvPicPr/>
          <p:nvPr/>
        </p:nvPicPr>
        <p:blipFill>
          <a:blip r:embed="rId940"/>
          <a:srcRect/>
          <a:stretch>
            <a:fillRect/>
          </a:stretch>
        </p:blipFill>
        <p:spPr>
          <a:xfrm>
            <a:off x="6066282" y="8122825"/>
            <a:ext cx="65627" cy="80867"/>
          </a:xfrm>
          <a:prstGeom prst="rect"/>
          <a:ln w="0">
            <a:noFill/>
          </a:ln>
        </p:spPr>
      </p:pic>
      <p:sp>
        <p:nvSpPr>
          <p:cNvPr id="1523" name="New shape"/>
          <p:cNvSpPr/>
          <p:nvPr/>
        </p:nvSpPr>
        <p:spPr>
          <a:xfrm>
            <a:off x="6079998" y="8163973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4" name="New picture"/>
          <p:cNvPicPr/>
          <p:nvPr/>
        </p:nvPicPr>
        <p:blipFill>
          <a:blip r:embed="rId941"/>
          <a:srcRect/>
          <a:stretch>
            <a:fillRect/>
          </a:stretch>
        </p:blipFill>
        <p:spPr>
          <a:xfrm>
            <a:off x="6151817" y="8122731"/>
            <a:ext cx="64103" cy="80867"/>
          </a:xfrm>
          <a:prstGeom prst="rect"/>
          <a:ln w="0">
            <a:noFill/>
          </a:ln>
        </p:spPr>
      </p:pic>
      <p:pic>
        <p:nvPicPr>
          <p:cNvPr id="1525" name="New picture"/>
          <p:cNvPicPr/>
          <p:nvPr/>
        </p:nvPicPr>
        <p:blipFill>
          <a:blip r:embed="rId942"/>
          <a:srcRect/>
          <a:stretch>
            <a:fillRect/>
          </a:stretch>
        </p:blipFill>
        <p:spPr>
          <a:xfrm>
            <a:off x="6234303" y="8093678"/>
            <a:ext cx="68675" cy="108394"/>
          </a:xfrm>
          <a:prstGeom prst="rect"/>
          <a:ln w="0">
            <a:noFill/>
          </a:ln>
        </p:spPr>
      </p:pic>
      <p:sp>
        <p:nvSpPr>
          <p:cNvPr id="1526" name="New shape"/>
          <p:cNvSpPr/>
          <p:nvPr/>
        </p:nvSpPr>
        <p:spPr>
          <a:xfrm>
            <a:off x="6327458" y="81242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7" name="New picture"/>
          <p:cNvPicPr/>
          <p:nvPr/>
        </p:nvPicPr>
        <p:blipFill>
          <a:blip r:embed="rId943"/>
          <a:srcRect/>
          <a:stretch>
            <a:fillRect/>
          </a:stretch>
        </p:blipFill>
        <p:spPr>
          <a:xfrm>
            <a:off x="6325933" y="8089106"/>
            <a:ext cx="16764" cy="16859"/>
          </a:xfrm>
          <a:prstGeom prst="rect"/>
          <a:ln w="0">
            <a:noFill/>
          </a:ln>
        </p:spPr>
      </p:pic>
      <p:pic>
        <p:nvPicPr>
          <p:cNvPr id="1528" name="New picture"/>
          <p:cNvPicPr/>
          <p:nvPr/>
        </p:nvPicPr>
        <p:blipFill>
          <a:blip r:embed="rId944"/>
          <a:srcRect/>
          <a:stretch>
            <a:fillRect/>
          </a:stretch>
        </p:blipFill>
        <p:spPr>
          <a:xfrm>
            <a:off x="6365558" y="8122729"/>
            <a:ext cx="70295" cy="79343"/>
          </a:xfrm>
          <a:prstGeom prst="rect"/>
          <a:ln w="0">
            <a:noFill/>
          </a:ln>
        </p:spPr>
      </p:pic>
      <p:pic>
        <p:nvPicPr>
          <p:cNvPr id="1529" name="New picture"/>
          <p:cNvPicPr/>
          <p:nvPr/>
        </p:nvPicPr>
        <p:blipFill>
          <a:blip r:embed="rId945"/>
          <a:srcRect/>
          <a:stretch>
            <a:fillRect/>
          </a:stretch>
        </p:blipFill>
        <p:spPr>
          <a:xfrm>
            <a:off x="6455663" y="8122731"/>
            <a:ext cx="71818" cy="80867"/>
          </a:xfrm>
          <a:prstGeom prst="rect"/>
          <a:ln w="0">
            <a:noFill/>
          </a:ln>
        </p:spPr>
      </p:pic>
      <p:sp>
        <p:nvSpPr>
          <p:cNvPr id="1530" name="New shape"/>
          <p:cNvSpPr/>
          <p:nvPr/>
        </p:nvSpPr>
        <p:spPr>
          <a:xfrm>
            <a:off x="6467951" y="813187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31" name="New shape"/>
          <p:cNvSpPr/>
          <p:nvPr/>
        </p:nvSpPr>
        <p:spPr>
          <a:xfrm>
            <a:off x="684276" y="8322563"/>
            <a:ext cx="13716" cy="108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2" name="New picture"/>
          <p:cNvPicPr/>
          <p:nvPr/>
        </p:nvPicPr>
        <p:blipFill>
          <a:blip r:embed="rId946"/>
          <a:srcRect/>
          <a:stretch>
            <a:fillRect/>
          </a:stretch>
        </p:blipFill>
        <p:spPr>
          <a:xfrm>
            <a:off x="717137" y="8351615"/>
            <a:ext cx="71723" cy="80962"/>
          </a:xfrm>
          <a:prstGeom prst="rect"/>
          <a:ln w="0">
            <a:noFill/>
          </a:ln>
        </p:spPr>
      </p:pic>
      <p:sp>
        <p:nvSpPr>
          <p:cNvPr id="1533" name="New shape"/>
          <p:cNvSpPr/>
          <p:nvPr/>
        </p:nvSpPr>
        <p:spPr>
          <a:xfrm>
            <a:off x="730853" y="836085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4" name="New picture"/>
          <p:cNvPicPr/>
          <p:nvPr/>
        </p:nvPicPr>
        <p:blipFill>
          <a:blip r:embed="rId947"/>
          <a:srcRect/>
          <a:stretch>
            <a:fillRect/>
          </a:stretch>
        </p:blipFill>
        <p:spPr>
          <a:xfrm>
            <a:off x="802672" y="8351616"/>
            <a:ext cx="65627" cy="80962"/>
          </a:xfrm>
          <a:prstGeom prst="rect"/>
          <a:ln w="0">
            <a:noFill/>
          </a:ln>
        </p:spPr>
      </p:pic>
      <p:sp>
        <p:nvSpPr>
          <p:cNvPr id="1535" name="New shape"/>
          <p:cNvSpPr/>
          <p:nvPr/>
        </p:nvSpPr>
        <p:spPr>
          <a:xfrm>
            <a:off x="816388" y="8392859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6" name="New picture"/>
          <p:cNvPicPr/>
          <p:nvPr/>
        </p:nvPicPr>
        <p:blipFill>
          <a:blip r:embed="rId948"/>
          <a:srcRect/>
          <a:stretch>
            <a:fillRect/>
          </a:stretch>
        </p:blipFill>
        <p:spPr>
          <a:xfrm>
            <a:off x="892778" y="8351520"/>
            <a:ext cx="41148" cy="79439"/>
          </a:xfrm>
          <a:prstGeom prst="rect"/>
          <a:ln w="0">
            <a:noFill/>
          </a:ln>
        </p:spPr>
      </p:pic>
      <p:pic>
        <p:nvPicPr>
          <p:cNvPr id="1537" name="New picture"/>
          <p:cNvPicPr/>
          <p:nvPr/>
        </p:nvPicPr>
        <p:blipFill>
          <a:blip r:embed="rId949"/>
          <a:srcRect/>
          <a:stretch>
            <a:fillRect/>
          </a:stretch>
        </p:blipFill>
        <p:spPr>
          <a:xfrm>
            <a:off x="947738" y="8351520"/>
            <a:ext cx="70199" cy="79439"/>
          </a:xfrm>
          <a:prstGeom prst="rect"/>
          <a:ln w="0">
            <a:noFill/>
          </a:ln>
        </p:spPr>
      </p:pic>
      <p:sp>
        <p:nvSpPr>
          <p:cNvPr id="1538" name="New shape"/>
          <p:cNvSpPr/>
          <p:nvPr/>
        </p:nvSpPr>
        <p:spPr>
          <a:xfrm>
            <a:off x="1042321" y="8353140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9" name="New picture"/>
          <p:cNvPicPr/>
          <p:nvPr/>
        </p:nvPicPr>
        <p:blipFill>
          <a:blip r:embed="rId950"/>
          <a:srcRect/>
          <a:stretch>
            <a:fillRect/>
          </a:stretch>
        </p:blipFill>
        <p:spPr>
          <a:xfrm>
            <a:off x="1040797" y="8318086"/>
            <a:ext cx="16859" cy="16764"/>
          </a:xfrm>
          <a:prstGeom prst="rect"/>
          <a:ln w="0">
            <a:noFill/>
          </a:ln>
        </p:spPr>
      </p:pic>
      <p:pic>
        <p:nvPicPr>
          <p:cNvPr id="1540" name="New picture"/>
          <p:cNvPicPr/>
          <p:nvPr/>
        </p:nvPicPr>
        <p:blipFill>
          <a:blip r:embed="rId951"/>
          <a:srcRect/>
          <a:stretch>
            <a:fillRect/>
          </a:stretch>
        </p:blipFill>
        <p:spPr>
          <a:xfrm>
            <a:off x="1080516" y="8351520"/>
            <a:ext cx="70295" cy="79439"/>
          </a:xfrm>
          <a:prstGeom prst="rect"/>
          <a:ln w="0">
            <a:noFill/>
          </a:ln>
        </p:spPr>
      </p:pic>
      <p:pic>
        <p:nvPicPr>
          <p:cNvPr id="1541" name="New picture"/>
          <p:cNvPicPr/>
          <p:nvPr/>
        </p:nvPicPr>
        <p:blipFill>
          <a:blip r:embed="rId952"/>
          <a:srcRect/>
          <a:stretch>
            <a:fillRect/>
          </a:stretch>
        </p:blipFill>
        <p:spPr>
          <a:xfrm>
            <a:off x="1166051" y="8351520"/>
            <a:ext cx="77915" cy="119062"/>
          </a:xfrm>
          <a:prstGeom prst="rect"/>
          <a:ln w="0">
            <a:noFill/>
          </a:ln>
        </p:spPr>
      </p:pic>
      <p:sp>
        <p:nvSpPr>
          <p:cNvPr id="1542" name="New shape"/>
          <p:cNvSpPr/>
          <p:nvPr/>
        </p:nvSpPr>
        <p:spPr>
          <a:xfrm>
            <a:off x="1182910" y="8360759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43" name="New shape"/>
          <p:cNvSpPr/>
          <p:nvPr/>
        </p:nvSpPr>
        <p:spPr>
          <a:xfrm>
            <a:off x="1178338" y="8430958"/>
            <a:ext cx="5191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4" name="New picture"/>
          <p:cNvPicPr/>
          <p:nvPr/>
        </p:nvPicPr>
        <p:blipFill>
          <a:blip r:embed="rId953"/>
          <a:srcRect/>
          <a:stretch>
            <a:fillRect/>
          </a:stretch>
        </p:blipFill>
        <p:spPr>
          <a:xfrm>
            <a:off x="1253109" y="8415719"/>
            <a:ext cx="21431" cy="42767"/>
          </a:xfrm>
          <a:prstGeom prst="rect"/>
          <a:ln w="0">
            <a:noFill/>
          </a:ln>
        </p:spPr>
      </p:pic>
      <p:pic>
        <p:nvPicPr>
          <p:cNvPr id="1545" name="New picture"/>
          <p:cNvPicPr/>
          <p:nvPr/>
        </p:nvPicPr>
        <p:blipFill>
          <a:blip r:embed="rId954"/>
          <a:srcRect/>
          <a:stretch>
            <a:fillRect/>
          </a:stretch>
        </p:blipFill>
        <p:spPr>
          <a:xfrm>
            <a:off x="1338643" y="8351615"/>
            <a:ext cx="74771" cy="116015"/>
          </a:xfrm>
          <a:prstGeom prst="rect"/>
          <a:ln w="0">
            <a:noFill/>
          </a:ln>
        </p:spPr>
      </p:pic>
      <p:sp>
        <p:nvSpPr>
          <p:cNvPr id="1546" name="New shape"/>
          <p:cNvSpPr/>
          <p:nvPr/>
        </p:nvSpPr>
        <p:spPr>
          <a:xfrm>
            <a:off x="1352359" y="8360759"/>
            <a:ext cx="47339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7" name="New picture"/>
          <p:cNvPicPr/>
          <p:nvPr/>
        </p:nvPicPr>
        <p:blipFill>
          <a:blip r:embed="rId955"/>
          <a:srcRect/>
          <a:stretch>
            <a:fillRect/>
          </a:stretch>
        </p:blipFill>
        <p:spPr>
          <a:xfrm>
            <a:off x="1428750" y="8351616"/>
            <a:ext cx="77819" cy="80867"/>
          </a:xfrm>
          <a:prstGeom prst="rect"/>
          <a:ln w="0">
            <a:noFill/>
          </a:ln>
        </p:spPr>
      </p:pic>
      <p:sp>
        <p:nvSpPr>
          <p:cNvPr id="1548" name="New shape"/>
          <p:cNvSpPr/>
          <p:nvPr/>
        </p:nvSpPr>
        <p:spPr>
          <a:xfrm>
            <a:off x="1442466" y="8360759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9" name="New picture"/>
          <p:cNvPicPr/>
          <p:nvPr/>
        </p:nvPicPr>
        <p:blipFill>
          <a:blip r:embed="rId956"/>
          <a:srcRect/>
          <a:stretch>
            <a:fillRect/>
          </a:stretch>
        </p:blipFill>
        <p:spPr>
          <a:xfrm>
            <a:off x="1526476" y="8353140"/>
            <a:ext cx="70199" cy="79343"/>
          </a:xfrm>
          <a:prstGeom prst="rect"/>
          <a:ln w="0">
            <a:noFill/>
          </a:ln>
        </p:spPr>
      </p:pic>
      <p:pic>
        <p:nvPicPr>
          <p:cNvPr id="1550" name="New picture"/>
          <p:cNvPicPr/>
          <p:nvPr/>
        </p:nvPicPr>
        <p:blipFill>
          <a:blip r:embed="rId957"/>
          <a:srcRect/>
          <a:stretch>
            <a:fillRect/>
          </a:stretch>
        </p:blipFill>
        <p:spPr>
          <a:xfrm>
            <a:off x="1621155" y="8351614"/>
            <a:ext cx="42767" cy="79343"/>
          </a:xfrm>
          <a:prstGeom prst="rect"/>
          <a:ln w="0">
            <a:noFill/>
          </a:ln>
        </p:spPr>
      </p:pic>
      <p:pic>
        <p:nvPicPr>
          <p:cNvPr id="1551" name="New picture"/>
          <p:cNvPicPr/>
          <p:nvPr/>
        </p:nvPicPr>
        <p:blipFill>
          <a:blip r:embed="rId958"/>
          <a:srcRect/>
          <a:stretch>
            <a:fillRect/>
          </a:stretch>
        </p:blipFill>
        <p:spPr>
          <a:xfrm>
            <a:off x="1706690" y="8330279"/>
            <a:ext cx="47339" cy="102203"/>
          </a:xfrm>
          <a:prstGeom prst="rect"/>
          <a:ln w="0">
            <a:noFill/>
          </a:ln>
        </p:spPr>
      </p:pic>
      <p:pic>
        <p:nvPicPr>
          <p:cNvPr id="1552" name="New picture"/>
          <p:cNvPicPr/>
          <p:nvPr/>
        </p:nvPicPr>
        <p:blipFill>
          <a:blip r:embed="rId959"/>
          <a:srcRect/>
          <a:stretch>
            <a:fillRect/>
          </a:stretch>
        </p:blipFill>
        <p:spPr>
          <a:xfrm>
            <a:off x="1764697" y="8351616"/>
            <a:ext cx="77819" cy="80867"/>
          </a:xfrm>
          <a:prstGeom prst="rect"/>
          <a:ln w="0">
            <a:noFill/>
          </a:ln>
        </p:spPr>
      </p:pic>
      <p:sp>
        <p:nvSpPr>
          <p:cNvPr id="1553" name="New shape"/>
          <p:cNvSpPr/>
          <p:nvPr/>
        </p:nvSpPr>
        <p:spPr>
          <a:xfrm>
            <a:off x="1778413" y="8360759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4" name="New picture"/>
          <p:cNvPicPr/>
          <p:nvPr/>
        </p:nvPicPr>
        <p:blipFill>
          <a:blip r:embed="rId960"/>
          <a:srcRect/>
          <a:stretch>
            <a:fillRect/>
          </a:stretch>
        </p:blipFill>
        <p:spPr>
          <a:xfrm>
            <a:off x="1862423" y="8353140"/>
            <a:ext cx="70199" cy="79343"/>
          </a:xfrm>
          <a:prstGeom prst="rect"/>
          <a:ln w="0">
            <a:noFill/>
          </a:ln>
        </p:spPr>
      </p:pic>
      <p:pic>
        <p:nvPicPr>
          <p:cNvPr id="1555" name="New picture"/>
          <p:cNvPicPr/>
          <p:nvPr/>
        </p:nvPicPr>
        <p:blipFill>
          <a:blip r:embed="rId961"/>
          <a:srcRect/>
          <a:stretch>
            <a:fillRect/>
          </a:stretch>
        </p:blipFill>
        <p:spPr>
          <a:xfrm>
            <a:off x="1944814" y="8351616"/>
            <a:ext cx="58102" cy="80867"/>
          </a:xfrm>
          <a:prstGeom prst="rect"/>
          <a:ln w="0">
            <a:noFill/>
          </a:ln>
        </p:spPr>
      </p:pic>
      <p:pic>
        <p:nvPicPr>
          <p:cNvPr id="1556" name="New picture"/>
          <p:cNvPicPr/>
          <p:nvPr/>
        </p:nvPicPr>
        <p:blipFill>
          <a:blip r:embed="rId962"/>
          <a:srcRect/>
          <a:stretch>
            <a:fillRect/>
          </a:stretch>
        </p:blipFill>
        <p:spPr>
          <a:xfrm>
            <a:off x="2056352" y="8351616"/>
            <a:ext cx="64103" cy="80867"/>
          </a:xfrm>
          <a:prstGeom prst="rect"/>
          <a:ln w="0">
            <a:noFill/>
          </a:ln>
        </p:spPr>
      </p:pic>
      <p:pic>
        <p:nvPicPr>
          <p:cNvPr id="1557" name="New picture"/>
          <p:cNvPicPr/>
          <p:nvPr/>
        </p:nvPicPr>
        <p:blipFill>
          <a:blip r:embed="rId963"/>
          <a:srcRect/>
          <a:stretch>
            <a:fillRect/>
          </a:stretch>
        </p:blipFill>
        <p:spPr>
          <a:xfrm>
            <a:off x="2131219" y="8351616"/>
            <a:ext cx="71723" cy="80867"/>
          </a:xfrm>
          <a:prstGeom prst="rect"/>
          <a:ln w="0">
            <a:noFill/>
          </a:ln>
        </p:spPr>
      </p:pic>
      <p:sp>
        <p:nvSpPr>
          <p:cNvPr id="1558" name="New shape"/>
          <p:cNvSpPr/>
          <p:nvPr/>
        </p:nvSpPr>
        <p:spPr>
          <a:xfrm>
            <a:off x="2144935" y="8360759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9" name="New picture"/>
          <p:cNvPicPr/>
          <p:nvPr/>
        </p:nvPicPr>
        <p:blipFill>
          <a:blip r:embed="rId964"/>
          <a:srcRect/>
          <a:stretch>
            <a:fillRect/>
          </a:stretch>
        </p:blipFill>
        <p:spPr>
          <a:xfrm>
            <a:off x="2222754" y="8353234"/>
            <a:ext cx="68770" cy="79343"/>
          </a:xfrm>
          <a:prstGeom prst="rect"/>
          <a:ln w="0">
            <a:noFill/>
          </a:ln>
        </p:spPr>
      </p:pic>
      <p:pic>
        <p:nvPicPr>
          <p:cNvPr id="1560" name="New picture"/>
          <p:cNvPicPr/>
          <p:nvPr/>
        </p:nvPicPr>
        <p:blipFill>
          <a:blip r:embed="rId965"/>
          <a:srcRect/>
          <a:stretch>
            <a:fillRect/>
          </a:stretch>
        </p:blipFill>
        <p:spPr>
          <a:xfrm>
            <a:off x="2305240" y="8353140"/>
            <a:ext cx="77914" cy="77819"/>
          </a:xfrm>
          <a:prstGeom prst="rect"/>
          <a:ln w="0">
            <a:noFill/>
          </a:ln>
        </p:spPr>
      </p:pic>
      <p:pic>
        <p:nvPicPr>
          <p:cNvPr id="1561" name="New picture"/>
          <p:cNvPicPr/>
          <p:nvPr/>
        </p:nvPicPr>
        <p:blipFill>
          <a:blip r:embed="rId966"/>
          <a:srcRect/>
          <a:stretch>
            <a:fillRect/>
          </a:stretch>
        </p:blipFill>
        <p:spPr>
          <a:xfrm>
            <a:off x="2432018" y="8351615"/>
            <a:ext cx="73247" cy="116015"/>
          </a:xfrm>
          <a:prstGeom prst="rect"/>
          <a:ln w="0">
            <a:noFill/>
          </a:ln>
        </p:spPr>
      </p:pic>
      <p:sp>
        <p:nvSpPr>
          <p:cNvPr id="1562" name="New shape"/>
          <p:cNvSpPr/>
          <p:nvPr/>
        </p:nvSpPr>
        <p:spPr>
          <a:xfrm>
            <a:off x="2445734" y="8362282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3" name="New picture"/>
          <p:cNvPicPr/>
          <p:nvPr/>
        </p:nvPicPr>
        <p:blipFill>
          <a:blip r:embed="rId967"/>
          <a:srcRect/>
          <a:stretch>
            <a:fillRect/>
          </a:stretch>
        </p:blipFill>
        <p:spPr>
          <a:xfrm>
            <a:off x="2531269" y="8353140"/>
            <a:ext cx="70199" cy="79343"/>
          </a:xfrm>
          <a:prstGeom prst="rect"/>
          <a:ln w="0">
            <a:noFill/>
          </a:ln>
        </p:spPr>
      </p:pic>
      <p:sp>
        <p:nvSpPr>
          <p:cNvPr id="1564" name="New shape"/>
          <p:cNvSpPr/>
          <p:nvPr/>
        </p:nvSpPr>
        <p:spPr>
          <a:xfrm>
            <a:off x="2625947" y="835314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5" name="New picture"/>
          <p:cNvPicPr/>
          <p:nvPr/>
        </p:nvPicPr>
        <p:blipFill>
          <a:blip r:embed="rId968"/>
          <a:srcRect/>
          <a:stretch>
            <a:fillRect/>
          </a:stretch>
        </p:blipFill>
        <p:spPr>
          <a:xfrm>
            <a:off x="2624423" y="8318086"/>
            <a:ext cx="16764" cy="16764"/>
          </a:xfrm>
          <a:prstGeom prst="rect"/>
          <a:ln w="0">
            <a:noFill/>
          </a:ln>
        </p:spPr>
      </p:pic>
      <p:pic>
        <p:nvPicPr>
          <p:cNvPr id="1566" name="New picture"/>
          <p:cNvPicPr/>
          <p:nvPr/>
        </p:nvPicPr>
        <p:blipFill>
          <a:blip r:embed="rId969"/>
          <a:srcRect/>
          <a:stretch>
            <a:fillRect/>
          </a:stretch>
        </p:blipFill>
        <p:spPr>
          <a:xfrm>
            <a:off x="2696146" y="8351520"/>
            <a:ext cx="58007" cy="80962"/>
          </a:xfrm>
          <a:prstGeom prst="rect"/>
          <a:ln w="0">
            <a:noFill/>
          </a:ln>
        </p:spPr>
      </p:pic>
      <p:sp>
        <p:nvSpPr>
          <p:cNvPr id="1567" name="New shape"/>
          <p:cNvSpPr/>
          <p:nvPr/>
        </p:nvSpPr>
        <p:spPr>
          <a:xfrm>
            <a:off x="2771013" y="8322659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68" name="New shape"/>
          <p:cNvSpPr/>
          <p:nvPr/>
        </p:nvSpPr>
        <p:spPr>
          <a:xfrm>
            <a:off x="2807684" y="835314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9" name="New picture"/>
          <p:cNvPicPr/>
          <p:nvPr/>
        </p:nvPicPr>
        <p:blipFill>
          <a:blip r:embed="rId970"/>
          <a:srcRect/>
          <a:stretch>
            <a:fillRect/>
          </a:stretch>
        </p:blipFill>
        <p:spPr>
          <a:xfrm>
            <a:off x="2804541" y="8317992"/>
            <a:ext cx="18383" cy="16764"/>
          </a:xfrm>
          <a:prstGeom prst="rect"/>
          <a:ln w="0">
            <a:noFill/>
          </a:ln>
        </p:spPr>
      </p:pic>
      <p:pic>
        <p:nvPicPr>
          <p:cNvPr id="1570" name="New picture"/>
          <p:cNvPicPr/>
          <p:nvPr/>
        </p:nvPicPr>
        <p:blipFill>
          <a:blip r:embed="rId971"/>
          <a:srcRect/>
          <a:stretch>
            <a:fillRect/>
          </a:stretch>
        </p:blipFill>
        <p:spPr>
          <a:xfrm>
            <a:off x="2845784" y="8351614"/>
            <a:ext cx="68675" cy="79343"/>
          </a:xfrm>
          <a:prstGeom prst="rect"/>
          <a:ln w="0">
            <a:noFill/>
          </a:ln>
        </p:spPr>
      </p:pic>
      <p:pic>
        <p:nvPicPr>
          <p:cNvPr id="1571" name="New picture"/>
          <p:cNvPicPr/>
          <p:nvPr/>
        </p:nvPicPr>
        <p:blipFill>
          <a:blip r:embed="rId972"/>
          <a:srcRect/>
          <a:stretch>
            <a:fillRect/>
          </a:stretch>
        </p:blipFill>
        <p:spPr>
          <a:xfrm>
            <a:off x="2928366" y="8330279"/>
            <a:ext cx="48863" cy="102298"/>
          </a:xfrm>
          <a:prstGeom prst="rect"/>
          <a:ln w="0">
            <a:noFill/>
          </a:ln>
        </p:spPr>
      </p:pic>
      <p:pic>
        <p:nvPicPr>
          <p:cNvPr id="1572" name="New picture"/>
          <p:cNvPicPr/>
          <p:nvPr/>
        </p:nvPicPr>
        <p:blipFill>
          <a:blip r:embed="rId973"/>
          <a:srcRect/>
          <a:stretch>
            <a:fillRect/>
          </a:stretch>
        </p:blipFill>
        <p:spPr>
          <a:xfrm>
            <a:off x="2986278" y="8351616"/>
            <a:ext cx="71818" cy="80867"/>
          </a:xfrm>
          <a:prstGeom prst="rect"/>
          <a:ln w="0">
            <a:noFill/>
          </a:ln>
        </p:spPr>
      </p:pic>
      <p:sp>
        <p:nvSpPr>
          <p:cNvPr id="1573" name="New shape"/>
          <p:cNvSpPr/>
          <p:nvPr/>
        </p:nvSpPr>
        <p:spPr>
          <a:xfrm>
            <a:off x="2999994" y="836075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74" name="New shape"/>
          <p:cNvSpPr/>
          <p:nvPr/>
        </p:nvSpPr>
        <p:spPr>
          <a:xfrm>
            <a:off x="3010757" y="8316562"/>
            <a:ext cx="3048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5" name="New picture"/>
          <p:cNvPicPr/>
          <p:nvPr/>
        </p:nvPicPr>
        <p:blipFill>
          <a:blip r:embed="rId974"/>
          <a:srcRect/>
          <a:stretch>
            <a:fillRect/>
          </a:stretch>
        </p:blipFill>
        <p:spPr>
          <a:xfrm>
            <a:off x="3077908" y="8351614"/>
            <a:ext cx="42767" cy="79343"/>
          </a:xfrm>
          <a:prstGeom prst="rect"/>
          <a:ln w="0">
            <a:noFill/>
          </a:ln>
        </p:spPr>
      </p:pic>
      <p:pic>
        <p:nvPicPr>
          <p:cNvPr id="1576" name="New picture"/>
          <p:cNvPicPr/>
          <p:nvPr/>
        </p:nvPicPr>
        <p:blipFill>
          <a:blip r:embed="rId975"/>
          <a:srcRect/>
          <a:stretch>
            <a:fillRect/>
          </a:stretch>
        </p:blipFill>
        <p:spPr>
          <a:xfrm>
            <a:off x="3126772" y="8351616"/>
            <a:ext cx="70295" cy="80867"/>
          </a:xfrm>
          <a:prstGeom prst="rect"/>
          <a:ln w="0">
            <a:noFill/>
          </a:ln>
        </p:spPr>
      </p:pic>
      <p:sp>
        <p:nvSpPr>
          <p:cNvPr id="1577" name="New shape"/>
          <p:cNvSpPr/>
          <p:nvPr/>
        </p:nvSpPr>
        <p:spPr>
          <a:xfrm>
            <a:off x="3138964" y="836075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8" name="New picture"/>
          <p:cNvPicPr/>
          <p:nvPr/>
        </p:nvPicPr>
        <p:blipFill>
          <a:blip r:embed="rId976"/>
          <a:srcRect/>
          <a:stretch>
            <a:fillRect/>
          </a:stretch>
        </p:blipFill>
        <p:spPr>
          <a:xfrm>
            <a:off x="3209258" y="8351616"/>
            <a:ext cx="56483" cy="80867"/>
          </a:xfrm>
          <a:prstGeom prst="rect"/>
          <a:ln w="0">
            <a:noFill/>
          </a:ln>
        </p:spPr>
      </p:pic>
      <p:pic>
        <p:nvPicPr>
          <p:cNvPr id="1579" name="New picture"/>
          <p:cNvPicPr/>
          <p:nvPr/>
        </p:nvPicPr>
        <p:blipFill>
          <a:blip r:embed="rId977"/>
          <a:srcRect/>
          <a:stretch>
            <a:fillRect/>
          </a:stretch>
        </p:blipFill>
        <p:spPr>
          <a:xfrm>
            <a:off x="3276409" y="8351616"/>
            <a:ext cx="58007" cy="80867"/>
          </a:xfrm>
          <a:prstGeom prst="rect"/>
          <a:ln w="0">
            <a:noFill/>
          </a:ln>
        </p:spPr>
      </p:pic>
      <p:pic>
        <p:nvPicPr>
          <p:cNvPr id="1580" name="New picture"/>
          <p:cNvPicPr/>
          <p:nvPr/>
        </p:nvPicPr>
        <p:blipFill>
          <a:blip r:embed="rId978"/>
          <a:srcRect/>
          <a:stretch>
            <a:fillRect/>
          </a:stretch>
        </p:blipFill>
        <p:spPr>
          <a:xfrm>
            <a:off x="3348228" y="8351710"/>
            <a:ext cx="70199" cy="80867"/>
          </a:xfrm>
          <a:prstGeom prst="rect"/>
          <a:ln w="0">
            <a:noFill/>
          </a:ln>
        </p:spPr>
      </p:pic>
      <p:sp>
        <p:nvSpPr>
          <p:cNvPr id="1581" name="New shape"/>
          <p:cNvSpPr/>
          <p:nvPr/>
        </p:nvSpPr>
        <p:spPr>
          <a:xfrm>
            <a:off x="3360420" y="836085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2" name="New picture"/>
          <p:cNvPicPr/>
          <p:nvPr/>
        </p:nvPicPr>
        <p:blipFill>
          <a:blip r:embed="rId979"/>
          <a:srcRect/>
          <a:stretch>
            <a:fillRect/>
          </a:stretch>
        </p:blipFill>
        <p:spPr>
          <a:xfrm>
            <a:off x="3438335" y="8351520"/>
            <a:ext cx="70199" cy="79439"/>
          </a:xfrm>
          <a:prstGeom prst="rect"/>
          <a:ln w="0">
            <a:noFill/>
          </a:ln>
        </p:spPr>
      </p:pic>
      <p:pic>
        <p:nvPicPr>
          <p:cNvPr id="1583" name="New picture"/>
          <p:cNvPicPr/>
          <p:nvPr/>
        </p:nvPicPr>
        <p:blipFill>
          <a:blip r:embed="rId980"/>
          <a:srcRect/>
          <a:stretch>
            <a:fillRect/>
          </a:stretch>
        </p:blipFill>
        <p:spPr>
          <a:xfrm>
            <a:off x="3522345" y="8330279"/>
            <a:ext cx="47339" cy="102203"/>
          </a:xfrm>
          <a:prstGeom prst="rect"/>
          <a:ln w="0">
            <a:noFill/>
          </a:ln>
        </p:spPr>
      </p:pic>
      <p:pic>
        <p:nvPicPr>
          <p:cNvPr id="1584" name="New picture"/>
          <p:cNvPicPr/>
          <p:nvPr/>
        </p:nvPicPr>
        <p:blipFill>
          <a:blip r:embed="rId981"/>
          <a:srcRect/>
          <a:stretch>
            <a:fillRect/>
          </a:stretch>
        </p:blipFill>
        <p:spPr>
          <a:xfrm>
            <a:off x="3619976" y="8351616"/>
            <a:ext cx="65722" cy="80867"/>
          </a:xfrm>
          <a:prstGeom prst="rect"/>
          <a:ln w="0">
            <a:noFill/>
          </a:ln>
        </p:spPr>
      </p:pic>
      <p:sp>
        <p:nvSpPr>
          <p:cNvPr id="1585" name="New shape"/>
          <p:cNvSpPr/>
          <p:nvPr/>
        </p:nvSpPr>
        <p:spPr>
          <a:xfrm>
            <a:off x="3633787" y="8392859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6" name="New shape"/>
          <p:cNvSpPr/>
          <p:nvPr/>
        </p:nvSpPr>
        <p:spPr>
          <a:xfrm>
            <a:off x="3638359" y="8316564"/>
            <a:ext cx="32004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7" name="New picture"/>
          <p:cNvPicPr/>
          <p:nvPr/>
        </p:nvPicPr>
        <p:blipFill>
          <a:blip r:embed="rId982"/>
          <a:srcRect/>
          <a:stretch>
            <a:fillRect/>
          </a:stretch>
        </p:blipFill>
        <p:spPr>
          <a:xfrm>
            <a:off x="3745230" y="8351616"/>
            <a:ext cx="64103" cy="80867"/>
          </a:xfrm>
          <a:prstGeom prst="rect"/>
          <a:ln w="0">
            <a:noFill/>
          </a:ln>
        </p:spPr>
      </p:pic>
      <p:pic>
        <p:nvPicPr>
          <p:cNvPr id="1588" name="New picture"/>
          <p:cNvPicPr/>
          <p:nvPr/>
        </p:nvPicPr>
        <p:blipFill>
          <a:blip r:embed="rId983"/>
          <a:srcRect/>
          <a:stretch>
            <a:fillRect/>
          </a:stretch>
        </p:blipFill>
        <p:spPr>
          <a:xfrm>
            <a:off x="3818477" y="8351616"/>
            <a:ext cx="71818" cy="80867"/>
          </a:xfrm>
          <a:prstGeom prst="rect"/>
          <a:ln w="0">
            <a:noFill/>
          </a:ln>
        </p:spPr>
      </p:pic>
      <p:sp>
        <p:nvSpPr>
          <p:cNvPr id="1589" name="New shape"/>
          <p:cNvSpPr/>
          <p:nvPr/>
        </p:nvSpPr>
        <p:spPr>
          <a:xfrm>
            <a:off x="3832289" y="8360759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0" name="New picture"/>
          <p:cNvPicPr/>
          <p:nvPr/>
        </p:nvPicPr>
        <p:blipFill>
          <a:blip r:embed="rId984"/>
          <a:srcRect/>
          <a:stretch>
            <a:fillRect/>
          </a:stretch>
        </p:blipFill>
        <p:spPr>
          <a:xfrm>
            <a:off x="3939254" y="8330279"/>
            <a:ext cx="48863" cy="102203"/>
          </a:xfrm>
          <a:prstGeom prst="rect"/>
          <a:ln w="0">
            <a:noFill/>
          </a:ln>
        </p:spPr>
      </p:pic>
      <p:pic>
        <p:nvPicPr>
          <p:cNvPr id="1591" name="New picture"/>
          <p:cNvPicPr/>
          <p:nvPr/>
        </p:nvPicPr>
        <p:blipFill>
          <a:blip r:embed="rId985"/>
          <a:srcRect/>
          <a:stretch>
            <a:fillRect/>
          </a:stretch>
        </p:blipFill>
        <p:spPr>
          <a:xfrm>
            <a:off x="4004787" y="8322659"/>
            <a:ext cx="68675" cy="108394"/>
          </a:xfrm>
          <a:prstGeom prst="rect"/>
          <a:ln w="0">
            <a:noFill/>
          </a:ln>
        </p:spPr>
      </p:pic>
      <p:pic>
        <p:nvPicPr>
          <p:cNvPr id="1592" name="New picture"/>
          <p:cNvPicPr/>
          <p:nvPr/>
        </p:nvPicPr>
        <p:blipFill>
          <a:blip r:embed="rId986"/>
          <a:srcRect/>
          <a:stretch>
            <a:fillRect/>
          </a:stretch>
        </p:blipFill>
        <p:spPr>
          <a:xfrm>
            <a:off x="4093369" y="8351616"/>
            <a:ext cx="71818" cy="80867"/>
          </a:xfrm>
          <a:prstGeom prst="rect"/>
          <a:ln w="0">
            <a:noFill/>
          </a:ln>
        </p:spPr>
      </p:pic>
      <p:sp>
        <p:nvSpPr>
          <p:cNvPr id="1593" name="New shape"/>
          <p:cNvSpPr/>
          <p:nvPr/>
        </p:nvSpPr>
        <p:spPr>
          <a:xfrm>
            <a:off x="4107084" y="836075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94" name="New shape"/>
          <p:cNvSpPr/>
          <p:nvPr/>
        </p:nvSpPr>
        <p:spPr>
          <a:xfrm>
            <a:off x="4113276" y="8316562"/>
            <a:ext cx="32004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5" name="New picture"/>
          <p:cNvPicPr/>
          <p:nvPr/>
        </p:nvPicPr>
        <p:blipFill>
          <a:blip r:embed="rId987"/>
          <a:srcRect/>
          <a:stretch>
            <a:fillRect/>
          </a:stretch>
        </p:blipFill>
        <p:spPr>
          <a:xfrm>
            <a:off x="4184999" y="8351614"/>
            <a:ext cx="120682" cy="79343"/>
          </a:xfrm>
          <a:prstGeom prst="rect"/>
          <a:ln w="0">
            <a:noFill/>
          </a:ln>
        </p:spPr>
      </p:pic>
      <p:pic>
        <p:nvPicPr>
          <p:cNvPr id="1596" name="New picture"/>
          <p:cNvPicPr/>
          <p:nvPr/>
        </p:nvPicPr>
        <p:blipFill>
          <a:blip r:embed="rId988"/>
          <a:srcRect/>
          <a:stretch>
            <a:fillRect/>
          </a:stretch>
        </p:blipFill>
        <p:spPr>
          <a:xfrm>
            <a:off x="4325493" y="8351615"/>
            <a:ext cx="71723" cy="80962"/>
          </a:xfrm>
          <a:prstGeom prst="rect"/>
          <a:ln w="0">
            <a:noFill/>
          </a:ln>
        </p:spPr>
      </p:pic>
      <p:sp>
        <p:nvSpPr>
          <p:cNvPr id="1597" name="New shape"/>
          <p:cNvSpPr/>
          <p:nvPr/>
        </p:nvSpPr>
        <p:spPr>
          <a:xfrm>
            <a:off x="4339209" y="836085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8" name="New picture"/>
          <p:cNvPicPr/>
          <p:nvPr/>
        </p:nvPicPr>
        <p:blipFill>
          <a:blip r:embed="rId989"/>
          <a:srcRect/>
          <a:stretch>
            <a:fillRect/>
          </a:stretch>
        </p:blipFill>
        <p:spPr>
          <a:xfrm>
            <a:off x="4414076" y="8415719"/>
            <a:ext cx="16764" cy="16763"/>
          </a:xfrm>
          <a:prstGeom prst="rect"/>
          <a:ln w="0">
            <a:noFill/>
          </a:ln>
        </p:spPr>
      </p:pic>
      <p:pic>
        <p:nvPicPr>
          <p:cNvPr id="1599" name="New picture"/>
          <p:cNvPicPr/>
          <p:nvPr/>
        </p:nvPicPr>
        <p:blipFill>
          <a:blip r:embed="rId990"/>
          <a:srcRect/>
          <a:stretch>
            <a:fillRect/>
          </a:stretch>
        </p:blipFill>
        <p:spPr>
          <a:xfrm>
            <a:off x="683514" y="8704135"/>
            <a:ext cx="64199" cy="108395"/>
          </a:xfrm>
          <a:prstGeom prst="rect"/>
          <a:ln w="0">
            <a:noFill/>
          </a:ln>
        </p:spPr>
      </p:pic>
      <p:pic>
        <p:nvPicPr>
          <p:cNvPr id="1600" name="New picture"/>
          <p:cNvPicPr/>
          <p:nvPr/>
        </p:nvPicPr>
        <p:blipFill>
          <a:blip r:embed="rId991"/>
          <a:srcRect/>
          <a:stretch>
            <a:fillRect/>
          </a:stretch>
        </p:blipFill>
        <p:spPr>
          <a:xfrm>
            <a:off x="753713" y="8733092"/>
            <a:ext cx="71818" cy="80867"/>
          </a:xfrm>
          <a:prstGeom prst="rect"/>
          <a:ln w="0">
            <a:noFill/>
          </a:ln>
        </p:spPr>
      </p:pic>
      <p:sp>
        <p:nvSpPr>
          <p:cNvPr id="1601" name="New shape"/>
          <p:cNvSpPr/>
          <p:nvPr/>
        </p:nvSpPr>
        <p:spPr>
          <a:xfrm>
            <a:off x="767429" y="8742235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02" name="New shape"/>
          <p:cNvSpPr/>
          <p:nvPr/>
        </p:nvSpPr>
        <p:spPr>
          <a:xfrm>
            <a:off x="885444" y="8703564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3" name="New picture"/>
          <p:cNvPicPr/>
          <p:nvPr/>
        </p:nvPicPr>
        <p:blipFill>
          <a:blip r:embed="rId992"/>
          <a:srcRect/>
          <a:stretch>
            <a:fillRect/>
          </a:stretch>
        </p:blipFill>
        <p:spPr>
          <a:xfrm>
            <a:off x="918686" y="8733188"/>
            <a:ext cx="65627" cy="80867"/>
          </a:xfrm>
          <a:prstGeom prst="rect"/>
          <a:ln w="0">
            <a:noFill/>
          </a:ln>
        </p:spPr>
      </p:pic>
      <p:sp>
        <p:nvSpPr>
          <p:cNvPr id="1604" name="New shape"/>
          <p:cNvSpPr/>
          <p:nvPr/>
        </p:nvSpPr>
        <p:spPr>
          <a:xfrm>
            <a:off x="932402" y="8774336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5" name="New picture"/>
          <p:cNvPicPr/>
          <p:nvPr/>
        </p:nvPicPr>
        <p:blipFill>
          <a:blip r:embed="rId993"/>
          <a:srcRect/>
          <a:stretch>
            <a:fillRect/>
          </a:stretch>
        </p:blipFill>
        <p:spPr>
          <a:xfrm>
            <a:off x="1007269" y="8733186"/>
            <a:ext cx="70199" cy="79343"/>
          </a:xfrm>
          <a:prstGeom prst="rect"/>
          <a:ln w="0">
            <a:noFill/>
          </a:ln>
        </p:spPr>
      </p:pic>
      <p:pic>
        <p:nvPicPr>
          <p:cNvPr id="1606" name="New picture"/>
          <p:cNvPicPr/>
          <p:nvPr/>
        </p:nvPicPr>
        <p:blipFill>
          <a:blip r:embed="rId994"/>
          <a:srcRect/>
          <a:stretch>
            <a:fillRect/>
          </a:stretch>
        </p:blipFill>
        <p:spPr>
          <a:xfrm>
            <a:off x="1092803" y="8733186"/>
            <a:ext cx="77819" cy="118967"/>
          </a:xfrm>
          <a:prstGeom prst="rect"/>
          <a:ln w="0">
            <a:noFill/>
          </a:ln>
        </p:spPr>
      </p:pic>
      <p:sp>
        <p:nvSpPr>
          <p:cNvPr id="1607" name="New shape"/>
          <p:cNvSpPr/>
          <p:nvPr/>
        </p:nvSpPr>
        <p:spPr>
          <a:xfrm>
            <a:off x="1109567" y="8742331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08" name="New shape"/>
          <p:cNvSpPr/>
          <p:nvPr/>
        </p:nvSpPr>
        <p:spPr>
          <a:xfrm>
            <a:off x="1104995" y="8812530"/>
            <a:ext cx="50387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9" name="New picture"/>
          <p:cNvPicPr/>
          <p:nvPr/>
        </p:nvPicPr>
        <p:blipFill>
          <a:blip r:embed="rId995"/>
          <a:srcRect/>
          <a:stretch>
            <a:fillRect/>
          </a:stretch>
        </p:blipFill>
        <p:spPr>
          <a:xfrm>
            <a:off x="1179862" y="8733092"/>
            <a:ext cx="65627" cy="80867"/>
          </a:xfrm>
          <a:prstGeom prst="rect"/>
          <a:ln w="0">
            <a:noFill/>
          </a:ln>
        </p:spPr>
      </p:pic>
      <p:sp>
        <p:nvSpPr>
          <p:cNvPr id="1610" name="New shape"/>
          <p:cNvSpPr/>
          <p:nvPr/>
        </p:nvSpPr>
        <p:spPr>
          <a:xfrm>
            <a:off x="1193578" y="8774240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1" name="New picture"/>
          <p:cNvPicPr/>
          <p:nvPr/>
        </p:nvPicPr>
        <p:blipFill>
          <a:blip r:embed="rId996"/>
          <a:srcRect/>
          <a:stretch>
            <a:fillRect/>
          </a:stretch>
        </p:blipFill>
        <p:spPr>
          <a:xfrm>
            <a:off x="1260729" y="8733186"/>
            <a:ext cx="77915" cy="118967"/>
          </a:xfrm>
          <a:prstGeom prst="rect"/>
          <a:ln w="0">
            <a:noFill/>
          </a:ln>
        </p:spPr>
      </p:pic>
      <p:sp>
        <p:nvSpPr>
          <p:cNvPr id="1612" name="New shape"/>
          <p:cNvSpPr/>
          <p:nvPr/>
        </p:nvSpPr>
        <p:spPr>
          <a:xfrm>
            <a:off x="1277588" y="8742331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13" name="New shape"/>
          <p:cNvSpPr/>
          <p:nvPr/>
        </p:nvSpPr>
        <p:spPr>
          <a:xfrm>
            <a:off x="1272921" y="8812530"/>
            <a:ext cx="50482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4" name="New picture"/>
          <p:cNvPicPr/>
          <p:nvPr/>
        </p:nvPicPr>
        <p:blipFill>
          <a:blip r:embed="rId997"/>
          <a:srcRect/>
          <a:stretch>
            <a:fillRect/>
          </a:stretch>
        </p:blipFill>
        <p:spPr>
          <a:xfrm>
            <a:off x="1347788" y="8733188"/>
            <a:ext cx="71819" cy="80867"/>
          </a:xfrm>
          <a:prstGeom prst="rect"/>
          <a:ln w="0">
            <a:noFill/>
          </a:ln>
        </p:spPr>
      </p:pic>
      <p:sp>
        <p:nvSpPr>
          <p:cNvPr id="1615" name="New shape"/>
          <p:cNvSpPr/>
          <p:nvPr/>
        </p:nvSpPr>
        <p:spPr>
          <a:xfrm>
            <a:off x="1361504" y="874233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6" name="New picture"/>
          <p:cNvPicPr/>
          <p:nvPr/>
        </p:nvPicPr>
        <p:blipFill>
          <a:blip r:embed="rId998"/>
          <a:srcRect/>
          <a:stretch>
            <a:fillRect/>
          </a:stretch>
        </p:blipFill>
        <p:spPr>
          <a:xfrm>
            <a:off x="1479137" y="8734616"/>
            <a:ext cx="68675" cy="79343"/>
          </a:xfrm>
          <a:prstGeom prst="rect"/>
          <a:ln w="0">
            <a:noFill/>
          </a:ln>
        </p:spPr>
      </p:pic>
      <p:pic>
        <p:nvPicPr>
          <p:cNvPr id="1617" name="New picture"/>
          <p:cNvPicPr/>
          <p:nvPr/>
        </p:nvPicPr>
        <p:blipFill>
          <a:blip r:embed="rId999"/>
          <a:srcRect/>
          <a:stretch>
            <a:fillRect/>
          </a:stretch>
        </p:blipFill>
        <p:spPr>
          <a:xfrm>
            <a:off x="1563148" y="8711851"/>
            <a:ext cx="47339" cy="102203"/>
          </a:xfrm>
          <a:prstGeom prst="rect"/>
          <a:ln w="0">
            <a:noFill/>
          </a:ln>
        </p:spPr>
      </p:pic>
      <p:sp>
        <p:nvSpPr>
          <p:cNvPr id="1618" name="New shape"/>
          <p:cNvSpPr/>
          <p:nvPr/>
        </p:nvSpPr>
        <p:spPr>
          <a:xfrm>
            <a:off x="1628775" y="873471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9" name="New picture"/>
          <p:cNvPicPr/>
          <p:nvPr/>
        </p:nvPicPr>
        <p:blipFill>
          <a:blip r:embed="rId1000"/>
          <a:srcRect/>
          <a:stretch>
            <a:fillRect/>
          </a:stretch>
        </p:blipFill>
        <p:spPr>
          <a:xfrm>
            <a:off x="1625727" y="8699658"/>
            <a:ext cx="18288" cy="16764"/>
          </a:xfrm>
          <a:prstGeom prst="rect"/>
          <a:ln w="0">
            <a:noFill/>
          </a:ln>
        </p:spPr>
      </p:pic>
      <p:sp>
        <p:nvSpPr>
          <p:cNvPr id="1620" name="New shape"/>
          <p:cNvSpPr/>
          <p:nvPr/>
        </p:nvSpPr>
        <p:spPr>
          <a:xfrm>
            <a:off x="1667256" y="8703564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21" name="New shape"/>
          <p:cNvSpPr/>
          <p:nvPr/>
        </p:nvSpPr>
        <p:spPr>
          <a:xfrm>
            <a:off x="1708213" y="8734616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2" name="New picture"/>
          <p:cNvPicPr/>
          <p:nvPr/>
        </p:nvPicPr>
        <p:blipFill>
          <a:blip r:embed="rId1001"/>
          <a:srcRect/>
          <a:stretch>
            <a:fillRect/>
          </a:stretch>
        </p:blipFill>
        <p:spPr>
          <a:xfrm>
            <a:off x="1705165" y="8699564"/>
            <a:ext cx="16764" cy="16764"/>
          </a:xfrm>
          <a:prstGeom prst="rect"/>
          <a:ln w="0">
            <a:noFill/>
          </a:ln>
        </p:spPr>
      </p:pic>
      <p:pic>
        <p:nvPicPr>
          <p:cNvPr id="1623" name="New picture"/>
          <p:cNvPicPr/>
          <p:nvPr/>
        </p:nvPicPr>
        <p:blipFill>
          <a:blip r:embed="rId1002"/>
          <a:srcRect/>
          <a:stretch>
            <a:fillRect/>
          </a:stretch>
        </p:blipFill>
        <p:spPr>
          <a:xfrm>
            <a:off x="1737170" y="8733188"/>
            <a:ext cx="58007" cy="80867"/>
          </a:xfrm>
          <a:prstGeom prst="rect"/>
          <a:ln w="0">
            <a:noFill/>
          </a:ln>
        </p:spPr>
      </p:pic>
      <p:pic>
        <p:nvPicPr>
          <p:cNvPr id="1624" name="New picture"/>
          <p:cNvPicPr/>
          <p:nvPr/>
        </p:nvPicPr>
        <p:blipFill>
          <a:blip r:embed="rId1003"/>
          <a:srcRect/>
          <a:stretch>
            <a:fillRect/>
          </a:stretch>
        </p:blipFill>
        <p:spPr>
          <a:xfrm>
            <a:off x="1808988" y="8733188"/>
            <a:ext cx="71723" cy="80867"/>
          </a:xfrm>
          <a:prstGeom prst="rect"/>
          <a:ln w="0">
            <a:noFill/>
          </a:ln>
        </p:spPr>
      </p:pic>
      <p:sp>
        <p:nvSpPr>
          <p:cNvPr id="1625" name="New shape"/>
          <p:cNvSpPr/>
          <p:nvPr/>
        </p:nvSpPr>
        <p:spPr>
          <a:xfrm>
            <a:off x="1822704" y="874233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26" name="New shape"/>
          <p:cNvSpPr/>
          <p:nvPr/>
        </p:nvSpPr>
        <p:spPr>
          <a:xfrm>
            <a:off x="1831848" y="8698040"/>
            <a:ext cx="32099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7" name="New picture"/>
          <p:cNvPicPr/>
          <p:nvPr/>
        </p:nvPicPr>
        <p:blipFill>
          <a:blip r:embed="rId1004"/>
          <a:srcRect/>
          <a:stretch>
            <a:fillRect/>
          </a:stretch>
        </p:blipFill>
        <p:spPr>
          <a:xfrm>
            <a:off x="1935766" y="8733092"/>
            <a:ext cx="70199" cy="80867"/>
          </a:xfrm>
          <a:prstGeom prst="rect"/>
          <a:ln w="0">
            <a:noFill/>
          </a:ln>
        </p:spPr>
      </p:pic>
      <p:sp>
        <p:nvSpPr>
          <p:cNvPr id="1628" name="New shape"/>
          <p:cNvSpPr/>
          <p:nvPr/>
        </p:nvSpPr>
        <p:spPr>
          <a:xfrm>
            <a:off x="1947958" y="874223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9" name="New picture"/>
          <p:cNvPicPr/>
          <p:nvPr/>
        </p:nvPicPr>
        <p:blipFill>
          <a:blip r:embed="rId1005"/>
          <a:srcRect/>
          <a:stretch>
            <a:fillRect/>
          </a:stretch>
        </p:blipFill>
        <p:spPr>
          <a:xfrm>
            <a:off x="2018157" y="8733188"/>
            <a:ext cx="58007" cy="80867"/>
          </a:xfrm>
          <a:prstGeom prst="rect"/>
          <a:ln w="0">
            <a:noFill/>
          </a:ln>
        </p:spPr>
      </p:pic>
      <p:pic>
        <p:nvPicPr>
          <p:cNvPr id="1630" name="New picture"/>
          <p:cNvPicPr/>
          <p:nvPr/>
        </p:nvPicPr>
        <p:blipFill>
          <a:blip r:embed="rId1006"/>
          <a:srcRect/>
          <a:stretch>
            <a:fillRect/>
          </a:stretch>
        </p:blipFill>
        <p:spPr>
          <a:xfrm>
            <a:off x="2083784" y="8711757"/>
            <a:ext cx="47339" cy="102298"/>
          </a:xfrm>
          <a:prstGeom prst="rect"/>
          <a:ln w="0">
            <a:noFill/>
          </a:ln>
        </p:spPr>
      </p:pic>
      <p:pic>
        <p:nvPicPr>
          <p:cNvPr id="1631" name="New picture"/>
          <p:cNvPicPr/>
          <p:nvPr/>
        </p:nvPicPr>
        <p:blipFill>
          <a:blip r:embed="rId1007"/>
          <a:srcRect/>
          <a:stretch>
            <a:fillRect/>
          </a:stretch>
        </p:blipFill>
        <p:spPr>
          <a:xfrm>
            <a:off x="2181511" y="8733188"/>
            <a:ext cx="67246" cy="80867"/>
          </a:xfrm>
          <a:prstGeom prst="rect"/>
          <a:ln w="0">
            <a:noFill/>
          </a:ln>
        </p:spPr>
      </p:pic>
      <p:sp>
        <p:nvSpPr>
          <p:cNvPr id="1632" name="New shape"/>
          <p:cNvSpPr/>
          <p:nvPr/>
        </p:nvSpPr>
        <p:spPr>
          <a:xfrm>
            <a:off x="2195322" y="8774336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3" name="New picture"/>
          <p:cNvPicPr/>
          <p:nvPr/>
        </p:nvPicPr>
        <p:blipFill>
          <a:blip r:embed="rId1008"/>
          <a:srcRect/>
          <a:stretch>
            <a:fillRect/>
          </a:stretch>
        </p:blipFill>
        <p:spPr>
          <a:xfrm>
            <a:off x="2262378" y="8733188"/>
            <a:ext cx="58102" cy="80867"/>
          </a:xfrm>
          <a:prstGeom prst="rect"/>
          <a:ln w="0">
            <a:noFill/>
          </a:ln>
        </p:spPr>
      </p:pic>
      <p:pic>
        <p:nvPicPr>
          <p:cNvPr id="1634" name="New picture"/>
          <p:cNvPicPr/>
          <p:nvPr/>
        </p:nvPicPr>
        <p:blipFill>
          <a:blip r:embed="rId1009"/>
          <a:srcRect/>
          <a:stretch>
            <a:fillRect/>
          </a:stretch>
        </p:blipFill>
        <p:spPr>
          <a:xfrm>
            <a:off x="2331244" y="8733188"/>
            <a:ext cx="58007" cy="80867"/>
          </a:xfrm>
          <a:prstGeom prst="rect"/>
          <a:ln w="0">
            <a:noFill/>
          </a:ln>
        </p:spPr>
      </p:pic>
      <p:pic>
        <p:nvPicPr>
          <p:cNvPr id="1635" name="New picture"/>
          <p:cNvPicPr/>
          <p:nvPr/>
        </p:nvPicPr>
        <p:blipFill>
          <a:blip r:embed="rId1010"/>
          <a:srcRect/>
          <a:stretch>
            <a:fillRect/>
          </a:stretch>
        </p:blipFill>
        <p:spPr>
          <a:xfrm>
            <a:off x="2402967" y="8733188"/>
            <a:ext cx="70199" cy="80867"/>
          </a:xfrm>
          <a:prstGeom prst="rect"/>
          <a:ln w="0">
            <a:noFill/>
          </a:ln>
        </p:spPr>
      </p:pic>
      <p:sp>
        <p:nvSpPr>
          <p:cNvPr id="1636" name="New shape"/>
          <p:cNvSpPr/>
          <p:nvPr/>
        </p:nvSpPr>
        <p:spPr>
          <a:xfrm>
            <a:off x="2415159" y="874233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7" name="New picture"/>
          <p:cNvPicPr/>
          <p:nvPr/>
        </p:nvPicPr>
        <p:blipFill>
          <a:blip r:embed="rId1011"/>
          <a:srcRect/>
          <a:stretch>
            <a:fillRect/>
          </a:stretch>
        </p:blipFill>
        <p:spPr>
          <a:xfrm>
            <a:off x="2485453" y="8734712"/>
            <a:ext cx="58007" cy="77819"/>
          </a:xfrm>
          <a:prstGeom prst="rect"/>
          <a:ln w="0">
            <a:noFill/>
          </a:ln>
        </p:spPr>
      </p:pic>
      <p:pic>
        <p:nvPicPr>
          <p:cNvPr id="1638" name="New picture"/>
          <p:cNvPicPr/>
          <p:nvPr/>
        </p:nvPicPr>
        <p:blipFill>
          <a:blip r:embed="rId1012"/>
          <a:srcRect/>
          <a:stretch>
            <a:fillRect/>
          </a:stretch>
        </p:blipFill>
        <p:spPr>
          <a:xfrm>
            <a:off x="2592324" y="8733188"/>
            <a:ext cx="58007" cy="80867"/>
          </a:xfrm>
          <a:prstGeom prst="rect"/>
          <a:ln w="0">
            <a:noFill/>
          </a:ln>
        </p:spPr>
      </p:pic>
      <p:sp>
        <p:nvSpPr>
          <p:cNvPr id="1639" name="New shape"/>
          <p:cNvSpPr/>
          <p:nvPr/>
        </p:nvSpPr>
        <p:spPr>
          <a:xfrm>
            <a:off x="2668619" y="8734712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0" name="New picture"/>
          <p:cNvPicPr/>
          <p:nvPr/>
        </p:nvPicPr>
        <p:blipFill>
          <a:blip r:embed="rId1013"/>
          <a:srcRect/>
          <a:stretch>
            <a:fillRect/>
          </a:stretch>
        </p:blipFill>
        <p:spPr>
          <a:xfrm>
            <a:off x="2667095" y="8699658"/>
            <a:ext cx="16859" cy="16764"/>
          </a:xfrm>
          <a:prstGeom prst="rect"/>
          <a:ln w="0">
            <a:noFill/>
          </a:ln>
        </p:spPr>
      </p:pic>
      <p:pic>
        <p:nvPicPr>
          <p:cNvPr id="1641" name="New picture"/>
          <p:cNvPicPr/>
          <p:nvPr/>
        </p:nvPicPr>
        <p:blipFill>
          <a:blip r:embed="rId1014"/>
          <a:srcRect/>
          <a:stretch>
            <a:fillRect/>
          </a:stretch>
        </p:blipFill>
        <p:spPr>
          <a:xfrm>
            <a:off x="2706815" y="8733186"/>
            <a:ext cx="122206" cy="79343"/>
          </a:xfrm>
          <a:prstGeom prst="rect"/>
          <a:ln w="0">
            <a:noFill/>
          </a:ln>
        </p:spPr>
      </p:pic>
      <p:pic>
        <p:nvPicPr>
          <p:cNvPr id="1642" name="New picture"/>
          <p:cNvPicPr/>
          <p:nvPr/>
        </p:nvPicPr>
        <p:blipFill>
          <a:blip r:embed="rId1015"/>
          <a:srcRect/>
          <a:stretch>
            <a:fillRect/>
          </a:stretch>
        </p:blipFill>
        <p:spPr>
          <a:xfrm>
            <a:off x="2853404" y="8733188"/>
            <a:ext cx="74867" cy="115919"/>
          </a:xfrm>
          <a:prstGeom prst="rect"/>
          <a:ln w="0">
            <a:noFill/>
          </a:ln>
        </p:spPr>
      </p:pic>
      <p:sp>
        <p:nvSpPr>
          <p:cNvPr id="1643" name="New shape"/>
          <p:cNvSpPr/>
          <p:nvPr/>
        </p:nvSpPr>
        <p:spPr>
          <a:xfrm>
            <a:off x="2867216" y="8742331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44" name="New shape"/>
          <p:cNvSpPr/>
          <p:nvPr/>
        </p:nvSpPr>
        <p:spPr>
          <a:xfrm>
            <a:off x="2947416" y="8703564"/>
            <a:ext cx="15240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5" name="New picture"/>
          <p:cNvPicPr/>
          <p:nvPr/>
        </p:nvPicPr>
        <p:blipFill>
          <a:blip r:embed="rId1016"/>
          <a:srcRect/>
          <a:stretch>
            <a:fillRect/>
          </a:stretch>
        </p:blipFill>
        <p:spPr>
          <a:xfrm>
            <a:off x="2983230" y="8733188"/>
            <a:ext cx="70295" cy="80867"/>
          </a:xfrm>
          <a:prstGeom prst="rect"/>
          <a:ln w="0">
            <a:noFill/>
          </a:ln>
        </p:spPr>
      </p:pic>
      <p:sp>
        <p:nvSpPr>
          <p:cNvPr id="1646" name="New shape"/>
          <p:cNvSpPr/>
          <p:nvPr/>
        </p:nvSpPr>
        <p:spPr>
          <a:xfrm>
            <a:off x="2995422" y="874233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7" name="New picture"/>
          <p:cNvPicPr/>
          <p:nvPr/>
        </p:nvPicPr>
        <p:blipFill>
          <a:blip r:embed="rId1017"/>
          <a:srcRect/>
          <a:stretch>
            <a:fillRect/>
          </a:stretch>
        </p:blipFill>
        <p:spPr>
          <a:xfrm>
            <a:off x="3067240" y="8797290"/>
            <a:ext cx="21336" cy="42672"/>
          </a:xfrm>
          <a:prstGeom prst="rect"/>
          <a:ln w="0">
            <a:noFill/>
          </a:ln>
        </p:spPr>
      </p:pic>
      <p:pic>
        <p:nvPicPr>
          <p:cNvPr id="1648" name="New picture"/>
          <p:cNvPicPr/>
          <p:nvPr/>
        </p:nvPicPr>
        <p:blipFill>
          <a:blip r:embed="rId1018"/>
          <a:srcRect/>
          <a:stretch>
            <a:fillRect/>
          </a:stretch>
        </p:blipFill>
        <p:spPr>
          <a:xfrm>
            <a:off x="3152775" y="8733188"/>
            <a:ext cx="74771" cy="115919"/>
          </a:xfrm>
          <a:prstGeom prst="rect"/>
          <a:ln w="0">
            <a:noFill/>
          </a:ln>
        </p:spPr>
      </p:pic>
      <p:sp>
        <p:nvSpPr>
          <p:cNvPr id="1649" name="New shape"/>
          <p:cNvSpPr/>
          <p:nvPr/>
        </p:nvSpPr>
        <p:spPr>
          <a:xfrm>
            <a:off x="3166491" y="8742331"/>
            <a:ext cx="48863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0" name="New picture"/>
          <p:cNvPicPr/>
          <p:nvPr/>
        </p:nvPicPr>
        <p:blipFill>
          <a:blip r:embed="rId1019"/>
          <a:srcRect/>
          <a:stretch>
            <a:fillRect/>
          </a:stretch>
        </p:blipFill>
        <p:spPr>
          <a:xfrm>
            <a:off x="3242786" y="8733188"/>
            <a:ext cx="79439" cy="80867"/>
          </a:xfrm>
          <a:prstGeom prst="rect"/>
          <a:ln w="0">
            <a:noFill/>
          </a:ln>
        </p:spPr>
      </p:pic>
      <p:sp>
        <p:nvSpPr>
          <p:cNvPr id="1651" name="New shape"/>
          <p:cNvSpPr/>
          <p:nvPr/>
        </p:nvSpPr>
        <p:spPr>
          <a:xfrm>
            <a:off x="3256597" y="8742331"/>
            <a:ext cx="51912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2" name="New picture"/>
          <p:cNvPicPr/>
          <p:nvPr/>
        </p:nvPicPr>
        <p:blipFill>
          <a:blip r:embed="rId1020"/>
          <a:srcRect/>
          <a:stretch>
            <a:fillRect/>
          </a:stretch>
        </p:blipFill>
        <p:spPr>
          <a:xfrm>
            <a:off x="3342132" y="8734616"/>
            <a:ext cx="68675" cy="79343"/>
          </a:xfrm>
          <a:prstGeom prst="rect"/>
          <a:ln w="0">
            <a:noFill/>
          </a:ln>
        </p:spPr>
      </p:pic>
      <p:pic>
        <p:nvPicPr>
          <p:cNvPr id="1653" name="New picture"/>
          <p:cNvPicPr/>
          <p:nvPr/>
        </p:nvPicPr>
        <p:blipFill>
          <a:blip r:embed="rId1021"/>
          <a:srcRect/>
          <a:stretch>
            <a:fillRect/>
          </a:stretch>
        </p:blipFill>
        <p:spPr>
          <a:xfrm>
            <a:off x="3435286" y="8733186"/>
            <a:ext cx="42672" cy="79343"/>
          </a:xfrm>
          <a:prstGeom prst="rect"/>
          <a:ln w="0">
            <a:noFill/>
          </a:ln>
        </p:spPr>
      </p:pic>
      <p:pic>
        <p:nvPicPr>
          <p:cNvPr id="1654" name="New picture"/>
          <p:cNvPicPr/>
          <p:nvPr/>
        </p:nvPicPr>
        <p:blipFill>
          <a:blip r:embed="rId1022"/>
          <a:srcRect/>
          <a:stretch>
            <a:fillRect/>
          </a:stretch>
        </p:blipFill>
        <p:spPr>
          <a:xfrm>
            <a:off x="3531394" y="8733186"/>
            <a:ext cx="68771" cy="79343"/>
          </a:xfrm>
          <a:prstGeom prst="rect"/>
          <a:ln w="0">
            <a:noFill/>
          </a:ln>
        </p:spPr>
      </p:pic>
      <p:pic>
        <p:nvPicPr>
          <p:cNvPr id="1655" name="New picture"/>
          <p:cNvPicPr/>
          <p:nvPr/>
        </p:nvPicPr>
        <p:blipFill>
          <a:blip r:embed="rId1023"/>
          <a:srcRect/>
          <a:stretch>
            <a:fillRect/>
          </a:stretch>
        </p:blipFill>
        <p:spPr>
          <a:xfrm>
            <a:off x="3619976" y="8733092"/>
            <a:ext cx="71818" cy="80867"/>
          </a:xfrm>
          <a:prstGeom prst="rect"/>
          <a:ln w="0">
            <a:noFill/>
          </a:ln>
        </p:spPr>
      </p:pic>
      <p:sp>
        <p:nvSpPr>
          <p:cNvPr id="1656" name="New shape"/>
          <p:cNvSpPr/>
          <p:nvPr/>
        </p:nvSpPr>
        <p:spPr>
          <a:xfrm>
            <a:off x="3633692" y="874223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7" name="New picture"/>
          <p:cNvPicPr/>
          <p:nvPr/>
        </p:nvPicPr>
        <p:blipFill>
          <a:blip r:embed="rId1024"/>
          <a:srcRect/>
          <a:stretch>
            <a:fillRect/>
          </a:stretch>
        </p:blipFill>
        <p:spPr>
          <a:xfrm>
            <a:off x="3751326" y="8733188"/>
            <a:ext cx="74866" cy="115919"/>
          </a:xfrm>
          <a:prstGeom prst="rect"/>
          <a:ln w="0">
            <a:noFill/>
          </a:ln>
        </p:spPr>
      </p:pic>
      <p:sp>
        <p:nvSpPr>
          <p:cNvPr id="1658" name="New shape"/>
          <p:cNvSpPr/>
          <p:nvPr/>
        </p:nvSpPr>
        <p:spPr>
          <a:xfrm>
            <a:off x="3765042" y="8742331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9" name="New picture"/>
          <p:cNvPicPr/>
          <p:nvPr/>
        </p:nvPicPr>
        <p:blipFill>
          <a:blip r:embed="rId1025"/>
          <a:srcRect/>
          <a:stretch>
            <a:fillRect/>
          </a:stretch>
        </p:blipFill>
        <p:spPr>
          <a:xfrm>
            <a:off x="3839909" y="8733092"/>
            <a:ext cx="65627" cy="80867"/>
          </a:xfrm>
          <a:prstGeom prst="rect"/>
          <a:ln w="0">
            <a:noFill/>
          </a:ln>
        </p:spPr>
      </p:pic>
      <p:sp>
        <p:nvSpPr>
          <p:cNvPr id="1660" name="New shape"/>
          <p:cNvSpPr/>
          <p:nvPr/>
        </p:nvSpPr>
        <p:spPr>
          <a:xfrm>
            <a:off x="3853624" y="8774240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1" name="New picture"/>
          <p:cNvPicPr/>
          <p:nvPr/>
        </p:nvPicPr>
        <p:blipFill>
          <a:blip r:embed="rId1026"/>
          <a:srcRect/>
          <a:stretch>
            <a:fillRect/>
          </a:stretch>
        </p:blipFill>
        <p:spPr>
          <a:xfrm>
            <a:off x="3920871" y="8733188"/>
            <a:ext cx="58007" cy="80867"/>
          </a:xfrm>
          <a:prstGeom prst="rect"/>
          <a:ln w="0">
            <a:noFill/>
          </a:ln>
        </p:spPr>
      </p:pic>
      <p:pic>
        <p:nvPicPr>
          <p:cNvPr id="1662" name="New picture"/>
          <p:cNvPicPr/>
          <p:nvPr/>
        </p:nvPicPr>
        <p:blipFill>
          <a:blip r:embed="rId1027"/>
          <a:srcRect/>
          <a:stretch>
            <a:fillRect/>
          </a:stretch>
        </p:blipFill>
        <p:spPr>
          <a:xfrm>
            <a:off x="4036885" y="8733186"/>
            <a:ext cx="68771" cy="79343"/>
          </a:xfrm>
          <a:prstGeom prst="rect"/>
          <a:ln w="0">
            <a:noFill/>
          </a:ln>
        </p:spPr>
      </p:pic>
      <p:pic>
        <p:nvPicPr>
          <p:cNvPr id="1663" name="New picture"/>
          <p:cNvPicPr/>
          <p:nvPr/>
        </p:nvPicPr>
        <p:blipFill>
          <a:blip r:embed="rId1028"/>
          <a:srcRect/>
          <a:stretch>
            <a:fillRect/>
          </a:stretch>
        </p:blipFill>
        <p:spPr>
          <a:xfrm>
            <a:off x="4125468" y="8733188"/>
            <a:ext cx="79343" cy="80867"/>
          </a:xfrm>
          <a:prstGeom prst="rect"/>
          <a:ln w="0">
            <a:noFill/>
          </a:ln>
        </p:spPr>
      </p:pic>
      <p:sp>
        <p:nvSpPr>
          <p:cNvPr id="1664" name="New shape"/>
          <p:cNvSpPr/>
          <p:nvPr/>
        </p:nvSpPr>
        <p:spPr>
          <a:xfrm>
            <a:off x="4139184" y="8742331"/>
            <a:ext cx="51912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5" name="New picture"/>
          <p:cNvPicPr/>
          <p:nvPr/>
        </p:nvPicPr>
        <p:blipFill>
          <a:blip r:embed="rId1029"/>
          <a:srcRect/>
          <a:stretch>
            <a:fillRect/>
          </a:stretch>
        </p:blipFill>
        <p:spPr>
          <a:xfrm>
            <a:off x="4211003" y="8734710"/>
            <a:ext cx="71723" cy="117443"/>
          </a:xfrm>
          <a:prstGeom prst="rect"/>
          <a:ln w="0">
            <a:noFill/>
          </a:ln>
        </p:spPr>
      </p:pic>
      <p:pic>
        <p:nvPicPr>
          <p:cNvPr id="1666" name="New picture"/>
          <p:cNvPicPr/>
          <p:nvPr/>
        </p:nvPicPr>
        <p:blipFill>
          <a:blip r:embed="rId1030"/>
          <a:srcRect/>
          <a:stretch>
            <a:fillRect/>
          </a:stretch>
        </p:blipFill>
        <p:spPr>
          <a:xfrm>
            <a:off x="4290345" y="8733188"/>
            <a:ext cx="70295" cy="80867"/>
          </a:xfrm>
          <a:prstGeom prst="rect"/>
          <a:ln w="0">
            <a:noFill/>
          </a:ln>
        </p:spPr>
      </p:pic>
      <p:sp>
        <p:nvSpPr>
          <p:cNvPr id="1667" name="New shape"/>
          <p:cNvSpPr/>
          <p:nvPr/>
        </p:nvSpPr>
        <p:spPr>
          <a:xfrm>
            <a:off x="4302633" y="8742330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8" name="New picture"/>
          <p:cNvPicPr/>
          <p:nvPr/>
        </p:nvPicPr>
        <p:blipFill>
          <a:blip r:embed="rId1031"/>
          <a:srcRect/>
          <a:stretch>
            <a:fillRect/>
          </a:stretch>
        </p:blipFill>
        <p:spPr>
          <a:xfrm>
            <a:off x="4380452" y="8733186"/>
            <a:ext cx="42767" cy="79343"/>
          </a:xfrm>
          <a:prstGeom prst="rect"/>
          <a:ln w="0">
            <a:noFill/>
          </a:ln>
        </p:spPr>
      </p:pic>
      <p:sp>
        <p:nvSpPr>
          <p:cNvPr id="1669" name="New shape"/>
          <p:cNvSpPr/>
          <p:nvPr/>
        </p:nvSpPr>
        <p:spPr>
          <a:xfrm>
            <a:off x="4475988" y="8703564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0" name="New picture"/>
          <p:cNvPicPr/>
          <p:nvPr/>
        </p:nvPicPr>
        <p:blipFill>
          <a:blip r:embed="rId1032"/>
          <a:srcRect/>
          <a:stretch>
            <a:fillRect/>
          </a:stretch>
        </p:blipFill>
        <p:spPr>
          <a:xfrm>
            <a:off x="4511802" y="8733092"/>
            <a:ext cx="70199" cy="80962"/>
          </a:xfrm>
          <a:prstGeom prst="rect"/>
          <a:ln w="0">
            <a:noFill/>
          </a:ln>
        </p:spPr>
      </p:pic>
      <p:sp>
        <p:nvSpPr>
          <p:cNvPr id="1671" name="New shape"/>
          <p:cNvSpPr/>
          <p:nvPr/>
        </p:nvSpPr>
        <p:spPr>
          <a:xfrm>
            <a:off x="4523994" y="874233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2" name="New picture"/>
          <p:cNvPicPr/>
          <p:nvPr/>
        </p:nvPicPr>
        <p:blipFill>
          <a:blip r:embed="rId1033"/>
          <a:srcRect/>
          <a:stretch>
            <a:fillRect/>
          </a:stretch>
        </p:blipFill>
        <p:spPr>
          <a:xfrm>
            <a:off x="4594288" y="8733188"/>
            <a:ext cx="58007" cy="80867"/>
          </a:xfrm>
          <a:prstGeom prst="rect"/>
          <a:ln w="0">
            <a:noFill/>
          </a:ln>
        </p:spPr>
      </p:pic>
      <p:sp>
        <p:nvSpPr>
          <p:cNvPr id="1673" name="New shape"/>
          <p:cNvSpPr/>
          <p:nvPr/>
        </p:nvSpPr>
        <p:spPr>
          <a:xfrm>
            <a:off x="4710684" y="8703564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4" name="New picture"/>
          <p:cNvPicPr/>
          <p:nvPr/>
        </p:nvPicPr>
        <p:blipFill>
          <a:blip r:embed="rId1034"/>
          <a:srcRect/>
          <a:stretch>
            <a:fillRect/>
          </a:stretch>
        </p:blipFill>
        <p:spPr>
          <a:xfrm>
            <a:off x="4743831" y="8733092"/>
            <a:ext cx="71818" cy="80867"/>
          </a:xfrm>
          <a:prstGeom prst="rect"/>
          <a:ln w="0">
            <a:noFill/>
          </a:ln>
        </p:spPr>
      </p:pic>
      <p:sp>
        <p:nvSpPr>
          <p:cNvPr id="1675" name="New shape"/>
          <p:cNvSpPr/>
          <p:nvPr/>
        </p:nvSpPr>
        <p:spPr>
          <a:xfrm>
            <a:off x="4757642" y="8742235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6" name="New picture"/>
          <p:cNvPicPr/>
          <p:nvPr/>
        </p:nvPicPr>
        <p:blipFill>
          <a:blip r:embed="rId1035"/>
          <a:srcRect/>
          <a:stretch>
            <a:fillRect/>
          </a:stretch>
        </p:blipFill>
        <p:spPr>
          <a:xfrm>
            <a:off x="4830985" y="8733186"/>
            <a:ext cx="64103" cy="80867"/>
          </a:xfrm>
          <a:prstGeom prst="rect"/>
          <a:ln w="0">
            <a:noFill/>
          </a:ln>
        </p:spPr>
      </p:pic>
      <p:pic>
        <p:nvPicPr>
          <p:cNvPr id="1677" name="New picture"/>
          <p:cNvPicPr/>
          <p:nvPr/>
        </p:nvPicPr>
        <p:blipFill>
          <a:blip r:embed="rId1036"/>
          <a:srcRect/>
          <a:stretch>
            <a:fillRect/>
          </a:stretch>
        </p:blipFill>
        <p:spPr>
          <a:xfrm>
            <a:off x="4905756" y="8711757"/>
            <a:ext cx="47339" cy="102298"/>
          </a:xfrm>
          <a:prstGeom prst="rect"/>
          <a:ln w="0">
            <a:noFill/>
          </a:ln>
        </p:spPr>
      </p:pic>
      <p:pic>
        <p:nvPicPr>
          <p:cNvPr id="1678" name="New picture"/>
          <p:cNvPicPr/>
          <p:nvPr/>
        </p:nvPicPr>
        <p:blipFill>
          <a:blip r:embed="rId1037"/>
          <a:srcRect/>
          <a:stretch>
            <a:fillRect/>
          </a:stretch>
        </p:blipFill>
        <p:spPr>
          <a:xfrm>
            <a:off x="4963859" y="8733092"/>
            <a:ext cx="71723" cy="80867"/>
          </a:xfrm>
          <a:prstGeom prst="rect"/>
          <a:ln w="0">
            <a:noFill/>
          </a:ln>
        </p:spPr>
      </p:pic>
      <p:sp>
        <p:nvSpPr>
          <p:cNvPr id="1679" name="New shape"/>
          <p:cNvSpPr/>
          <p:nvPr/>
        </p:nvSpPr>
        <p:spPr>
          <a:xfrm>
            <a:off x="4977574" y="8742235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0" name="New picture"/>
          <p:cNvPicPr/>
          <p:nvPr/>
        </p:nvPicPr>
        <p:blipFill>
          <a:blip r:embed="rId1038"/>
          <a:srcRect/>
          <a:stretch>
            <a:fillRect/>
          </a:stretch>
        </p:blipFill>
        <p:spPr>
          <a:xfrm>
            <a:off x="5055394" y="8734616"/>
            <a:ext cx="68675" cy="79343"/>
          </a:xfrm>
          <a:prstGeom prst="rect"/>
          <a:ln w="0">
            <a:noFill/>
          </a:ln>
        </p:spPr>
      </p:pic>
      <p:pic>
        <p:nvPicPr>
          <p:cNvPr id="1681" name="New picture"/>
          <p:cNvPicPr/>
          <p:nvPr/>
        </p:nvPicPr>
        <p:blipFill>
          <a:blip r:embed="rId1039"/>
          <a:srcRect/>
          <a:stretch>
            <a:fillRect/>
          </a:stretch>
        </p:blipFill>
        <p:spPr>
          <a:xfrm>
            <a:off x="5148549" y="8733186"/>
            <a:ext cx="42767" cy="79343"/>
          </a:xfrm>
          <a:prstGeom prst="rect"/>
          <a:ln w="0">
            <a:noFill/>
          </a:ln>
        </p:spPr>
      </p:pic>
      <p:pic>
        <p:nvPicPr>
          <p:cNvPr id="1682" name="New picture"/>
          <p:cNvPicPr/>
          <p:nvPr/>
        </p:nvPicPr>
        <p:blipFill>
          <a:blip r:embed="rId1040"/>
          <a:srcRect/>
          <a:stretch>
            <a:fillRect/>
          </a:stretch>
        </p:blipFill>
        <p:spPr>
          <a:xfrm>
            <a:off x="5195888" y="8733188"/>
            <a:ext cx="58007" cy="80867"/>
          </a:xfrm>
          <a:prstGeom prst="rect"/>
          <a:ln w="0">
            <a:noFill/>
          </a:ln>
        </p:spPr>
      </p:pic>
      <p:pic>
        <p:nvPicPr>
          <p:cNvPr id="1683" name="New picture"/>
          <p:cNvPicPr/>
          <p:nvPr/>
        </p:nvPicPr>
        <p:blipFill>
          <a:blip r:embed="rId1041"/>
          <a:srcRect/>
          <a:stretch>
            <a:fillRect/>
          </a:stretch>
        </p:blipFill>
        <p:spPr>
          <a:xfrm>
            <a:off x="5307330" y="8704231"/>
            <a:ext cx="74866" cy="109824"/>
          </a:xfrm>
          <a:prstGeom prst="rect"/>
          <a:ln w="0">
            <a:noFill/>
          </a:ln>
        </p:spPr>
      </p:pic>
      <p:sp>
        <p:nvSpPr>
          <p:cNvPr id="1684" name="New shape"/>
          <p:cNvSpPr/>
          <p:nvPr/>
        </p:nvSpPr>
        <p:spPr>
          <a:xfrm>
            <a:off x="5321046" y="874385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5" name="New picture"/>
          <p:cNvPicPr/>
          <p:nvPr/>
        </p:nvPicPr>
        <p:blipFill>
          <a:blip r:embed="rId1042"/>
          <a:srcRect/>
          <a:stretch>
            <a:fillRect/>
          </a:stretch>
        </p:blipFill>
        <p:spPr>
          <a:xfrm>
            <a:off x="5400484" y="8733092"/>
            <a:ext cx="67247" cy="80867"/>
          </a:xfrm>
          <a:prstGeom prst="rect"/>
          <a:ln w="0">
            <a:noFill/>
          </a:ln>
        </p:spPr>
      </p:pic>
      <p:sp>
        <p:nvSpPr>
          <p:cNvPr id="1686" name="New shape"/>
          <p:cNvSpPr/>
          <p:nvPr/>
        </p:nvSpPr>
        <p:spPr>
          <a:xfrm>
            <a:off x="5414200" y="877433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7" name="New picture"/>
          <p:cNvPicPr/>
          <p:nvPr/>
        </p:nvPicPr>
        <p:blipFill>
          <a:blip r:embed="rId1043"/>
          <a:srcRect/>
          <a:stretch>
            <a:fillRect/>
          </a:stretch>
        </p:blipFill>
        <p:spPr>
          <a:xfrm>
            <a:off x="5490591" y="8733091"/>
            <a:ext cx="68771" cy="79439"/>
          </a:xfrm>
          <a:prstGeom prst="rect"/>
          <a:ln w="0">
            <a:noFill/>
          </a:ln>
        </p:spPr>
      </p:pic>
      <p:pic>
        <p:nvPicPr>
          <p:cNvPr id="1688" name="New picture"/>
          <p:cNvPicPr/>
          <p:nvPr/>
        </p:nvPicPr>
        <p:blipFill>
          <a:blip r:embed="rId1044"/>
          <a:srcRect/>
          <a:stretch>
            <a:fillRect/>
          </a:stretch>
        </p:blipFill>
        <p:spPr>
          <a:xfrm>
            <a:off x="5576125" y="8733188"/>
            <a:ext cx="58007" cy="80867"/>
          </a:xfrm>
          <a:prstGeom prst="rect"/>
          <a:ln w="0">
            <a:noFill/>
          </a:ln>
        </p:spPr>
      </p:pic>
      <p:pic>
        <p:nvPicPr>
          <p:cNvPr id="1689" name="New picture"/>
          <p:cNvPicPr/>
          <p:nvPr/>
        </p:nvPicPr>
        <p:blipFill>
          <a:blip r:embed="rId1045"/>
          <a:srcRect/>
          <a:stretch>
            <a:fillRect/>
          </a:stretch>
        </p:blipFill>
        <p:spPr>
          <a:xfrm>
            <a:off x="5692139" y="8734710"/>
            <a:ext cx="68771" cy="79343"/>
          </a:xfrm>
          <a:prstGeom prst="rect"/>
          <a:ln w="0">
            <a:noFill/>
          </a:ln>
        </p:spPr>
      </p:pic>
      <p:pic>
        <p:nvPicPr>
          <p:cNvPr id="1690" name="New picture"/>
          <p:cNvPicPr/>
          <p:nvPr/>
        </p:nvPicPr>
        <p:blipFill>
          <a:blip r:embed="rId1046"/>
          <a:srcRect/>
          <a:stretch>
            <a:fillRect/>
          </a:stretch>
        </p:blipFill>
        <p:spPr>
          <a:xfrm>
            <a:off x="5785294" y="8733091"/>
            <a:ext cx="70199" cy="79439"/>
          </a:xfrm>
          <a:prstGeom prst="rect"/>
          <a:ln w="0">
            <a:noFill/>
          </a:ln>
        </p:spPr>
      </p:pic>
      <p:pic>
        <p:nvPicPr>
          <p:cNvPr id="1691" name="New picture"/>
          <p:cNvPicPr/>
          <p:nvPr/>
        </p:nvPicPr>
        <p:blipFill>
          <a:blip r:embed="rId1047"/>
          <a:srcRect/>
          <a:stretch>
            <a:fillRect/>
          </a:stretch>
        </p:blipFill>
        <p:spPr>
          <a:xfrm>
            <a:off x="5901404" y="8734710"/>
            <a:ext cx="32004" cy="117443"/>
          </a:xfrm>
          <a:prstGeom prst="rect"/>
          <a:ln w="0">
            <a:noFill/>
          </a:ln>
        </p:spPr>
      </p:pic>
      <p:pic>
        <p:nvPicPr>
          <p:cNvPr id="1692" name="New picture"/>
          <p:cNvPicPr/>
          <p:nvPr/>
        </p:nvPicPr>
        <p:blipFill>
          <a:blip r:embed="rId1048"/>
          <a:srcRect/>
          <a:stretch>
            <a:fillRect/>
          </a:stretch>
        </p:blipFill>
        <p:spPr>
          <a:xfrm>
            <a:off x="5918168" y="8699564"/>
            <a:ext cx="16764" cy="16763"/>
          </a:xfrm>
          <a:prstGeom prst="rect"/>
          <a:ln w="0">
            <a:noFill/>
          </a:ln>
        </p:spPr>
      </p:pic>
      <p:pic>
        <p:nvPicPr>
          <p:cNvPr id="1693" name="New picture"/>
          <p:cNvPicPr/>
          <p:nvPr/>
        </p:nvPicPr>
        <p:blipFill>
          <a:blip r:embed="rId1049"/>
          <a:srcRect/>
          <a:stretch>
            <a:fillRect/>
          </a:stretch>
        </p:blipFill>
        <p:spPr>
          <a:xfrm>
            <a:off x="5953316" y="8733188"/>
            <a:ext cx="65627" cy="80867"/>
          </a:xfrm>
          <a:prstGeom prst="rect"/>
          <a:ln w="0">
            <a:noFill/>
          </a:ln>
        </p:spPr>
      </p:pic>
      <p:sp>
        <p:nvSpPr>
          <p:cNvPr id="1694" name="New shape"/>
          <p:cNvSpPr/>
          <p:nvPr/>
        </p:nvSpPr>
        <p:spPr>
          <a:xfrm>
            <a:off x="5967032" y="8774336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5" name="New picture"/>
          <p:cNvPicPr/>
          <p:nvPr/>
        </p:nvPicPr>
        <p:blipFill>
          <a:blip r:embed="rId1050"/>
          <a:srcRect/>
          <a:stretch>
            <a:fillRect/>
          </a:stretch>
        </p:blipFill>
        <p:spPr>
          <a:xfrm>
            <a:off x="6041898" y="8733186"/>
            <a:ext cx="42672" cy="79343"/>
          </a:xfrm>
          <a:prstGeom prst="rect"/>
          <a:ln w="0">
            <a:noFill/>
          </a:ln>
        </p:spPr>
      </p:pic>
      <p:pic>
        <p:nvPicPr>
          <p:cNvPr id="1696" name="New picture"/>
          <p:cNvPicPr/>
          <p:nvPr/>
        </p:nvPicPr>
        <p:blipFill>
          <a:blip r:embed="rId1051"/>
          <a:srcRect/>
          <a:stretch>
            <a:fillRect/>
          </a:stretch>
        </p:blipFill>
        <p:spPr>
          <a:xfrm>
            <a:off x="6086189" y="8733186"/>
            <a:ext cx="77915" cy="118967"/>
          </a:xfrm>
          <a:prstGeom prst="rect"/>
          <a:ln w="0">
            <a:noFill/>
          </a:ln>
        </p:spPr>
      </p:pic>
      <p:sp>
        <p:nvSpPr>
          <p:cNvPr id="1697" name="New shape"/>
          <p:cNvSpPr/>
          <p:nvPr/>
        </p:nvSpPr>
        <p:spPr>
          <a:xfrm>
            <a:off x="6103048" y="8742331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98" name="New shape"/>
          <p:cNvSpPr/>
          <p:nvPr/>
        </p:nvSpPr>
        <p:spPr>
          <a:xfrm>
            <a:off x="6098381" y="8812530"/>
            <a:ext cx="50483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9" name="New picture"/>
          <p:cNvPicPr/>
          <p:nvPr/>
        </p:nvPicPr>
        <p:blipFill>
          <a:blip r:embed="rId1052"/>
          <a:srcRect/>
          <a:stretch>
            <a:fillRect/>
          </a:stretch>
        </p:blipFill>
        <p:spPr>
          <a:xfrm>
            <a:off x="6173153" y="8733188"/>
            <a:ext cx="77915" cy="80867"/>
          </a:xfrm>
          <a:prstGeom prst="rect"/>
          <a:ln w="0">
            <a:noFill/>
          </a:ln>
        </p:spPr>
      </p:pic>
      <p:sp>
        <p:nvSpPr>
          <p:cNvPr id="1700" name="New shape"/>
          <p:cNvSpPr/>
          <p:nvPr/>
        </p:nvSpPr>
        <p:spPr>
          <a:xfrm>
            <a:off x="6186964" y="8742331"/>
            <a:ext cx="50387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1" name="New picture"/>
          <p:cNvPicPr/>
          <p:nvPr/>
        </p:nvPicPr>
        <p:blipFill>
          <a:blip r:embed="rId1053"/>
          <a:srcRect/>
          <a:stretch>
            <a:fillRect/>
          </a:stretch>
        </p:blipFill>
        <p:spPr>
          <a:xfrm>
            <a:off x="6270975" y="8733091"/>
            <a:ext cx="70199" cy="79439"/>
          </a:xfrm>
          <a:prstGeom prst="rect"/>
          <a:ln w="0">
            <a:noFill/>
          </a:ln>
        </p:spPr>
      </p:pic>
      <p:sp>
        <p:nvSpPr>
          <p:cNvPr id="1702" name="New shape"/>
          <p:cNvSpPr/>
          <p:nvPr/>
        </p:nvSpPr>
        <p:spPr>
          <a:xfrm>
            <a:off x="683609" y="896359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3" name="New picture"/>
          <p:cNvPicPr/>
          <p:nvPr/>
        </p:nvPicPr>
        <p:blipFill>
          <a:blip r:embed="rId1054"/>
          <a:srcRect/>
          <a:stretch>
            <a:fillRect/>
          </a:stretch>
        </p:blipFill>
        <p:spPr>
          <a:xfrm>
            <a:off x="682085" y="8928543"/>
            <a:ext cx="16859" cy="16764"/>
          </a:xfrm>
          <a:prstGeom prst="rect"/>
          <a:ln w="0">
            <a:noFill/>
          </a:ln>
        </p:spPr>
      </p:pic>
      <p:pic>
        <p:nvPicPr>
          <p:cNvPr id="1704" name="New picture"/>
          <p:cNvPicPr/>
          <p:nvPr/>
        </p:nvPicPr>
        <p:blipFill>
          <a:blip r:embed="rId1055"/>
          <a:srcRect/>
          <a:stretch>
            <a:fillRect/>
          </a:stretch>
        </p:blipFill>
        <p:spPr>
          <a:xfrm>
            <a:off x="721709" y="8961977"/>
            <a:ext cx="70199" cy="79439"/>
          </a:xfrm>
          <a:prstGeom prst="rect"/>
          <a:ln w="0">
            <a:noFill/>
          </a:ln>
        </p:spPr>
      </p:pic>
      <p:pic>
        <p:nvPicPr>
          <p:cNvPr id="1705" name="New picture"/>
          <p:cNvPicPr/>
          <p:nvPr/>
        </p:nvPicPr>
        <p:blipFill>
          <a:blip r:embed="rId1056"/>
          <a:srcRect/>
          <a:stretch>
            <a:fillRect/>
          </a:stretch>
        </p:blipFill>
        <p:spPr>
          <a:xfrm>
            <a:off x="811816" y="8962073"/>
            <a:ext cx="64103" cy="80867"/>
          </a:xfrm>
          <a:prstGeom prst="rect"/>
          <a:ln w="0">
            <a:noFill/>
          </a:ln>
        </p:spPr>
      </p:pic>
      <p:pic>
        <p:nvPicPr>
          <p:cNvPr id="1706" name="New picture"/>
          <p:cNvPicPr/>
          <p:nvPr/>
        </p:nvPicPr>
        <p:blipFill>
          <a:blip r:embed="rId1057"/>
          <a:srcRect/>
          <a:stretch>
            <a:fillRect/>
          </a:stretch>
        </p:blipFill>
        <p:spPr>
          <a:xfrm>
            <a:off x="886587" y="8962073"/>
            <a:ext cx="77915" cy="80867"/>
          </a:xfrm>
          <a:prstGeom prst="rect"/>
          <a:ln w="0">
            <a:noFill/>
          </a:ln>
        </p:spPr>
      </p:pic>
      <p:sp>
        <p:nvSpPr>
          <p:cNvPr id="1707" name="New shape"/>
          <p:cNvSpPr/>
          <p:nvPr/>
        </p:nvSpPr>
        <p:spPr>
          <a:xfrm>
            <a:off x="898874" y="8971217"/>
            <a:ext cx="51911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8" name="New picture"/>
          <p:cNvPicPr/>
          <p:nvPr/>
        </p:nvPicPr>
        <p:blipFill>
          <a:blip r:embed="rId1058"/>
          <a:srcRect/>
          <a:stretch>
            <a:fillRect/>
          </a:stretch>
        </p:blipFill>
        <p:spPr>
          <a:xfrm>
            <a:off x="984313" y="8962072"/>
            <a:ext cx="120682" cy="79343"/>
          </a:xfrm>
          <a:prstGeom prst="rect"/>
          <a:ln w="0">
            <a:noFill/>
          </a:ln>
        </p:spPr>
      </p:pic>
      <p:pic>
        <p:nvPicPr>
          <p:cNvPr id="1709" name="New picture"/>
          <p:cNvPicPr/>
          <p:nvPr/>
        </p:nvPicPr>
        <p:blipFill>
          <a:blip r:embed="rId1059"/>
          <a:srcRect/>
          <a:stretch>
            <a:fillRect/>
          </a:stretch>
        </p:blipFill>
        <p:spPr>
          <a:xfrm>
            <a:off x="1129475" y="8962073"/>
            <a:ext cx="74771" cy="115919"/>
          </a:xfrm>
          <a:prstGeom prst="rect"/>
          <a:ln w="0">
            <a:noFill/>
          </a:ln>
        </p:spPr>
      </p:pic>
      <p:sp>
        <p:nvSpPr>
          <p:cNvPr id="1710" name="New shape"/>
          <p:cNvSpPr/>
          <p:nvPr/>
        </p:nvSpPr>
        <p:spPr>
          <a:xfrm>
            <a:off x="1143190" y="8971216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1" name="New picture"/>
          <p:cNvPicPr/>
          <p:nvPr/>
        </p:nvPicPr>
        <p:blipFill>
          <a:blip r:embed="rId1060"/>
          <a:srcRect/>
          <a:stretch>
            <a:fillRect/>
          </a:stretch>
        </p:blipFill>
        <p:spPr>
          <a:xfrm>
            <a:off x="1224153" y="8962072"/>
            <a:ext cx="42672" cy="79343"/>
          </a:xfrm>
          <a:prstGeom prst="rect"/>
          <a:ln w="0">
            <a:noFill/>
          </a:ln>
        </p:spPr>
      </p:pic>
      <p:pic>
        <p:nvPicPr>
          <p:cNvPr id="1712" name="New picture"/>
          <p:cNvPicPr/>
          <p:nvPr/>
        </p:nvPicPr>
        <p:blipFill>
          <a:blip r:embed="rId1061"/>
          <a:srcRect/>
          <a:stretch>
            <a:fillRect/>
          </a:stretch>
        </p:blipFill>
        <p:spPr>
          <a:xfrm>
            <a:off x="1272921" y="8962073"/>
            <a:ext cx="70295" cy="80867"/>
          </a:xfrm>
          <a:prstGeom prst="rect"/>
          <a:ln w="0">
            <a:noFill/>
          </a:ln>
        </p:spPr>
      </p:pic>
      <p:sp>
        <p:nvSpPr>
          <p:cNvPr id="1713" name="New shape"/>
          <p:cNvSpPr/>
          <p:nvPr/>
        </p:nvSpPr>
        <p:spPr>
          <a:xfrm>
            <a:off x="1285208" y="8971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14" name="New shape"/>
          <p:cNvSpPr/>
          <p:nvPr/>
        </p:nvSpPr>
        <p:spPr>
          <a:xfrm>
            <a:off x="1295876" y="8926926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5" name="New picture"/>
          <p:cNvPicPr/>
          <p:nvPr/>
        </p:nvPicPr>
        <p:blipFill>
          <a:blip r:embed="rId1062"/>
          <a:srcRect/>
          <a:stretch>
            <a:fillRect/>
          </a:stretch>
        </p:blipFill>
        <p:spPr>
          <a:xfrm>
            <a:off x="1364551" y="8933021"/>
            <a:ext cx="68771" cy="108394"/>
          </a:xfrm>
          <a:prstGeom prst="rect"/>
          <a:ln w="0">
            <a:noFill/>
          </a:ln>
        </p:spPr>
      </p:pic>
      <p:pic>
        <p:nvPicPr>
          <p:cNvPr id="1716" name="New picture"/>
          <p:cNvPicPr/>
          <p:nvPr/>
        </p:nvPicPr>
        <p:blipFill>
          <a:blip r:embed="rId1063"/>
          <a:srcRect/>
          <a:stretch>
            <a:fillRect/>
          </a:stretch>
        </p:blipFill>
        <p:spPr>
          <a:xfrm>
            <a:off x="1453134" y="8962073"/>
            <a:ext cx="71819" cy="80867"/>
          </a:xfrm>
          <a:prstGeom prst="rect"/>
          <a:ln w="0">
            <a:noFill/>
          </a:ln>
        </p:spPr>
      </p:pic>
      <p:sp>
        <p:nvSpPr>
          <p:cNvPr id="1717" name="New shape"/>
          <p:cNvSpPr/>
          <p:nvPr/>
        </p:nvSpPr>
        <p:spPr>
          <a:xfrm>
            <a:off x="1466945" y="8971217"/>
            <a:ext cx="44196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8" name="New picture"/>
          <p:cNvPicPr/>
          <p:nvPr/>
        </p:nvPicPr>
        <p:blipFill>
          <a:blip r:embed="rId1064"/>
          <a:srcRect/>
          <a:stretch>
            <a:fillRect/>
          </a:stretch>
        </p:blipFill>
        <p:spPr>
          <a:xfrm>
            <a:off x="1544764" y="8962072"/>
            <a:ext cx="68675" cy="79343"/>
          </a:xfrm>
          <a:prstGeom prst="rect"/>
          <a:ln w="0">
            <a:noFill/>
          </a:ln>
        </p:spPr>
      </p:pic>
      <p:pic>
        <p:nvPicPr>
          <p:cNvPr id="1719" name="New picture"/>
          <p:cNvPicPr/>
          <p:nvPr/>
        </p:nvPicPr>
        <p:blipFill>
          <a:blip r:embed="rId1065"/>
          <a:srcRect/>
          <a:stretch>
            <a:fillRect/>
          </a:stretch>
        </p:blipFill>
        <p:spPr>
          <a:xfrm>
            <a:off x="1630299" y="8962073"/>
            <a:ext cx="56483" cy="80867"/>
          </a:xfrm>
          <a:prstGeom prst="rect"/>
          <a:ln w="0">
            <a:noFill/>
          </a:ln>
        </p:spPr>
      </p:pic>
      <p:sp>
        <p:nvSpPr>
          <p:cNvPr id="1720" name="New shape"/>
          <p:cNvSpPr/>
          <p:nvPr/>
        </p:nvSpPr>
        <p:spPr>
          <a:xfrm>
            <a:off x="1706689" y="896359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1" name="New picture"/>
          <p:cNvPicPr/>
          <p:nvPr/>
        </p:nvPicPr>
        <p:blipFill>
          <a:blip r:embed="rId1066"/>
          <a:srcRect/>
          <a:stretch>
            <a:fillRect/>
          </a:stretch>
        </p:blipFill>
        <p:spPr>
          <a:xfrm>
            <a:off x="1705070" y="8928449"/>
            <a:ext cx="16859" cy="16859"/>
          </a:xfrm>
          <a:prstGeom prst="rect"/>
          <a:ln w="0">
            <a:noFill/>
          </a:ln>
        </p:spPr>
      </p:pic>
      <p:pic>
        <p:nvPicPr>
          <p:cNvPr id="1722" name="New picture"/>
          <p:cNvPicPr/>
          <p:nvPr/>
        </p:nvPicPr>
        <p:blipFill>
          <a:blip r:embed="rId1067"/>
          <a:srcRect/>
          <a:stretch>
            <a:fillRect/>
          </a:stretch>
        </p:blipFill>
        <p:spPr>
          <a:xfrm>
            <a:off x="1746409" y="8933021"/>
            <a:ext cx="74771" cy="109919"/>
          </a:xfrm>
          <a:prstGeom prst="rect"/>
          <a:ln w="0">
            <a:noFill/>
          </a:ln>
        </p:spPr>
      </p:pic>
      <p:sp>
        <p:nvSpPr>
          <p:cNvPr id="1723" name="New shape"/>
          <p:cNvSpPr/>
          <p:nvPr/>
        </p:nvSpPr>
        <p:spPr>
          <a:xfrm>
            <a:off x="1760125" y="8971216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24" name="New shape"/>
          <p:cNvSpPr/>
          <p:nvPr/>
        </p:nvSpPr>
        <p:spPr>
          <a:xfrm>
            <a:off x="1840992" y="89336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5" name="New picture"/>
          <p:cNvPicPr/>
          <p:nvPr/>
        </p:nvPicPr>
        <p:blipFill>
          <a:blip r:embed="rId1068"/>
          <a:srcRect/>
          <a:stretch>
            <a:fillRect/>
          </a:stretch>
        </p:blipFill>
        <p:spPr>
          <a:xfrm>
            <a:off x="1876139" y="8962073"/>
            <a:ext cx="70295" cy="80867"/>
          </a:xfrm>
          <a:prstGeom prst="rect"/>
          <a:ln w="0">
            <a:noFill/>
          </a:ln>
        </p:spPr>
      </p:pic>
      <p:sp>
        <p:nvSpPr>
          <p:cNvPr id="1726" name="New shape"/>
          <p:cNvSpPr/>
          <p:nvPr/>
        </p:nvSpPr>
        <p:spPr>
          <a:xfrm>
            <a:off x="1888332" y="8971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7" name="New picture"/>
          <p:cNvPicPr/>
          <p:nvPr/>
        </p:nvPicPr>
        <p:blipFill>
          <a:blip r:embed="rId1069"/>
          <a:srcRect/>
          <a:stretch>
            <a:fillRect/>
          </a:stretch>
        </p:blipFill>
        <p:spPr>
          <a:xfrm>
            <a:off x="1963198" y="9026176"/>
            <a:ext cx="18288" cy="16763"/>
          </a:xfrm>
          <a:prstGeom prst="rect"/>
          <a:ln w="0">
            <a:noFill/>
          </a:ln>
        </p:spPr>
      </p:pic>
      <p:pic>
        <p:nvPicPr>
          <p:cNvPr id="1728" name="New picture"/>
          <p:cNvPicPr/>
          <p:nvPr/>
        </p:nvPicPr>
        <p:blipFill>
          <a:blip r:embed="rId1070"/>
          <a:srcRect/>
          <a:stretch>
            <a:fillRect/>
          </a:stretch>
        </p:blipFill>
        <p:spPr>
          <a:xfrm>
            <a:off x="2045684" y="8933021"/>
            <a:ext cx="64103" cy="108395"/>
          </a:xfrm>
          <a:prstGeom prst="rect"/>
          <a:ln w="0">
            <a:noFill/>
          </a:ln>
        </p:spPr>
      </p:pic>
      <p:pic>
        <p:nvPicPr>
          <p:cNvPr id="1729" name="New picture"/>
          <p:cNvPicPr/>
          <p:nvPr/>
        </p:nvPicPr>
        <p:blipFill>
          <a:blip r:embed="rId1071"/>
          <a:srcRect/>
          <a:stretch>
            <a:fillRect/>
          </a:stretch>
        </p:blipFill>
        <p:spPr>
          <a:xfrm>
            <a:off x="2115883" y="8962073"/>
            <a:ext cx="71818" cy="80867"/>
          </a:xfrm>
          <a:prstGeom prst="rect"/>
          <a:ln w="0">
            <a:noFill/>
          </a:ln>
        </p:spPr>
      </p:pic>
      <p:sp>
        <p:nvSpPr>
          <p:cNvPr id="1730" name="New shape"/>
          <p:cNvSpPr/>
          <p:nvPr/>
        </p:nvSpPr>
        <p:spPr>
          <a:xfrm>
            <a:off x="2129599" y="897121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1" name="New picture"/>
          <p:cNvPicPr/>
          <p:nvPr/>
        </p:nvPicPr>
        <p:blipFill>
          <a:blip r:embed="rId1072"/>
          <a:srcRect/>
          <a:stretch>
            <a:fillRect/>
          </a:stretch>
        </p:blipFill>
        <p:spPr>
          <a:xfrm>
            <a:off x="2198370" y="8962073"/>
            <a:ext cx="58007" cy="80867"/>
          </a:xfrm>
          <a:prstGeom prst="rect"/>
          <a:ln w="0">
            <a:noFill/>
          </a:ln>
        </p:spPr>
      </p:pic>
      <p:pic>
        <p:nvPicPr>
          <p:cNvPr id="1732" name="New picture"/>
          <p:cNvPicPr/>
          <p:nvPr/>
        </p:nvPicPr>
        <p:blipFill>
          <a:blip r:embed="rId1073"/>
          <a:srcRect/>
          <a:stretch>
            <a:fillRect/>
          </a:stretch>
        </p:blipFill>
        <p:spPr>
          <a:xfrm>
            <a:off x="2309812" y="8933021"/>
            <a:ext cx="74867" cy="109918"/>
          </a:xfrm>
          <a:prstGeom prst="rect"/>
          <a:ln w="0">
            <a:noFill/>
          </a:ln>
        </p:spPr>
      </p:pic>
      <p:sp>
        <p:nvSpPr>
          <p:cNvPr id="1733" name="New shape"/>
          <p:cNvSpPr/>
          <p:nvPr/>
        </p:nvSpPr>
        <p:spPr>
          <a:xfrm>
            <a:off x="2323529" y="897274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34" name="New shape"/>
          <p:cNvSpPr/>
          <p:nvPr/>
        </p:nvSpPr>
        <p:spPr>
          <a:xfrm>
            <a:off x="2410587" y="896359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5" name="New picture"/>
          <p:cNvPicPr/>
          <p:nvPr/>
        </p:nvPicPr>
        <p:blipFill>
          <a:blip r:embed="rId1074"/>
          <a:srcRect/>
          <a:stretch>
            <a:fillRect/>
          </a:stretch>
        </p:blipFill>
        <p:spPr>
          <a:xfrm>
            <a:off x="2409063" y="8928449"/>
            <a:ext cx="16764" cy="16764"/>
          </a:xfrm>
          <a:prstGeom prst="rect"/>
          <a:ln w="0">
            <a:noFill/>
          </a:ln>
        </p:spPr>
      </p:pic>
      <p:pic>
        <p:nvPicPr>
          <p:cNvPr id="1736" name="New picture"/>
          <p:cNvPicPr/>
          <p:nvPr/>
        </p:nvPicPr>
        <p:blipFill>
          <a:blip r:embed="rId1075"/>
          <a:srcRect/>
          <a:stretch>
            <a:fillRect/>
          </a:stretch>
        </p:blipFill>
        <p:spPr>
          <a:xfrm>
            <a:off x="2439638" y="8931497"/>
            <a:ext cx="51911" cy="109918"/>
          </a:xfrm>
          <a:prstGeom prst="rect"/>
          <a:ln w="0">
            <a:noFill/>
          </a:ln>
        </p:spPr>
      </p:pic>
      <p:pic>
        <p:nvPicPr>
          <p:cNvPr id="1737" name="New picture"/>
          <p:cNvPicPr/>
          <p:nvPr/>
        </p:nvPicPr>
        <p:blipFill>
          <a:blip r:embed="rId1076"/>
          <a:srcRect/>
          <a:stretch>
            <a:fillRect/>
          </a:stretch>
        </p:blipFill>
        <p:spPr>
          <a:xfrm>
            <a:off x="2490025" y="8931497"/>
            <a:ext cx="53435" cy="109918"/>
          </a:xfrm>
          <a:prstGeom prst="rect"/>
          <a:ln w="0">
            <a:noFill/>
          </a:ln>
        </p:spPr>
      </p:pic>
      <p:pic>
        <p:nvPicPr>
          <p:cNvPr id="1738" name="New picture"/>
          <p:cNvPicPr/>
          <p:nvPr/>
        </p:nvPicPr>
        <p:blipFill>
          <a:blip r:embed="rId1077"/>
          <a:srcRect/>
          <a:stretch>
            <a:fillRect/>
          </a:stretch>
        </p:blipFill>
        <p:spPr>
          <a:xfrm>
            <a:off x="2544985" y="8961979"/>
            <a:ext cx="71723" cy="80867"/>
          </a:xfrm>
          <a:prstGeom prst="rect"/>
          <a:ln w="0">
            <a:noFill/>
          </a:ln>
        </p:spPr>
      </p:pic>
      <p:sp>
        <p:nvSpPr>
          <p:cNvPr id="1739" name="New shape"/>
          <p:cNvSpPr/>
          <p:nvPr/>
        </p:nvSpPr>
        <p:spPr>
          <a:xfrm>
            <a:off x="2558701" y="8971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40" name="New shape"/>
          <p:cNvSpPr/>
          <p:nvPr/>
        </p:nvSpPr>
        <p:spPr>
          <a:xfrm>
            <a:off x="2567845" y="8926830"/>
            <a:ext cx="32099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1" name="New picture"/>
          <p:cNvPicPr/>
          <p:nvPr/>
        </p:nvPicPr>
        <p:blipFill>
          <a:blip r:embed="rId1078"/>
          <a:srcRect/>
          <a:stretch>
            <a:fillRect/>
          </a:stretch>
        </p:blipFill>
        <p:spPr>
          <a:xfrm>
            <a:off x="2636615" y="8962072"/>
            <a:ext cx="42767" cy="79343"/>
          </a:xfrm>
          <a:prstGeom prst="rect"/>
          <a:ln w="0">
            <a:noFill/>
          </a:ln>
        </p:spPr>
      </p:pic>
      <p:pic>
        <p:nvPicPr>
          <p:cNvPr id="1742" name="New picture"/>
          <p:cNvPicPr/>
          <p:nvPr/>
        </p:nvPicPr>
        <p:blipFill>
          <a:blip r:embed="rId1079"/>
          <a:srcRect/>
          <a:stretch>
            <a:fillRect/>
          </a:stretch>
        </p:blipFill>
        <p:spPr>
          <a:xfrm>
            <a:off x="2683954" y="8962073"/>
            <a:ext cx="71723" cy="80867"/>
          </a:xfrm>
          <a:prstGeom prst="rect"/>
          <a:ln w="0">
            <a:noFill/>
          </a:ln>
        </p:spPr>
      </p:pic>
      <p:sp>
        <p:nvSpPr>
          <p:cNvPr id="1743" name="New shape"/>
          <p:cNvSpPr/>
          <p:nvPr/>
        </p:nvSpPr>
        <p:spPr>
          <a:xfrm>
            <a:off x="2697671" y="8971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4" name="New picture"/>
          <p:cNvPicPr/>
          <p:nvPr/>
        </p:nvPicPr>
        <p:blipFill>
          <a:blip r:embed="rId1080"/>
          <a:srcRect/>
          <a:stretch>
            <a:fillRect/>
          </a:stretch>
        </p:blipFill>
        <p:spPr>
          <a:xfrm>
            <a:off x="2775585" y="8961977"/>
            <a:ext cx="70199" cy="79439"/>
          </a:xfrm>
          <a:prstGeom prst="rect"/>
          <a:ln w="0">
            <a:noFill/>
          </a:ln>
        </p:spPr>
      </p:pic>
      <p:pic>
        <p:nvPicPr>
          <p:cNvPr id="1745" name="New picture"/>
          <p:cNvPicPr/>
          <p:nvPr/>
        </p:nvPicPr>
        <p:blipFill>
          <a:blip r:embed="rId1081"/>
          <a:srcRect/>
          <a:stretch>
            <a:fillRect/>
          </a:stretch>
        </p:blipFill>
        <p:spPr>
          <a:xfrm>
            <a:off x="2858071" y="8940736"/>
            <a:ext cx="48863" cy="102203"/>
          </a:xfrm>
          <a:prstGeom prst="rect"/>
          <a:ln w="0">
            <a:noFill/>
          </a:ln>
        </p:spPr>
      </p:pic>
      <p:pic>
        <p:nvPicPr>
          <p:cNvPr id="1746" name="New picture"/>
          <p:cNvPicPr/>
          <p:nvPr/>
        </p:nvPicPr>
        <p:blipFill>
          <a:blip r:embed="rId1082"/>
          <a:srcRect/>
          <a:stretch>
            <a:fillRect/>
          </a:stretch>
        </p:blipFill>
        <p:spPr>
          <a:xfrm>
            <a:off x="2914555" y="8962073"/>
            <a:ext cx="58007" cy="80867"/>
          </a:xfrm>
          <a:prstGeom prst="rect"/>
          <a:ln w="0">
            <a:noFill/>
          </a:ln>
        </p:spPr>
      </p:pic>
      <p:pic>
        <p:nvPicPr>
          <p:cNvPr id="1747" name="New picture"/>
          <p:cNvPicPr/>
          <p:nvPr/>
        </p:nvPicPr>
        <p:blipFill>
          <a:blip r:embed="rId1083"/>
          <a:srcRect/>
          <a:stretch>
            <a:fillRect/>
          </a:stretch>
        </p:blipFill>
        <p:spPr>
          <a:xfrm>
            <a:off x="3024473" y="8962073"/>
            <a:ext cx="65627" cy="80867"/>
          </a:xfrm>
          <a:prstGeom prst="rect"/>
          <a:ln w="0">
            <a:noFill/>
          </a:ln>
        </p:spPr>
      </p:pic>
      <p:sp>
        <p:nvSpPr>
          <p:cNvPr id="1748" name="New shape"/>
          <p:cNvSpPr/>
          <p:nvPr/>
        </p:nvSpPr>
        <p:spPr>
          <a:xfrm>
            <a:off x="3038189" y="900322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49" name="New shape"/>
          <p:cNvSpPr/>
          <p:nvPr/>
        </p:nvSpPr>
        <p:spPr>
          <a:xfrm>
            <a:off x="3115056" y="89336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0" name="New picture"/>
          <p:cNvPicPr/>
          <p:nvPr/>
        </p:nvPicPr>
        <p:blipFill>
          <a:blip r:embed="rId1084"/>
          <a:srcRect/>
          <a:stretch>
            <a:fillRect/>
          </a:stretch>
        </p:blipFill>
        <p:spPr>
          <a:xfrm>
            <a:off x="3145060" y="8962072"/>
            <a:ext cx="77914" cy="119062"/>
          </a:xfrm>
          <a:prstGeom prst="rect"/>
          <a:ln w="0">
            <a:noFill/>
          </a:ln>
        </p:spPr>
      </p:pic>
      <p:sp>
        <p:nvSpPr>
          <p:cNvPr id="1751" name="New shape"/>
          <p:cNvSpPr/>
          <p:nvPr/>
        </p:nvSpPr>
        <p:spPr>
          <a:xfrm>
            <a:off x="3161919" y="8971217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52" name="New shape"/>
          <p:cNvSpPr/>
          <p:nvPr/>
        </p:nvSpPr>
        <p:spPr>
          <a:xfrm>
            <a:off x="3157347" y="9041416"/>
            <a:ext cx="50387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3" name="New picture"/>
          <p:cNvPicPr/>
          <p:nvPr/>
        </p:nvPicPr>
        <p:blipFill>
          <a:blip r:embed="rId1085"/>
          <a:srcRect/>
          <a:stretch>
            <a:fillRect/>
          </a:stretch>
        </p:blipFill>
        <p:spPr>
          <a:xfrm>
            <a:off x="3232118" y="8962073"/>
            <a:ext cx="77914" cy="80867"/>
          </a:xfrm>
          <a:prstGeom prst="rect"/>
          <a:ln w="0">
            <a:noFill/>
          </a:ln>
        </p:spPr>
      </p:pic>
      <p:sp>
        <p:nvSpPr>
          <p:cNvPr id="1754" name="New shape"/>
          <p:cNvSpPr/>
          <p:nvPr/>
        </p:nvSpPr>
        <p:spPr>
          <a:xfrm>
            <a:off x="3245929" y="8971217"/>
            <a:ext cx="50387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5" name="New picture"/>
          <p:cNvPicPr/>
          <p:nvPr/>
        </p:nvPicPr>
        <p:blipFill>
          <a:blip r:embed="rId1086"/>
          <a:srcRect/>
          <a:stretch>
            <a:fillRect/>
          </a:stretch>
        </p:blipFill>
        <p:spPr>
          <a:xfrm>
            <a:off x="3329845" y="8962072"/>
            <a:ext cx="42767" cy="79343"/>
          </a:xfrm>
          <a:prstGeom prst="rect"/>
          <a:ln w="0">
            <a:noFill/>
          </a:ln>
        </p:spPr>
      </p:pic>
      <p:sp>
        <p:nvSpPr>
          <p:cNvPr id="1756" name="New shape"/>
          <p:cNvSpPr/>
          <p:nvPr/>
        </p:nvSpPr>
        <p:spPr>
          <a:xfrm>
            <a:off x="3386424" y="896359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7" name="New picture"/>
          <p:cNvPicPr/>
          <p:nvPr/>
        </p:nvPicPr>
        <p:blipFill>
          <a:blip r:embed="rId1087"/>
          <a:srcRect/>
          <a:stretch>
            <a:fillRect/>
          </a:stretch>
        </p:blipFill>
        <p:spPr>
          <a:xfrm>
            <a:off x="3384899" y="8928543"/>
            <a:ext cx="16764" cy="16764"/>
          </a:xfrm>
          <a:prstGeom prst="rect"/>
          <a:ln w="0">
            <a:noFill/>
          </a:ln>
        </p:spPr>
      </p:pic>
      <p:pic>
        <p:nvPicPr>
          <p:cNvPr id="1758" name="New picture"/>
          <p:cNvPicPr/>
          <p:nvPr/>
        </p:nvPicPr>
        <p:blipFill>
          <a:blip r:embed="rId1088"/>
          <a:srcRect/>
          <a:stretch>
            <a:fillRect/>
          </a:stretch>
        </p:blipFill>
        <p:spPr>
          <a:xfrm>
            <a:off x="3415474" y="8940736"/>
            <a:ext cx="47339" cy="102203"/>
          </a:xfrm>
          <a:prstGeom prst="rect"/>
          <a:ln w="0">
            <a:noFill/>
          </a:ln>
        </p:spPr>
      </p:pic>
      <p:pic>
        <p:nvPicPr>
          <p:cNvPr id="1759" name="New picture"/>
          <p:cNvPicPr/>
          <p:nvPr/>
        </p:nvPicPr>
        <p:blipFill>
          <a:blip r:embed="rId1089"/>
          <a:srcRect/>
          <a:stretch>
            <a:fillRect/>
          </a:stretch>
        </p:blipFill>
        <p:spPr>
          <a:xfrm>
            <a:off x="3481006" y="8933021"/>
            <a:ext cx="68771" cy="108394"/>
          </a:xfrm>
          <a:prstGeom prst="rect"/>
          <a:ln w="0">
            <a:noFill/>
          </a:ln>
        </p:spPr>
      </p:pic>
      <p:pic>
        <p:nvPicPr>
          <p:cNvPr id="1760" name="New picture"/>
          <p:cNvPicPr/>
          <p:nvPr/>
        </p:nvPicPr>
        <p:blipFill>
          <a:blip r:embed="rId1090"/>
          <a:srcRect/>
          <a:stretch>
            <a:fillRect/>
          </a:stretch>
        </p:blipFill>
        <p:spPr>
          <a:xfrm>
            <a:off x="3574161" y="8962072"/>
            <a:ext cx="120586" cy="79343"/>
          </a:xfrm>
          <a:prstGeom prst="rect"/>
          <a:ln w="0">
            <a:noFill/>
          </a:ln>
        </p:spPr>
      </p:pic>
      <p:pic>
        <p:nvPicPr>
          <p:cNvPr id="1761" name="New picture"/>
          <p:cNvPicPr/>
          <p:nvPr/>
        </p:nvPicPr>
        <p:blipFill>
          <a:blip r:embed="rId1091"/>
          <a:srcRect/>
          <a:stretch>
            <a:fillRect/>
          </a:stretch>
        </p:blipFill>
        <p:spPr>
          <a:xfrm>
            <a:off x="3714750" y="8962073"/>
            <a:ext cx="71818" cy="80867"/>
          </a:xfrm>
          <a:prstGeom prst="rect"/>
          <a:ln w="0">
            <a:noFill/>
          </a:ln>
        </p:spPr>
      </p:pic>
      <p:sp>
        <p:nvSpPr>
          <p:cNvPr id="1762" name="New shape"/>
          <p:cNvSpPr/>
          <p:nvPr/>
        </p:nvSpPr>
        <p:spPr>
          <a:xfrm>
            <a:off x="3728465" y="897121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3" name="New picture"/>
          <p:cNvPicPr/>
          <p:nvPr/>
        </p:nvPicPr>
        <p:blipFill>
          <a:blip r:embed="rId1092"/>
          <a:srcRect/>
          <a:stretch>
            <a:fillRect/>
          </a:stretch>
        </p:blipFill>
        <p:spPr>
          <a:xfrm>
            <a:off x="3797141" y="8962073"/>
            <a:ext cx="58007" cy="80867"/>
          </a:xfrm>
          <a:prstGeom prst="rect"/>
          <a:ln w="0">
            <a:noFill/>
          </a:ln>
        </p:spPr>
      </p:pic>
      <p:pic>
        <p:nvPicPr>
          <p:cNvPr id="1764" name="New picture"/>
          <p:cNvPicPr/>
          <p:nvPr/>
        </p:nvPicPr>
        <p:blipFill>
          <a:blip r:embed="rId1093"/>
          <a:srcRect/>
          <a:stretch>
            <a:fillRect/>
          </a:stretch>
        </p:blipFill>
        <p:spPr>
          <a:xfrm>
            <a:off x="3903917" y="8962073"/>
            <a:ext cx="58102" cy="80867"/>
          </a:xfrm>
          <a:prstGeom prst="rect"/>
          <a:ln w="0">
            <a:noFill/>
          </a:ln>
        </p:spPr>
      </p:pic>
      <p:pic>
        <p:nvPicPr>
          <p:cNvPr id="1765" name="New picture"/>
          <p:cNvPicPr/>
          <p:nvPr/>
        </p:nvPicPr>
        <p:blipFill>
          <a:blip r:embed="rId1094"/>
          <a:srcRect/>
          <a:stretch>
            <a:fillRect/>
          </a:stretch>
        </p:blipFill>
        <p:spPr>
          <a:xfrm>
            <a:off x="3975830" y="8962073"/>
            <a:ext cx="77819" cy="80867"/>
          </a:xfrm>
          <a:prstGeom prst="rect"/>
          <a:ln w="0">
            <a:noFill/>
          </a:ln>
        </p:spPr>
      </p:pic>
      <p:sp>
        <p:nvSpPr>
          <p:cNvPr id="1766" name="New shape"/>
          <p:cNvSpPr/>
          <p:nvPr/>
        </p:nvSpPr>
        <p:spPr>
          <a:xfrm>
            <a:off x="3989546" y="8971217"/>
            <a:ext cx="51911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7" name="New picture"/>
          <p:cNvPicPr/>
          <p:nvPr/>
        </p:nvPicPr>
        <p:blipFill>
          <a:blip r:embed="rId1095"/>
          <a:srcRect/>
          <a:stretch>
            <a:fillRect/>
          </a:stretch>
        </p:blipFill>
        <p:spPr>
          <a:xfrm>
            <a:off x="4073557" y="8962072"/>
            <a:ext cx="70295" cy="79343"/>
          </a:xfrm>
          <a:prstGeom prst="rect"/>
          <a:ln w="0">
            <a:noFill/>
          </a:ln>
        </p:spPr>
      </p:pic>
      <p:pic>
        <p:nvPicPr>
          <p:cNvPr id="1768" name="New picture"/>
          <p:cNvPicPr/>
          <p:nvPr/>
        </p:nvPicPr>
        <p:blipFill>
          <a:blip r:embed="rId1096"/>
          <a:srcRect/>
          <a:stretch>
            <a:fillRect/>
          </a:stretch>
        </p:blipFill>
        <p:spPr>
          <a:xfrm>
            <a:off x="4157567" y="8940736"/>
            <a:ext cx="47339" cy="102203"/>
          </a:xfrm>
          <a:prstGeom prst="rect"/>
          <a:ln w="0">
            <a:noFill/>
          </a:ln>
        </p:spPr>
      </p:pic>
      <p:pic>
        <p:nvPicPr>
          <p:cNvPr id="1769" name="New picture"/>
          <p:cNvPicPr/>
          <p:nvPr/>
        </p:nvPicPr>
        <p:blipFill>
          <a:blip r:embed="rId1097"/>
          <a:srcRect/>
          <a:stretch>
            <a:fillRect/>
          </a:stretch>
        </p:blipFill>
        <p:spPr>
          <a:xfrm>
            <a:off x="4255294" y="8962073"/>
            <a:ext cx="65627" cy="80867"/>
          </a:xfrm>
          <a:prstGeom prst="rect"/>
          <a:ln w="0">
            <a:noFill/>
          </a:ln>
        </p:spPr>
      </p:pic>
      <p:sp>
        <p:nvSpPr>
          <p:cNvPr id="1770" name="New shape"/>
          <p:cNvSpPr/>
          <p:nvPr/>
        </p:nvSpPr>
        <p:spPr>
          <a:xfrm>
            <a:off x="4269010" y="900322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1" name="New picture"/>
          <p:cNvPicPr/>
          <p:nvPr/>
        </p:nvPicPr>
        <p:blipFill>
          <a:blip r:embed="rId1098"/>
          <a:srcRect/>
          <a:stretch>
            <a:fillRect/>
          </a:stretch>
        </p:blipFill>
        <p:spPr>
          <a:xfrm>
            <a:off x="4340733" y="8962073"/>
            <a:ext cx="64198" cy="80867"/>
          </a:xfrm>
          <a:prstGeom prst="rect"/>
          <a:ln w="0">
            <a:noFill/>
          </a:ln>
        </p:spPr>
      </p:pic>
      <p:pic>
        <p:nvPicPr>
          <p:cNvPr id="1772" name="New picture"/>
          <p:cNvPicPr/>
          <p:nvPr/>
        </p:nvPicPr>
        <p:blipFill>
          <a:blip r:embed="rId1099"/>
          <a:srcRect/>
          <a:stretch>
            <a:fillRect/>
          </a:stretch>
        </p:blipFill>
        <p:spPr>
          <a:xfrm>
            <a:off x="4415599" y="8962073"/>
            <a:ext cx="64103" cy="80867"/>
          </a:xfrm>
          <a:prstGeom prst="rect"/>
          <a:ln w="0">
            <a:noFill/>
          </a:ln>
        </p:spPr>
      </p:pic>
      <p:pic>
        <p:nvPicPr>
          <p:cNvPr id="1773" name="New picture"/>
          <p:cNvPicPr/>
          <p:nvPr/>
        </p:nvPicPr>
        <p:blipFill>
          <a:blip r:embed="rId1100"/>
          <a:srcRect/>
          <a:stretch>
            <a:fillRect/>
          </a:stretch>
        </p:blipFill>
        <p:spPr>
          <a:xfrm>
            <a:off x="4488942" y="8962073"/>
            <a:ext cx="77819" cy="80867"/>
          </a:xfrm>
          <a:prstGeom prst="rect"/>
          <a:ln w="0">
            <a:noFill/>
          </a:ln>
        </p:spPr>
      </p:pic>
      <p:sp>
        <p:nvSpPr>
          <p:cNvPr id="1774" name="New shape"/>
          <p:cNvSpPr/>
          <p:nvPr/>
        </p:nvSpPr>
        <p:spPr>
          <a:xfrm>
            <a:off x="4502658" y="8971217"/>
            <a:ext cx="51911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5" name="New picture"/>
          <p:cNvPicPr/>
          <p:nvPr/>
        </p:nvPicPr>
        <p:blipFill>
          <a:blip r:embed="rId1101"/>
          <a:srcRect/>
          <a:stretch>
            <a:fillRect/>
          </a:stretch>
        </p:blipFill>
        <p:spPr>
          <a:xfrm>
            <a:off x="4588097" y="8962072"/>
            <a:ext cx="120682" cy="79343"/>
          </a:xfrm>
          <a:prstGeom prst="rect"/>
          <a:ln w="0">
            <a:noFill/>
          </a:ln>
        </p:spPr>
      </p:pic>
      <p:pic>
        <p:nvPicPr>
          <p:cNvPr id="1776" name="New picture"/>
          <p:cNvPicPr/>
          <p:nvPr/>
        </p:nvPicPr>
        <p:blipFill>
          <a:blip r:embed="rId1102"/>
          <a:srcRect/>
          <a:stretch>
            <a:fillRect/>
          </a:stretch>
        </p:blipFill>
        <p:spPr>
          <a:xfrm>
            <a:off x="4733163" y="8962073"/>
            <a:ext cx="74866" cy="115919"/>
          </a:xfrm>
          <a:prstGeom prst="rect"/>
          <a:ln w="0">
            <a:noFill/>
          </a:ln>
        </p:spPr>
      </p:pic>
      <p:sp>
        <p:nvSpPr>
          <p:cNvPr id="1777" name="New shape"/>
          <p:cNvSpPr/>
          <p:nvPr/>
        </p:nvSpPr>
        <p:spPr>
          <a:xfrm>
            <a:off x="4746974" y="8971216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8" name="New picture"/>
          <p:cNvPicPr/>
          <p:nvPr/>
        </p:nvPicPr>
        <p:blipFill>
          <a:blip r:embed="rId1103"/>
          <a:srcRect/>
          <a:stretch>
            <a:fillRect/>
          </a:stretch>
        </p:blipFill>
        <p:spPr>
          <a:xfrm>
            <a:off x="4821746" y="8962073"/>
            <a:ext cx="65627" cy="80867"/>
          </a:xfrm>
          <a:prstGeom prst="rect"/>
          <a:ln w="0">
            <a:noFill/>
          </a:ln>
        </p:spPr>
      </p:pic>
      <p:sp>
        <p:nvSpPr>
          <p:cNvPr id="1779" name="New shape"/>
          <p:cNvSpPr/>
          <p:nvPr/>
        </p:nvSpPr>
        <p:spPr>
          <a:xfrm>
            <a:off x="4835461" y="900322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0" name="New picture"/>
          <p:cNvPicPr/>
          <p:nvPr/>
        </p:nvPicPr>
        <p:blipFill>
          <a:blip r:embed="rId1104"/>
          <a:srcRect/>
          <a:stretch>
            <a:fillRect/>
          </a:stretch>
        </p:blipFill>
        <p:spPr>
          <a:xfrm>
            <a:off x="4902708" y="8962073"/>
            <a:ext cx="77915" cy="118967"/>
          </a:xfrm>
          <a:prstGeom prst="rect"/>
          <a:ln w="0">
            <a:noFill/>
          </a:ln>
        </p:spPr>
      </p:pic>
      <p:sp>
        <p:nvSpPr>
          <p:cNvPr id="1781" name="New shape"/>
          <p:cNvSpPr/>
          <p:nvPr/>
        </p:nvSpPr>
        <p:spPr>
          <a:xfrm>
            <a:off x="4919472" y="8971217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82" name="New shape"/>
          <p:cNvSpPr/>
          <p:nvPr/>
        </p:nvSpPr>
        <p:spPr>
          <a:xfrm>
            <a:off x="4914899" y="9041416"/>
            <a:ext cx="50387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3" name="New picture"/>
          <p:cNvPicPr/>
          <p:nvPr/>
        </p:nvPicPr>
        <p:blipFill>
          <a:blip r:embed="rId1105"/>
          <a:srcRect/>
          <a:stretch>
            <a:fillRect/>
          </a:stretch>
        </p:blipFill>
        <p:spPr>
          <a:xfrm>
            <a:off x="4995862" y="8962072"/>
            <a:ext cx="68771" cy="79343"/>
          </a:xfrm>
          <a:prstGeom prst="rect"/>
          <a:ln w="0">
            <a:noFill/>
          </a:ln>
        </p:spPr>
      </p:pic>
      <p:pic>
        <p:nvPicPr>
          <p:cNvPr id="1784" name="New picture"/>
          <p:cNvPicPr/>
          <p:nvPr/>
        </p:nvPicPr>
        <p:blipFill>
          <a:blip r:embed="rId1106"/>
          <a:srcRect/>
          <a:stretch>
            <a:fillRect/>
          </a:stretch>
        </p:blipFill>
        <p:spPr>
          <a:xfrm>
            <a:off x="5085969" y="8962073"/>
            <a:ext cx="70199" cy="80867"/>
          </a:xfrm>
          <a:prstGeom prst="rect"/>
          <a:ln w="0">
            <a:noFill/>
          </a:ln>
        </p:spPr>
      </p:pic>
      <p:sp>
        <p:nvSpPr>
          <p:cNvPr id="1785" name="New shape"/>
          <p:cNvSpPr/>
          <p:nvPr/>
        </p:nvSpPr>
        <p:spPr>
          <a:xfrm>
            <a:off x="5098161" y="8971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86" name="New shape"/>
          <p:cNvSpPr/>
          <p:nvPr/>
        </p:nvSpPr>
        <p:spPr>
          <a:xfrm>
            <a:off x="5108829" y="8926926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7" name="New picture"/>
          <p:cNvPicPr/>
          <p:nvPr/>
        </p:nvPicPr>
        <p:blipFill>
          <a:blip r:embed="rId1107"/>
          <a:srcRect/>
          <a:stretch>
            <a:fillRect/>
          </a:stretch>
        </p:blipFill>
        <p:spPr>
          <a:xfrm>
            <a:off x="5168455" y="8962073"/>
            <a:ext cx="56483" cy="80867"/>
          </a:xfrm>
          <a:prstGeom prst="rect"/>
          <a:ln w="0">
            <a:noFill/>
          </a:ln>
        </p:spPr>
      </p:pic>
      <p:pic>
        <p:nvPicPr>
          <p:cNvPr id="1788" name="New picture"/>
          <p:cNvPicPr/>
          <p:nvPr/>
        </p:nvPicPr>
        <p:blipFill>
          <a:blip r:embed="rId1108"/>
          <a:srcRect/>
          <a:stretch>
            <a:fillRect/>
          </a:stretch>
        </p:blipFill>
        <p:spPr>
          <a:xfrm>
            <a:off x="5278279" y="8933021"/>
            <a:ext cx="76391" cy="109918"/>
          </a:xfrm>
          <a:prstGeom prst="rect"/>
          <a:ln w="0">
            <a:noFill/>
          </a:ln>
        </p:spPr>
      </p:pic>
      <p:sp>
        <p:nvSpPr>
          <p:cNvPr id="1789" name="New shape"/>
          <p:cNvSpPr/>
          <p:nvPr/>
        </p:nvSpPr>
        <p:spPr>
          <a:xfrm>
            <a:off x="5291995" y="897274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90" name="New shape"/>
          <p:cNvSpPr/>
          <p:nvPr/>
        </p:nvSpPr>
        <p:spPr>
          <a:xfrm>
            <a:off x="5376101" y="8933021"/>
            <a:ext cx="10668" cy="3819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1" name="New picture"/>
          <p:cNvPicPr/>
          <p:nvPr/>
        </p:nvPicPr>
        <p:blipFill>
          <a:blip r:embed="rId1109"/>
          <a:srcRect/>
          <a:stretch>
            <a:fillRect/>
          </a:stretch>
        </p:blipFill>
        <p:spPr>
          <a:xfrm>
            <a:off x="5391341" y="8962073"/>
            <a:ext cx="70295" cy="80867"/>
          </a:xfrm>
          <a:prstGeom prst="rect"/>
          <a:ln w="0">
            <a:noFill/>
          </a:ln>
        </p:spPr>
      </p:pic>
      <p:sp>
        <p:nvSpPr>
          <p:cNvPr id="1792" name="New shape"/>
          <p:cNvSpPr/>
          <p:nvPr/>
        </p:nvSpPr>
        <p:spPr>
          <a:xfrm>
            <a:off x="5403532" y="8971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3" name="New picture"/>
          <p:cNvPicPr/>
          <p:nvPr/>
        </p:nvPicPr>
        <p:blipFill>
          <a:blip r:embed="rId1110"/>
          <a:srcRect/>
          <a:stretch>
            <a:fillRect/>
          </a:stretch>
        </p:blipFill>
        <p:spPr>
          <a:xfrm>
            <a:off x="5467731" y="8963597"/>
            <a:ext cx="76295" cy="77819"/>
          </a:xfrm>
          <a:prstGeom prst="rect"/>
          <a:ln w="0">
            <a:noFill/>
          </a:ln>
        </p:spPr>
      </p:pic>
      <p:pic>
        <p:nvPicPr>
          <p:cNvPr id="1794" name="New picture"/>
          <p:cNvPicPr/>
          <p:nvPr/>
        </p:nvPicPr>
        <p:blipFill>
          <a:blip r:embed="rId1111"/>
          <a:srcRect/>
          <a:stretch>
            <a:fillRect/>
          </a:stretch>
        </p:blipFill>
        <p:spPr>
          <a:xfrm>
            <a:off x="5557838" y="8962073"/>
            <a:ext cx="76295" cy="115919"/>
          </a:xfrm>
          <a:prstGeom prst="rect"/>
          <a:ln w="0">
            <a:noFill/>
          </a:ln>
        </p:spPr>
      </p:pic>
      <p:sp>
        <p:nvSpPr>
          <p:cNvPr id="1795" name="New shape"/>
          <p:cNvSpPr/>
          <p:nvPr/>
        </p:nvSpPr>
        <p:spPr>
          <a:xfrm>
            <a:off x="5571554" y="8971216"/>
            <a:ext cx="48863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96" name="New shape"/>
          <p:cNvSpPr/>
          <p:nvPr/>
        </p:nvSpPr>
        <p:spPr>
          <a:xfrm>
            <a:off x="5654040" y="89336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97" name="New shape"/>
          <p:cNvSpPr/>
          <p:nvPr/>
        </p:nvSpPr>
        <p:spPr>
          <a:xfrm>
            <a:off x="5693664" y="8963597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8" name="New picture"/>
          <p:cNvPicPr/>
          <p:nvPr/>
        </p:nvPicPr>
        <p:blipFill>
          <a:blip r:embed="rId1112"/>
          <a:srcRect/>
          <a:stretch>
            <a:fillRect/>
          </a:stretch>
        </p:blipFill>
        <p:spPr>
          <a:xfrm>
            <a:off x="5692140" y="8928543"/>
            <a:ext cx="16859" cy="16764"/>
          </a:xfrm>
          <a:prstGeom prst="rect"/>
          <a:ln w="0">
            <a:noFill/>
          </a:ln>
        </p:spPr>
      </p:pic>
      <p:pic>
        <p:nvPicPr>
          <p:cNvPr id="1799" name="New picture"/>
          <p:cNvPicPr/>
          <p:nvPr/>
        </p:nvPicPr>
        <p:blipFill>
          <a:blip r:embed="rId1113"/>
          <a:srcRect/>
          <a:stretch>
            <a:fillRect/>
          </a:stretch>
        </p:blipFill>
        <p:spPr>
          <a:xfrm>
            <a:off x="5728812" y="8962073"/>
            <a:ext cx="64103" cy="80867"/>
          </a:xfrm>
          <a:prstGeom prst="rect"/>
          <a:ln w="0">
            <a:noFill/>
          </a:ln>
        </p:spPr>
      </p:pic>
      <p:pic>
        <p:nvPicPr>
          <p:cNvPr id="1800" name="New picture"/>
          <p:cNvPicPr/>
          <p:nvPr/>
        </p:nvPicPr>
        <p:blipFill>
          <a:blip r:embed="rId1114"/>
          <a:srcRect/>
          <a:stretch>
            <a:fillRect/>
          </a:stretch>
        </p:blipFill>
        <p:spPr>
          <a:xfrm>
            <a:off x="5803678" y="8962073"/>
            <a:ext cx="65627" cy="80867"/>
          </a:xfrm>
          <a:prstGeom prst="rect"/>
          <a:ln w="0">
            <a:noFill/>
          </a:ln>
        </p:spPr>
      </p:pic>
      <p:sp>
        <p:nvSpPr>
          <p:cNvPr id="1801" name="New shape"/>
          <p:cNvSpPr/>
          <p:nvPr/>
        </p:nvSpPr>
        <p:spPr>
          <a:xfrm>
            <a:off x="5817393" y="900322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2" name="New picture"/>
          <p:cNvPicPr/>
          <p:nvPr/>
        </p:nvPicPr>
        <p:blipFill>
          <a:blip r:embed="rId1115"/>
          <a:srcRect/>
          <a:stretch>
            <a:fillRect/>
          </a:stretch>
        </p:blipFill>
        <p:spPr>
          <a:xfrm>
            <a:off x="5883021" y="8940736"/>
            <a:ext cx="47339" cy="102203"/>
          </a:xfrm>
          <a:prstGeom prst="rect"/>
          <a:ln w="0">
            <a:noFill/>
          </a:ln>
        </p:spPr>
      </p:pic>
      <p:sp>
        <p:nvSpPr>
          <p:cNvPr id="1803" name="New shape"/>
          <p:cNvSpPr/>
          <p:nvPr/>
        </p:nvSpPr>
        <p:spPr>
          <a:xfrm>
            <a:off x="5948744" y="8963501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4" name="New picture"/>
          <p:cNvPicPr/>
          <p:nvPr/>
        </p:nvPicPr>
        <p:blipFill>
          <a:blip r:embed="rId1116"/>
          <a:srcRect/>
          <a:stretch>
            <a:fillRect/>
          </a:stretch>
        </p:blipFill>
        <p:spPr>
          <a:xfrm>
            <a:off x="5945695" y="8928449"/>
            <a:ext cx="16764" cy="16764"/>
          </a:xfrm>
          <a:prstGeom prst="rect"/>
          <a:ln w="0">
            <a:noFill/>
          </a:ln>
        </p:spPr>
      </p:pic>
      <p:pic>
        <p:nvPicPr>
          <p:cNvPr id="1805" name="New picture"/>
          <p:cNvPicPr/>
          <p:nvPr/>
        </p:nvPicPr>
        <p:blipFill>
          <a:blip r:embed="rId1117"/>
          <a:srcRect/>
          <a:stretch>
            <a:fillRect/>
          </a:stretch>
        </p:blipFill>
        <p:spPr>
          <a:xfrm>
            <a:off x="5982271" y="8962073"/>
            <a:ext cx="77915" cy="80867"/>
          </a:xfrm>
          <a:prstGeom prst="rect"/>
          <a:ln w="0">
            <a:noFill/>
          </a:ln>
        </p:spPr>
      </p:pic>
      <p:sp>
        <p:nvSpPr>
          <p:cNvPr id="1806" name="New shape"/>
          <p:cNvSpPr/>
          <p:nvPr/>
        </p:nvSpPr>
        <p:spPr>
          <a:xfrm>
            <a:off x="5995988" y="8971217"/>
            <a:ext cx="50387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7" name="New picture"/>
          <p:cNvPicPr/>
          <p:nvPr/>
        </p:nvPicPr>
        <p:blipFill>
          <a:blip r:embed="rId1118"/>
          <a:srcRect/>
          <a:stretch>
            <a:fillRect/>
          </a:stretch>
        </p:blipFill>
        <p:spPr>
          <a:xfrm>
            <a:off x="6080093" y="8962072"/>
            <a:ext cx="68771" cy="79343"/>
          </a:xfrm>
          <a:prstGeom prst="rect"/>
          <a:ln w="0">
            <a:noFill/>
          </a:ln>
        </p:spPr>
      </p:pic>
      <p:pic>
        <p:nvPicPr>
          <p:cNvPr id="1808" name="New picture"/>
          <p:cNvPicPr/>
          <p:nvPr/>
        </p:nvPicPr>
        <p:blipFill>
          <a:blip r:embed="rId1119"/>
          <a:srcRect/>
          <a:stretch>
            <a:fillRect/>
          </a:stretch>
        </p:blipFill>
        <p:spPr>
          <a:xfrm>
            <a:off x="6165532" y="8962073"/>
            <a:ext cx="58007" cy="80867"/>
          </a:xfrm>
          <a:prstGeom prst="rect"/>
          <a:ln w="0">
            <a:noFill/>
          </a:ln>
        </p:spPr>
      </p:pic>
      <p:pic>
        <p:nvPicPr>
          <p:cNvPr id="1809" name="New picture"/>
          <p:cNvPicPr/>
          <p:nvPr/>
        </p:nvPicPr>
        <p:blipFill>
          <a:blip r:embed="rId1120"/>
          <a:srcRect/>
          <a:stretch>
            <a:fillRect/>
          </a:stretch>
        </p:blipFill>
        <p:spPr>
          <a:xfrm>
            <a:off x="6277070" y="8962073"/>
            <a:ext cx="70199" cy="80867"/>
          </a:xfrm>
          <a:prstGeom prst="rect"/>
          <a:ln w="0">
            <a:noFill/>
          </a:ln>
        </p:spPr>
      </p:pic>
      <p:sp>
        <p:nvSpPr>
          <p:cNvPr id="1810" name="New shape"/>
          <p:cNvSpPr/>
          <p:nvPr/>
        </p:nvSpPr>
        <p:spPr>
          <a:xfrm>
            <a:off x="6289262" y="8971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1" name="New picture"/>
          <p:cNvPicPr/>
          <p:nvPr/>
        </p:nvPicPr>
        <p:blipFill>
          <a:blip r:embed="rId1121"/>
          <a:srcRect/>
          <a:stretch>
            <a:fillRect/>
          </a:stretch>
        </p:blipFill>
        <p:spPr>
          <a:xfrm>
            <a:off x="6356413" y="8940642"/>
            <a:ext cx="47339" cy="102298"/>
          </a:xfrm>
          <a:prstGeom prst="rect"/>
          <a:ln w="0">
            <a:noFill/>
          </a:ln>
        </p:spPr>
      </p:pic>
      <p:pic>
        <p:nvPicPr>
          <p:cNvPr id="1812" name="New picture"/>
          <p:cNvPicPr/>
          <p:nvPr/>
        </p:nvPicPr>
        <p:blipFill>
          <a:blip r:embed="rId1122"/>
          <a:srcRect/>
          <a:stretch>
            <a:fillRect/>
          </a:stretch>
        </p:blipFill>
        <p:spPr>
          <a:xfrm>
            <a:off x="677418" y="9161907"/>
            <a:ext cx="76390" cy="109918"/>
          </a:xfrm>
          <a:prstGeom prst="rect"/>
          <a:ln w="0">
            <a:noFill/>
          </a:ln>
        </p:spPr>
      </p:pic>
      <p:sp>
        <p:nvSpPr>
          <p:cNvPr id="1813" name="New shape"/>
          <p:cNvSpPr/>
          <p:nvPr/>
        </p:nvSpPr>
        <p:spPr>
          <a:xfrm>
            <a:off x="691134" y="920162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14" name="New shape"/>
          <p:cNvSpPr/>
          <p:nvPr/>
        </p:nvSpPr>
        <p:spPr>
          <a:xfrm>
            <a:off x="775144" y="9162002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5" name="New picture"/>
          <p:cNvPicPr/>
          <p:nvPr/>
        </p:nvPicPr>
        <p:blipFill>
          <a:blip r:embed="rId1123"/>
          <a:srcRect/>
          <a:stretch>
            <a:fillRect/>
          </a:stretch>
        </p:blipFill>
        <p:spPr>
          <a:xfrm>
            <a:off x="790480" y="9190958"/>
            <a:ext cx="70199" cy="80962"/>
          </a:xfrm>
          <a:prstGeom prst="rect"/>
          <a:ln w="0">
            <a:noFill/>
          </a:ln>
        </p:spPr>
      </p:pic>
      <p:sp>
        <p:nvSpPr>
          <p:cNvPr id="1816" name="New shape"/>
          <p:cNvSpPr/>
          <p:nvPr/>
        </p:nvSpPr>
        <p:spPr>
          <a:xfrm>
            <a:off x="802672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7" name="New picture"/>
          <p:cNvPicPr/>
          <p:nvPr/>
        </p:nvPicPr>
        <p:blipFill>
          <a:blip r:embed="rId1124"/>
          <a:srcRect/>
          <a:stretch>
            <a:fillRect/>
          </a:stretch>
        </p:blipFill>
        <p:spPr>
          <a:xfrm>
            <a:off x="866870" y="9192482"/>
            <a:ext cx="76295" cy="77819"/>
          </a:xfrm>
          <a:prstGeom prst="rect"/>
          <a:ln w="0">
            <a:noFill/>
          </a:ln>
        </p:spPr>
      </p:pic>
      <p:pic>
        <p:nvPicPr>
          <p:cNvPr id="1818" name="New picture"/>
          <p:cNvPicPr/>
          <p:nvPr/>
        </p:nvPicPr>
        <p:blipFill>
          <a:blip r:embed="rId1125"/>
          <a:srcRect/>
          <a:stretch>
            <a:fillRect/>
          </a:stretch>
        </p:blipFill>
        <p:spPr>
          <a:xfrm>
            <a:off x="949261" y="9191054"/>
            <a:ext cx="70199" cy="80867"/>
          </a:xfrm>
          <a:prstGeom prst="rect"/>
          <a:ln w="0">
            <a:noFill/>
          </a:ln>
        </p:spPr>
      </p:pic>
      <p:sp>
        <p:nvSpPr>
          <p:cNvPr id="1819" name="New shape"/>
          <p:cNvSpPr/>
          <p:nvPr/>
        </p:nvSpPr>
        <p:spPr>
          <a:xfrm>
            <a:off x="961454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0" name="New picture"/>
          <p:cNvPicPr/>
          <p:nvPr/>
        </p:nvPicPr>
        <p:blipFill>
          <a:blip r:embed="rId1126"/>
          <a:srcRect/>
          <a:stretch>
            <a:fillRect/>
          </a:stretch>
        </p:blipFill>
        <p:spPr>
          <a:xfrm>
            <a:off x="1039368" y="9190957"/>
            <a:ext cx="122111" cy="79343"/>
          </a:xfrm>
          <a:prstGeom prst="rect"/>
          <a:ln w="0">
            <a:noFill/>
          </a:ln>
        </p:spPr>
      </p:pic>
      <p:pic>
        <p:nvPicPr>
          <p:cNvPr id="1821" name="New picture"/>
          <p:cNvPicPr/>
          <p:nvPr/>
        </p:nvPicPr>
        <p:blipFill>
          <a:blip r:embed="rId1127"/>
          <a:srcRect/>
          <a:stretch>
            <a:fillRect/>
          </a:stretch>
        </p:blipFill>
        <p:spPr>
          <a:xfrm>
            <a:off x="1184434" y="9190958"/>
            <a:ext cx="76295" cy="116015"/>
          </a:xfrm>
          <a:prstGeom prst="rect"/>
          <a:ln w="0">
            <a:noFill/>
          </a:ln>
        </p:spPr>
      </p:pic>
      <p:sp>
        <p:nvSpPr>
          <p:cNvPr id="1822" name="New shape"/>
          <p:cNvSpPr/>
          <p:nvPr/>
        </p:nvSpPr>
        <p:spPr>
          <a:xfrm>
            <a:off x="1199674" y="9200102"/>
            <a:ext cx="47339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23" name="New shape"/>
          <p:cNvSpPr/>
          <p:nvPr/>
        </p:nvSpPr>
        <p:spPr>
          <a:xfrm>
            <a:off x="1280160" y="9162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4" name="New picture"/>
          <p:cNvPicPr/>
          <p:nvPr/>
        </p:nvPicPr>
        <p:blipFill>
          <a:blip r:embed="rId1128"/>
          <a:srcRect/>
          <a:stretch>
            <a:fillRect/>
          </a:stretch>
        </p:blipFill>
        <p:spPr>
          <a:xfrm>
            <a:off x="1315783" y="9191054"/>
            <a:ext cx="70199" cy="80867"/>
          </a:xfrm>
          <a:prstGeom prst="rect"/>
          <a:ln w="0">
            <a:noFill/>
          </a:ln>
        </p:spPr>
      </p:pic>
      <p:sp>
        <p:nvSpPr>
          <p:cNvPr id="1825" name="New shape"/>
          <p:cNvSpPr/>
          <p:nvPr/>
        </p:nvSpPr>
        <p:spPr>
          <a:xfrm>
            <a:off x="1327975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6" name="New picture"/>
          <p:cNvPicPr/>
          <p:nvPr/>
        </p:nvPicPr>
        <p:blipFill>
          <a:blip r:embed="rId1129"/>
          <a:srcRect/>
          <a:stretch>
            <a:fillRect/>
          </a:stretch>
        </p:blipFill>
        <p:spPr>
          <a:xfrm>
            <a:off x="1398175" y="9190958"/>
            <a:ext cx="58007" cy="80867"/>
          </a:xfrm>
          <a:prstGeom prst="rect"/>
          <a:ln w="0">
            <a:noFill/>
          </a:ln>
        </p:spPr>
      </p:pic>
      <p:pic>
        <p:nvPicPr>
          <p:cNvPr id="1827" name="New picture"/>
          <p:cNvPicPr/>
          <p:nvPr/>
        </p:nvPicPr>
        <p:blipFill>
          <a:blip r:embed="rId1130"/>
          <a:srcRect/>
          <a:stretch>
            <a:fillRect/>
          </a:stretch>
        </p:blipFill>
        <p:spPr>
          <a:xfrm>
            <a:off x="1501997" y="9192482"/>
            <a:ext cx="73343" cy="77819"/>
          </a:xfrm>
          <a:prstGeom prst="rect"/>
          <a:ln w="0">
            <a:noFill/>
          </a:ln>
        </p:spPr>
      </p:pic>
      <p:sp>
        <p:nvSpPr>
          <p:cNvPr id="1828" name="New shape"/>
          <p:cNvSpPr/>
          <p:nvPr/>
        </p:nvSpPr>
        <p:spPr>
          <a:xfrm>
            <a:off x="1589056" y="919248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9" name="New picture"/>
          <p:cNvPicPr/>
          <p:nvPr/>
        </p:nvPicPr>
        <p:blipFill>
          <a:blip r:embed="rId1131"/>
          <a:srcRect/>
          <a:stretch>
            <a:fillRect/>
          </a:stretch>
        </p:blipFill>
        <p:spPr>
          <a:xfrm>
            <a:off x="1587532" y="9157335"/>
            <a:ext cx="16764" cy="16859"/>
          </a:xfrm>
          <a:prstGeom prst="rect"/>
          <a:ln w="0">
            <a:noFill/>
          </a:ln>
        </p:spPr>
      </p:pic>
      <p:pic>
        <p:nvPicPr>
          <p:cNvPr id="1830" name="New picture"/>
          <p:cNvPicPr/>
          <p:nvPr/>
        </p:nvPicPr>
        <p:blipFill>
          <a:blip r:embed="rId1132"/>
          <a:srcRect/>
          <a:stretch>
            <a:fillRect/>
          </a:stretch>
        </p:blipFill>
        <p:spPr>
          <a:xfrm>
            <a:off x="1619631" y="9190958"/>
            <a:ext cx="58007" cy="80867"/>
          </a:xfrm>
          <a:prstGeom prst="rect"/>
          <a:ln w="0">
            <a:noFill/>
          </a:ln>
        </p:spPr>
      </p:pic>
      <p:pic>
        <p:nvPicPr>
          <p:cNvPr id="1831" name="New picture"/>
          <p:cNvPicPr/>
          <p:nvPr/>
        </p:nvPicPr>
        <p:blipFill>
          <a:blip r:embed="rId1133"/>
          <a:srcRect/>
          <a:stretch>
            <a:fillRect/>
          </a:stretch>
        </p:blipFill>
        <p:spPr>
          <a:xfrm>
            <a:off x="1695926" y="9192482"/>
            <a:ext cx="68770" cy="79343"/>
          </a:xfrm>
          <a:prstGeom prst="rect"/>
          <a:ln w="0">
            <a:noFill/>
          </a:ln>
        </p:spPr>
      </p:pic>
      <p:pic>
        <p:nvPicPr>
          <p:cNvPr id="1832" name="New picture"/>
          <p:cNvPicPr/>
          <p:nvPr/>
        </p:nvPicPr>
        <p:blipFill>
          <a:blip r:embed="rId1134"/>
          <a:srcRect/>
          <a:stretch>
            <a:fillRect/>
          </a:stretch>
        </p:blipFill>
        <p:spPr>
          <a:xfrm>
            <a:off x="1784604" y="9190958"/>
            <a:ext cx="71723" cy="80962"/>
          </a:xfrm>
          <a:prstGeom prst="rect"/>
          <a:ln w="0">
            <a:noFill/>
          </a:ln>
        </p:spPr>
      </p:pic>
      <p:sp>
        <p:nvSpPr>
          <p:cNvPr id="1833" name="New shape"/>
          <p:cNvSpPr/>
          <p:nvPr/>
        </p:nvSpPr>
        <p:spPr>
          <a:xfrm>
            <a:off x="1798320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34" name="New shape"/>
          <p:cNvSpPr/>
          <p:nvPr/>
        </p:nvSpPr>
        <p:spPr>
          <a:xfrm>
            <a:off x="1876044" y="9162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5" name="New picture"/>
          <p:cNvPicPr/>
          <p:nvPr/>
        </p:nvPicPr>
        <p:blipFill>
          <a:blip r:embed="rId1135"/>
          <a:srcRect/>
          <a:stretch>
            <a:fillRect/>
          </a:stretch>
        </p:blipFill>
        <p:spPr>
          <a:xfrm>
            <a:off x="1906715" y="9190958"/>
            <a:ext cx="58007" cy="80867"/>
          </a:xfrm>
          <a:prstGeom prst="rect"/>
          <a:ln w="0">
            <a:noFill/>
          </a:ln>
        </p:spPr>
      </p:pic>
      <p:pic>
        <p:nvPicPr>
          <p:cNvPr id="1836" name="New picture"/>
          <p:cNvPicPr/>
          <p:nvPr/>
        </p:nvPicPr>
        <p:blipFill>
          <a:blip r:embed="rId1136"/>
          <a:srcRect/>
          <a:stretch>
            <a:fillRect/>
          </a:stretch>
        </p:blipFill>
        <p:spPr>
          <a:xfrm>
            <a:off x="2018157" y="9190958"/>
            <a:ext cx="64103" cy="80867"/>
          </a:xfrm>
          <a:prstGeom prst="rect"/>
          <a:ln w="0">
            <a:noFill/>
          </a:ln>
        </p:spPr>
      </p:pic>
      <p:sp>
        <p:nvSpPr>
          <p:cNvPr id="1837" name="New shape"/>
          <p:cNvSpPr/>
          <p:nvPr/>
        </p:nvSpPr>
        <p:spPr>
          <a:xfrm>
            <a:off x="2100072" y="9162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8" name="New picture"/>
          <p:cNvPicPr/>
          <p:nvPr/>
        </p:nvPicPr>
        <p:blipFill>
          <a:blip r:embed="rId1137"/>
          <a:srcRect/>
          <a:stretch>
            <a:fillRect/>
          </a:stretch>
        </p:blipFill>
        <p:spPr>
          <a:xfrm>
            <a:off x="2134172" y="9191054"/>
            <a:ext cx="65627" cy="80867"/>
          </a:xfrm>
          <a:prstGeom prst="rect"/>
          <a:ln w="0">
            <a:noFill/>
          </a:ln>
        </p:spPr>
      </p:pic>
      <p:sp>
        <p:nvSpPr>
          <p:cNvPr id="1839" name="New shape"/>
          <p:cNvSpPr/>
          <p:nvPr/>
        </p:nvSpPr>
        <p:spPr>
          <a:xfrm>
            <a:off x="2146364" y="9232202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40" name="New shape"/>
          <p:cNvSpPr/>
          <p:nvPr/>
        </p:nvSpPr>
        <p:spPr>
          <a:xfrm>
            <a:off x="2224373" y="919248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1" name="New picture"/>
          <p:cNvPicPr/>
          <p:nvPr/>
        </p:nvPicPr>
        <p:blipFill>
          <a:blip r:embed="rId1138"/>
          <a:srcRect/>
          <a:stretch>
            <a:fillRect/>
          </a:stretch>
        </p:blipFill>
        <p:spPr>
          <a:xfrm>
            <a:off x="2222849" y="9157334"/>
            <a:ext cx="16764" cy="16764"/>
          </a:xfrm>
          <a:prstGeom prst="rect"/>
          <a:ln w="0">
            <a:noFill/>
          </a:ln>
        </p:spPr>
      </p:pic>
      <p:pic>
        <p:nvPicPr>
          <p:cNvPr id="1842" name="New picture"/>
          <p:cNvPicPr/>
          <p:nvPr/>
        </p:nvPicPr>
        <p:blipFill>
          <a:blip r:embed="rId1139"/>
          <a:srcRect/>
          <a:stretch>
            <a:fillRect/>
          </a:stretch>
        </p:blipFill>
        <p:spPr>
          <a:xfrm>
            <a:off x="2262473" y="9190957"/>
            <a:ext cx="42767" cy="79343"/>
          </a:xfrm>
          <a:prstGeom prst="rect"/>
          <a:ln w="0">
            <a:noFill/>
          </a:ln>
        </p:spPr>
      </p:pic>
      <p:pic>
        <p:nvPicPr>
          <p:cNvPr id="1843" name="New picture"/>
          <p:cNvPicPr/>
          <p:nvPr/>
        </p:nvPicPr>
        <p:blipFill>
          <a:blip r:embed="rId1140"/>
          <a:srcRect/>
          <a:stretch>
            <a:fillRect/>
          </a:stretch>
        </p:blipFill>
        <p:spPr>
          <a:xfrm>
            <a:off x="2309812" y="9190863"/>
            <a:ext cx="58007" cy="80962"/>
          </a:xfrm>
          <a:prstGeom prst="rect"/>
          <a:ln w="0">
            <a:noFill/>
          </a:ln>
        </p:spPr>
      </p:pic>
      <p:pic>
        <p:nvPicPr>
          <p:cNvPr id="1844" name="New picture"/>
          <p:cNvPicPr/>
          <p:nvPr/>
        </p:nvPicPr>
        <p:blipFill>
          <a:blip r:embed="rId1141"/>
          <a:srcRect/>
          <a:stretch>
            <a:fillRect/>
          </a:stretch>
        </p:blipFill>
        <p:spPr>
          <a:xfrm>
            <a:off x="2421350" y="9191054"/>
            <a:ext cx="70199" cy="80867"/>
          </a:xfrm>
          <a:prstGeom prst="rect"/>
          <a:ln w="0">
            <a:noFill/>
          </a:ln>
        </p:spPr>
      </p:pic>
      <p:sp>
        <p:nvSpPr>
          <p:cNvPr id="1845" name="New shape"/>
          <p:cNvSpPr/>
          <p:nvPr/>
        </p:nvSpPr>
        <p:spPr>
          <a:xfrm>
            <a:off x="2433542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6" name="New picture"/>
          <p:cNvPicPr/>
          <p:nvPr/>
        </p:nvPicPr>
        <p:blipFill>
          <a:blip r:embed="rId1142"/>
          <a:srcRect/>
          <a:stretch>
            <a:fillRect/>
          </a:stretch>
        </p:blipFill>
        <p:spPr>
          <a:xfrm>
            <a:off x="2500789" y="9169623"/>
            <a:ext cx="48863" cy="102298"/>
          </a:xfrm>
          <a:prstGeom prst="rect"/>
          <a:ln w="0">
            <a:noFill/>
          </a:ln>
        </p:spPr>
      </p:pic>
      <p:pic>
        <p:nvPicPr>
          <p:cNvPr id="1847" name="New picture"/>
          <p:cNvPicPr/>
          <p:nvPr/>
        </p:nvPicPr>
        <p:blipFill>
          <a:blip r:embed="rId1143"/>
          <a:srcRect/>
          <a:stretch>
            <a:fillRect/>
          </a:stretch>
        </p:blipFill>
        <p:spPr>
          <a:xfrm>
            <a:off x="2595372" y="9160478"/>
            <a:ext cx="53435" cy="109824"/>
          </a:xfrm>
          <a:prstGeom prst="rect"/>
          <a:ln w="0">
            <a:noFill/>
          </a:ln>
        </p:spPr>
      </p:pic>
      <p:pic>
        <p:nvPicPr>
          <p:cNvPr id="1848" name="New picture"/>
          <p:cNvPicPr/>
          <p:nvPr/>
        </p:nvPicPr>
        <p:blipFill>
          <a:blip r:embed="rId1144"/>
          <a:srcRect/>
          <a:stretch>
            <a:fillRect/>
          </a:stretch>
        </p:blipFill>
        <p:spPr>
          <a:xfrm>
            <a:off x="2650331" y="9190958"/>
            <a:ext cx="65723" cy="80867"/>
          </a:xfrm>
          <a:prstGeom prst="rect"/>
          <a:ln w="0">
            <a:noFill/>
          </a:ln>
        </p:spPr>
      </p:pic>
      <p:sp>
        <p:nvSpPr>
          <p:cNvPr id="1849" name="New shape"/>
          <p:cNvSpPr/>
          <p:nvPr/>
        </p:nvSpPr>
        <p:spPr>
          <a:xfrm>
            <a:off x="2664047" y="9232202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0" name="New picture"/>
          <p:cNvPicPr/>
          <p:nvPr/>
        </p:nvPicPr>
        <p:blipFill>
          <a:blip r:embed="rId1145"/>
          <a:srcRect/>
          <a:stretch>
            <a:fillRect/>
          </a:stretch>
        </p:blipFill>
        <p:spPr>
          <a:xfrm>
            <a:off x="2734342" y="9190958"/>
            <a:ext cx="64199" cy="80867"/>
          </a:xfrm>
          <a:prstGeom prst="rect"/>
          <a:ln w="0">
            <a:noFill/>
          </a:ln>
        </p:spPr>
      </p:pic>
      <p:sp>
        <p:nvSpPr>
          <p:cNvPr id="1851" name="New shape"/>
          <p:cNvSpPr/>
          <p:nvPr/>
        </p:nvSpPr>
        <p:spPr>
          <a:xfrm>
            <a:off x="2816828" y="919248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2" name="New picture"/>
          <p:cNvPicPr/>
          <p:nvPr/>
        </p:nvPicPr>
        <p:blipFill>
          <a:blip r:embed="rId1146"/>
          <a:srcRect/>
          <a:stretch>
            <a:fillRect/>
          </a:stretch>
        </p:blipFill>
        <p:spPr>
          <a:xfrm>
            <a:off x="2815304" y="9157430"/>
            <a:ext cx="16764" cy="16764"/>
          </a:xfrm>
          <a:prstGeom prst="rect"/>
          <a:ln w="0">
            <a:noFill/>
          </a:ln>
        </p:spPr>
      </p:pic>
      <p:sp>
        <p:nvSpPr>
          <p:cNvPr id="1853" name="New shape"/>
          <p:cNvSpPr/>
          <p:nvPr/>
        </p:nvSpPr>
        <p:spPr>
          <a:xfrm>
            <a:off x="2855976" y="9162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4" name="New picture"/>
          <p:cNvPicPr/>
          <p:nvPr/>
        </p:nvPicPr>
        <p:blipFill>
          <a:blip r:embed="rId1147"/>
          <a:srcRect/>
          <a:stretch>
            <a:fillRect/>
          </a:stretch>
        </p:blipFill>
        <p:spPr>
          <a:xfrm>
            <a:off x="2891599" y="9190958"/>
            <a:ext cx="70295" cy="80867"/>
          </a:xfrm>
          <a:prstGeom prst="rect"/>
          <a:ln w="0">
            <a:noFill/>
          </a:ln>
        </p:spPr>
      </p:pic>
      <p:sp>
        <p:nvSpPr>
          <p:cNvPr id="1855" name="New shape"/>
          <p:cNvSpPr/>
          <p:nvPr/>
        </p:nvSpPr>
        <p:spPr>
          <a:xfrm>
            <a:off x="2903792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6" name="New picture"/>
          <p:cNvPicPr/>
          <p:nvPr/>
        </p:nvPicPr>
        <p:blipFill>
          <a:blip r:embed="rId1148"/>
          <a:srcRect/>
          <a:stretch>
            <a:fillRect/>
          </a:stretch>
        </p:blipFill>
        <p:spPr>
          <a:xfrm>
            <a:off x="2974086" y="9190958"/>
            <a:ext cx="56483" cy="80867"/>
          </a:xfrm>
          <a:prstGeom prst="rect"/>
          <a:ln w="0">
            <a:noFill/>
          </a:ln>
        </p:spPr>
      </p:pic>
      <p:pic>
        <p:nvPicPr>
          <p:cNvPr id="1857" name="New picture"/>
          <p:cNvPicPr/>
          <p:nvPr/>
        </p:nvPicPr>
        <p:blipFill>
          <a:blip r:embed="rId1149"/>
          <a:srcRect/>
          <a:stretch>
            <a:fillRect/>
          </a:stretch>
        </p:blipFill>
        <p:spPr>
          <a:xfrm>
            <a:off x="3084004" y="9190958"/>
            <a:ext cx="65723" cy="80867"/>
          </a:xfrm>
          <a:prstGeom prst="rect"/>
          <a:ln w="0">
            <a:noFill/>
          </a:ln>
        </p:spPr>
      </p:pic>
      <p:sp>
        <p:nvSpPr>
          <p:cNvPr id="1858" name="New shape"/>
          <p:cNvSpPr/>
          <p:nvPr/>
        </p:nvSpPr>
        <p:spPr>
          <a:xfrm>
            <a:off x="3096196" y="9232202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59" name="New shape"/>
          <p:cNvSpPr/>
          <p:nvPr/>
        </p:nvSpPr>
        <p:spPr>
          <a:xfrm>
            <a:off x="3102387" y="9155906"/>
            <a:ext cx="3048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0" name="New picture"/>
          <p:cNvPicPr/>
          <p:nvPr/>
        </p:nvPicPr>
        <p:blipFill>
          <a:blip r:embed="rId1150"/>
          <a:srcRect/>
          <a:stretch>
            <a:fillRect/>
          </a:stretch>
        </p:blipFill>
        <p:spPr>
          <a:xfrm>
            <a:off x="3203162" y="9190958"/>
            <a:ext cx="58007" cy="80867"/>
          </a:xfrm>
          <a:prstGeom prst="rect"/>
          <a:ln w="0">
            <a:noFill/>
          </a:ln>
        </p:spPr>
      </p:pic>
      <p:pic>
        <p:nvPicPr>
          <p:cNvPr id="1861" name="New picture"/>
          <p:cNvPicPr/>
          <p:nvPr/>
        </p:nvPicPr>
        <p:blipFill>
          <a:blip r:embed="rId1151"/>
          <a:srcRect/>
          <a:stretch>
            <a:fillRect/>
          </a:stretch>
        </p:blipFill>
        <p:spPr>
          <a:xfrm>
            <a:off x="3279457" y="9192482"/>
            <a:ext cx="70295" cy="79439"/>
          </a:xfrm>
          <a:prstGeom prst="rect"/>
          <a:ln w="0">
            <a:noFill/>
          </a:ln>
        </p:spPr>
      </p:pic>
      <p:sp>
        <p:nvSpPr>
          <p:cNvPr id="1862" name="New shape"/>
          <p:cNvSpPr/>
          <p:nvPr/>
        </p:nvSpPr>
        <p:spPr>
          <a:xfrm>
            <a:off x="3375756" y="9192387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3" name="New picture"/>
          <p:cNvPicPr/>
          <p:nvPr/>
        </p:nvPicPr>
        <p:blipFill>
          <a:blip r:embed="rId1152"/>
          <a:srcRect/>
          <a:stretch>
            <a:fillRect/>
          </a:stretch>
        </p:blipFill>
        <p:spPr>
          <a:xfrm>
            <a:off x="3372707" y="9157334"/>
            <a:ext cx="16764" cy="16764"/>
          </a:xfrm>
          <a:prstGeom prst="rect"/>
          <a:ln w="0">
            <a:noFill/>
          </a:ln>
        </p:spPr>
      </p:pic>
      <p:pic>
        <p:nvPicPr>
          <p:cNvPr id="1864" name="New picture"/>
          <p:cNvPicPr/>
          <p:nvPr/>
        </p:nvPicPr>
        <p:blipFill>
          <a:blip r:embed="rId1153"/>
          <a:srcRect/>
          <a:stretch>
            <a:fillRect/>
          </a:stretch>
        </p:blipFill>
        <p:spPr>
          <a:xfrm>
            <a:off x="3401663" y="9192482"/>
            <a:ext cx="73342" cy="77819"/>
          </a:xfrm>
          <a:prstGeom prst="rect"/>
          <a:ln w="0">
            <a:noFill/>
          </a:ln>
        </p:spPr>
      </p:pic>
      <p:pic>
        <p:nvPicPr>
          <p:cNvPr id="1865" name="New picture"/>
          <p:cNvPicPr/>
          <p:nvPr/>
        </p:nvPicPr>
        <p:blipFill>
          <a:blip r:embed="rId1154"/>
          <a:srcRect/>
          <a:stretch>
            <a:fillRect/>
          </a:stretch>
        </p:blipFill>
        <p:spPr>
          <a:xfrm>
            <a:off x="3488722" y="9190862"/>
            <a:ext cx="42767" cy="79439"/>
          </a:xfrm>
          <a:prstGeom prst="rect"/>
          <a:ln w="0">
            <a:noFill/>
          </a:ln>
        </p:spPr>
      </p:pic>
      <p:pic>
        <p:nvPicPr>
          <p:cNvPr id="1866" name="New picture"/>
          <p:cNvPicPr/>
          <p:nvPr/>
        </p:nvPicPr>
        <p:blipFill>
          <a:blip r:embed="rId1155"/>
          <a:srcRect/>
          <a:stretch>
            <a:fillRect/>
          </a:stretch>
        </p:blipFill>
        <p:spPr>
          <a:xfrm>
            <a:off x="3536061" y="9190958"/>
            <a:ext cx="71723" cy="80962"/>
          </a:xfrm>
          <a:prstGeom prst="rect"/>
          <a:ln w="0">
            <a:noFill/>
          </a:ln>
        </p:spPr>
      </p:pic>
      <p:sp>
        <p:nvSpPr>
          <p:cNvPr id="1867" name="New shape"/>
          <p:cNvSpPr/>
          <p:nvPr/>
        </p:nvSpPr>
        <p:spPr>
          <a:xfrm>
            <a:off x="3549776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8" name="New picture"/>
          <p:cNvPicPr/>
          <p:nvPr/>
        </p:nvPicPr>
        <p:blipFill>
          <a:blip r:embed="rId1156"/>
          <a:srcRect/>
          <a:stretch>
            <a:fillRect/>
          </a:stretch>
        </p:blipFill>
        <p:spPr>
          <a:xfrm>
            <a:off x="3624548" y="9255062"/>
            <a:ext cx="16859" cy="16763"/>
          </a:xfrm>
          <a:prstGeom prst="rect"/>
          <a:ln w="0">
            <a:noFill/>
          </a:ln>
        </p:spPr>
      </p:pic>
      <p:pic>
        <p:nvPicPr>
          <p:cNvPr id="1869" name="New picture"/>
          <p:cNvPicPr/>
          <p:nvPr/>
        </p:nvPicPr>
        <p:blipFill>
          <a:blip r:embed="rId1157"/>
          <a:srcRect/>
          <a:stretch>
            <a:fillRect/>
          </a:stretch>
        </p:blipFill>
        <p:spPr>
          <a:xfrm>
            <a:off x="3700939" y="9158954"/>
            <a:ext cx="91630" cy="114395"/>
          </a:xfrm>
          <a:prstGeom prst="rect"/>
          <a:ln w="0">
            <a:noFill/>
          </a:ln>
        </p:spPr>
      </p:pic>
      <p:pic>
        <p:nvPicPr>
          <p:cNvPr id="1870" name="New picture"/>
          <p:cNvPicPr/>
          <p:nvPr/>
        </p:nvPicPr>
        <p:blipFill>
          <a:blip r:embed="rId1158"/>
          <a:srcRect/>
          <a:stretch>
            <a:fillRect/>
          </a:stretch>
        </p:blipFill>
        <p:spPr>
          <a:xfrm>
            <a:off x="3800189" y="9190958"/>
            <a:ext cx="71818" cy="80867"/>
          </a:xfrm>
          <a:prstGeom prst="rect"/>
          <a:ln w="0">
            <a:noFill/>
          </a:ln>
        </p:spPr>
      </p:pic>
      <p:sp>
        <p:nvSpPr>
          <p:cNvPr id="1871" name="New shape"/>
          <p:cNvSpPr/>
          <p:nvPr/>
        </p:nvSpPr>
        <p:spPr>
          <a:xfrm>
            <a:off x="3812381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72" name="New shape"/>
          <p:cNvSpPr/>
          <p:nvPr/>
        </p:nvSpPr>
        <p:spPr>
          <a:xfrm>
            <a:off x="3931920" y="9162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73" name="New shape"/>
          <p:cNvSpPr/>
          <p:nvPr/>
        </p:nvSpPr>
        <p:spPr>
          <a:xfrm>
            <a:off x="3971258" y="919248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4" name="New picture"/>
          <p:cNvPicPr/>
          <p:nvPr/>
        </p:nvPicPr>
        <p:blipFill>
          <a:blip r:embed="rId1159"/>
          <a:srcRect/>
          <a:stretch>
            <a:fillRect/>
          </a:stretch>
        </p:blipFill>
        <p:spPr>
          <a:xfrm>
            <a:off x="3969734" y="9157335"/>
            <a:ext cx="16764" cy="16859"/>
          </a:xfrm>
          <a:prstGeom prst="rect"/>
          <a:ln w="0">
            <a:noFill/>
          </a:ln>
        </p:spPr>
      </p:pic>
      <p:pic>
        <p:nvPicPr>
          <p:cNvPr id="1875" name="New picture"/>
          <p:cNvPicPr/>
          <p:nvPr/>
        </p:nvPicPr>
        <p:blipFill>
          <a:blip r:embed="rId1160"/>
          <a:srcRect/>
          <a:stretch>
            <a:fillRect/>
          </a:stretch>
        </p:blipFill>
        <p:spPr>
          <a:xfrm>
            <a:off x="3998691" y="9192482"/>
            <a:ext cx="73247" cy="77819"/>
          </a:xfrm>
          <a:prstGeom prst="rect"/>
          <a:ln w="0">
            <a:noFill/>
          </a:ln>
        </p:spPr>
      </p:pic>
      <p:pic>
        <p:nvPicPr>
          <p:cNvPr id="1876" name="New picture"/>
          <p:cNvPicPr/>
          <p:nvPr/>
        </p:nvPicPr>
        <p:blipFill>
          <a:blip r:embed="rId1161"/>
          <a:srcRect/>
          <a:stretch>
            <a:fillRect/>
          </a:stretch>
        </p:blipFill>
        <p:spPr>
          <a:xfrm>
            <a:off x="4084225" y="9190957"/>
            <a:ext cx="42767" cy="79343"/>
          </a:xfrm>
          <a:prstGeom prst="rect"/>
          <a:ln w="0">
            <a:noFill/>
          </a:ln>
        </p:spPr>
      </p:pic>
      <p:pic>
        <p:nvPicPr>
          <p:cNvPr id="1877" name="New picture"/>
          <p:cNvPicPr/>
          <p:nvPr/>
        </p:nvPicPr>
        <p:blipFill>
          <a:blip r:embed="rId1162"/>
          <a:srcRect/>
          <a:stretch>
            <a:fillRect/>
          </a:stretch>
        </p:blipFill>
        <p:spPr>
          <a:xfrm>
            <a:off x="4133088" y="9191054"/>
            <a:ext cx="70199" cy="80867"/>
          </a:xfrm>
          <a:prstGeom prst="rect"/>
          <a:ln w="0">
            <a:noFill/>
          </a:ln>
        </p:spPr>
      </p:pic>
      <p:sp>
        <p:nvSpPr>
          <p:cNvPr id="1878" name="New shape"/>
          <p:cNvSpPr/>
          <p:nvPr/>
        </p:nvSpPr>
        <p:spPr>
          <a:xfrm>
            <a:off x="4145280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9" name="New picture"/>
          <p:cNvPicPr/>
          <p:nvPr/>
        </p:nvPicPr>
        <p:blipFill>
          <a:blip r:embed="rId1163"/>
          <a:srcRect/>
          <a:stretch>
            <a:fillRect/>
          </a:stretch>
        </p:blipFill>
        <p:spPr>
          <a:xfrm>
            <a:off x="4262913" y="9191054"/>
            <a:ext cx="76295" cy="115919"/>
          </a:xfrm>
          <a:prstGeom prst="rect"/>
          <a:ln w="0">
            <a:noFill/>
          </a:ln>
        </p:spPr>
      </p:pic>
      <p:sp>
        <p:nvSpPr>
          <p:cNvPr id="1880" name="New shape"/>
          <p:cNvSpPr/>
          <p:nvPr/>
        </p:nvSpPr>
        <p:spPr>
          <a:xfrm>
            <a:off x="4276630" y="9200197"/>
            <a:ext cx="48863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1" name="New picture"/>
          <p:cNvPicPr/>
          <p:nvPr/>
        </p:nvPicPr>
        <p:blipFill>
          <a:blip r:embed="rId1164"/>
          <a:srcRect/>
          <a:stretch>
            <a:fillRect/>
          </a:stretch>
        </p:blipFill>
        <p:spPr>
          <a:xfrm>
            <a:off x="4359116" y="9190957"/>
            <a:ext cx="41243" cy="79343"/>
          </a:xfrm>
          <a:prstGeom prst="rect"/>
          <a:ln w="0">
            <a:noFill/>
          </a:ln>
        </p:spPr>
      </p:pic>
      <p:pic>
        <p:nvPicPr>
          <p:cNvPr id="1882" name="New picture"/>
          <p:cNvPicPr/>
          <p:nvPr/>
        </p:nvPicPr>
        <p:blipFill>
          <a:blip r:embed="rId1165"/>
          <a:srcRect/>
          <a:stretch>
            <a:fillRect/>
          </a:stretch>
        </p:blipFill>
        <p:spPr>
          <a:xfrm>
            <a:off x="4406360" y="9190958"/>
            <a:ext cx="71818" cy="80867"/>
          </a:xfrm>
          <a:prstGeom prst="rect"/>
          <a:ln w="0">
            <a:noFill/>
          </a:ln>
        </p:spPr>
      </p:pic>
      <p:sp>
        <p:nvSpPr>
          <p:cNvPr id="1883" name="New shape"/>
          <p:cNvSpPr/>
          <p:nvPr/>
        </p:nvSpPr>
        <p:spPr>
          <a:xfrm>
            <a:off x="4420076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84" name="New shape"/>
          <p:cNvSpPr/>
          <p:nvPr/>
        </p:nvSpPr>
        <p:spPr>
          <a:xfrm>
            <a:off x="4430839" y="9155906"/>
            <a:ext cx="3048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5" name="New picture"/>
          <p:cNvPicPr/>
          <p:nvPr/>
        </p:nvPicPr>
        <p:blipFill>
          <a:blip r:embed="rId1166"/>
          <a:srcRect/>
          <a:stretch>
            <a:fillRect/>
          </a:stretch>
        </p:blipFill>
        <p:spPr>
          <a:xfrm>
            <a:off x="4488847" y="9190958"/>
            <a:ext cx="58102" cy="80867"/>
          </a:xfrm>
          <a:prstGeom prst="rect"/>
          <a:ln w="0">
            <a:noFill/>
          </a:ln>
        </p:spPr>
      </p:pic>
      <p:pic>
        <p:nvPicPr>
          <p:cNvPr id="1886" name="New picture"/>
          <p:cNvPicPr/>
          <p:nvPr/>
        </p:nvPicPr>
        <p:blipFill>
          <a:blip r:embed="rId1167"/>
          <a:srcRect/>
          <a:stretch>
            <a:fillRect/>
          </a:stretch>
        </p:blipFill>
        <p:spPr>
          <a:xfrm>
            <a:off x="4560570" y="9190958"/>
            <a:ext cx="71818" cy="80867"/>
          </a:xfrm>
          <a:prstGeom prst="rect"/>
          <a:ln w="0">
            <a:noFill/>
          </a:ln>
        </p:spPr>
      </p:pic>
      <p:sp>
        <p:nvSpPr>
          <p:cNvPr id="1887" name="New shape"/>
          <p:cNvSpPr/>
          <p:nvPr/>
        </p:nvSpPr>
        <p:spPr>
          <a:xfrm>
            <a:off x="4574286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8" name="New picture"/>
          <p:cNvPicPr/>
          <p:nvPr/>
        </p:nvPicPr>
        <p:blipFill>
          <a:blip r:embed="rId1168"/>
          <a:srcRect/>
          <a:stretch>
            <a:fillRect/>
          </a:stretch>
        </p:blipFill>
        <p:spPr>
          <a:xfrm>
            <a:off x="4652296" y="9190862"/>
            <a:ext cx="68771" cy="79439"/>
          </a:xfrm>
          <a:prstGeom prst="rect"/>
          <a:ln w="0">
            <a:noFill/>
          </a:ln>
        </p:spPr>
      </p:pic>
      <p:pic>
        <p:nvPicPr>
          <p:cNvPr id="1889" name="New picture"/>
          <p:cNvPicPr/>
          <p:nvPr/>
        </p:nvPicPr>
        <p:blipFill>
          <a:blip r:embed="rId1169"/>
          <a:srcRect/>
          <a:stretch>
            <a:fillRect/>
          </a:stretch>
        </p:blipFill>
        <p:spPr>
          <a:xfrm>
            <a:off x="4734782" y="9169623"/>
            <a:ext cx="48863" cy="102298"/>
          </a:xfrm>
          <a:prstGeom prst="rect"/>
          <a:ln w="0">
            <a:noFill/>
          </a:ln>
        </p:spPr>
      </p:pic>
      <p:pic>
        <p:nvPicPr>
          <p:cNvPr id="1890" name="New picture"/>
          <p:cNvPicPr/>
          <p:nvPr/>
        </p:nvPicPr>
        <p:blipFill>
          <a:blip r:embed="rId1170"/>
          <a:srcRect/>
          <a:stretch>
            <a:fillRect/>
          </a:stretch>
        </p:blipFill>
        <p:spPr>
          <a:xfrm>
            <a:off x="4792694" y="9190958"/>
            <a:ext cx="71818" cy="80867"/>
          </a:xfrm>
          <a:prstGeom prst="rect"/>
          <a:ln w="0">
            <a:noFill/>
          </a:ln>
        </p:spPr>
      </p:pic>
      <p:sp>
        <p:nvSpPr>
          <p:cNvPr id="1891" name="New shape"/>
          <p:cNvSpPr/>
          <p:nvPr/>
        </p:nvSpPr>
        <p:spPr>
          <a:xfrm>
            <a:off x="4806410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2" name="New picture"/>
          <p:cNvPicPr/>
          <p:nvPr/>
        </p:nvPicPr>
        <p:blipFill>
          <a:blip r:embed="rId1171"/>
          <a:srcRect/>
          <a:stretch>
            <a:fillRect/>
          </a:stretch>
        </p:blipFill>
        <p:spPr>
          <a:xfrm>
            <a:off x="4919472" y="9190958"/>
            <a:ext cx="70295" cy="80867"/>
          </a:xfrm>
          <a:prstGeom prst="rect"/>
          <a:ln w="0">
            <a:noFill/>
          </a:ln>
        </p:spPr>
      </p:pic>
      <p:sp>
        <p:nvSpPr>
          <p:cNvPr id="1893" name="New shape"/>
          <p:cNvSpPr/>
          <p:nvPr/>
        </p:nvSpPr>
        <p:spPr>
          <a:xfrm>
            <a:off x="4931759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94" name="New shape"/>
          <p:cNvSpPr/>
          <p:nvPr/>
        </p:nvSpPr>
        <p:spPr>
          <a:xfrm>
            <a:off x="4942427" y="9155906"/>
            <a:ext cx="3048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5" name="New picture"/>
          <p:cNvPicPr/>
          <p:nvPr/>
        </p:nvPicPr>
        <p:blipFill>
          <a:blip r:embed="rId1172"/>
          <a:srcRect/>
          <a:stretch>
            <a:fillRect/>
          </a:stretch>
        </p:blipFill>
        <p:spPr>
          <a:xfrm>
            <a:off x="5000434" y="9190958"/>
            <a:ext cx="77915" cy="119062"/>
          </a:xfrm>
          <a:prstGeom prst="rect"/>
          <a:ln w="0">
            <a:noFill/>
          </a:ln>
        </p:spPr>
      </p:pic>
      <p:sp>
        <p:nvSpPr>
          <p:cNvPr id="1896" name="New shape"/>
          <p:cNvSpPr/>
          <p:nvPr/>
        </p:nvSpPr>
        <p:spPr>
          <a:xfrm>
            <a:off x="5017198" y="9200103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97" name="New shape"/>
          <p:cNvSpPr/>
          <p:nvPr/>
        </p:nvSpPr>
        <p:spPr>
          <a:xfrm>
            <a:off x="5014150" y="9270301"/>
            <a:ext cx="50387" cy="290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8" name="New picture"/>
          <p:cNvPicPr/>
          <p:nvPr/>
        </p:nvPicPr>
        <p:blipFill>
          <a:blip r:embed="rId1173"/>
          <a:srcRect/>
          <a:stretch>
            <a:fillRect/>
          </a:stretch>
        </p:blipFill>
        <p:spPr>
          <a:xfrm>
            <a:off x="5089017" y="9190958"/>
            <a:ext cx="65627" cy="80867"/>
          </a:xfrm>
          <a:prstGeom prst="rect"/>
          <a:ln w="0">
            <a:noFill/>
          </a:ln>
        </p:spPr>
      </p:pic>
      <p:sp>
        <p:nvSpPr>
          <p:cNvPr id="1899" name="New shape"/>
          <p:cNvSpPr/>
          <p:nvPr/>
        </p:nvSpPr>
        <p:spPr>
          <a:xfrm>
            <a:off x="5102733" y="9232202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00" name="New shape"/>
          <p:cNvSpPr/>
          <p:nvPr/>
        </p:nvSpPr>
        <p:spPr>
          <a:xfrm>
            <a:off x="5178552" y="9162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1" name="New picture"/>
          <p:cNvPicPr/>
          <p:nvPr/>
        </p:nvPicPr>
        <p:blipFill>
          <a:blip r:embed="rId1174"/>
          <a:srcRect/>
          <a:stretch>
            <a:fillRect/>
          </a:stretch>
        </p:blipFill>
        <p:spPr>
          <a:xfrm>
            <a:off x="5212747" y="9190958"/>
            <a:ext cx="71723" cy="80962"/>
          </a:xfrm>
          <a:prstGeom prst="rect"/>
          <a:ln w="0">
            <a:noFill/>
          </a:ln>
        </p:spPr>
      </p:pic>
      <p:sp>
        <p:nvSpPr>
          <p:cNvPr id="1902" name="New shape"/>
          <p:cNvSpPr/>
          <p:nvPr/>
        </p:nvSpPr>
        <p:spPr>
          <a:xfrm>
            <a:off x="5226462" y="920019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3" name="New picture"/>
          <p:cNvPicPr/>
          <p:nvPr/>
        </p:nvPicPr>
        <p:blipFill>
          <a:blip r:embed="rId1175"/>
          <a:srcRect/>
          <a:stretch>
            <a:fillRect/>
          </a:stretch>
        </p:blipFill>
        <p:spPr>
          <a:xfrm>
            <a:off x="5304282" y="9190957"/>
            <a:ext cx="120682" cy="79343"/>
          </a:xfrm>
          <a:prstGeom prst="rect"/>
          <a:ln w="0">
            <a:noFill/>
          </a:ln>
        </p:spPr>
      </p:pic>
      <p:pic>
        <p:nvPicPr>
          <p:cNvPr id="1904" name="New picture"/>
          <p:cNvPicPr/>
          <p:nvPr/>
        </p:nvPicPr>
        <p:blipFill>
          <a:blip r:embed="rId1176"/>
          <a:srcRect/>
          <a:stretch>
            <a:fillRect/>
          </a:stretch>
        </p:blipFill>
        <p:spPr>
          <a:xfrm>
            <a:off x="5444872" y="9190958"/>
            <a:ext cx="71723" cy="80867"/>
          </a:xfrm>
          <a:prstGeom prst="rect"/>
          <a:ln w="0">
            <a:noFill/>
          </a:ln>
        </p:spPr>
      </p:pic>
      <p:sp>
        <p:nvSpPr>
          <p:cNvPr id="1905" name="New shape"/>
          <p:cNvSpPr/>
          <p:nvPr/>
        </p:nvSpPr>
        <p:spPr>
          <a:xfrm>
            <a:off x="5458587" y="920010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6" name="New picture"/>
          <p:cNvPicPr/>
          <p:nvPr/>
        </p:nvPicPr>
        <p:blipFill>
          <a:blip r:embed="rId1177"/>
          <a:srcRect/>
          <a:stretch>
            <a:fillRect/>
          </a:stretch>
        </p:blipFill>
        <p:spPr>
          <a:xfrm>
            <a:off x="5536406" y="9190957"/>
            <a:ext cx="68771" cy="79343"/>
          </a:xfrm>
          <a:prstGeom prst="rect"/>
          <a:ln w="0">
            <a:noFill/>
          </a:ln>
        </p:spPr>
      </p:pic>
      <p:pic>
        <p:nvPicPr>
          <p:cNvPr id="1907" name="New picture"/>
          <p:cNvPicPr/>
          <p:nvPr/>
        </p:nvPicPr>
        <p:blipFill>
          <a:blip r:embed="rId1178"/>
          <a:srcRect/>
          <a:stretch>
            <a:fillRect/>
          </a:stretch>
        </p:blipFill>
        <p:spPr>
          <a:xfrm>
            <a:off x="5618797" y="9169527"/>
            <a:ext cx="47339" cy="102298"/>
          </a:xfrm>
          <a:prstGeom prst="rect"/>
          <a:ln w="0">
            <a:noFill/>
          </a:ln>
        </p:spPr>
      </p:pic>
      <p:pic>
        <p:nvPicPr>
          <p:cNvPr id="1908" name="New picture"/>
          <p:cNvPicPr/>
          <p:nvPr/>
        </p:nvPicPr>
        <p:blipFill>
          <a:blip r:embed="rId1179"/>
          <a:srcRect/>
          <a:stretch>
            <a:fillRect/>
          </a:stretch>
        </p:blipFill>
        <p:spPr>
          <a:xfrm>
            <a:off x="5718143" y="9190958"/>
            <a:ext cx="74866" cy="116015"/>
          </a:xfrm>
          <a:prstGeom prst="rect"/>
          <a:ln w="0">
            <a:noFill/>
          </a:ln>
        </p:spPr>
      </p:pic>
      <p:sp>
        <p:nvSpPr>
          <p:cNvPr id="1909" name="New shape"/>
          <p:cNvSpPr/>
          <p:nvPr/>
        </p:nvSpPr>
        <p:spPr>
          <a:xfrm>
            <a:off x="5731859" y="9201626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0" name="New picture"/>
          <p:cNvPicPr/>
          <p:nvPr/>
        </p:nvPicPr>
        <p:blipFill>
          <a:blip r:embed="rId1180"/>
          <a:srcRect/>
          <a:stretch>
            <a:fillRect/>
          </a:stretch>
        </p:blipFill>
        <p:spPr>
          <a:xfrm>
            <a:off x="5817394" y="9192482"/>
            <a:ext cx="70199" cy="79343"/>
          </a:xfrm>
          <a:prstGeom prst="rect"/>
          <a:ln w="0">
            <a:noFill/>
          </a:ln>
        </p:spPr>
      </p:pic>
      <p:pic>
        <p:nvPicPr>
          <p:cNvPr id="1911" name="New picture"/>
          <p:cNvPicPr/>
          <p:nvPr/>
        </p:nvPicPr>
        <p:blipFill>
          <a:blip r:embed="rId1181"/>
          <a:srcRect/>
          <a:stretch>
            <a:fillRect/>
          </a:stretch>
        </p:blipFill>
        <p:spPr>
          <a:xfrm>
            <a:off x="5907501" y="9190958"/>
            <a:ext cx="71723" cy="80867"/>
          </a:xfrm>
          <a:prstGeom prst="rect"/>
          <a:ln w="0">
            <a:noFill/>
          </a:ln>
        </p:spPr>
      </p:pic>
      <p:sp>
        <p:nvSpPr>
          <p:cNvPr id="1912" name="New shape"/>
          <p:cNvSpPr/>
          <p:nvPr/>
        </p:nvSpPr>
        <p:spPr>
          <a:xfrm>
            <a:off x="5921216" y="920010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13" name="New shape"/>
          <p:cNvSpPr/>
          <p:nvPr/>
        </p:nvSpPr>
        <p:spPr>
          <a:xfrm>
            <a:off x="5998464" y="9162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4" name="New picture"/>
          <p:cNvPicPr/>
          <p:nvPr/>
        </p:nvPicPr>
        <p:blipFill>
          <a:blip r:embed="rId1182"/>
          <a:srcRect/>
          <a:stretch>
            <a:fillRect/>
          </a:stretch>
        </p:blipFill>
        <p:spPr>
          <a:xfrm>
            <a:off x="6034279" y="9190958"/>
            <a:ext cx="73247" cy="116015"/>
          </a:xfrm>
          <a:prstGeom prst="rect"/>
          <a:ln w="0">
            <a:noFill/>
          </a:ln>
        </p:spPr>
      </p:pic>
      <p:sp>
        <p:nvSpPr>
          <p:cNvPr id="1915" name="New shape"/>
          <p:cNvSpPr/>
          <p:nvPr/>
        </p:nvSpPr>
        <p:spPr>
          <a:xfrm>
            <a:off x="6046470" y="9201626"/>
            <a:ext cx="48863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6" name="New picture"/>
          <p:cNvPicPr/>
          <p:nvPr/>
        </p:nvPicPr>
        <p:blipFill>
          <a:blip r:embed="rId1183"/>
          <a:srcRect/>
          <a:stretch>
            <a:fillRect/>
          </a:stretch>
        </p:blipFill>
        <p:spPr>
          <a:xfrm>
            <a:off x="6133529" y="9192482"/>
            <a:ext cx="70199" cy="79343"/>
          </a:xfrm>
          <a:prstGeom prst="rect"/>
          <a:ln w="0">
            <a:noFill/>
          </a:ln>
        </p:spPr>
      </p:pic>
      <p:pic>
        <p:nvPicPr>
          <p:cNvPr id="1917" name="New picture"/>
          <p:cNvPicPr/>
          <p:nvPr/>
        </p:nvPicPr>
        <p:blipFill>
          <a:blip r:embed="rId1184"/>
          <a:srcRect/>
          <a:stretch>
            <a:fillRect/>
          </a:stretch>
        </p:blipFill>
        <p:spPr>
          <a:xfrm>
            <a:off x="6223636" y="9190958"/>
            <a:ext cx="70199" cy="80867"/>
          </a:xfrm>
          <a:prstGeom prst="rect"/>
          <a:ln w="0">
            <a:noFill/>
          </a:ln>
        </p:spPr>
      </p:pic>
      <p:sp>
        <p:nvSpPr>
          <p:cNvPr id="1918" name="New shape"/>
          <p:cNvSpPr/>
          <p:nvPr/>
        </p:nvSpPr>
        <p:spPr>
          <a:xfrm>
            <a:off x="6235827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9" name="New picture"/>
          <p:cNvPicPr/>
          <p:nvPr/>
        </p:nvPicPr>
        <p:blipFill>
          <a:blip r:embed="rId1185"/>
          <a:srcRect/>
          <a:stretch>
            <a:fillRect/>
          </a:stretch>
        </p:blipFill>
        <p:spPr>
          <a:xfrm>
            <a:off x="6306026" y="9190958"/>
            <a:ext cx="56483" cy="80867"/>
          </a:xfrm>
          <a:prstGeom prst="rect"/>
          <a:ln w="0">
            <a:noFill/>
          </a:ln>
        </p:spPr>
      </p:pic>
      <p:pic>
        <p:nvPicPr>
          <p:cNvPr id="1920" name="New picture"/>
          <p:cNvPicPr/>
          <p:nvPr/>
        </p:nvPicPr>
        <p:blipFill>
          <a:blip r:embed="rId1186"/>
          <a:srcRect/>
          <a:stretch>
            <a:fillRect/>
          </a:stretch>
        </p:blipFill>
        <p:spPr>
          <a:xfrm>
            <a:off x="681990" y="9419844"/>
            <a:ext cx="70199" cy="79439"/>
          </a:xfrm>
          <a:prstGeom prst="rect"/>
          <a:ln w="0">
            <a:noFill/>
          </a:ln>
        </p:spPr>
      </p:pic>
      <p:pic>
        <p:nvPicPr>
          <p:cNvPr id="1921" name="New picture"/>
          <p:cNvPicPr/>
          <p:nvPr/>
        </p:nvPicPr>
        <p:blipFill>
          <a:blip r:embed="rId1187"/>
          <a:srcRect/>
          <a:stretch>
            <a:fillRect/>
          </a:stretch>
        </p:blipFill>
        <p:spPr>
          <a:xfrm>
            <a:off x="772096" y="9419845"/>
            <a:ext cx="77915" cy="80867"/>
          </a:xfrm>
          <a:prstGeom prst="rect"/>
          <a:ln w="0">
            <a:noFill/>
          </a:ln>
        </p:spPr>
      </p:pic>
      <p:sp>
        <p:nvSpPr>
          <p:cNvPr id="1922" name="New shape"/>
          <p:cNvSpPr/>
          <p:nvPr/>
        </p:nvSpPr>
        <p:spPr>
          <a:xfrm>
            <a:off x="785812" y="9428989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3" name="New picture"/>
          <p:cNvPicPr/>
          <p:nvPr/>
        </p:nvPicPr>
        <p:blipFill>
          <a:blip r:embed="rId1188"/>
          <a:srcRect/>
          <a:stretch>
            <a:fillRect/>
          </a:stretch>
        </p:blipFill>
        <p:spPr>
          <a:xfrm>
            <a:off x="859060" y="9398412"/>
            <a:ext cx="47339" cy="102298"/>
          </a:xfrm>
          <a:prstGeom prst="rect"/>
          <a:ln w="0">
            <a:noFill/>
          </a:ln>
        </p:spPr>
      </p:pic>
      <p:sp>
        <p:nvSpPr>
          <p:cNvPr id="1924" name="New shape"/>
          <p:cNvSpPr/>
          <p:nvPr/>
        </p:nvSpPr>
        <p:spPr>
          <a:xfrm>
            <a:off x="924877" y="9421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5" name="New picture"/>
          <p:cNvPicPr/>
          <p:nvPr/>
        </p:nvPicPr>
        <p:blipFill>
          <a:blip r:embed="rId1189"/>
          <a:srcRect/>
          <a:stretch>
            <a:fillRect/>
          </a:stretch>
        </p:blipFill>
        <p:spPr>
          <a:xfrm>
            <a:off x="923354" y="9386220"/>
            <a:ext cx="16764" cy="16859"/>
          </a:xfrm>
          <a:prstGeom prst="rect"/>
          <a:ln w="0">
            <a:noFill/>
          </a:ln>
        </p:spPr>
      </p:pic>
      <p:pic>
        <p:nvPicPr>
          <p:cNvPr id="1926" name="New picture"/>
          <p:cNvPicPr/>
          <p:nvPr/>
        </p:nvPicPr>
        <p:blipFill>
          <a:blip r:embed="rId1190"/>
          <a:srcRect/>
          <a:stretch>
            <a:fillRect/>
          </a:stretch>
        </p:blipFill>
        <p:spPr>
          <a:xfrm>
            <a:off x="958501" y="9419845"/>
            <a:ext cx="77819" cy="80867"/>
          </a:xfrm>
          <a:prstGeom prst="rect"/>
          <a:ln w="0">
            <a:noFill/>
          </a:ln>
        </p:spPr>
      </p:pic>
      <p:sp>
        <p:nvSpPr>
          <p:cNvPr id="1927" name="New shape"/>
          <p:cNvSpPr/>
          <p:nvPr/>
        </p:nvSpPr>
        <p:spPr>
          <a:xfrm>
            <a:off x="972217" y="9428989"/>
            <a:ext cx="51911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8" name="New picture"/>
          <p:cNvPicPr/>
          <p:nvPr/>
        </p:nvPicPr>
        <p:blipFill>
          <a:blip r:embed="rId1191"/>
          <a:srcRect/>
          <a:stretch>
            <a:fillRect/>
          </a:stretch>
        </p:blipFill>
        <p:spPr>
          <a:xfrm>
            <a:off x="1056132" y="9419938"/>
            <a:ext cx="70295" cy="79343"/>
          </a:xfrm>
          <a:prstGeom prst="rect"/>
          <a:ln w="0">
            <a:noFill/>
          </a:ln>
        </p:spPr>
      </p:pic>
      <p:pic>
        <p:nvPicPr>
          <p:cNvPr id="1929" name="New picture"/>
          <p:cNvPicPr/>
          <p:nvPr/>
        </p:nvPicPr>
        <p:blipFill>
          <a:blip r:embed="rId1192"/>
          <a:srcRect/>
          <a:stretch>
            <a:fillRect/>
          </a:stretch>
        </p:blipFill>
        <p:spPr>
          <a:xfrm>
            <a:off x="1141666" y="9419845"/>
            <a:ext cx="58007" cy="80867"/>
          </a:xfrm>
          <a:prstGeom prst="rect"/>
          <a:ln w="0">
            <a:noFill/>
          </a:ln>
        </p:spPr>
      </p:pic>
      <p:pic>
        <p:nvPicPr>
          <p:cNvPr id="1930" name="New picture"/>
          <p:cNvPicPr/>
          <p:nvPr/>
        </p:nvPicPr>
        <p:blipFill>
          <a:blip r:embed="rId1193"/>
          <a:srcRect/>
          <a:stretch>
            <a:fillRect/>
          </a:stretch>
        </p:blipFill>
        <p:spPr>
          <a:xfrm>
            <a:off x="1250061" y="9419845"/>
            <a:ext cx="56483" cy="80867"/>
          </a:xfrm>
          <a:prstGeom prst="rect"/>
          <a:ln w="0">
            <a:noFill/>
          </a:ln>
        </p:spPr>
      </p:pic>
      <p:sp>
        <p:nvSpPr>
          <p:cNvPr id="1931" name="New shape"/>
          <p:cNvSpPr/>
          <p:nvPr/>
        </p:nvSpPr>
        <p:spPr>
          <a:xfrm>
            <a:off x="1326451" y="9421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2" name="New picture"/>
          <p:cNvPicPr/>
          <p:nvPr/>
        </p:nvPicPr>
        <p:blipFill>
          <a:blip r:embed="rId1194"/>
          <a:srcRect/>
          <a:stretch>
            <a:fillRect/>
          </a:stretch>
        </p:blipFill>
        <p:spPr>
          <a:xfrm>
            <a:off x="1324927" y="9386220"/>
            <a:ext cx="16764" cy="16859"/>
          </a:xfrm>
          <a:prstGeom prst="rect"/>
          <a:ln w="0">
            <a:noFill/>
          </a:ln>
        </p:spPr>
      </p:pic>
      <p:pic>
        <p:nvPicPr>
          <p:cNvPr id="1933" name="New picture"/>
          <p:cNvPicPr/>
          <p:nvPr/>
        </p:nvPicPr>
        <p:blipFill>
          <a:blip r:embed="rId1195"/>
          <a:srcRect/>
          <a:stretch>
            <a:fillRect/>
          </a:stretch>
        </p:blipFill>
        <p:spPr>
          <a:xfrm>
            <a:off x="1364552" y="9419844"/>
            <a:ext cx="122206" cy="79343"/>
          </a:xfrm>
          <a:prstGeom prst="rect"/>
          <a:ln w="0">
            <a:noFill/>
          </a:ln>
        </p:spPr>
      </p:pic>
      <p:pic>
        <p:nvPicPr>
          <p:cNvPr id="1934" name="New picture"/>
          <p:cNvPicPr/>
          <p:nvPr/>
        </p:nvPicPr>
        <p:blipFill>
          <a:blip r:embed="rId1196"/>
          <a:srcRect/>
          <a:stretch>
            <a:fillRect/>
          </a:stretch>
        </p:blipFill>
        <p:spPr>
          <a:xfrm>
            <a:off x="1509617" y="9419844"/>
            <a:ext cx="76390" cy="116015"/>
          </a:xfrm>
          <a:prstGeom prst="rect"/>
          <a:ln w="0">
            <a:noFill/>
          </a:ln>
        </p:spPr>
      </p:pic>
      <p:sp>
        <p:nvSpPr>
          <p:cNvPr id="1935" name="New shape"/>
          <p:cNvSpPr/>
          <p:nvPr/>
        </p:nvSpPr>
        <p:spPr>
          <a:xfrm>
            <a:off x="1524952" y="9428987"/>
            <a:ext cx="47339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36" name="New shape"/>
          <p:cNvSpPr/>
          <p:nvPr/>
        </p:nvSpPr>
        <p:spPr>
          <a:xfrm>
            <a:off x="1606296" y="9390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7" name="New picture"/>
          <p:cNvPicPr/>
          <p:nvPr/>
        </p:nvPicPr>
        <p:blipFill>
          <a:blip r:embed="rId1197"/>
          <a:srcRect/>
          <a:stretch>
            <a:fillRect/>
          </a:stretch>
        </p:blipFill>
        <p:spPr>
          <a:xfrm>
            <a:off x="1640967" y="9419845"/>
            <a:ext cx="70295" cy="80867"/>
          </a:xfrm>
          <a:prstGeom prst="rect"/>
          <a:ln w="0">
            <a:noFill/>
          </a:ln>
        </p:spPr>
      </p:pic>
      <p:sp>
        <p:nvSpPr>
          <p:cNvPr id="1938" name="New shape"/>
          <p:cNvSpPr/>
          <p:nvPr/>
        </p:nvSpPr>
        <p:spPr>
          <a:xfrm>
            <a:off x="1653159" y="94289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9" name="New picture"/>
          <p:cNvPicPr/>
          <p:nvPr/>
        </p:nvPicPr>
        <p:blipFill>
          <a:blip r:embed="rId1198"/>
          <a:srcRect/>
          <a:stretch>
            <a:fillRect/>
          </a:stretch>
        </p:blipFill>
        <p:spPr>
          <a:xfrm>
            <a:off x="1723453" y="9419845"/>
            <a:ext cx="58007" cy="80867"/>
          </a:xfrm>
          <a:prstGeom prst="rect"/>
          <a:ln w="0">
            <a:noFill/>
          </a:ln>
        </p:spPr>
      </p:pic>
      <p:pic>
        <p:nvPicPr>
          <p:cNvPr id="1940" name="New picture"/>
          <p:cNvPicPr/>
          <p:nvPr/>
        </p:nvPicPr>
        <p:blipFill>
          <a:blip r:embed="rId1199"/>
          <a:srcRect/>
          <a:stretch>
            <a:fillRect/>
          </a:stretch>
        </p:blipFill>
        <p:spPr>
          <a:xfrm>
            <a:off x="1834991" y="9390793"/>
            <a:ext cx="74771" cy="109918"/>
          </a:xfrm>
          <a:prstGeom prst="rect"/>
          <a:ln w="0">
            <a:noFill/>
          </a:ln>
        </p:spPr>
      </p:pic>
      <p:sp>
        <p:nvSpPr>
          <p:cNvPr id="1941" name="New shape"/>
          <p:cNvSpPr/>
          <p:nvPr/>
        </p:nvSpPr>
        <p:spPr>
          <a:xfrm>
            <a:off x="1847183" y="9430511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2" name="New picture"/>
          <p:cNvPicPr/>
          <p:nvPr/>
        </p:nvPicPr>
        <p:blipFill>
          <a:blip r:embed="rId1200"/>
          <a:srcRect/>
          <a:stretch>
            <a:fillRect/>
          </a:stretch>
        </p:blipFill>
        <p:spPr>
          <a:xfrm>
            <a:off x="1929574" y="9419845"/>
            <a:ext cx="70295" cy="80867"/>
          </a:xfrm>
          <a:prstGeom prst="rect"/>
          <a:ln w="0">
            <a:noFill/>
          </a:ln>
        </p:spPr>
      </p:pic>
      <p:sp>
        <p:nvSpPr>
          <p:cNvPr id="1943" name="New shape"/>
          <p:cNvSpPr/>
          <p:nvPr/>
        </p:nvSpPr>
        <p:spPr>
          <a:xfrm>
            <a:off x="1941767" y="94289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4" name="New picture"/>
          <p:cNvPicPr/>
          <p:nvPr/>
        </p:nvPicPr>
        <p:blipFill>
          <a:blip r:embed="rId1201"/>
          <a:srcRect/>
          <a:stretch>
            <a:fillRect/>
          </a:stretch>
        </p:blipFill>
        <p:spPr>
          <a:xfrm>
            <a:off x="2059305" y="9419844"/>
            <a:ext cx="76390" cy="116015"/>
          </a:xfrm>
          <a:prstGeom prst="rect"/>
          <a:ln w="0">
            <a:noFill/>
          </a:ln>
        </p:spPr>
      </p:pic>
      <p:sp>
        <p:nvSpPr>
          <p:cNvPr id="1945" name="New shape"/>
          <p:cNvSpPr/>
          <p:nvPr/>
        </p:nvSpPr>
        <p:spPr>
          <a:xfrm>
            <a:off x="2073021" y="9429083"/>
            <a:ext cx="48863" cy="6248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6" name="New picture"/>
          <p:cNvPicPr/>
          <p:nvPr/>
        </p:nvPicPr>
        <p:blipFill>
          <a:blip r:embed="rId1202"/>
          <a:srcRect/>
          <a:stretch>
            <a:fillRect/>
          </a:stretch>
        </p:blipFill>
        <p:spPr>
          <a:xfrm>
            <a:off x="2154079" y="9419938"/>
            <a:ext cx="42767" cy="79343"/>
          </a:xfrm>
          <a:prstGeom prst="rect"/>
          <a:ln w="0">
            <a:noFill/>
          </a:ln>
        </p:spPr>
      </p:pic>
      <p:pic>
        <p:nvPicPr>
          <p:cNvPr id="1947" name="New picture"/>
          <p:cNvPicPr/>
          <p:nvPr/>
        </p:nvPicPr>
        <p:blipFill>
          <a:blip r:embed="rId1203"/>
          <a:srcRect/>
          <a:stretch>
            <a:fillRect/>
          </a:stretch>
        </p:blipFill>
        <p:spPr>
          <a:xfrm>
            <a:off x="2202942" y="9419845"/>
            <a:ext cx="77819" cy="80867"/>
          </a:xfrm>
          <a:prstGeom prst="rect"/>
          <a:ln w="0">
            <a:noFill/>
          </a:ln>
        </p:spPr>
      </p:pic>
      <p:sp>
        <p:nvSpPr>
          <p:cNvPr id="1948" name="New shape"/>
          <p:cNvSpPr/>
          <p:nvPr/>
        </p:nvSpPr>
        <p:spPr>
          <a:xfrm>
            <a:off x="2216658" y="9428989"/>
            <a:ext cx="51911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9" name="New picture"/>
          <p:cNvPicPr/>
          <p:nvPr/>
        </p:nvPicPr>
        <p:blipFill>
          <a:blip r:embed="rId1204"/>
          <a:srcRect/>
          <a:stretch>
            <a:fillRect/>
          </a:stretch>
        </p:blipFill>
        <p:spPr>
          <a:xfrm>
            <a:off x="2291524" y="9419844"/>
            <a:ext cx="77819" cy="119062"/>
          </a:xfrm>
          <a:prstGeom prst="rect"/>
          <a:ln w="0">
            <a:noFill/>
          </a:ln>
        </p:spPr>
      </p:pic>
      <p:sp>
        <p:nvSpPr>
          <p:cNvPr id="1950" name="New shape"/>
          <p:cNvSpPr/>
          <p:nvPr/>
        </p:nvSpPr>
        <p:spPr>
          <a:xfrm>
            <a:off x="2308289" y="9428989"/>
            <a:ext cx="41243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51" name="New shape"/>
          <p:cNvSpPr/>
          <p:nvPr/>
        </p:nvSpPr>
        <p:spPr>
          <a:xfrm>
            <a:off x="2305240" y="9499188"/>
            <a:ext cx="50387" cy="290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2" name="New picture"/>
          <p:cNvPicPr/>
          <p:nvPr/>
        </p:nvPicPr>
        <p:blipFill>
          <a:blip r:embed="rId1205"/>
          <a:srcRect/>
          <a:stretch>
            <a:fillRect/>
          </a:stretch>
        </p:blipFill>
        <p:spPr>
          <a:xfrm>
            <a:off x="2386203" y="9419844"/>
            <a:ext cx="42767" cy="79439"/>
          </a:xfrm>
          <a:prstGeom prst="rect"/>
          <a:ln w="0">
            <a:noFill/>
          </a:ln>
        </p:spPr>
      </p:pic>
      <p:pic>
        <p:nvPicPr>
          <p:cNvPr id="1953" name="New picture"/>
          <p:cNvPicPr/>
          <p:nvPr/>
        </p:nvPicPr>
        <p:blipFill>
          <a:blip r:embed="rId1206"/>
          <a:srcRect/>
          <a:stretch>
            <a:fillRect/>
          </a:stretch>
        </p:blipFill>
        <p:spPr>
          <a:xfrm>
            <a:off x="2432018" y="9419940"/>
            <a:ext cx="67246" cy="80867"/>
          </a:xfrm>
          <a:prstGeom prst="rect"/>
          <a:ln w="0">
            <a:noFill/>
          </a:ln>
        </p:spPr>
      </p:pic>
      <p:sp>
        <p:nvSpPr>
          <p:cNvPr id="1954" name="New shape"/>
          <p:cNvSpPr/>
          <p:nvPr/>
        </p:nvSpPr>
        <p:spPr>
          <a:xfrm>
            <a:off x="2445829" y="9461088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5" name="New picture"/>
          <p:cNvPicPr/>
          <p:nvPr/>
        </p:nvPicPr>
        <p:blipFill>
          <a:blip r:embed="rId1207"/>
          <a:srcRect/>
          <a:stretch>
            <a:fillRect/>
          </a:stretch>
        </p:blipFill>
        <p:spPr>
          <a:xfrm>
            <a:off x="2522125" y="9419938"/>
            <a:ext cx="120682" cy="79343"/>
          </a:xfrm>
          <a:prstGeom prst="rect"/>
          <a:ln w="0">
            <a:noFill/>
          </a:ln>
        </p:spPr>
      </p:pic>
      <p:pic>
        <p:nvPicPr>
          <p:cNvPr id="1956" name="New picture"/>
          <p:cNvPicPr/>
          <p:nvPr/>
        </p:nvPicPr>
        <p:blipFill>
          <a:blip r:embed="rId1208"/>
          <a:srcRect/>
          <a:stretch>
            <a:fillRect/>
          </a:stretch>
        </p:blipFill>
        <p:spPr>
          <a:xfrm>
            <a:off x="2667190" y="9419844"/>
            <a:ext cx="120586" cy="79343"/>
          </a:xfrm>
          <a:prstGeom prst="rect"/>
          <a:ln w="0">
            <a:noFill/>
          </a:ln>
        </p:spPr>
      </p:pic>
      <p:pic>
        <p:nvPicPr>
          <p:cNvPr id="1957" name="New picture"/>
          <p:cNvPicPr/>
          <p:nvPr/>
        </p:nvPicPr>
        <p:blipFill>
          <a:blip r:embed="rId1209"/>
          <a:srcRect/>
          <a:stretch>
            <a:fillRect/>
          </a:stretch>
        </p:blipFill>
        <p:spPr>
          <a:xfrm>
            <a:off x="2804541" y="9419844"/>
            <a:ext cx="67246" cy="80867"/>
          </a:xfrm>
          <a:prstGeom prst="rect"/>
          <a:ln w="0">
            <a:noFill/>
          </a:ln>
        </p:spPr>
      </p:pic>
      <p:sp>
        <p:nvSpPr>
          <p:cNvPr id="1958" name="New shape"/>
          <p:cNvSpPr/>
          <p:nvPr/>
        </p:nvSpPr>
        <p:spPr>
          <a:xfrm>
            <a:off x="2818257" y="946108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9" name="New picture"/>
          <p:cNvPicPr/>
          <p:nvPr/>
        </p:nvPicPr>
        <p:blipFill>
          <a:blip r:embed="rId1210"/>
          <a:srcRect/>
          <a:stretch>
            <a:fillRect/>
          </a:stretch>
        </p:blipFill>
        <p:spPr>
          <a:xfrm>
            <a:off x="2884075" y="9398508"/>
            <a:ext cx="47339" cy="102203"/>
          </a:xfrm>
          <a:prstGeom prst="rect"/>
          <a:ln w="0">
            <a:noFill/>
          </a:ln>
        </p:spPr>
      </p:pic>
      <p:sp>
        <p:nvSpPr>
          <p:cNvPr id="1960" name="New shape"/>
          <p:cNvSpPr/>
          <p:nvPr/>
        </p:nvSpPr>
        <p:spPr>
          <a:xfrm>
            <a:off x="2949702" y="9421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1" name="New picture"/>
          <p:cNvPicPr/>
          <p:nvPr/>
        </p:nvPicPr>
        <p:blipFill>
          <a:blip r:embed="rId1211"/>
          <a:srcRect/>
          <a:stretch>
            <a:fillRect/>
          </a:stretch>
        </p:blipFill>
        <p:spPr>
          <a:xfrm>
            <a:off x="2946559" y="9386219"/>
            <a:ext cx="18383" cy="16764"/>
          </a:xfrm>
          <a:prstGeom prst="rect"/>
          <a:ln w="0">
            <a:noFill/>
          </a:ln>
        </p:spPr>
      </p:pic>
      <p:pic>
        <p:nvPicPr>
          <p:cNvPr id="1962" name="New picture"/>
          <p:cNvPicPr/>
          <p:nvPr/>
        </p:nvPicPr>
        <p:blipFill>
          <a:blip r:embed="rId1212"/>
          <a:srcRect/>
          <a:stretch>
            <a:fillRect/>
          </a:stretch>
        </p:blipFill>
        <p:spPr>
          <a:xfrm>
            <a:off x="2983230" y="9419845"/>
            <a:ext cx="77914" cy="80867"/>
          </a:xfrm>
          <a:prstGeom prst="rect"/>
          <a:ln w="0">
            <a:noFill/>
          </a:ln>
        </p:spPr>
      </p:pic>
      <p:sp>
        <p:nvSpPr>
          <p:cNvPr id="1963" name="New shape"/>
          <p:cNvSpPr/>
          <p:nvPr/>
        </p:nvSpPr>
        <p:spPr>
          <a:xfrm>
            <a:off x="2996946" y="9428989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4" name="New picture"/>
          <p:cNvPicPr/>
          <p:nvPr/>
        </p:nvPicPr>
        <p:blipFill>
          <a:blip r:embed="rId1213"/>
          <a:srcRect/>
          <a:stretch>
            <a:fillRect/>
          </a:stretch>
        </p:blipFill>
        <p:spPr>
          <a:xfrm>
            <a:off x="3080957" y="9419938"/>
            <a:ext cx="70294" cy="79343"/>
          </a:xfrm>
          <a:prstGeom prst="rect"/>
          <a:ln w="0">
            <a:noFill/>
          </a:ln>
        </p:spPr>
      </p:pic>
      <p:pic>
        <p:nvPicPr>
          <p:cNvPr id="1965" name="New picture"/>
          <p:cNvPicPr/>
          <p:nvPr/>
        </p:nvPicPr>
        <p:blipFill>
          <a:blip r:embed="rId1214"/>
          <a:srcRect/>
          <a:stretch>
            <a:fillRect/>
          </a:stretch>
        </p:blipFill>
        <p:spPr>
          <a:xfrm>
            <a:off x="3215354" y="9419844"/>
            <a:ext cx="74771" cy="116015"/>
          </a:xfrm>
          <a:prstGeom prst="rect"/>
          <a:ln w="0">
            <a:noFill/>
          </a:ln>
        </p:spPr>
      </p:pic>
      <p:sp>
        <p:nvSpPr>
          <p:cNvPr id="1966" name="New shape"/>
          <p:cNvSpPr/>
          <p:nvPr/>
        </p:nvSpPr>
        <p:spPr>
          <a:xfrm>
            <a:off x="3229071" y="9428987"/>
            <a:ext cx="47339" cy="625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7" name="New picture"/>
          <p:cNvPicPr/>
          <p:nvPr/>
        </p:nvPicPr>
        <p:blipFill>
          <a:blip r:embed="rId1215"/>
          <a:srcRect/>
          <a:stretch>
            <a:fillRect/>
          </a:stretch>
        </p:blipFill>
        <p:spPr>
          <a:xfrm>
            <a:off x="3305366" y="9419845"/>
            <a:ext cx="77915" cy="80867"/>
          </a:xfrm>
          <a:prstGeom prst="rect"/>
          <a:ln w="0">
            <a:noFill/>
          </a:ln>
        </p:spPr>
      </p:pic>
      <p:sp>
        <p:nvSpPr>
          <p:cNvPr id="1968" name="New shape"/>
          <p:cNvSpPr/>
          <p:nvPr/>
        </p:nvSpPr>
        <p:spPr>
          <a:xfrm>
            <a:off x="3319082" y="9428989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9" name="New picture"/>
          <p:cNvPicPr/>
          <p:nvPr/>
        </p:nvPicPr>
        <p:blipFill>
          <a:blip r:embed="rId1216"/>
          <a:srcRect/>
          <a:stretch>
            <a:fillRect/>
          </a:stretch>
        </p:blipFill>
        <p:spPr>
          <a:xfrm>
            <a:off x="3403188" y="9421368"/>
            <a:ext cx="70199" cy="79343"/>
          </a:xfrm>
          <a:prstGeom prst="rect"/>
          <a:ln w="0">
            <a:noFill/>
          </a:ln>
        </p:spPr>
      </p:pic>
      <p:pic>
        <p:nvPicPr>
          <p:cNvPr id="1970" name="New picture"/>
          <p:cNvPicPr/>
          <p:nvPr/>
        </p:nvPicPr>
        <p:blipFill>
          <a:blip r:embed="rId1217"/>
          <a:srcRect/>
          <a:stretch>
            <a:fillRect/>
          </a:stretch>
        </p:blipFill>
        <p:spPr>
          <a:xfrm>
            <a:off x="3497866" y="9419938"/>
            <a:ext cx="41243" cy="79343"/>
          </a:xfrm>
          <a:prstGeom prst="rect"/>
          <a:ln w="0">
            <a:noFill/>
          </a:ln>
        </p:spPr>
      </p:pic>
      <p:pic>
        <p:nvPicPr>
          <p:cNvPr id="1971" name="New picture"/>
          <p:cNvPicPr/>
          <p:nvPr/>
        </p:nvPicPr>
        <p:blipFill>
          <a:blip r:embed="rId1218"/>
          <a:srcRect/>
          <a:stretch>
            <a:fillRect/>
          </a:stretch>
        </p:blipFill>
        <p:spPr>
          <a:xfrm>
            <a:off x="3592544" y="9419844"/>
            <a:ext cx="120586" cy="79343"/>
          </a:xfrm>
          <a:prstGeom prst="rect"/>
          <a:ln w="0">
            <a:noFill/>
          </a:ln>
        </p:spPr>
      </p:pic>
      <p:sp>
        <p:nvSpPr>
          <p:cNvPr id="1972" name="New shape"/>
          <p:cNvSpPr/>
          <p:nvPr/>
        </p:nvSpPr>
        <p:spPr>
          <a:xfrm>
            <a:off x="3739135" y="9421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3" name="New picture"/>
          <p:cNvPicPr/>
          <p:nvPr/>
        </p:nvPicPr>
        <p:blipFill>
          <a:blip r:embed="rId1219"/>
          <a:srcRect/>
          <a:stretch>
            <a:fillRect/>
          </a:stretch>
        </p:blipFill>
        <p:spPr>
          <a:xfrm>
            <a:off x="3737611" y="9386315"/>
            <a:ext cx="16764" cy="16764"/>
          </a:xfrm>
          <a:prstGeom prst="rect"/>
          <a:ln w="0">
            <a:noFill/>
          </a:ln>
        </p:spPr>
      </p:pic>
      <p:pic>
        <p:nvPicPr>
          <p:cNvPr id="1974" name="New picture"/>
          <p:cNvPicPr/>
          <p:nvPr/>
        </p:nvPicPr>
        <p:blipFill>
          <a:blip r:embed="rId1220"/>
          <a:srcRect/>
          <a:stretch>
            <a:fillRect/>
          </a:stretch>
        </p:blipFill>
        <p:spPr>
          <a:xfrm>
            <a:off x="3772757" y="9419845"/>
            <a:ext cx="71723" cy="80867"/>
          </a:xfrm>
          <a:prstGeom prst="rect"/>
          <a:ln w="0">
            <a:noFill/>
          </a:ln>
        </p:spPr>
      </p:pic>
      <p:sp>
        <p:nvSpPr>
          <p:cNvPr id="1975" name="New shape"/>
          <p:cNvSpPr/>
          <p:nvPr/>
        </p:nvSpPr>
        <p:spPr>
          <a:xfrm>
            <a:off x="3786473" y="9428988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6" name="New picture"/>
          <p:cNvPicPr/>
          <p:nvPr/>
        </p:nvPicPr>
        <p:blipFill>
          <a:blip r:embed="rId1221"/>
          <a:srcRect/>
          <a:stretch>
            <a:fillRect/>
          </a:stretch>
        </p:blipFill>
        <p:spPr>
          <a:xfrm>
            <a:off x="3864293" y="9421368"/>
            <a:ext cx="68771" cy="79343"/>
          </a:xfrm>
          <a:prstGeom prst="rect"/>
          <a:ln w="0">
            <a:noFill/>
          </a:ln>
        </p:spPr>
      </p:pic>
      <p:pic>
        <p:nvPicPr>
          <p:cNvPr id="1977" name="New picture"/>
          <p:cNvPicPr/>
          <p:nvPr/>
        </p:nvPicPr>
        <p:blipFill>
          <a:blip r:embed="rId1222"/>
          <a:srcRect/>
          <a:stretch>
            <a:fillRect/>
          </a:stretch>
        </p:blipFill>
        <p:spPr>
          <a:xfrm>
            <a:off x="3946779" y="9421368"/>
            <a:ext cx="77915" cy="77819"/>
          </a:xfrm>
          <a:prstGeom prst="rect"/>
          <a:ln w="0">
            <a:noFill/>
          </a:ln>
        </p:spPr>
      </p:pic>
      <p:pic>
        <p:nvPicPr>
          <p:cNvPr id="1978" name="New picture"/>
          <p:cNvPicPr/>
          <p:nvPr/>
        </p:nvPicPr>
        <p:blipFill>
          <a:blip r:embed="rId1223"/>
          <a:srcRect/>
          <a:stretch>
            <a:fillRect/>
          </a:stretch>
        </p:blipFill>
        <p:spPr>
          <a:xfrm>
            <a:off x="4073557" y="9419845"/>
            <a:ext cx="64198" cy="80867"/>
          </a:xfrm>
          <a:prstGeom prst="rect"/>
          <a:ln w="0">
            <a:noFill/>
          </a:ln>
        </p:spPr>
      </p:pic>
      <p:pic>
        <p:nvPicPr>
          <p:cNvPr id="1979" name="New picture"/>
          <p:cNvPicPr/>
          <p:nvPr/>
        </p:nvPicPr>
        <p:blipFill>
          <a:blip r:embed="rId1224"/>
          <a:srcRect/>
          <a:stretch>
            <a:fillRect/>
          </a:stretch>
        </p:blipFill>
        <p:spPr>
          <a:xfrm>
            <a:off x="4148424" y="9419845"/>
            <a:ext cx="77819" cy="80867"/>
          </a:xfrm>
          <a:prstGeom prst="rect"/>
          <a:ln w="0">
            <a:noFill/>
          </a:ln>
        </p:spPr>
      </p:pic>
      <p:sp>
        <p:nvSpPr>
          <p:cNvPr id="1980" name="New shape"/>
          <p:cNvSpPr/>
          <p:nvPr/>
        </p:nvSpPr>
        <p:spPr>
          <a:xfrm>
            <a:off x="4162140" y="9428989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1" name="New picture"/>
          <p:cNvPicPr/>
          <p:nvPr/>
        </p:nvPicPr>
        <p:blipFill>
          <a:blip r:embed="rId1225"/>
          <a:srcRect/>
          <a:stretch>
            <a:fillRect/>
          </a:stretch>
        </p:blipFill>
        <p:spPr>
          <a:xfrm>
            <a:off x="4246055" y="9419938"/>
            <a:ext cx="68771" cy="79343"/>
          </a:xfrm>
          <a:prstGeom prst="rect"/>
          <a:ln w="0">
            <a:noFill/>
          </a:ln>
        </p:spPr>
      </p:pic>
      <p:pic>
        <p:nvPicPr>
          <p:cNvPr id="1982" name="New picture"/>
          <p:cNvPicPr/>
          <p:nvPr/>
        </p:nvPicPr>
        <p:blipFill>
          <a:blip r:embed="rId1226"/>
          <a:srcRect/>
          <a:stretch>
            <a:fillRect/>
          </a:stretch>
        </p:blipFill>
        <p:spPr>
          <a:xfrm>
            <a:off x="4328636" y="9398508"/>
            <a:ext cx="48863" cy="102298"/>
          </a:xfrm>
          <a:prstGeom prst="rect"/>
          <a:ln w="0">
            <a:noFill/>
          </a:ln>
        </p:spPr>
      </p:pic>
      <p:pic>
        <p:nvPicPr>
          <p:cNvPr id="1983" name="New picture"/>
          <p:cNvPicPr/>
          <p:nvPr/>
        </p:nvPicPr>
        <p:blipFill>
          <a:blip r:embed="rId1227"/>
          <a:srcRect/>
          <a:stretch>
            <a:fillRect/>
          </a:stretch>
        </p:blipFill>
        <p:spPr>
          <a:xfrm>
            <a:off x="4386548" y="9419845"/>
            <a:ext cx="71818" cy="80867"/>
          </a:xfrm>
          <a:prstGeom prst="rect"/>
          <a:ln w="0">
            <a:noFill/>
          </a:ln>
        </p:spPr>
      </p:pic>
      <p:sp>
        <p:nvSpPr>
          <p:cNvPr id="1984" name="New shape"/>
          <p:cNvSpPr/>
          <p:nvPr/>
        </p:nvSpPr>
        <p:spPr>
          <a:xfrm>
            <a:off x="4400359" y="9428988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5" name="New picture"/>
          <p:cNvPicPr/>
          <p:nvPr/>
        </p:nvPicPr>
        <p:blipFill>
          <a:blip r:embed="rId1228"/>
          <a:srcRect/>
          <a:stretch>
            <a:fillRect/>
          </a:stretch>
        </p:blipFill>
        <p:spPr>
          <a:xfrm>
            <a:off x="4462939" y="9421368"/>
            <a:ext cx="77819" cy="77819"/>
          </a:xfrm>
          <a:prstGeom prst="rect"/>
          <a:ln w="0">
            <a:noFill/>
          </a:ln>
        </p:spPr>
      </p:pic>
      <p:pic>
        <p:nvPicPr>
          <p:cNvPr id="1986" name="New picture"/>
          <p:cNvPicPr/>
          <p:nvPr/>
        </p:nvPicPr>
        <p:blipFill>
          <a:blip r:embed="rId1229"/>
          <a:srcRect/>
          <a:stretch>
            <a:fillRect/>
          </a:stretch>
        </p:blipFill>
        <p:spPr>
          <a:xfrm>
            <a:off x="4542282" y="9398508"/>
            <a:ext cx="47339" cy="102203"/>
          </a:xfrm>
          <a:prstGeom prst="rect"/>
          <a:ln w="0">
            <a:noFill/>
          </a:ln>
        </p:spPr>
      </p:pic>
      <p:pic>
        <p:nvPicPr>
          <p:cNvPr id="1987" name="New picture"/>
          <p:cNvPicPr/>
          <p:nvPr/>
        </p:nvPicPr>
        <p:blipFill>
          <a:blip r:embed="rId1230"/>
          <a:srcRect/>
          <a:stretch>
            <a:fillRect/>
          </a:stretch>
        </p:blipFill>
        <p:spPr>
          <a:xfrm>
            <a:off x="4606481" y="9421368"/>
            <a:ext cx="70199" cy="79343"/>
          </a:xfrm>
          <a:prstGeom prst="rect"/>
          <a:ln w="0">
            <a:noFill/>
          </a:ln>
        </p:spPr>
      </p:pic>
      <p:pic>
        <p:nvPicPr>
          <p:cNvPr id="1988" name="New picture"/>
          <p:cNvPicPr/>
          <p:nvPr/>
        </p:nvPicPr>
        <p:blipFill>
          <a:blip r:embed="rId1231"/>
          <a:srcRect/>
          <a:stretch>
            <a:fillRect/>
          </a:stretch>
        </p:blipFill>
        <p:spPr>
          <a:xfrm>
            <a:off x="4695063" y="9419940"/>
            <a:ext cx="65627" cy="80867"/>
          </a:xfrm>
          <a:prstGeom prst="rect"/>
          <a:ln w="0">
            <a:noFill/>
          </a:ln>
        </p:spPr>
      </p:pic>
      <p:sp>
        <p:nvSpPr>
          <p:cNvPr id="1989" name="New shape"/>
          <p:cNvSpPr/>
          <p:nvPr/>
        </p:nvSpPr>
        <p:spPr>
          <a:xfrm>
            <a:off x="4708779" y="9461088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90" name="New shape"/>
          <p:cNvSpPr/>
          <p:nvPr/>
        </p:nvSpPr>
        <p:spPr>
          <a:xfrm>
            <a:off x="4785360" y="9390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91" name="New shape"/>
          <p:cNvSpPr/>
          <p:nvPr/>
        </p:nvSpPr>
        <p:spPr>
          <a:xfrm>
            <a:off x="4824889" y="9421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2" name="New picture"/>
          <p:cNvPicPr/>
          <p:nvPr/>
        </p:nvPicPr>
        <p:blipFill>
          <a:blip r:embed="rId1232"/>
          <a:srcRect/>
          <a:stretch>
            <a:fillRect/>
          </a:stretch>
        </p:blipFill>
        <p:spPr>
          <a:xfrm>
            <a:off x="4823365" y="9386315"/>
            <a:ext cx="16764" cy="16764"/>
          </a:xfrm>
          <a:prstGeom prst="rect"/>
          <a:ln w="0">
            <a:noFill/>
          </a:ln>
        </p:spPr>
      </p:pic>
      <p:pic>
        <p:nvPicPr>
          <p:cNvPr id="1993" name="New picture"/>
          <p:cNvPicPr/>
          <p:nvPr/>
        </p:nvPicPr>
        <p:blipFill>
          <a:blip r:embed="rId1233"/>
          <a:srcRect/>
          <a:stretch>
            <a:fillRect/>
          </a:stretch>
        </p:blipFill>
        <p:spPr>
          <a:xfrm>
            <a:off x="4855369" y="9419845"/>
            <a:ext cx="56483" cy="80867"/>
          </a:xfrm>
          <a:prstGeom prst="rect"/>
          <a:ln w="0">
            <a:noFill/>
          </a:ln>
        </p:spPr>
      </p:pic>
      <p:pic>
        <p:nvPicPr>
          <p:cNvPr id="1994" name="New picture"/>
          <p:cNvPicPr/>
          <p:nvPr/>
        </p:nvPicPr>
        <p:blipFill>
          <a:blip r:embed="rId1234"/>
          <a:srcRect/>
          <a:stretch>
            <a:fillRect/>
          </a:stretch>
        </p:blipFill>
        <p:spPr>
          <a:xfrm>
            <a:off x="4925568" y="9419845"/>
            <a:ext cx="71818" cy="80867"/>
          </a:xfrm>
          <a:prstGeom prst="rect"/>
          <a:ln w="0">
            <a:noFill/>
          </a:ln>
        </p:spPr>
      </p:pic>
      <p:sp>
        <p:nvSpPr>
          <p:cNvPr id="1995" name="New shape"/>
          <p:cNvSpPr/>
          <p:nvPr/>
        </p:nvSpPr>
        <p:spPr>
          <a:xfrm>
            <a:off x="4939379" y="94289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6" name="New picture"/>
          <p:cNvPicPr/>
          <p:nvPr/>
        </p:nvPicPr>
        <p:blipFill>
          <a:blip r:embed="rId1235"/>
          <a:srcRect/>
          <a:stretch>
            <a:fillRect/>
          </a:stretch>
        </p:blipFill>
        <p:spPr>
          <a:xfrm>
            <a:off x="5017199" y="9419844"/>
            <a:ext cx="42767" cy="79343"/>
          </a:xfrm>
          <a:prstGeom prst="rect"/>
          <a:ln w="0">
            <a:noFill/>
          </a:ln>
        </p:spPr>
      </p:pic>
      <p:sp>
        <p:nvSpPr>
          <p:cNvPr id="1997" name="New shape"/>
          <p:cNvSpPr/>
          <p:nvPr/>
        </p:nvSpPr>
        <p:spPr>
          <a:xfrm>
            <a:off x="5113020" y="9390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8" name="New picture"/>
          <p:cNvPicPr/>
          <p:nvPr/>
        </p:nvPicPr>
        <p:blipFill>
          <a:blip r:embed="rId1236"/>
          <a:srcRect/>
          <a:stretch>
            <a:fillRect/>
          </a:stretch>
        </p:blipFill>
        <p:spPr>
          <a:xfrm>
            <a:off x="5147120" y="9419844"/>
            <a:ext cx="71723" cy="80962"/>
          </a:xfrm>
          <a:prstGeom prst="rect"/>
          <a:ln w="0">
            <a:noFill/>
          </a:ln>
        </p:spPr>
      </p:pic>
      <p:sp>
        <p:nvSpPr>
          <p:cNvPr id="1999" name="New shape"/>
          <p:cNvSpPr/>
          <p:nvPr/>
        </p:nvSpPr>
        <p:spPr>
          <a:xfrm>
            <a:off x="5160835" y="942908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0" name="New picture"/>
          <p:cNvPicPr/>
          <p:nvPr/>
        </p:nvPicPr>
        <p:blipFill>
          <a:blip r:embed="rId1237"/>
          <a:srcRect/>
          <a:stretch>
            <a:fillRect/>
          </a:stretch>
        </p:blipFill>
        <p:spPr>
          <a:xfrm>
            <a:off x="5278374" y="9419844"/>
            <a:ext cx="120586" cy="79343"/>
          </a:xfrm>
          <a:prstGeom prst="rect"/>
          <a:ln w="0">
            <a:noFill/>
          </a:ln>
        </p:spPr>
      </p:pic>
      <p:pic>
        <p:nvPicPr>
          <p:cNvPr id="2001" name="New picture"/>
          <p:cNvPicPr/>
          <p:nvPr/>
        </p:nvPicPr>
        <p:blipFill>
          <a:blip r:embed="rId1238"/>
          <a:srcRect/>
          <a:stretch>
            <a:fillRect/>
          </a:stretch>
        </p:blipFill>
        <p:spPr>
          <a:xfrm>
            <a:off x="5415820" y="9419844"/>
            <a:ext cx="65627" cy="80867"/>
          </a:xfrm>
          <a:prstGeom prst="rect"/>
          <a:ln w="0">
            <a:noFill/>
          </a:ln>
        </p:spPr>
      </p:pic>
      <p:sp>
        <p:nvSpPr>
          <p:cNvPr id="2002" name="New shape"/>
          <p:cNvSpPr/>
          <p:nvPr/>
        </p:nvSpPr>
        <p:spPr>
          <a:xfrm>
            <a:off x="5429536" y="9460992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3" name="New picture"/>
          <p:cNvPicPr/>
          <p:nvPr/>
        </p:nvPicPr>
        <p:blipFill>
          <a:blip r:embed="rId1239"/>
          <a:srcRect/>
          <a:stretch>
            <a:fillRect/>
          </a:stretch>
        </p:blipFill>
        <p:spPr>
          <a:xfrm>
            <a:off x="5501259" y="9419845"/>
            <a:ext cx="64198" cy="80867"/>
          </a:xfrm>
          <a:prstGeom prst="rect"/>
          <a:ln w="0">
            <a:noFill/>
          </a:ln>
        </p:spPr>
      </p:pic>
      <p:pic>
        <p:nvPicPr>
          <p:cNvPr id="2004" name="New picture"/>
          <p:cNvPicPr/>
          <p:nvPr/>
        </p:nvPicPr>
        <p:blipFill>
          <a:blip r:embed="rId1240"/>
          <a:srcRect/>
          <a:stretch>
            <a:fillRect/>
          </a:stretch>
        </p:blipFill>
        <p:spPr>
          <a:xfrm>
            <a:off x="5583745" y="9390889"/>
            <a:ext cx="68675" cy="108394"/>
          </a:xfrm>
          <a:prstGeom prst="rect"/>
          <a:ln w="0">
            <a:noFill/>
          </a:ln>
        </p:spPr>
      </p:pic>
      <p:sp>
        <p:nvSpPr>
          <p:cNvPr id="2005" name="New shape"/>
          <p:cNvSpPr/>
          <p:nvPr/>
        </p:nvSpPr>
        <p:spPr>
          <a:xfrm>
            <a:off x="5676901" y="9421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6" name="New picture"/>
          <p:cNvPicPr/>
          <p:nvPr/>
        </p:nvPicPr>
        <p:blipFill>
          <a:blip r:embed="rId1241"/>
          <a:srcRect/>
          <a:stretch>
            <a:fillRect/>
          </a:stretch>
        </p:blipFill>
        <p:spPr>
          <a:xfrm>
            <a:off x="5675376" y="9386315"/>
            <a:ext cx="16764" cy="16764"/>
          </a:xfrm>
          <a:prstGeom prst="rect"/>
          <a:ln w="0">
            <a:noFill/>
          </a:ln>
        </p:spPr>
      </p:pic>
      <p:pic>
        <p:nvPicPr>
          <p:cNvPr id="2007" name="New picture"/>
          <p:cNvPicPr/>
          <p:nvPr/>
        </p:nvPicPr>
        <p:blipFill>
          <a:blip r:embed="rId1242"/>
          <a:srcRect/>
          <a:stretch>
            <a:fillRect/>
          </a:stretch>
        </p:blipFill>
        <p:spPr>
          <a:xfrm>
            <a:off x="5716619" y="9419844"/>
            <a:ext cx="68675" cy="79343"/>
          </a:xfrm>
          <a:prstGeom prst="rect"/>
          <a:ln w="0">
            <a:noFill/>
          </a:ln>
        </p:spPr>
      </p:pic>
      <p:pic>
        <p:nvPicPr>
          <p:cNvPr id="2008" name="New picture"/>
          <p:cNvPicPr/>
          <p:nvPr/>
        </p:nvPicPr>
        <p:blipFill>
          <a:blip r:embed="rId1243"/>
          <a:srcRect/>
          <a:stretch>
            <a:fillRect/>
          </a:stretch>
        </p:blipFill>
        <p:spPr>
          <a:xfrm>
            <a:off x="5805202" y="9419844"/>
            <a:ext cx="71723" cy="80962"/>
          </a:xfrm>
          <a:prstGeom prst="rect"/>
          <a:ln w="0">
            <a:noFill/>
          </a:ln>
        </p:spPr>
      </p:pic>
      <p:sp>
        <p:nvSpPr>
          <p:cNvPr id="2009" name="New shape"/>
          <p:cNvSpPr/>
          <p:nvPr/>
        </p:nvSpPr>
        <p:spPr>
          <a:xfrm>
            <a:off x="5818918" y="942908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10" name="New shape"/>
          <p:cNvSpPr/>
          <p:nvPr/>
        </p:nvSpPr>
        <p:spPr>
          <a:xfrm>
            <a:off x="5935980" y="9390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1" name="New picture"/>
          <p:cNvPicPr/>
          <p:nvPr/>
        </p:nvPicPr>
        <p:blipFill>
          <a:blip r:embed="rId1244"/>
          <a:srcRect/>
          <a:stretch>
            <a:fillRect/>
          </a:stretch>
        </p:blipFill>
        <p:spPr>
          <a:xfrm>
            <a:off x="5971603" y="9419845"/>
            <a:ext cx="70295" cy="80867"/>
          </a:xfrm>
          <a:prstGeom prst="rect"/>
          <a:ln w="0">
            <a:noFill/>
          </a:ln>
        </p:spPr>
      </p:pic>
      <p:sp>
        <p:nvSpPr>
          <p:cNvPr id="2012" name="New shape"/>
          <p:cNvSpPr/>
          <p:nvPr/>
        </p:nvSpPr>
        <p:spPr>
          <a:xfrm>
            <a:off x="5983795" y="94289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3" name="New picture"/>
          <p:cNvPicPr/>
          <p:nvPr/>
        </p:nvPicPr>
        <p:blipFill>
          <a:blip r:embed="rId1245"/>
          <a:srcRect/>
          <a:stretch>
            <a:fillRect/>
          </a:stretch>
        </p:blipFill>
        <p:spPr>
          <a:xfrm>
            <a:off x="6055614" y="9419844"/>
            <a:ext cx="67151" cy="80867"/>
          </a:xfrm>
          <a:prstGeom prst="rect"/>
          <a:ln w="0">
            <a:noFill/>
          </a:ln>
        </p:spPr>
      </p:pic>
      <p:sp>
        <p:nvSpPr>
          <p:cNvPr id="2014" name="New shape"/>
          <p:cNvSpPr/>
          <p:nvPr/>
        </p:nvSpPr>
        <p:spPr>
          <a:xfrm>
            <a:off x="6069330" y="946108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5" name="New picture"/>
          <p:cNvPicPr/>
          <p:nvPr/>
        </p:nvPicPr>
        <p:blipFill>
          <a:blip r:embed="rId1246"/>
          <a:srcRect/>
          <a:stretch>
            <a:fillRect/>
          </a:stretch>
        </p:blipFill>
        <p:spPr>
          <a:xfrm>
            <a:off x="6145720" y="9419844"/>
            <a:ext cx="42767" cy="79343"/>
          </a:xfrm>
          <a:prstGeom prst="rect"/>
          <a:ln w="0">
            <a:noFill/>
          </a:ln>
        </p:spPr>
      </p:pic>
      <p:pic>
        <p:nvPicPr>
          <p:cNvPr id="2016" name="New picture"/>
          <p:cNvPicPr/>
          <p:nvPr/>
        </p:nvPicPr>
        <p:blipFill>
          <a:blip r:embed="rId1247"/>
          <a:srcRect/>
          <a:stretch>
            <a:fillRect/>
          </a:stretch>
        </p:blipFill>
        <p:spPr>
          <a:xfrm>
            <a:off x="6200680" y="9419844"/>
            <a:ext cx="70199" cy="79439"/>
          </a:xfrm>
          <a:prstGeom prst="rect"/>
          <a:ln w="0">
            <a:noFill/>
          </a:ln>
        </p:spPr>
      </p:pic>
      <p:sp>
        <p:nvSpPr>
          <p:cNvPr id="2017" name="New shape"/>
          <p:cNvSpPr/>
          <p:nvPr/>
        </p:nvSpPr>
        <p:spPr>
          <a:xfrm>
            <a:off x="6296882" y="9421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8" name="New picture"/>
          <p:cNvPicPr/>
          <p:nvPr/>
        </p:nvPicPr>
        <p:blipFill>
          <a:blip r:embed="rId1248"/>
          <a:srcRect/>
          <a:stretch>
            <a:fillRect/>
          </a:stretch>
        </p:blipFill>
        <p:spPr>
          <a:xfrm>
            <a:off x="6293834" y="9386315"/>
            <a:ext cx="16764" cy="16764"/>
          </a:xfrm>
          <a:prstGeom prst="rect"/>
          <a:ln w="0">
            <a:noFill/>
          </a:ln>
        </p:spPr>
      </p:pic>
      <p:pic>
        <p:nvPicPr>
          <p:cNvPr id="2019" name="New picture"/>
          <p:cNvPicPr/>
          <p:nvPr/>
        </p:nvPicPr>
        <p:blipFill>
          <a:blip r:embed="rId1249"/>
          <a:srcRect/>
          <a:stretch>
            <a:fillRect/>
          </a:stretch>
        </p:blipFill>
        <p:spPr>
          <a:xfrm>
            <a:off x="6335078" y="9419844"/>
            <a:ext cx="68675" cy="79343"/>
          </a:xfrm>
          <a:prstGeom prst="rect"/>
          <a:ln w="0">
            <a:noFill/>
          </a:ln>
        </p:spPr>
      </p:pic>
      <p:pic>
        <p:nvPicPr>
          <p:cNvPr id="2020" name="New picture"/>
          <p:cNvPicPr/>
          <p:nvPr/>
        </p:nvPicPr>
        <p:blipFill>
          <a:blip r:embed="rId1250"/>
          <a:srcRect/>
          <a:stretch>
            <a:fillRect/>
          </a:stretch>
        </p:blipFill>
        <p:spPr>
          <a:xfrm>
            <a:off x="6419088" y="9419844"/>
            <a:ext cx="77819" cy="119062"/>
          </a:xfrm>
          <a:prstGeom prst="rect"/>
          <a:ln w="0">
            <a:noFill/>
          </a:ln>
        </p:spPr>
      </p:pic>
      <p:sp>
        <p:nvSpPr>
          <p:cNvPr id="2021" name="New shape"/>
          <p:cNvSpPr/>
          <p:nvPr/>
        </p:nvSpPr>
        <p:spPr>
          <a:xfrm>
            <a:off x="6435852" y="9428989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22" name="New shape"/>
          <p:cNvSpPr/>
          <p:nvPr/>
        </p:nvSpPr>
        <p:spPr>
          <a:xfrm>
            <a:off x="6432803" y="9499188"/>
            <a:ext cx="50387" cy="290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3" name="New picture"/>
          <p:cNvPicPr/>
          <p:nvPr/>
        </p:nvPicPr>
        <p:blipFill>
          <a:blip r:embed="rId1251"/>
          <a:srcRect/>
          <a:stretch>
            <a:fillRect/>
          </a:stretch>
        </p:blipFill>
        <p:spPr>
          <a:xfrm>
            <a:off x="6509099" y="9483947"/>
            <a:ext cx="18288" cy="16763"/>
          </a:xfrm>
          <a:prstGeom prst="rect"/>
          <a:ln w="0">
            <a:noFill/>
          </a:ln>
        </p:spPr>
      </p:pic>
      <p:sp>
        <p:nvSpPr>
          <p:cNvPr id="2024" name="New shape"/>
          <p:cNvSpPr/>
          <p:nvPr/>
        </p:nvSpPr>
        <p:spPr>
          <a:xfrm>
            <a:off x="364236" y="361188"/>
            <a:ext cx="6854952" cy="80314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5" name="New picture"/>
          <p:cNvPicPr/>
          <p:nvPr/>
        </p:nvPicPr>
        <p:blipFill>
          <a:blip r:embed="rId1252"/>
          <a:srcRect/>
          <a:stretch>
            <a:fillRect/>
          </a:stretch>
        </p:blipFill>
        <p:spPr>
          <a:xfrm>
            <a:off x="1192054" y="852583"/>
            <a:ext cx="32004" cy="67151"/>
          </a:xfrm>
          <a:prstGeom prst="rect"/>
          <a:ln w="0">
            <a:noFill/>
          </a:ln>
        </p:spPr>
      </p:pic>
      <p:pic>
        <p:nvPicPr>
          <p:cNvPr id="2026" name="New picture"/>
          <p:cNvPicPr/>
          <p:nvPr/>
        </p:nvPicPr>
        <p:blipFill>
          <a:blip r:embed="rId1253"/>
          <a:srcRect/>
          <a:stretch>
            <a:fillRect/>
          </a:stretch>
        </p:blipFill>
        <p:spPr>
          <a:xfrm>
            <a:off x="1228725" y="872394"/>
            <a:ext cx="24384" cy="47339"/>
          </a:xfrm>
          <a:prstGeom prst="rect"/>
          <a:ln w="0">
            <a:noFill/>
          </a:ln>
        </p:spPr>
      </p:pic>
      <p:pic>
        <p:nvPicPr>
          <p:cNvPr id="2027" name="New picture"/>
          <p:cNvPicPr/>
          <p:nvPr/>
        </p:nvPicPr>
        <p:blipFill>
          <a:blip r:embed="rId1254"/>
          <a:srcRect/>
          <a:stretch>
            <a:fillRect/>
          </a:stretch>
        </p:blipFill>
        <p:spPr>
          <a:xfrm>
            <a:off x="1256157" y="872395"/>
            <a:ext cx="47339" cy="48863"/>
          </a:xfrm>
          <a:prstGeom prst="rect"/>
          <a:ln w="0">
            <a:noFill/>
          </a:ln>
        </p:spPr>
      </p:pic>
      <p:sp>
        <p:nvSpPr>
          <p:cNvPr id="2028" name="New shape"/>
          <p:cNvSpPr/>
          <p:nvPr/>
        </p:nvSpPr>
        <p:spPr>
          <a:xfrm>
            <a:off x="1265301" y="878491"/>
            <a:ext cx="30575" cy="36671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9" name="New picture"/>
          <p:cNvPicPr/>
          <p:nvPr/>
        </p:nvPicPr>
        <p:blipFill>
          <a:blip r:embed="rId1255"/>
          <a:srcRect/>
          <a:stretch>
            <a:fillRect/>
          </a:stretch>
        </p:blipFill>
        <p:spPr>
          <a:xfrm>
            <a:off x="1314164" y="872394"/>
            <a:ext cx="71818" cy="47339"/>
          </a:xfrm>
          <a:prstGeom prst="rect"/>
          <a:ln w="0">
            <a:noFill/>
          </a:ln>
        </p:spPr>
      </p:pic>
      <p:pic>
        <p:nvPicPr>
          <p:cNvPr id="2030" name="New picture"/>
          <p:cNvPicPr/>
          <p:nvPr/>
        </p:nvPicPr>
        <p:blipFill>
          <a:blip r:embed="rId1256"/>
          <a:srcRect/>
          <a:stretch>
            <a:fillRect/>
          </a:stretch>
        </p:blipFill>
        <p:spPr>
          <a:xfrm>
            <a:off x="1541717" y="852583"/>
            <a:ext cx="45815" cy="68675"/>
          </a:xfrm>
          <a:prstGeom prst="rect"/>
          <a:ln w="0">
            <a:noFill/>
          </a:ln>
        </p:spPr>
      </p:pic>
      <p:pic>
        <p:nvPicPr>
          <p:cNvPr id="2031" name="New picture"/>
          <p:cNvPicPr/>
          <p:nvPr/>
        </p:nvPicPr>
        <p:blipFill>
          <a:blip r:embed="rId1257"/>
          <a:srcRect/>
          <a:stretch>
            <a:fillRect/>
          </a:stretch>
        </p:blipFill>
        <p:spPr>
          <a:xfrm>
            <a:off x="1593628" y="872395"/>
            <a:ext cx="41243" cy="48863"/>
          </a:xfrm>
          <a:prstGeom prst="rect"/>
          <a:ln w="0">
            <a:noFill/>
          </a:ln>
        </p:spPr>
      </p:pic>
      <p:sp>
        <p:nvSpPr>
          <p:cNvPr id="2032" name="New shape"/>
          <p:cNvSpPr/>
          <p:nvPr/>
        </p:nvSpPr>
        <p:spPr>
          <a:xfrm>
            <a:off x="1602772" y="896874"/>
            <a:ext cx="22955" cy="18288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33" name="New shape"/>
          <p:cNvSpPr/>
          <p:nvPr/>
        </p:nvSpPr>
        <p:spPr>
          <a:xfrm>
            <a:off x="1648587" y="854107"/>
            <a:ext cx="7620" cy="65627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4" name="New picture"/>
          <p:cNvPicPr/>
          <p:nvPr/>
        </p:nvPicPr>
        <p:blipFill>
          <a:blip r:embed="rId1258"/>
          <a:srcRect/>
          <a:stretch>
            <a:fillRect/>
          </a:stretch>
        </p:blipFill>
        <p:spPr>
          <a:xfrm>
            <a:off x="1668494" y="872395"/>
            <a:ext cx="42767" cy="48863"/>
          </a:xfrm>
          <a:prstGeom prst="rect"/>
          <a:ln w="0">
            <a:noFill/>
          </a:ln>
        </p:spPr>
      </p:pic>
      <p:sp>
        <p:nvSpPr>
          <p:cNvPr id="2035" name="New shape"/>
          <p:cNvSpPr/>
          <p:nvPr/>
        </p:nvSpPr>
        <p:spPr>
          <a:xfrm>
            <a:off x="1676114" y="878491"/>
            <a:ext cx="27432" cy="1533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6" name="New picture"/>
          <p:cNvPicPr/>
          <p:nvPr/>
        </p:nvPicPr>
        <p:blipFill>
          <a:blip r:embed="rId1259"/>
          <a:srcRect/>
          <a:stretch>
            <a:fillRect/>
          </a:stretch>
        </p:blipFill>
        <p:spPr>
          <a:xfrm>
            <a:off x="1717358" y="872395"/>
            <a:ext cx="35052" cy="48863"/>
          </a:xfrm>
          <a:prstGeom prst="rect"/>
          <a:ln w="0">
            <a:noFill/>
          </a:ln>
        </p:spPr>
      </p:pic>
      <p:pic>
        <p:nvPicPr>
          <p:cNvPr id="2037" name="New picture"/>
          <p:cNvPicPr/>
          <p:nvPr/>
        </p:nvPicPr>
        <p:blipFill>
          <a:blip r:embed="rId1260"/>
          <a:srcRect/>
          <a:stretch>
            <a:fillRect/>
          </a:stretch>
        </p:blipFill>
        <p:spPr>
          <a:xfrm>
            <a:off x="1758601" y="852583"/>
            <a:ext cx="32004" cy="67151"/>
          </a:xfrm>
          <a:prstGeom prst="rect"/>
          <a:ln w="0">
            <a:noFill/>
          </a:ln>
        </p:spPr>
      </p:pic>
      <p:pic>
        <p:nvPicPr>
          <p:cNvPr id="2038" name="New picture"/>
          <p:cNvPicPr/>
          <p:nvPr/>
        </p:nvPicPr>
        <p:blipFill>
          <a:blip r:embed="rId1261"/>
          <a:srcRect/>
          <a:stretch>
            <a:fillRect/>
          </a:stretch>
        </p:blipFill>
        <p:spPr>
          <a:xfrm>
            <a:off x="1792129" y="872395"/>
            <a:ext cx="47339" cy="48863"/>
          </a:xfrm>
          <a:prstGeom prst="rect"/>
          <a:ln w="0">
            <a:noFill/>
          </a:ln>
        </p:spPr>
      </p:pic>
      <p:sp>
        <p:nvSpPr>
          <p:cNvPr id="2039" name="New shape"/>
          <p:cNvSpPr/>
          <p:nvPr/>
        </p:nvSpPr>
        <p:spPr>
          <a:xfrm>
            <a:off x="1799749" y="878491"/>
            <a:ext cx="32099" cy="36671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0" name="New picture"/>
          <p:cNvPicPr/>
          <p:nvPr/>
        </p:nvPicPr>
        <p:blipFill>
          <a:blip r:embed="rId1262"/>
          <a:srcRect/>
          <a:stretch>
            <a:fillRect/>
          </a:stretch>
        </p:blipFill>
        <p:spPr>
          <a:xfrm>
            <a:off x="1848612" y="872394"/>
            <a:ext cx="26003" cy="47339"/>
          </a:xfrm>
          <a:prstGeom prst="rect"/>
          <a:ln w="0">
            <a:noFill/>
          </a:ln>
        </p:spPr>
      </p:pic>
      <p:pic>
        <p:nvPicPr>
          <p:cNvPr id="2041" name="New picture"/>
          <p:cNvPicPr/>
          <p:nvPr/>
        </p:nvPicPr>
        <p:blipFill>
          <a:blip r:embed="rId1263"/>
          <a:srcRect/>
          <a:stretch>
            <a:fillRect/>
          </a:stretch>
        </p:blipFill>
        <p:spPr>
          <a:xfrm>
            <a:off x="1877663" y="872395"/>
            <a:ext cx="38195" cy="48863"/>
          </a:xfrm>
          <a:prstGeom prst="rect"/>
          <a:ln w="0">
            <a:noFill/>
          </a:ln>
        </p:spPr>
      </p:pic>
      <p:pic>
        <p:nvPicPr>
          <p:cNvPr id="2042" name="New picture"/>
          <p:cNvPicPr/>
          <p:nvPr/>
        </p:nvPicPr>
        <p:blipFill>
          <a:blip r:embed="rId1264"/>
          <a:srcRect/>
          <a:stretch>
            <a:fillRect/>
          </a:stretch>
        </p:blipFill>
        <p:spPr>
          <a:xfrm>
            <a:off x="1921955" y="872395"/>
            <a:ext cx="42767" cy="48863"/>
          </a:xfrm>
          <a:prstGeom prst="rect"/>
          <a:ln w="0">
            <a:noFill/>
          </a:ln>
        </p:spPr>
      </p:pic>
      <p:sp>
        <p:nvSpPr>
          <p:cNvPr id="2043" name="New shape"/>
          <p:cNvSpPr/>
          <p:nvPr/>
        </p:nvSpPr>
        <p:spPr>
          <a:xfrm>
            <a:off x="1929574" y="878491"/>
            <a:ext cx="27527" cy="1533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4" name="New picture"/>
          <p:cNvPicPr/>
          <p:nvPr/>
        </p:nvPicPr>
        <p:blipFill>
          <a:blip r:embed="rId1265"/>
          <a:srcRect/>
          <a:stretch>
            <a:fillRect/>
          </a:stretch>
        </p:blipFill>
        <p:spPr>
          <a:xfrm>
            <a:off x="1411891" y="852582"/>
            <a:ext cx="114586" cy="82391"/>
          </a:xfrm>
          <a:prstGeom prst="rect"/>
          <a:ln w="0">
            <a:noFill/>
          </a:ln>
        </p:spPr>
      </p:pic>
      <p:pic>
        <p:nvPicPr>
          <p:cNvPr id="2045" name="New picture"/>
          <p:cNvPicPr/>
          <p:nvPr/>
        </p:nvPicPr>
        <p:blipFill>
          <a:blip r:embed="rId1266"/>
          <a:srcRect/>
          <a:stretch>
            <a:fillRect/>
          </a:stretch>
        </p:blipFill>
        <p:spPr>
          <a:xfrm>
            <a:off x="695706" y="600837"/>
            <a:ext cx="80962" cy="82391"/>
          </a:xfrm>
          <a:prstGeom prst="rect"/>
          <a:ln w="0">
            <a:noFill/>
          </a:ln>
        </p:spPr>
      </p:pic>
      <p:pic>
        <p:nvPicPr>
          <p:cNvPr id="2046" name="New picture"/>
          <p:cNvPicPr/>
          <p:nvPr/>
        </p:nvPicPr>
        <p:blipFill>
          <a:blip r:embed="rId1267"/>
          <a:srcRect/>
          <a:stretch>
            <a:fillRect/>
          </a:stretch>
        </p:blipFill>
        <p:spPr>
          <a:xfrm>
            <a:off x="839248" y="600837"/>
            <a:ext cx="82487" cy="82391"/>
          </a:xfrm>
          <a:prstGeom prst="rect"/>
          <a:ln w="0">
            <a:noFill/>
          </a:ln>
        </p:spPr>
      </p:pic>
      <p:pic>
        <p:nvPicPr>
          <p:cNvPr id="2047" name="New picture"/>
          <p:cNvPicPr/>
          <p:nvPr/>
        </p:nvPicPr>
        <p:blipFill>
          <a:blip r:embed="rId1268"/>
          <a:srcRect/>
          <a:stretch>
            <a:fillRect/>
          </a:stretch>
        </p:blipFill>
        <p:spPr>
          <a:xfrm>
            <a:off x="671322" y="683228"/>
            <a:ext cx="54959" cy="54864"/>
          </a:xfrm>
          <a:prstGeom prst="rect"/>
          <a:ln w="0">
            <a:noFill/>
          </a:ln>
        </p:spPr>
      </p:pic>
      <p:pic>
        <p:nvPicPr>
          <p:cNvPr id="2048" name="New picture"/>
          <p:cNvPicPr/>
          <p:nvPr/>
        </p:nvPicPr>
        <p:blipFill>
          <a:blip r:embed="rId1269"/>
          <a:srcRect/>
          <a:stretch>
            <a:fillRect/>
          </a:stretch>
        </p:blipFill>
        <p:spPr>
          <a:xfrm>
            <a:off x="891254" y="680180"/>
            <a:ext cx="58007" cy="59436"/>
          </a:xfrm>
          <a:prstGeom prst="rect"/>
          <a:ln w="0">
            <a:noFill/>
          </a:ln>
        </p:spPr>
      </p:pic>
      <p:pic>
        <p:nvPicPr>
          <p:cNvPr id="2049" name="New picture"/>
          <p:cNvPicPr/>
          <p:nvPr/>
        </p:nvPicPr>
        <p:blipFill>
          <a:blip r:embed="rId1270"/>
          <a:srcRect/>
          <a:stretch>
            <a:fillRect/>
          </a:stretch>
        </p:blipFill>
        <p:spPr>
          <a:xfrm>
            <a:off x="839248" y="735044"/>
            <a:ext cx="82487" cy="82486"/>
          </a:xfrm>
          <a:prstGeom prst="rect"/>
          <a:ln w="0">
            <a:noFill/>
          </a:ln>
        </p:spPr>
      </p:pic>
      <p:pic>
        <p:nvPicPr>
          <p:cNvPr id="2050" name="New picture"/>
          <p:cNvPicPr/>
          <p:nvPr/>
        </p:nvPicPr>
        <p:blipFill>
          <a:blip r:embed="rId1271"/>
          <a:srcRect/>
          <a:stretch>
            <a:fillRect/>
          </a:stretch>
        </p:blipFill>
        <p:spPr>
          <a:xfrm>
            <a:off x="695706" y="735044"/>
            <a:ext cx="80962" cy="82486"/>
          </a:xfrm>
          <a:prstGeom prst="rect"/>
          <a:ln w="0">
            <a:noFill/>
          </a:ln>
        </p:spPr>
      </p:pic>
      <p:pic>
        <p:nvPicPr>
          <p:cNvPr id="2051" name="New picture"/>
          <p:cNvPicPr/>
          <p:nvPr/>
        </p:nvPicPr>
        <p:blipFill>
          <a:blip r:embed="rId1272"/>
          <a:srcRect/>
          <a:stretch>
            <a:fillRect/>
          </a:stretch>
        </p:blipFill>
        <p:spPr>
          <a:xfrm>
            <a:off x="781240" y="571786"/>
            <a:ext cx="54959" cy="54959"/>
          </a:xfrm>
          <a:prstGeom prst="rect"/>
          <a:ln w="0">
            <a:noFill/>
          </a:ln>
        </p:spPr>
      </p:pic>
      <p:pic>
        <p:nvPicPr>
          <p:cNvPr id="2052" name="New picture"/>
          <p:cNvPicPr/>
          <p:nvPr/>
        </p:nvPicPr>
        <p:blipFill>
          <a:blip r:embed="rId1273"/>
          <a:srcRect/>
          <a:stretch>
            <a:fillRect/>
          </a:stretch>
        </p:blipFill>
        <p:spPr>
          <a:xfrm>
            <a:off x="779716" y="791528"/>
            <a:ext cx="58007" cy="58007"/>
          </a:xfrm>
          <a:prstGeom prst="rect"/>
          <a:ln w="0">
            <a:noFill/>
          </a:ln>
        </p:spPr>
      </p:pic>
      <p:pic>
        <p:nvPicPr>
          <p:cNvPr id="2053" name="New picture"/>
          <p:cNvPicPr/>
          <p:nvPr/>
        </p:nvPicPr>
        <p:blipFill>
          <a:blip r:embed="rId1274"/>
          <a:srcRect/>
          <a:stretch>
            <a:fillRect/>
          </a:stretch>
        </p:blipFill>
        <p:spPr>
          <a:xfrm>
            <a:off x="759904" y="660273"/>
            <a:ext cx="97726" cy="99250"/>
          </a:xfrm>
          <a:prstGeom prst="rect"/>
          <a:ln w="0">
            <a:noFill/>
          </a:ln>
        </p:spPr>
      </p:pic>
      <p:pic>
        <p:nvPicPr>
          <p:cNvPr id="2054" name="New picture"/>
          <p:cNvPicPr/>
          <p:nvPr/>
        </p:nvPicPr>
        <p:blipFill>
          <a:blip r:embed="rId1275"/>
          <a:srcRect/>
          <a:stretch>
            <a:fillRect/>
          </a:stretch>
        </p:blipFill>
        <p:spPr>
          <a:xfrm>
            <a:off x="1356932" y="645033"/>
            <a:ext cx="79439" cy="126682"/>
          </a:xfrm>
          <a:prstGeom prst="rect"/>
          <a:ln w="0">
            <a:noFill/>
          </a:ln>
        </p:spPr>
      </p:pic>
      <p:sp>
        <p:nvSpPr>
          <p:cNvPr id="2055" name="New shape"/>
          <p:cNvSpPr/>
          <p:nvPr/>
        </p:nvSpPr>
        <p:spPr>
          <a:xfrm>
            <a:off x="1375315" y="701516"/>
            <a:ext cx="42767" cy="5343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56" name="New shape"/>
          <p:cNvSpPr/>
          <p:nvPr/>
        </p:nvSpPr>
        <p:spPr>
          <a:xfrm>
            <a:off x="1505712" y="626364"/>
            <a:ext cx="18288" cy="160020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7" name="New picture"/>
          <p:cNvPicPr/>
          <p:nvPr/>
        </p:nvPicPr>
        <p:blipFill>
          <a:blip r:embed="rId1276"/>
          <a:srcRect/>
          <a:stretch>
            <a:fillRect/>
          </a:stretch>
        </p:blipFill>
        <p:spPr>
          <a:xfrm>
            <a:off x="1593628" y="684752"/>
            <a:ext cx="82486" cy="88487"/>
          </a:xfrm>
          <a:prstGeom prst="rect"/>
          <a:ln w="0">
            <a:noFill/>
          </a:ln>
        </p:spPr>
      </p:pic>
      <p:sp>
        <p:nvSpPr>
          <p:cNvPr id="2058" name="New shape"/>
          <p:cNvSpPr/>
          <p:nvPr/>
        </p:nvSpPr>
        <p:spPr>
          <a:xfrm>
            <a:off x="1615059" y="701516"/>
            <a:ext cx="39624" cy="16764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9" name="New picture"/>
          <p:cNvPicPr/>
          <p:nvPr/>
        </p:nvPicPr>
        <p:blipFill>
          <a:blip r:embed="rId1277"/>
          <a:srcRect/>
          <a:stretch>
            <a:fillRect/>
          </a:stretch>
        </p:blipFill>
        <p:spPr>
          <a:xfrm>
            <a:off x="1891379" y="686276"/>
            <a:ext cx="73342" cy="83915"/>
          </a:xfrm>
          <a:prstGeom prst="rect"/>
          <a:ln w="0">
            <a:noFill/>
          </a:ln>
        </p:spPr>
      </p:pic>
      <p:pic>
        <p:nvPicPr>
          <p:cNvPr id="2060" name="New picture"/>
          <p:cNvPicPr/>
          <p:nvPr/>
        </p:nvPicPr>
        <p:blipFill>
          <a:blip r:embed="rId1278"/>
          <a:srcRect/>
          <a:stretch>
            <a:fillRect/>
          </a:stretch>
        </p:blipFill>
        <p:spPr>
          <a:xfrm>
            <a:off x="1193578" y="684752"/>
            <a:ext cx="77819" cy="86963"/>
          </a:xfrm>
          <a:prstGeom prst="rect"/>
          <a:ln w="0">
            <a:noFill/>
          </a:ln>
        </p:spPr>
      </p:pic>
      <p:sp>
        <p:nvSpPr>
          <p:cNvPr id="2061" name="New shape"/>
          <p:cNvSpPr/>
          <p:nvPr/>
        </p:nvSpPr>
        <p:spPr>
          <a:xfrm>
            <a:off x="1211866" y="701516"/>
            <a:ext cx="41243" cy="5343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2" name="New picture"/>
          <p:cNvPicPr/>
          <p:nvPr/>
        </p:nvPicPr>
        <p:blipFill>
          <a:blip r:embed="rId1279"/>
          <a:srcRect/>
          <a:stretch>
            <a:fillRect/>
          </a:stretch>
        </p:blipFill>
        <p:spPr>
          <a:xfrm>
            <a:off x="1743265" y="684752"/>
            <a:ext cx="79439" cy="86963"/>
          </a:xfrm>
          <a:prstGeom prst="rect"/>
          <a:ln w="0">
            <a:noFill/>
          </a:ln>
        </p:spPr>
      </p:pic>
      <p:sp>
        <p:nvSpPr>
          <p:cNvPr id="2063" name="New shape"/>
          <p:cNvSpPr/>
          <p:nvPr/>
        </p:nvSpPr>
        <p:spPr>
          <a:xfrm>
            <a:off x="1761649" y="701516"/>
            <a:ext cx="42767" cy="5343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4" name="New picture"/>
          <p:cNvPicPr/>
          <p:nvPr/>
        </p:nvPicPr>
        <p:blipFill>
          <a:blip r:embed="rId1280"/>
          <a:srcRect/>
          <a:stretch>
            <a:fillRect/>
          </a:stretch>
        </p:blipFill>
        <p:spPr>
          <a:xfrm>
            <a:off x="1014889" y="651129"/>
            <a:ext cx="112967" cy="120586"/>
          </a:xfrm>
          <a:prstGeom prst="rect"/>
          <a:ln w="0">
            <a:noFill/>
          </a:ln>
        </p:spPr>
      </p:pic>
      <p:pic>
        <p:nvPicPr>
          <p:cNvPr id="2065" name="New picture"/>
          <p:cNvPicPr/>
          <p:nvPr/>
        </p:nvPicPr>
        <p:blipFill>
          <a:blip r:embed="rId1281"/>
          <a:srcRect/>
          <a:stretch>
            <a:fillRect/>
          </a:stretch>
        </p:blipFill>
        <p:spPr>
          <a:xfrm>
            <a:off x="1984534" y="686276"/>
            <a:ext cx="19907" cy="21336"/>
          </a:xfrm>
          <a:prstGeom prst="rect"/>
          <a:ln w="0">
            <a:noFill/>
          </a:ln>
        </p:spPr>
      </p:pic>
      <p:sp>
        <p:nvSpPr>
          <p:cNvPr id="2066" name="New shape"/>
          <p:cNvSpPr/>
          <p:nvPr/>
        </p:nvSpPr>
        <p:spPr>
          <a:xfrm>
            <a:off x="1986057" y="687800"/>
            <a:ext cx="16859" cy="18288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67" name="New shape"/>
          <p:cNvSpPr/>
          <p:nvPr/>
        </p:nvSpPr>
        <p:spPr>
          <a:xfrm>
            <a:off x="1990630" y="690848"/>
            <a:ext cx="7715" cy="12192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68" name="New shape"/>
          <p:cNvSpPr/>
          <p:nvPr/>
        </p:nvSpPr>
        <p:spPr>
          <a:xfrm>
            <a:off x="1992154" y="692372"/>
            <a:ext cx="4667" cy="3048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9" name="New picture"/>
          <p:cNvPicPr/>
          <p:nvPr/>
        </p:nvPicPr>
        <p:blipFill>
          <a:blip r:embed="rId1282"/>
          <a:srcRect/>
          <a:stretch>
            <a:fillRect/>
          </a:stretch>
        </p:blipFill>
        <p:spPr>
          <a:xfrm>
            <a:off x="6168580" y="696944"/>
            <a:ext cx="99251" cy="94583"/>
          </a:xfrm>
          <a:prstGeom prst="rect"/>
          <a:ln w="0">
            <a:noFill/>
          </a:ln>
        </p:spPr>
      </p:pic>
      <p:pic>
        <p:nvPicPr>
          <p:cNvPr id="2070" name="New picture"/>
          <p:cNvPicPr/>
          <p:nvPr/>
        </p:nvPicPr>
        <p:blipFill>
          <a:blip r:embed="rId1283"/>
          <a:srcRect/>
          <a:stretch>
            <a:fillRect/>
          </a:stretch>
        </p:blipFill>
        <p:spPr>
          <a:xfrm>
            <a:off x="6286214" y="721328"/>
            <a:ext cx="62579" cy="71723"/>
          </a:xfrm>
          <a:prstGeom prst="rect"/>
          <a:ln w="0">
            <a:noFill/>
          </a:ln>
        </p:spPr>
      </p:pic>
      <p:sp>
        <p:nvSpPr>
          <p:cNvPr id="2071" name="New shape"/>
          <p:cNvSpPr/>
          <p:nvPr/>
        </p:nvSpPr>
        <p:spPr>
          <a:xfrm>
            <a:off x="6298406" y="730472"/>
            <a:ext cx="39719" cy="2143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2" name="New picture"/>
          <p:cNvPicPr/>
          <p:nvPr/>
        </p:nvPicPr>
        <p:blipFill>
          <a:blip r:embed="rId1284"/>
          <a:srcRect/>
          <a:stretch>
            <a:fillRect/>
          </a:stretch>
        </p:blipFill>
        <p:spPr>
          <a:xfrm>
            <a:off x="6365558" y="721328"/>
            <a:ext cx="61151" cy="70199"/>
          </a:xfrm>
          <a:prstGeom prst="rect"/>
          <a:ln w="0">
            <a:noFill/>
          </a:ln>
        </p:spPr>
      </p:pic>
      <p:pic>
        <p:nvPicPr>
          <p:cNvPr id="2073" name="New picture"/>
          <p:cNvPicPr/>
          <p:nvPr/>
        </p:nvPicPr>
        <p:blipFill>
          <a:blip r:embed="rId1285"/>
          <a:srcRect/>
          <a:stretch>
            <a:fillRect/>
          </a:stretch>
        </p:blipFill>
        <p:spPr>
          <a:xfrm>
            <a:off x="6448044" y="722852"/>
            <a:ext cx="61055" cy="70199"/>
          </a:xfrm>
          <a:prstGeom prst="rect"/>
          <a:ln w="0">
            <a:noFill/>
          </a:ln>
        </p:spPr>
      </p:pic>
      <p:sp>
        <p:nvSpPr>
          <p:cNvPr id="2074" name="New shape"/>
          <p:cNvSpPr/>
          <p:nvPr/>
        </p:nvSpPr>
        <p:spPr>
          <a:xfrm>
            <a:off x="6633972" y="733044"/>
            <a:ext cx="230124" cy="19812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75" name="New shape"/>
          <p:cNvSpPr/>
          <p:nvPr/>
        </p:nvSpPr>
        <p:spPr>
          <a:xfrm>
            <a:off x="6633972" y="675132"/>
            <a:ext cx="230124" cy="19812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76" name="New shape"/>
          <p:cNvSpPr/>
          <p:nvPr/>
        </p:nvSpPr>
        <p:spPr>
          <a:xfrm>
            <a:off x="6633972" y="789432"/>
            <a:ext cx="230124" cy="19812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7" name="New picture"/>
          <p:cNvPicPr/>
          <p:nvPr/>
        </p:nvPicPr>
        <p:blipFill>
          <a:blip r:embed="rId1286"/>
          <a:srcRect/>
          <a:stretch>
            <a:fillRect/>
          </a:stretch>
        </p:blipFill>
        <p:spPr>
          <a:xfrm>
            <a:off x="318611" y="213169"/>
            <a:ext cx="27432" cy="71723"/>
          </a:xfrm>
          <a:prstGeom prst="rect"/>
          <a:ln w="0">
            <a:noFill/>
          </a:ln>
        </p:spPr>
      </p:pic>
      <p:pic>
        <p:nvPicPr>
          <p:cNvPr id="2078" name="New picture"/>
          <p:cNvPicPr/>
          <p:nvPr/>
        </p:nvPicPr>
        <p:blipFill>
          <a:blip r:embed="rId1287"/>
          <a:srcRect/>
          <a:stretch>
            <a:fillRect/>
          </a:stretch>
        </p:blipFill>
        <p:spPr>
          <a:xfrm>
            <a:off x="368999" y="213169"/>
            <a:ext cx="47339" cy="73247"/>
          </a:xfrm>
          <a:prstGeom prst="rect"/>
          <a:ln w="0">
            <a:noFill/>
          </a:ln>
        </p:spPr>
      </p:pic>
      <p:sp>
        <p:nvSpPr>
          <p:cNvPr id="2079" name="New shape"/>
          <p:cNvSpPr/>
          <p:nvPr/>
        </p:nvSpPr>
        <p:spPr>
          <a:xfrm>
            <a:off x="420910" y="211645"/>
            <a:ext cx="28956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0" name="New picture"/>
          <p:cNvPicPr/>
          <p:nvPr/>
        </p:nvPicPr>
        <p:blipFill>
          <a:blip r:embed="rId1288"/>
          <a:srcRect/>
          <a:stretch>
            <a:fillRect/>
          </a:stretch>
        </p:blipFill>
        <p:spPr>
          <a:xfrm>
            <a:off x="452914" y="213169"/>
            <a:ext cx="47339" cy="73247"/>
          </a:xfrm>
          <a:prstGeom prst="rect"/>
          <a:ln w="0">
            <a:noFill/>
          </a:ln>
        </p:spPr>
      </p:pic>
      <p:sp>
        <p:nvSpPr>
          <p:cNvPr id="2081" name="New shape"/>
          <p:cNvSpPr/>
          <p:nvPr/>
        </p:nvSpPr>
        <p:spPr>
          <a:xfrm>
            <a:off x="462153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2" name="New picture"/>
          <p:cNvPicPr/>
          <p:nvPr/>
        </p:nvPicPr>
        <p:blipFill>
          <a:blip r:embed="rId1289"/>
          <a:srcRect/>
          <a:stretch>
            <a:fillRect/>
          </a:stretch>
        </p:blipFill>
        <p:spPr>
          <a:xfrm>
            <a:off x="517112" y="213169"/>
            <a:ext cx="25908" cy="71723"/>
          </a:xfrm>
          <a:prstGeom prst="rect"/>
          <a:ln w="0">
            <a:noFill/>
          </a:ln>
        </p:spPr>
      </p:pic>
      <p:sp>
        <p:nvSpPr>
          <p:cNvPr id="2083" name="New shape"/>
          <p:cNvSpPr/>
          <p:nvPr/>
        </p:nvSpPr>
        <p:spPr>
          <a:xfrm>
            <a:off x="562927" y="211645"/>
            <a:ext cx="27432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4" name="New picture"/>
          <p:cNvPicPr/>
          <p:nvPr/>
        </p:nvPicPr>
        <p:blipFill>
          <a:blip r:embed="rId1290"/>
          <a:srcRect/>
          <a:stretch>
            <a:fillRect/>
          </a:stretch>
        </p:blipFill>
        <p:spPr>
          <a:xfrm>
            <a:off x="593407" y="213170"/>
            <a:ext cx="48863" cy="71723"/>
          </a:xfrm>
          <a:prstGeom prst="rect"/>
          <a:ln w="0">
            <a:noFill/>
          </a:ln>
        </p:spPr>
      </p:pic>
      <p:pic>
        <p:nvPicPr>
          <p:cNvPr id="2085" name="New picture"/>
          <p:cNvPicPr/>
          <p:nvPr/>
        </p:nvPicPr>
        <p:blipFill>
          <a:blip r:embed="rId1291"/>
          <a:srcRect/>
          <a:stretch>
            <a:fillRect/>
          </a:stretch>
        </p:blipFill>
        <p:spPr>
          <a:xfrm>
            <a:off x="651510" y="213169"/>
            <a:ext cx="47339" cy="73247"/>
          </a:xfrm>
          <a:prstGeom prst="rect"/>
          <a:ln w="0">
            <a:noFill/>
          </a:ln>
        </p:spPr>
      </p:pic>
      <p:sp>
        <p:nvSpPr>
          <p:cNvPr id="2086" name="New shape"/>
          <p:cNvSpPr/>
          <p:nvPr/>
        </p:nvSpPr>
        <p:spPr>
          <a:xfrm>
            <a:off x="660654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7" name="New picture"/>
          <p:cNvPicPr/>
          <p:nvPr/>
        </p:nvPicPr>
        <p:blipFill>
          <a:blip r:embed="rId1292"/>
          <a:srcRect/>
          <a:stretch>
            <a:fillRect/>
          </a:stretch>
        </p:blipFill>
        <p:spPr>
          <a:xfrm>
            <a:off x="706469" y="213170"/>
            <a:ext cx="48863" cy="71723"/>
          </a:xfrm>
          <a:prstGeom prst="rect"/>
          <a:ln w="0">
            <a:noFill/>
          </a:ln>
        </p:spPr>
      </p:pic>
      <p:pic>
        <p:nvPicPr>
          <p:cNvPr id="2088" name="New picture"/>
          <p:cNvPicPr/>
          <p:nvPr/>
        </p:nvPicPr>
        <p:blipFill>
          <a:blip r:embed="rId1293"/>
          <a:srcRect/>
          <a:stretch>
            <a:fillRect/>
          </a:stretch>
        </p:blipFill>
        <p:spPr>
          <a:xfrm>
            <a:off x="764476" y="213169"/>
            <a:ext cx="47339" cy="73247"/>
          </a:xfrm>
          <a:prstGeom prst="rect"/>
          <a:ln w="0">
            <a:noFill/>
          </a:ln>
        </p:spPr>
      </p:pic>
      <p:sp>
        <p:nvSpPr>
          <p:cNvPr id="2089" name="New shape"/>
          <p:cNvSpPr/>
          <p:nvPr/>
        </p:nvSpPr>
        <p:spPr>
          <a:xfrm>
            <a:off x="775144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0" name="New picture"/>
          <p:cNvPicPr/>
          <p:nvPr/>
        </p:nvPicPr>
        <p:blipFill>
          <a:blip r:embed="rId1294"/>
          <a:srcRect/>
          <a:stretch>
            <a:fillRect/>
          </a:stretch>
        </p:blipFill>
        <p:spPr>
          <a:xfrm>
            <a:off x="856107" y="213169"/>
            <a:ext cx="27432" cy="71723"/>
          </a:xfrm>
          <a:prstGeom prst="rect"/>
          <a:ln w="0">
            <a:noFill/>
          </a:ln>
        </p:spPr>
      </p:pic>
      <p:pic>
        <p:nvPicPr>
          <p:cNvPr id="2091" name="New picture"/>
          <p:cNvPicPr/>
          <p:nvPr/>
        </p:nvPicPr>
        <p:blipFill>
          <a:blip r:embed="rId1295"/>
          <a:srcRect/>
          <a:stretch>
            <a:fillRect/>
          </a:stretch>
        </p:blipFill>
        <p:spPr>
          <a:xfrm>
            <a:off x="906494" y="213169"/>
            <a:ext cx="47339" cy="73247"/>
          </a:xfrm>
          <a:prstGeom prst="rect"/>
          <a:ln w="0">
            <a:noFill/>
          </a:ln>
        </p:spPr>
      </p:pic>
      <p:sp>
        <p:nvSpPr>
          <p:cNvPr id="2092" name="New shape"/>
          <p:cNvSpPr/>
          <p:nvPr/>
        </p:nvSpPr>
        <p:spPr>
          <a:xfrm>
            <a:off x="917162" y="219265"/>
            <a:ext cx="24479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93" name="New shape"/>
          <p:cNvSpPr/>
          <p:nvPr/>
        </p:nvSpPr>
        <p:spPr>
          <a:xfrm>
            <a:off x="915638" y="249841"/>
            <a:ext cx="2905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94" name="New shape"/>
          <p:cNvSpPr/>
          <p:nvPr/>
        </p:nvSpPr>
        <p:spPr>
          <a:xfrm>
            <a:off x="967549" y="232981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95" name="New shape"/>
          <p:cNvSpPr/>
          <p:nvPr/>
        </p:nvSpPr>
        <p:spPr>
          <a:xfrm>
            <a:off x="967549" y="2757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6" name="New picture"/>
          <p:cNvPicPr/>
          <p:nvPr/>
        </p:nvPicPr>
        <p:blipFill>
          <a:blip r:embed="rId1296"/>
          <a:srcRect/>
          <a:stretch>
            <a:fillRect/>
          </a:stretch>
        </p:blipFill>
        <p:spPr>
          <a:xfrm>
            <a:off x="998125" y="213169"/>
            <a:ext cx="25908" cy="71723"/>
          </a:xfrm>
          <a:prstGeom prst="rect"/>
          <a:ln w="0">
            <a:noFill/>
          </a:ln>
        </p:spPr>
      </p:pic>
      <p:pic>
        <p:nvPicPr>
          <p:cNvPr id="2097" name="New picture"/>
          <p:cNvPicPr/>
          <p:nvPr/>
        </p:nvPicPr>
        <p:blipFill>
          <a:blip r:embed="rId1297"/>
          <a:srcRect/>
          <a:stretch>
            <a:fillRect/>
          </a:stretch>
        </p:blipFill>
        <p:spPr>
          <a:xfrm>
            <a:off x="1046988" y="213169"/>
            <a:ext cx="47339" cy="73247"/>
          </a:xfrm>
          <a:prstGeom prst="rect"/>
          <a:ln w="0">
            <a:noFill/>
          </a:ln>
        </p:spPr>
      </p:pic>
      <p:sp>
        <p:nvSpPr>
          <p:cNvPr id="2098" name="New shape"/>
          <p:cNvSpPr/>
          <p:nvPr/>
        </p:nvSpPr>
        <p:spPr>
          <a:xfrm>
            <a:off x="1057656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9" name="New picture"/>
          <p:cNvPicPr/>
          <p:nvPr/>
        </p:nvPicPr>
        <p:blipFill>
          <a:blip r:embed="rId1298"/>
          <a:srcRect/>
          <a:stretch>
            <a:fillRect/>
          </a:stretch>
        </p:blipFill>
        <p:spPr>
          <a:xfrm>
            <a:off x="2856452" y="213170"/>
            <a:ext cx="47339" cy="71723"/>
          </a:xfrm>
          <a:prstGeom prst="rect"/>
          <a:ln w="0">
            <a:noFill/>
          </a:ln>
        </p:spPr>
      </p:pic>
      <p:pic>
        <p:nvPicPr>
          <p:cNvPr id="2100" name="New picture"/>
          <p:cNvPicPr/>
          <p:nvPr/>
        </p:nvPicPr>
        <p:blipFill>
          <a:blip r:embed="rId1299"/>
          <a:srcRect/>
          <a:stretch>
            <a:fillRect/>
          </a:stretch>
        </p:blipFill>
        <p:spPr>
          <a:xfrm>
            <a:off x="2940463" y="231458"/>
            <a:ext cx="48863" cy="54959"/>
          </a:xfrm>
          <a:prstGeom prst="rect"/>
          <a:ln w="0">
            <a:noFill/>
          </a:ln>
        </p:spPr>
      </p:pic>
      <p:sp>
        <p:nvSpPr>
          <p:cNvPr id="2101" name="New shape"/>
          <p:cNvSpPr/>
          <p:nvPr/>
        </p:nvSpPr>
        <p:spPr>
          <a:xfrm>
            <a:off x="2949607" y="239078"/>
            <a:ext cx="30575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2" name="New picture"/>
          <p:cNvPicPr/>
          <p:nvPr/>
        </p:nvPicPr>
        <p:blipFill>
          <a:blip r:embed="rId1300"/>
          <a:srcRect/>
          <a:stretch>
            <a:fillRect/>
          </a:stretch>
        </p:blipFill>
        <p:spPr>
          <a:xfrm>
            <a:off x="2999994" y="232981"/>
            <a:ext cx="42767" cy="53435"/>
          </a:xfrm>
          <a:prstGeom prst="rect"/>
          <a:ln w="0">
            <a:noFill/>
          </a:ln>
        </p:spPr>
      </p:pic>
      <p:pic>
        <p:nvPicPr>
          <p:cNvPr id="2103" name="New picture"/>
          <p:cNvPicPr/>
          <p:nvPr/>
        </p:nvPicPr>
        <p:blipFill>
          <a:blip r:embed="rId1301"/>
          <a:srcRect/>
          <a:stretch>
            <a:fillRect/>
          </a:stretch>
        </p:blipFill>
        <p:spPr>
          <a:xfrm>
            <a:off x="3052001" y="232981"/>
            <a:ext cx="47244" cy="51911"/>
          </a:xfrm>
          <a:prstGeom prst="rect"/>
          <a:ln w="0">
            <a:noFill/>
          </a:ln>
        </p:spPr>
      </p:pic>
      <p:pic>
        <p:nvPicPr>
          <p:cNvPr id="2104" name="New picture"/>
          <p:cNvPicPr/>
          <p:nvPr/>
        </p:nvPicPr>
        <p:blipFill>
          <a:blip r:embed="rId1302"/>
          <a:srcRect/>
          <a:stretch>
            <a:fillRect/>
          </a:stretch>
        </p:blipFill>
        <p:spPr>
          <a:xfrm>
            <a:off x="3108484" y="231457"/>
            <a:ext cx="27432" cy="53435"/>
          </a:xfrm>
          <a:prstGeom prst="rect"/>
          <a:ln w="0">
            <a:noFill/>
          </a:ln>
        </p:spPr>
      </p:pic>
      <p:pic>
        <p:nvPicPr>
          <p:cNvPr id="2105" name="New picture"/>
          <p:cNvPicPr/>
          <p:nvPr/>
        </p:nvPicPr>
        <p:blipFill>
          <a:blip r:embed="rId1303"/>
          <a:srcRect/>
          <a:stretch>
            <a:fillRect/>
          </a:stretch>
        </p:blipFill>
        <p:spPr>
          <a:xfrm>
            <a:off x="3138964" y="231458"/>
            <a:ext cx="48863" cy="54959"/>
          </a:xfrm>
          <a:prstGeom prst="rect"/>
          <a:ln w="0">
            <a:noFill/>
          </a:ln>
        </p:spPr>
      </p:pic>
      <p:sp>
        <p:nvSpPr>
          <p:cNvPr id="2106" name="New shape"/>
          <p:cNvSpPr/>
          <p:nvPr/>
        </p:nvSpPr>
        <p:spPr>
          <a:xfrm>
            <a:off x="3148203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7" name="New picture"/>
          <p:cNvPicPr/>
          <p:nvPr/>
        </p:nvPicPr>
        <p:blipFill>
          <a:blip r:embed="rId1304"/>
          <a:srcRect/>
          <a:stretch>
            <a:fillRect/>
          </a:stretch>
        </p:blipFill>
        <p:spPr>
          <a:xfrm>
            <a:off x="3195447" y="231457"/>
            <a:ext cx="45815" cy="73343"/>
          </a:xfrm>
          <a:prstGeom prst="rect"/>
          <a:ln w="0">
            <a:noFill/>
          </a:ln>
        </p:spPr>
      </p:pic>
      <p:sp>
        <p:nvSpPr>
          <p:cNvPr id="2108" name="New shape"/>
          <p:cNvSpPr/>
          <p:nvPr/>
        </p:nvSpPr>
        <p:spPr>
          <a:xfrm>
            <a:off x="3204686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9" name="New picture"/>
          <p:cNvPicPr/>
          <p:nvPr/>
        </p:nvPicPr>
        <p:blipFill>
          <a:blip r:embed="rId1305"/>
          <a:srcRect/>
          <a:stretch>
            <a:fillRect/>
          </a:stretch>
        </p:blipFill>
        <p:spPr>
          <a:xfrm>
            <a:off x="3252026" y="231457"/>
            <a:ext cx="48863" cy="54959"/>
          </a:xfrm>
          <a:prstGeom prst="rect"/>
          <a:ln w="0">
            <a:noFill/>
          </a:ln>
        </p:spPr>
      </p:pic>
      <p:sp>
        <p:nvSpPr>
          <p:cNvPr id="2110" name="New shape"/>
          <p:cNvSpPr/>
          <p:nvPr/>
        </p:nvSpPr>
        <p:spPr>
          <a:xfrm>
            <a:off x="3261169" y="239077"/>
            <a:ext cx="30480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1" name="New picture"/>
          <p:cNvPicPr/>
          <p:nvPr/>
        </p:nvPicPr>
        <p:blipFill>
          <a:blip r:embed="rId1306"/>
          <a:srcRect/>
          <a:stretch>
            <a:fillRect/>
          </a:stretch>
        </p:blipFill>
        <p:spPr>
          <a:xfrm>
            <a:off x="3308509" y="231457"/>
            <a:ext cx="42767" cy="54959"/>
          </a:xfrm>
          <a:prstGeom prst="rect"/>
          <a:ln w="0">
            <a:noFill/>
          </a:ln>
        </p:spPr>
      </p:pic>
      <p:pic>
        <p:nvPicPr>
          <p:cNvPr id="2112" name="New picture"/>
          <p:cNvPicPr/>
          <p:nvPr/>
        </p:nvPicPr>
        <p:blipFill>
          <a:blip r:embed="rId1307"/>
          <a:srcRect/>
          <a:stretch>
            <a:fillRect/>
          </a:stretch>
        </p:blipFill>
        <p:spPr>
          <a:xfrm>
            <a:off x="3387947" y="213169"/>
            <a:ext cx="45720" cy="73247"/>
          </a:xfrm>
          <a:prstGeom prst="rect"/>
          <a:ln w="0">
            <a:noFill/>
          </a:ln>
        </p:spPr>
      </p:pic>
      <p:sp>
        <p:nvSpPr>
          <p:cNvPr id="2113" name="New shape"/>
          <p:cNvSpPr/>
          <p:nvPr/>
        </p:nvSpPr>
        <p:spPr>
          <a:xfrm>
            <a:off x="3397091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4" name="New picture"/>
          <p:cNvPicPr/>
          <p:nvPr/>
        </p:nvPicPr>
        <p:blipFill>
          <a:blip r:embed="rId1308"/>
          <a:srcRect/>
          <a:stretch>
            <a:fillRect/>
          </a:stretch>
        </p:blipFill>
        <p:spPr>
          <a:xfrm>
            <a:off x="3444430" y="231457"/>
            <a:ext cx="48863" cy="54959"/>
          </a:xfrm>
          <a:prstGeom prst="rect"/>
          <a:ln w="0">
            <a:noFill/>
          </a:ln>
        </p:spPr>
      </p:pic>
      <p:sp>
        <p:nvSpPr>
          <p:cNvPr id="2115" name="New shape"/>
          <p:cNvSpPr/>
          <p:nvPr/>
        </p:nvSpPr>
        <p:spPr>
          <a:xfrm>
            <a:off x="3453574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6" name="New picture"/>
          <p:cNvPicPr/>
          <p:nvPr/>
        </p:nvPicPr>
        <p:blipFill>
          <a:blip r:embed="rId1309"/>
          <a:srcRect/>
          <a:stretch>
            <a:fillRect/>
          </a:stretch>
        </p:blipFill>
        <p:spPr>
          <a:xfrm>
            <a:off x="3531394" y="231457"/>
            <a:ext cx="29051" cy="53435"/>
          </a:xfrm>
          <a:prstGeom prst="rect"/>
          <a:ln w="0">
            <a:noFill/>
          </a:ln>
        </p:spPr>
      </p:pic>
      <p:pic>
        <p:nvPicPr>
          <p:cNvPr id="2117" name="New picture"/>
          <p:cNvPicPr/>
          <p:nvPr/>
        </p:nvPicPr>
        <p:blipFill>
          <a:blip r:embed="rId1310"/>
          <a:srcRect/>
          <a:stretch>
            <a:fillRect/>
          </a:stretch>
        </p:blipFill>
        <p:spPr>
          <a:xfrm>
            <a:off x="3563493" y="231457"/>
            <a:ext cx="47339" cy="54959"/>
          </a:xfrm>
          <a:prstGeom prst="rect"/>
          <a:ln w="0">
            <a:noFill/>
          </a:ln>
        </p:spPr>
      </p:pic>
      <p:sp>
        <p:nvSpPr>
          <p:cNvPr id="2118" name="New shape"/>
          <p:cNvSpPr/>
          <p:nvPr/>
        </p:nvSpPr>
        <p:spPr>
          <a:xfrm>
            <a:off x="3572637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19" name="New shape"/>
          <p:cNvSpPr/>
          <p:nvPr/>
        </p:nvSpPr>
        <p:spPr>
          <a:xfrm>
            <a:off x="3581876" y="213169"/>
            <a:ext cx="18288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0" name="New picture"/>
          <p:cNvPicPr/>
          <p:nvPr/>
        </p:nvPicPr>
        <p:blipFill>
          <a:blip r:embed="rId1311"/>
          <a:srcRect/>
          <a:stretch>
            <a:fillRect/>
          </a:stretch>
        </p:blipFill>
        <p:spPr>
          <a:xfrm>
            <a:off x="3616928" y="211645"/>
            <a:ext cx="30575" cy="73247"/>
          </a:xfrm>
          <a:prstGeom prst="rect"/>
          <a:ln w="0">
            <a:noFill/>
          </a:ln>
        </p:spPr>
      </p:pic>
      <p:pic>
        <p:nvPicPr>
          <p:cNvPr id="2121" name="New picture"/>
          <p:cNvPicPr/>
          <p:nvPr/>
        </p:nvPicPr>
        <p:blipFill>
          <a:blip r:embed="rId1312"/>
          <a:srcRect/>
          <a:stretch>
            <a:fillRect/>
          </a:stretch>
        </p:blipFill>
        <p:spPr>
          <a:xfrm>
            <a:off x="3647503" y="231457"/>
            <a:ext cx="48863" cy="54959"/>
          </a:xfrm>
          <a:prstGeom prst="rect"/>
          <a:ln w="0">
            <a:noFill/>
          </a:ln>
        </p:spPr>
      </p:pic>
      <p:sp>
        <p:nvSpPr>
          <p:cNvPr id="2122" name="New shape"/>
          <p:cNvSpPr/>
          <p:nvPr/>
        </p:nvSpPr>
        <p:spPr>
          <a:xfrm>
            <a:off x="36581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23" name="New shape"/>
          <p:cNvSpPr/>
          <p:nvPr/>
        </p:nvSpPr>
        <p:spPr>
          <a:xfrm>
            <a:off x="3667315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4" name="New picture"/>
          <p:cNvPicPr/>
          <p:nvPr/>
        </p:nvPicPr>
        <p:blipFill>
          <a:blip r:embed="rId1313"/>
          <a:srcRect/>
          <a:stretch>
            <a:fillRect/>
          </a:stretch>
        </p:blipFill>
        <p:spPr>
          <a:xfrm>
            <a:off x="3707035" y="231457"/>
            <a:ext cx="29051" cy="53435"/>
          </a:xfrm>
          <a:prstGeom prst="rect"/>
          <a:ln w="0">
            <a:noFill/>
          </a:ln>
        </p:spPr>
      </p:pic>
      <p:pic>
        <p:nvPicPr>
          <p:cNvPr id="2125" name="New picture"/>
          <p:cNvPicPr/>
          <p:nvPr/>
        </p:nvPicPr>
        <p:blipFill>
          <a:blip r:embed="rId1314"/>
          <a:srcRect/>
          <a:stretch>
            <a:fillRect/>
          </a:stretch>
        </p:blipFill>
        <p:spPr>
          <a:xfrm>
            <a:off x="3737610" y="231457"/>
            <a:ext cx="48863" cy="54959"/>
          </a:xfrm>
          <a:prstGeom prst="rect"/>
          <a:ln w="0">
            <a:noFill/>
          </a:ln>
        </p:spPr>
      </p:pic>
      <p:sp>
        <p:nvSpPr>
          <p:cNvPr id="2126" name="New shape"/>
          <p:cNvSpPr/>
          <p:nvPr/>
        </p:nvSpPr>
        <p:spPr>
          <a:xfrm>
            <a:off x="3748278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7" name="New picture"/>
          <p:cNvPicPr/>
          <p:nvPr/>
        </p:nvPicPr>
        <p:blipFill>
          <a:blip r:embed="rId1315"/>
          <a:srcRect/>
          <a:stretch>
            <a:fillRect/>
          </a:stretch>
        </p:blipFill>
        <p:spPr>
          <a:xfrm>
            <a:off x="3797141" y="231457"/>
            <a:ext cx="42767" cy="53435"/>
          </a:xfrm>
          <a:prstGeom prst="rect"/>
          <a:ln w="0">
            <a:noFill/>
          </a:ln>
        </p:spPr>
      </p:pic>
      <p:pic>
        <p:nvPicPr>
          <p:cNvPr id="2128" name="New picture"/>
          <p:cNvPicPr/>
          <p:nvPr/>
        </p:nvPicPr>
        <p:blipFill>
          <a:blip r:embed="rId1316"/>
          <a:srcRect/>
          <a:stretch>
            <a:fillRect/>
          </a:stretch>
        </p:blipFill>
        <p:spPr>
          <a:xfrm>
            <a:off x="3852100" y="231457"/>
            <a:ext cx="45815" cy="54959"/>
          </a:xfrm>
          <a:prstGeom prst="rect"/>
          <a:ln w="0">
            <a:noFill/>
          </a:ln>
        </p:spPr>
      </p:pic>
      <p:pic>
        <p:nvPicPr>
          <p:cNvPr id="2129" name="New picture"/>
          <p:cNvPicPr/>
          <p:nvPr/>
        </p:nvPicPr>
        <p:blipFill>
          <a:blip r:embed="rId1317"/>
          <a:srcRect/>
          <a:stretch>
            <a:fillRect/>
          </a:stretch>
        </p:blipFill>
        <p:spPr>
          <a:xfrm>
            <a:off x="3902487" y="231457"/>
            <a:ext cx="48863" cy="54959"/>
          </a:xfrm>
          <a:prstGeom prst="rect"/>
          <a:ln w="0">
            <a:noFill/>
          </a:ln>
        </p:spPr>
      </p:pic>
      <p:sp>
        <p:nvSpPr>
          <p:cNvPr id="2130" name="New shape"/>
          <p:cNvSpPr/>
          <p:nvPr/>
        </p:nvSpPr>
        <p:spPr>
          <a:xfrm>
            <a:off x="3911632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1" name="New picture"/>
          <p:cNvPicPr/>
          <p:nvPr/>
        </p:nvPicPr>
        <p:blipFill>
          <a:blip r:embed="rId1318"/>
          <a:srcRect/>
          <a:stretch>
            <a:fillRect/>
          </a:stretch>
        </p:blipFill>
        <p:spPr>
          <a:xfrm>
            <a:off x="3986498" y="231457"/>
            <a:ext cx="44291" cy="54959"/>
          </a:xfrm>
          <a:prstGeom prst="rect"/>
          <a:ln w="0">
            <a:noFill/>
          </a:ln>
        </p:spPr>
      </p:pic>
      <p:pic>
        <p:nvPicPr>
          <p:cNvPr id="2132" name="New picture"/>
          <p:cNvPicPr/>
          <p:nvPr/>
        </p:nvPicPr>
        <p:blipFill>
          <a:blip r:embed="rId1319"/>
          <a:srcRect/>
          <a:stretch>
            <a:fillRect/>
          </a:stretch>
        </p:blipFill>
        <p:spPr>
          <a:xfrm>
            <a:off x="4039934" y="232981"/>
            <a:ext cx="42767" cy="53435"/>
          </a:xfrm>
          <a:prstGeom prst="rect"/>
          <a:ln w="0">
            <a:noFill/>
          </a:ln>
        </p:spPr>
      </p:pic>
      <p:pic>
        <p:nvPicPr>
          <p:cNvPr id="2133" name="New picture"/>
          <p:cNvPicPr/>
          <p:nvPr/>
        </p:nvPicPr>
        <p:blipFill>
          <a:blip r:embed="rId1320"/>
          <a:srcRect/>
          <a:stretch>
            <a:fillRect/>
          </a:stretch>
        </p:blipFill>
        <p:spPr>
          <a:xfrm>
            <a:off x="4097941" y="231457"/>
            <a:ext cx="27432" cy="53435"/>
          </a:xfrm>
          <a:prstGeom prst="rect"/>
          <a:ln w="0">
            <a:noFill/>
          </a:ln>
        </p:spPr>
      </p:pic>
      <p:sp>
        <p:nvSpPr>
          <p:cNvPr id="2134" name="New shape"/>
          <p:cNvSpPr/>
          <p:nvPr/>
        </p:nvSpPr>
        <p:spPr>
          <a:xfrm>
            <a:off x="4158997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5" name="New picture"/>
          <p:cNvPicPr/>
          <p:nvPr/>
        </p:nvPicPr>
        <p:blipFill>
          <a:blip r:embed="rId1321"/>
          <a:srcRect/>
          <a:stretch>
            <a:fillRect/>
          </a:stretch>
        </p:blipFill>
        <p:spPr>
          <a:xfrm>
            <a:off x="4178903" y="231457"/>
            <a:ext cx="48863" cy="54959"/>
          </a:xfrm>
          <a:prstGeom prst="rect"/>
          <a:ln w="0">
            <a:noFill/>
          </a:ln>
        </p:spPr>
      </p:pic>
      <p:sp>
        <p:nvSpPr>
          <p:cNvPr id="2136" name="New shape"/>
          <p:cNvSpPr/>
          <p:nvPr/>
        </p:nvSpPr>
        <p:spPr>
          <a:xfrm>
            <a:off x="41895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7" name="New picture"/>
          <p:cNvPicPr/>
          <p:nvPr/>
        </p:nvPicPr>
        <p:blipFill>
          <a:blip r:embed="rId1322"/>
          <a:srcRect/>
          <a:stretch>
            <a:fillRect/>
          </a:stretch>
        </p:blipFill>
        <p:spPr>
          <a:xfrm>
            <a:off x="4267486" y="231457"/>
            <a:ext cx="71723" cy="53435"/>
          </a:xfrm>
          <a:prstGeom prst="rect"/>
          <a:ln w="0">
            <a:noFill/>
          </a:ln>
        </p:spPr>
      </p:pic>
      <p:pic>
        <p:nvPicPr>
          <p:cNvPr id="2138" name="New picture"/>
          <p:cNvPicPr/>
          <p:nvPr/>
        </p:nvPicPr>
        <p:blipFill>
          <a:blip r:embed="rId1323"/>
          <a:srcRect/>
          <a:stretch>
            <a:fillRect/>
          </a:stretch>
        </p:blipFill>
        <p:spPr>
          <a:xfrm>
            <a:off x="4348353" y="231458"/>
            <a:ext cx="48959" cy="54959"/>
          </a:xfrm>
          <a:prstGeom prst="rect"/>
          <a:ln w="0">
            <a:noFill/>
          </a:ln>
        </p:spPr>
      </p:pic>
      <p:sp>
        <p:nvSpPr>
          <p:cNvPr id="2139" name="New shape"/>
          <p:cNvSpPr/>
          <p:nvPr/>
        </p:nvSpPr>
        <p:spPr>
          <a:xfrm>
            <a:off x="4357592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0" name="New picture"/>
          <p:cNvPicPr/>
          <p:nvPr/>
        </p:nvPicPr>
        <p:blipFill>
          <a:blip r:embed="rId1324"/>
          <a:srcRect/>
          <a:stretch>
            <a:fillRect/>
          </a:stretch>
        </p:blipFill>
        <p:spPr>
          <a:xfrm>
            <a:off x="4404931" y="231457"/>
            <a:ext cx="47339" cy="54959"/>
          </a:xfrm>
          <a:prstGeom prst="rect"/>
          <a:ln w="0">
            <a:noFill/>
          </a:ln>
        </p:spPr>
      </p:pic>
      <p:pic>
        <p:nvPicPr>
          <p:cNvPr id="2141" name="New picture"/>
          <p:cNvPicPr/>
          <p:nvPr/>
        </p:nvPicPr>
        <p:blipFill>
          <a:blip r:embed="rId1325"/>
          <a:srcRect/>
          <a:stretch>
            <a:fillRect/>
          </a:stretch>
        </p:blipFill>
        <p:spPr>
          <a:xfrm>
            <a:off x="4459891" y="213169"/>
            <a:ext cx="42767" cy="71723"/>
          </a:xfrm>
          <a:prstGeom prst="rect"/>
          <a:ln w="0">
            <a:noFill/>
          </a:ln>
        </p:spPr>
      </p:pic>
      <p:sp>
        <p:nvSpPr>
          <p:cNvPr id="2142" name="New shape"/>
          <p:cNvSpPr/>
          <p:nvPr/>
        </p:nvSpPr>
        <p:spPr>
          <a:xfrm>
            <a:off x="4516374" y="213169"/>
            <a:ext cx="7620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43" name="New shape"/>
          <p:cNvSpPr/>
          <p:nvPr/>
        </p:nvSpPr>
        <p:spPr>
          <a:xfrm>
            <a:off x="4516374" y="232981"/>
            <a:ext cx="7620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4" name="New picture"/>
          <p:cNvPicPr/>
          <p:nvPr/>
        </p:nvPicPr>
        <p:blipFill>
          <a:blip r:embed="rId1326"/>
          <a:srcRect/>
          <a:stretch>
            <a:fillRect/>
          </a:stretch>
        </p:blipFill>
        <p:spPr>
          <a:xfrm>
            <a:off x="4537710" y="231457"/>
            <a:ext cx="42767" cy="53435"/>
          </a:xfrm>
          <a:prstGeom prst="rect"/>
          <a:ln w="0">
            <a:noFill/>
          </a:ln>
        </p:spPr>
      </p:pic>
      <p:pic>
        <p:nvPicPr>
          <p:cNvPr id="2145" name="New picture"/>
          <p:cNvPicPr/>
          <p:nvPr/>
        </p:nvPicPr>
        <p:blipFill>
          <a:blip r:embed="rId1327"/>
          <a:srcRect/>
          <a:stretch>
            <a:fillRect/>
          </a:stretch>
        </p:blipFill>
        <p:spPr>
          <a:xfrm>
            <a:off x="4591241" y="231457"/>
            <a:ext cx="48863" cy="54959"/>
          </a:xfrm>
          <a:prstGeom prst="rect"/>
          <a:ln w="0">
            <a:noFill/>
          </a:ln>
        </p:spPr>
      </p:pic>
      <p:sp>
        <p:nvSpPr>
          <p:cNvPr id="2146" name="New shape"/>
          <p:cNvSpPr/>
          <p:nvPr/>
        </p:nvSpPr>
        <p:spPr>
          <a:xfrm>
            <a:off x="4601908" y="239077"/>
            <a:ext cx="28956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47" name="New shape"/>
          <p:cNvSpPr/>
          <p:nvPr/>
        </p:nvSpPr>
        <p:spPr>
          <a:xfrm>
            <a:off x="4680204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8" name="New picture"/>
          <p:cNvPicPr/>
          <p:nvPr/>
        </p:nvPicPr>
        <p:blipFill>
          <a:blip r:embed="rId1328"/>
          <a:srcRect/>
          <a:stretch>
            <a:fillRect/>
          </a:stretch>
        </p:blipFill>
        <p:spPr>
          <a:xfrm>
            <a:off x="4699635" y="231457"/>
            <a:ext cx="48863" cy="54959"/>
          </a:xfrm>
          <a:prstGeom prst="rect"/>
          <a:ln w="0">
            <a:noFill/>
          </a:ln>
        </p:spPr>
      </p:pic>
      <p:sp>
        <p:nvSpPr>
          <p:cNvPr id="2149" name="New shape"/>
          <p:cNvSpPr/>
          <p:nvPr/>
        </p:nvSpPr>
        <p:spPr>
          <a:xfrm>
            <a:off x="470877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0" name="New picture"/>
          <p:cNvPicPr/>
          <p:nvPr/>
        </p:nvPicPr>
        <p:blipFill>
          <a:blip r:embed="rId1329"/>
          <a:srcRect/>
          <a:stretch>
            <a:fillRect/>
          </a:stretch>
        </p:blipFill>
        <p:spPr>
          <a:xfrm>
            <a:off x="4756118" y="231458"/>
            <a:ext cx="48863" cy="54959"/>
          </a:xfrm>
          <a:prstGeom prst="rect"/>
          <a:ln w="0">
            <a:noFill/>
          </a:ln>
        </p:spPr>
      </p:pic>
      <p:sp>
        <p:nvSpPr>
          <p:cNvPr id="2151" name="New shape"/>
          <p:cNvSpPr/>
          <p:nvPr/>
        </p:nvSpPr>
        <p:spPr>
          <a:xfrm>
            <a:off x="4765263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2" name="New picture"/>
          <p:cNvPicPr/>
          <p:nvPr/>
        </p:nvPicPr>
        <p:blipFill>
          <a:blip r:embed="rId1330"/>
          <a:srcRect/>
          <a:stretch>
            <a:fillRect/>
          </a:stretch>
        </p:blipFill>
        <p:spPr>
          <a:xfrm>
            <a:off x="4815649" y="231457"/>
            <a:ext cx="29051" cy="53435"/>
          </a:xfrm>
          <a:prstGeom prst="rect"/>
          <a:ln w="0">
            <a:noFill/>
          </a:ln>
        </p:spPr>
      </p:pic>
      <p:pic>
        <p:nvPicPr>
          <p:cNvPr id="2153" name="New picture"/>
          <p:cNvPicPr/>
          <p:nvPr/>
        </p:nvPicPr>
        <p:blipFill>
          <a:blip r:embed="rId1331"/>
          <a:srcRect/>
          <a:stretch>
            <a:fillRect/>
          </a:stretch>
        </p:blipFill>
        <p:spPr>
          <a:xfrm>
            <a:off x="4849273" y="231457"/>
            <a:ext cx="42767" cy="53435"/>
          </a:xfrm>
          <a:prstGeom prst="rect"/>
          <a:ln w="0">
            <a:noFill/>
          </a:ln>
        </p:spPr>
      </p:pic>
      <p:sp>
        <p:nvSpPr>
          <p:cNvPr id="2154" name="New shape"/>
          <p:cNvSpPr/>
          <p:nvPr/>
        </p:nvSpPr>
        <p:spPr>
          <a:xfrm>
            <a:off x="4905756" y="213169"/>
            <a:ext cx="9144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55" name="New shape"/>
          <p:cNvSpPr/>
          <p:nvPr/>
        </p:nvSpPr>
        <p:spPr>
          <a:xfrm>
            <a:off x="4905756" y="232981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6" name="New picture"/>
          <p:cNvPicPr/>
          <p:nvPr/>
        </p:nvPicPr>
        <p:blipFill>
          <a:blip r:embed="rId1332"/>
          <a:srcRect/>
          <a:stretch>
            <a:fillRect/>
          </a:stretch>
        </p:blipFill>
        <p:spPr>
          <a:xfrm>
            <a:off x="4928712" y="231457"/>
            <a:ext cx="42672" cy="53435"/>
          </a:xfrm>
          <a:prstGeom prst="rect"/>
          <a:ln w="0">
            <a:noFill/>
          </a:ln>
        </p:spPr>
      </p:pic>
      <p:pic>
        <p:nvPicPr>
          <p:cNvPr id="2157" name="New picture"/>
          <p:cNvPicPr/>
          <p:nvPr/>
        </p:nvPicPr>
        <p:blipFill>
          <a:blip r:embed="rId1333"/>
          <a:srcRect/>
          <a:stretch>
            <a:fillRect/>
          </a:stretch>
        </p:blipFill>
        <p:spPr>
          <a:xfrm>
            <a:off x="4982146" y="231457"/>
            <a:ext cx="45815" cy="73343"/>
          </a:xfrm>
          <a:prstGeom prst="rect"/>
          <a:ln w="0">
            <a:noFill/>
          </a:ln>
        </p:spPr>
      </p:pic>
      <p:sp>
        <p:nvSpPr>
          <p:cNvPr id="2158" name="New shape"/>
          <p:cNvSpPr/>
          <p:nvPr/>
        </p:nvSpPr>
        <p:spPr>
          <a:xfrm>
            <a:off x="4991290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9" name="New picture"/>
          <p:cNvPicPr/>
          <p:nvPr/>
        </p:nvPicPr>
        <p:blipFill>
          <a:blip r:embed="rId1334"/>
          <a:srcRect/>
          <a:stretch>
            <a:fillRect/>
          </a:stretch>
        </p:blipFill>
        <p:spPr>
          <a:xfrm>
            <a:off x="5070729" y="231457"/>
            <a:ext cx="44196" cy="73343"/>
          </a:xfrm>
          <a:prstGeom prst="rect"/>
          <a:ln w="0">
            <a:noFill/>
          </a:ln>
        </p:spPr>
      </p:pic>
      <p:sp>
        <p:nvSpPr>
          <p:cNvPr id="2160" name="New shape"/>
          <p:cNvSpPr/>
          <p:nvPr/>
        </p:nvSpPr>
        <p:spPr>
          <a:xfrm>
            <a:off x="5078349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1" name="New picture"/>
          <p:cNvPicPr/>
          <p:nvPr/>
        </p:nvPicPr>
        <p:blipFill>
          <a:blip r:embed="rId1335"/>
          <a:srcRect/>
          <a:stretch>
            <a:fillRect/>
          </a:stretch>
        </p:blipFill>
        <p:spPr>
          <a:xfrm>
            <a:off x="5122640" y="231458"/>
            <a:ext cx="50387" cy="54959"/>
          </a:xfrm>
          <a:prstGeom prst="rect"/>
          <a:ln w="0">
            <a:noFill/>
          </a:ln>
        </p:spPr>
      </p:pic>
      <p:sp>
        <p:nvSpPr>
          <p:cNvPr id="2162" name="New shape"/>
          <p:cNvSpPr/>
          <p:nvPr/>
        </p:nvSpPr>
        <p:spPr>
          <a:xfrm>
            <a:off x="5131784" y="239078"/>
            <a:ext cx="32004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3" name="New picture"/>
          <p:cNvPicPr/>
          <p:nvPr/>
        </p:nvPicPr>
        <p:blipFill>
          <a:blip r:embed="rId1336"/>
          <a:srcRect/>
          <a:stretch>
            <a:fillRect/>
          </a:stretch>
        </p:blipFill>
        <p:spPr>
          <a:xfrm>
            <a:off x="5182172" y="232981"/>
            <a:ext cx="42767" cy="53435"/>
          </a:xfrm>
          <a:prstGeom prst="rect"/>
          <a:ln w="0">
            <a:noFill/>
          </a:ln>
        </p:spPr>
      </p:pic>
      <p:pic>
        <p:nvPicPr>
          <p:cNvPr id="2164" name="New picture"/>
          <p:cNvPicPr/>
          <p:nvPr/>
        </p:nvPicPr>
        <p:blipFill>
          <a:blip r:embed="rId1337"/>
          <a:srcRect/>
          <a:stretch>
            <a:fillRect/>
          </a:stretch>
        </p:blipFill>
        <p:spPr>
          <a:xfrm>
            <a:off x="5240179" y="231457"/>
            <a:ext cx="27432" cy="53435"/>
          </a:xfrm>
          <a:prstGeom prst="rect"/>
          <a:ln w="0">
            <a:noFill/>
          </a:ln>
        </p:spPr>
      </p:pic>
      <p:sp>
        <p:nvSpPr>
          <p:cNvPr id="2165" name="New shape"/>
          <p:cNvSpPr/>
          <p:nvPr/>
        </p:nvSpPr>
        <p:spPr>
          <a:xfrm>
            <a:off x="5301996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6" name="New picture"/>
          <p:cNvPicPr/>
          <p:nvPr/>
        </p:nvPicPr>
        <p:blipFill>
          <a:blip r:embed="rId1338"/>
          <a:srcRect/>
          <a:stretch>
            <a:fillRect/>
          </a:stretch>
        </p:blipFill>
        <p:spPr>
          <a:xfrm>
            <a:off x="5321141" y="231457"/>
            <a:ext cx="48863" cy="54959"/>
          </a:xfrm>
          <a:prstGeom prst="rect"/>
          <a:ln w="0">
            <a:noFill/>
          </a:ln>
        </p:spPr>
      </p:pic>
      <p:sp>
        <p:nvSpPr>
          <p:cNvPr id="2167" name="New shape"/>
          <p:cNvSpPr/>
          <p:nvPr/>
        </p:nvSpPr>
        <p:spPr>
          <a:xfrm>
            <a:off x="533180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8" name="New picture"/>
          <p:cNvPicPr/>
          <p:nvPr/>
        </p:nvPicPr>
        <p:blipFill>
          <a:blip r:embed="rId1339"/>
          <a:srcRect/>
          <a:stretch>
            <a:fillRect/>
          </a:stretch>
        </p:blipFill>
        <p:spPr>
          <a:xfrm>
            <a:off x="5377624" y="231457"/>
            <a:ext cx="44291" cy="54959"/>
          </a:xfrm>
          <a:prstGeom prst="rect"/>
          <a:ln w="0">
            <a:noFill/>
          </a:ln>
        </p:spPr>
      </p:pic>
      <p:pic>
        <p:nvPicPr>
          <p:cNvPr id="2169" name="New picture"/>
          <p:cNvPicPr/>
          <p:nvPr/>
        </p:nvPicPr>
        <p:blipFill>
          <a:blip r:embed="rId1340"/>
          <a:srcRect/>
          <a:stretch>
            <a:fillRect/>
          </a:stretch>
        </p:blipFill>
        <p:spPr>
          <a:xfrm>
            <a:off x="5457063" y="213169"/>
            <a:ext cx="45815" cy="73247"/>
          </a:xfrm>
          <a:prstGeom prst="rect"/>
          <a:ln w="0">
            <a:noFill/>
          </a:ln>
        </p:spPr>
      </p:pic>
      <p:sp>
        <p:nvSpPr>
          <p:cNvPr id="2170" name="New shape"/>
          <p:cNvSpPr/>
          <p:nvPr/>
        </p:nvSpPr>
        <p:spPr>
          <a:xfrm>
            <a:off x="5466207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1" name="New picture"/>
          <p:cNvPicPr/>
          <p:nvPr/>
        </p:nvPicPr>
        <p:blipFill>
          <a:blip r:embed="rId1341"/>
          <a:srcRect/>
          <a:stretch>
            <a:fillRect/>
          </a:stretch>
        </p:blipFill>
        <p:spPr>
          <a:xfrm>
            <a:off x="5513546" y="231457"/>
            <a:ext cx="48863" cy="54959"/>
          </a:xfrm>
          <a:prstGeom prst="rect"/>
          <a:ln w="0">
            <a:noFill/>
          </a:ln>
        </p:spPr>
      </p:pic>
      <p:sp>
        <p:nvSpPr>
          <p:cNvPr id="2172" name="New shape"/>
          <p:cNvSpPr/>
          <p:nvPr/>
        </p:nvSpPr>
        <p:spPr>
          <a:xfrm>
            <a:off x="5522691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73" name="New shape"/>
          <p:cNvSpPr/>
          <p:nvPr/>
        </p:nvSpPr>
        <p:spPr>
          <a:xfrm>
            <a:off x="5533358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4" name="New picture"/>
          <p:cNvPicPr/>
          <p:nvPr/>
        </p:nvPicPr>
        <p:blipFill>
          <a:blip r:embed="rId1342"/>
          <a:srcRect/>
          <a:stretch>
            <a:fillRect/>
          </a:stretch>
        </p:blipFill>
        <p:spPr>
          <a:xfrm>
            <a:off x="5573078" y="213169"/>
            <a:ext cx="45815" cy="73247"/>
          </a:xfrm>
          <a:prstGeom prst="rect"/>
          <a:ln w="0">
            <a:noFill/>
          </a:ln>
        </p:spPr>
      </p:pic>
      <p:sp>
        <p:nvSpPr>
          <p:cNvPr id="2175" name="New shape"/>
          <p:cNvSpPr/>
          <p:nvPr/>
        </p:nvSpPr>
        <p:spPr>
          <a:xfrm>
            <a:off x="5580698" y="239077"/>
            <a:ext cx="29051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6" name="New picture"/>
          <p:cNvPicPr/>
          <p:nvPr/>
        </p:nvPicPr>
        <p:blipFill>
          <a:blip r:embed="rId1343"/>
          <a:srcRect/>
          <a:stretch>
            <a:fillRect/>
          </a:stretch>
        </p:blipFill>
        <p:spPr>
          <a:xfrm>
            <a:off x="5629561" y="232981"/>
            <a:ext cx="42767" cy="53435"/>
          </a:xfrm>
          <a:prstGeom prst="rect"/>
          <a:ln w="0">
            <a:noFill/>
          </a:ln>
        </p:spPr>
      </p:pic>
      <p:pic>
        <p:nvPicPr>
          <p:cNvPr id="2177" name="New picture"/>
          <p:cNvPicPr/>
          <p:nvPr/>
        </p:nvPicPr>
        <p:blipFill>
          <a:blip r:embed="rId1344"/>
          <a:srcRect/>
          <a:stretch>
            <a:fillRect/>
          </a:stretch>
        </p:blipFill>
        <p:spPr>
          <a:xfrm>
            <a:off x="5681472" y="214694"/>
            <a:ext cx="26003" cy="71723"/>
          </a:xfrm>
          <a:prstGeom prst="rect"/>
          <a:ln w="0">
            <a:noFill/>
          </a:ln>
        </p:spPr>
      </p:pic>
      <p:pic>
        <p:nvPicPr>
          <p:cNvPr id="2178" name="New picture"/>
          <p:cNvPicPr/>
          <p:nvPr/>
        </p:nvPicPr>
        <p:blipFill>
          <a:blip r:embed="rId1345"/>
          <a:srcRect/>
          <a:stretch>
            <a:fillRect/>
          </a:stretch>
        </p:blipFill>
        <p:spPr>
          <a:xfrm>
            <a:off x="5712047" y="231458"/>
            <a:ext cx="48863" cy="54959"/>
          </a:xfrm>
          <a:prstGeom prst="rect"/>
          <a:ln w="0">
            <a:noFill/>
          </a:ln>
        </p:spPr>
      </p:pic>
      <p:sp>
        <p:nvSpPr>
          <p:cNvPr id="2179" name="New shape"/>
          <p:cNvSpPr/>
          <p:nvPr/>
        </p:nvSpPr>
        <p:spPr>
          <a:xfrm>
            <a:off x="5721191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0" name="New picture"/>
          <p:cNvPicPr/>
          <p:nvPr/>
        </p:nvPicPr>
        <p:blipFill>
          <a:blip r:embed="rId1346"/>
          <a:srcRect/>
          <a:stretch>
            <a:fillRect/>
          </a:stretch>
        </p:blipFill>
        <p:spPr>
          <a:xfrm>
            <a:off x="5771579" y="231457"/>
            <a:ext cx="42767" cy="53435"/>
          </a:xfrm>
          <a:prstGeom prst="rect"/>
          <a:ln w="0">
            <a:noFill/>
          </a:ln>
        </p:spPr>
      </p:pic>
      <p:pic>
        <p:nvPicPr>
          <p:cNvPr id="2181" name="New picture"/>
          <p:cNvPicPr/>
          <p:nvPr/>
        </p:nvPicPr>
        <p:blipFill>
          <a:blip r:embed="rId1347"/>
          <a:srcRect/>
          <a:stretch>
            <a:fillRect/>
          </a:stretch>
        </p:blipFill>
        <p:spPr>
          <a:xfrm>
            <a:off x="5823490" y="214694"/>
            <a:ext cx="24479" cy="71723"/>
          </a:xfrm>
          <a:prstGeom prst="rect"/>
          <a:ln w="0">
            <a:noFill/>
          </a:ln>
        </p:spPr>
      </p:pic>
      <p:pic>
        <p:nvPicPr>
          <p:cNvPr id="2182" name="New picture"/>
          <p:cNvPicPr/>
          <p:nvPr/>
        </p:nvPicPr>
        <p:blipFill>
          <a:blip r:embed="rId1348"/>
          <a:srcRect/>
          <a:stretch>
            <a:fillRect/>
          </a:stretch>
        </p:blipFill>
        <p:spPr>
          <a:xfrm>
            <a:off x="5852541" y="231457"/>
            <a:ext cx="44291" cy="54959"/>
          </a:xfrm>
          <a:prstGeom prst="rect"/>
          <a:ln w="0">
            <a:noFill/>
          </a:ln>
        </p:spPr>
      </p:pic>
      <p:pic>
        <p:nvPicPr>
          <p:cNvPr id="2183" name="New picture"/>
          <p:cNvPicPr/>
          <p:nvPr/>
        </p:nvPicPr>
        <p:blipFill>
          <a:blip r:embed="rId1349"/>
          <a:srcRect/>
          <a:stretch>
            <a:fillRect/>
          </a:stretch>
        </p:blipFill>
        <p:spPr>
          <a:xfrm>
            <a:off x="314039" y="10428638"/>
            <a:ext cx="42672" cy="71724"/>
          </a:xfrm>
          <a:prstGeom prst="rect"/>
          <a:ln w="0">
            <a:noFill/>
          </a:ln>
        </p:spPr>
      </p:pic>
      <p:pic>
        <p:nvPicPr>
          <p:cNvPr id="2184" name="New picture"/>
          <p:cNvPicPr/>
          <p:nvPr/>
        </p:nvPicPr>
        <p:blipFill>
          <a:blip r:embed="rId1350"/>
          <a:srcRect/>
          <a:stretch>
            <a:fillRect/>
          </a:stretch>
        </p:blipFill>
        <p:spPr>
          <a:xfrm>
            <a:off x="365951" y="10430161"/>
            <a:ext cx="25908" cy="71723"/>
          </a:xfrm>
          <a:prstGeom prst="rect"/>
          <a:ln w="0">
            <a:noFill/>
          </a:ln>
        </p:spPr>
      </p:pic>
      <p:pic>
        <p:nvPicPr>
          <p:cNvPr id="2185" name="New picture"/>
          <p:cNvPicPr/>
          <p:nvPr/>
        </p:nvPicPr>
        <p:blipFill>
          <a:blip r:embed="rId1351"/>
          <a:srcRect/>
          <a:stretch>
            <a:fillRect/>
          </a:stretch>
        </p:blipFill>
        <p:spPr>
          <a:xfrm>
            <a:off x="394906" y="10430161"/>
            <a:ext cx="26003" cy="71723"/>
          </a:xfrm>
          <a:prstGeom prst="rect"/>
          <a:ln w="0">
            <a:noFill/>
          </a:ln>
        </p:spPr>
      </p:pic>
      <p:pic>
        <p:nvPicPr>
          <p:cNvPr id="2186" name="New picture"/>
          <p:cNvPicPr/>
          <p:nvPr/>
        </p:nvPicPr>
        <p:blipFill>
          <a:blip r:embed="rId1352"/>
          <a:srcRect/>
          <a:stretch>
            <a:fillRect/>
          </a:stretch>
        </p:blipFill>
        <p:spPr>
          <a:xfrm>
            <a:off x="427006" y="10446924"/>
            <a:ext cx="45815" cy="73247"/>
          </a:xfrm>
          <a:prstGeom prst="rect"/>
          <a:ln w="0">
            <a:noFill/>
          </a:ln>
        </p:spPr>
      </p:pic>
      <p:sp>
        <p:nvSpPr>
          <p:cNvPr id="2187" name="New shape"/>
          <p:cNvSpPr/>
          <p:nvPr/>
        </p:nvSpPr>
        <p:spPr>
          <a:xfrm>
            <a:off x="436150" y="10454545"/>
            <a:ext cx="27527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8" name="New picture"/>
          <p:cNvPicPr/>
          <p:nvPr/>
        </p:nvPicPr>
        <p:blipFill>
          <a:blip r:embed="rId1353"/>
          <a:srcRect/>
          <a:stretch>
            <a:fillRect/>
          </a:stretch>
        </p:blipFill>
        <p:spPr>
          <a:xfrm>
            <a:off x="480441" y="10446925"/>
            <a:ext cx="44291" cy="54959"/>
          </a:xfrm>
          <a:prstGeom prst="rect"/>
          <a:ln w="0">
            <a:noFill/>
          </a:ln>
        </p:spPr>
      </p:pic>
      <p:sp>
        <p:nvSpPr>
          <p:cNvPr id="2189" name="New shape"/>
          <p:cNvSpPr/>
          <p:nvPr/>
        </p:nvSpPr>
        <p:spPr>
          <a:xfrm>
            <a:off x="536924" y="104484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90" name="New shape"/>
          <p:cNvSpPr/>
          <p:nvPr/>
        </p:nvSpPr>
        <p:spPr>
          <a:xfrm>
            <a:off x="536924" y="10491121"/>
            <a:ext cx="10668" cy="92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91" name="New shape"/>
          <p:cNvSpPr/>
          <p:nvPr/>
        </p:nvSpPr>
        <p:spPr>
          <a:xfrm>
            <a:off x="556832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92" name="New shape"/>
          <p:cNvSpPr/>
          <p:nvPr/>
        </p:nvSpPr>
        <p:spPr>
          <a:xfrm>
            <a:off x="584264" y="10427018"/>
            <a:ext cx="29051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3" name="New picture"/>
          <p:cNvPicPr/>
          <p:nvPr/>
        </p:nvPicPr>
        <p:blipFill>
          <a:blip r:embed="rId1354"/>
          <a:srcRect/>
          <a:stretch>
            <a:fillRect/>
          </a:stretch>
        </p:blipFill>
        <p:spPr>
          <a:xfrm>
            <a:off x="613315" y="10448449"/>
            <a:ext cx="71723" cy="51912"/>
          </a:xfrm>
          <a:prstGeom prst="rect"/>
          <a:ln w="0">
            <a:noFill/>
          </a:ln>
        </p:spPr>
      </p:pic>
      <p:pic>
        <p:nvPicPr>
          <p:cNvPr id="2194" name="New picture"/>
          <p:cNvPicPr/>
          <p:nvPr/>
        </p:nvPicPr>
        <p:blipFill>
          <a:blip r:embed="rId1355"/>
          <a:srcRect/>
          <a:stretch>
            <a:fillRect/>
          </a:stretch>
        </p:blipFill>
        <p:spPr>
          <a:xfrm>
            <a:off x="686562" y="10448449"/>
            <a:ext cx="73342" cy="51912"/>
          </a:xfrm>
          <a:prstGeom prst="rect"/>
          <a:ln w="0">
            <a:noFill/>
          </a:ln>
        </p:spPr>
      </p:pic>
      <p:pic>
        <p:nvPicPr>
          <p:cNvPr id="2195" name="New picture"/>
          <p:cNvPicPr/>
          <p:nvPr/>
        </p:nvPicPr>
        <p:blipFill>
          <a:blip r:embed="rId1356"/>
          <a:srcRect/>
          <a:stretch>
            <a:fillRect/>
          </a:stretch>
        </p:blipFill>
        <p:spPr>
          <a:xfrm>
            <a:off x="759904" y="10448449"/>
            <a:ext cx="73247" cy="51912"/>
          </a:xfrm>
          <a:prstGeom prst="rect"/>
          <a:ln w="0">
            <a:noFill/>
          </a:ln>
        </p:spPr>
      </p:pic>
      <p:sp>
        <p:nvSpPr>
          <p:cNvPr id="2196" name="New shape"/>
          <p:cNvSpPr/>
          <p:nvPr/>
        </p:nvSpPr>
        <p:spPr>
          <a:xfrm>
            <a:off x="836676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7" name="New picture"/>
          <p:cNvPicPr/>
          <p:nvPr/>
        </p:nvPicPr>
        <p:blipFill>
          <a:blip r:embed="rId1357"/>
          <a:srcRect/>
          <a:stretch>
            <a:fillRect/>
          </a:stretch>
        </p:blipFill>
        <p:spPr>
          <a:xfrm>
            <a:off x="857631" y="10430161"/>
            <a:ext cx="25908" cy="71723"/>
          </a:xfrm>
          <a:prstGeom prst="rect"/>
          <a:ln w="0">
            <a:noFill/>
          </a:ln>
        </p:spPr>
      </p:pic>
      <p:pic>
        <p:nvPicPr>
          <p:cNvPr id="2198" name="New picture"/>
          <p:cNvPicPr/>
          <p:nvPr/>
        </p:nvPicPr>
        <p:blipFill>
          <a:blip r:embed="rId1358"/>
          <a:srcRect/>
          <a:stretch>
            <a:fillRect/>
          </a:stretch>
        </p:blipFill>
        <p:spPr>
          <a:xfrm>
            <a:off x="888111" y="10446925"/>
            <a:ext cx="48958" cy="54959"/>
          </a:xfrm>
          <a:prstGeom prst="rect"/>
          <a:ln w="0">
            <a:noFill/>
          </a:ln>
        </p:spPr>
      </p:pic>
      <p:sp>
        <p:nvSpPr>
          <p:cNvPr id="2199" name="New shape"/>
          <p:cNvSpPr/>
          <p:nvPr/>
        </p:nvSpPr>
        <p:spPr>
          <a:xfrm>
            <a:off x="897350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0" name="New picture"/>
          <p:cNvPicPr/>
          <p:nvPr/>
        </p:nvPicPr>
        <p:blipFill>
          <a:blip r:embed="rId1359"/>
          <a:srcRect/>
          <a:stretch>
            <a:fillRect/>
          </a:stretch>
        </p:blipFill>
        <p:spPr>
          <a:xfrm>
            <a:off x="947738" y="10428636"/>
            <a:ext cx="45815" cy="73247"/>
          </a:xfrm>
          <a:prstGeom prst="rect"/>
          <a:ln w="0">
            <a:noFill/>
          </a:ln>
        </p:spPr>
      </p:pic>
      <p:sp>
        <p:nvSpPr>
          <p:cNvPr id="2201" name="New shape"/>
          <p:cNvSpPr/>
          <p:nvPr/>
        </p:nvSpPr>
        <p:spPr>
          <a:xfrm>
            <a:off x="955358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02" name="New shape"/>
          <p:cNvSpPr/>
          <p:nvPr/>
        </p:nvSpPr>
        <p:spPr>
          <a:xfrm>
            <a:off x="1004316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3" name="New picture"/>
          <p:cNvPicPr/>
          <p:nvPr/>
        </p:nvPicPr>
        <p:blipFill>
          <a:blip r:embed="rId1360"/>
          <a:srcRect/>
          <a:stretch>
            <a:fillRect/>
          </a:stretch>
        </p:blipFill>
        <p:spPr>
          <a:xfrm>
            <a:off x="1024033" y="10446925"/>
            <a:ext cx="48863" cy="54959"/>
          </a:xfrm>
          <a:prstGeom prst="rect"/>
          <a:ln w="0">
            <a:noFill/>
          </a:ln>
        </p:spPr>
      </p:pic>
      <p:sp>
        <p:nvSpPr>
          <p:cNvPr id="2204" name="New shape"/>
          <p:cNvSpPr/>
          <p:nvPr/>
        </p:nvSpPr>
        <p:spPr>
          <a:xfrm>
            <a:off x="1033272" y="10454545"/>
            <a:ext cx="30480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5" name="New picture"/>
          <p:cNvPicPr/>
          <p:nvPr/>
        </p:nvPicPr>
        <p:blipFill>
          <a:blip r:embed="rId1361"/>
          <a:srcRect/>
          <a:stretch>
            <a:fillRect/>
          </a:stretch>
        </p:blipFill>
        <p:spPr>
          <a:xfrm>
            <a:off x="1080516" y="10446925"/>
            <a:ext cx="48958" cy="54959"/>
          </a:xfrm>
          <a:prstGeom prst="rect"/>
          <a:ln w="0">
            <a:noFill/>
          </a:ln>
        </p:spPr>
      </p:pic>
      <p:sp>
        <p:nvSpPr>
          <p:cNvPr id="2206" name="New shape"/>
          <p:cNvSpPr/>
          <p:nvPr/>
        </p:nvSpPr>
        <p:spPr>
          <a:xfrm>
            <a:off x="1089755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7" name="New picture"/>
          <p:cNvPicPr/>
          <p:nvPr/>
        </p:nvPicPr>
        <p:blipFill>
          <a:blip r:embed="rId1362"/>
          <a:srcRect/>
          <a:stretch>
            <a:fillRect/>
          </a:stretch>
        </p:blipFill>
        <p:spPr>
          <a:xfrm>
            <a:off x="1140142" y="10448449"/>
            <a:ext cx="42767" cy="53435"/>
          </a:xfrm>
          <a:prstGeom prst="rect"/>
          <a:ln w="0">
            <a:noFill/>
          </a:ln>
        </p:spPr>
      </p:pic>
      <p:sp>
        <p:nvSpPr>
          <p:cNvPr id="2208" name="New shape"/>
          <p:cNvSpPr/>
          <p:nvPr/>
        </p:nvSpPr>
        <p:spPr>
          <a:xfrm>
            <a:off x="1197864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9" name="New picture"/>
          <p:cNvPicPr/>
          <p:nvPr/>
        </p:nvPicPr>
        <p:blipFill>
          <a:blip r:embed="rId1363"/>
          <a:srcRect/>
          <a:stretch>
            <a:fillRect/>
          </a:stretch>
        </p:blipFill>
        <p:spPr>
          <a:xfrm>
            <a:off x="1222534" y="10446924"/>
            <a:ext cx="45815" cy="54959"/>
          </a:xfrm>
          <a:prstGeom prst="rect"/>
          <a:ln w="0">
            <a:noFill/>
          </a:ln>
        </p:spPr>
      </p:pic>
      <p:pic>
        <p:nvPicPr>
          <p:cNvPr id="2210" name="New picture"/>
          <p:cNvPicPr/>
          <p:nvPr/>
        </p:nvPicPr>
        <p:blipFill>
          <a:blip r:embed="rId1364"/>
          <a:srcRect/>
          <a:stretch>
            <a:fillRect/>
          </a:stretch>
        </p:blipFill>
        <p:spPr>
          <a:xfrm>
            <a:off x="1272921" y="10446927"/>
            <a:ext cx="48959" cy="54959"/>
          </a:xfrm>
          <a:prstGeom prst="rect"/>
          <a:ln w="0">
            <a:noFill/>
          </a:ln>
        </p:spPr>
      </p:pic>
      <p:sp>
        <p:nvSpPr>
          <p:cNvPr id="2211" name="New shape"/>
          <p:cNvSpPr/>
          <p:nvPr/>
        </p:nvSpPr>
        <p:spPr>
          <a:xfrm>
            <a:off x="1282160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2" name="New picture"/>
          <p:cNvPicPr/>
          <p:nvPr/>
        </p:nvPicPr>
        <p:blipFill>
          <a:blip r:embed="rId1365"/>
          <a:srcRect/>
          <a:stretch>
            <a:fillRect/>
          </a:stretch>
        </p:blipFill>
        <p:spPr>
          <a:xfrm>
            <a:off x="1332548" y="10446925"/>
            <a:ext cx="71723" cy="53435"/>
          </a:xfrm>
          <a:prstGeom prst="rect"/>
          <a:ln w="0">
            <a:noFill/>
          </a:ln>
        </p:spPr>
      </p:pic>
      <p:sp>
        <p:nvSpPr>
          <p:cNvPr id="2213" name="New shape"/>
          <p:cNvSpPr/>
          <p:nvPr/>
        </p:nvSpPr>
        <p:spPr>
          <a:xfrm>
            <a:off x="1410367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4" name="New picture"/>
          <p:cNvPicPr/>
          <p:nvPr/>
        </p:nvPicPr>
        <p:blipFill>
          <a:blip r:embed="rId1366"/>
          <a:srcRect/>
          <a:stretch>
            <a:fillRect/>
          </a:stretch>
        </p:blipFill>
        <p:spPr>
          <a:xfrm>
            <a:off x="1439418" y="10427018"/>
            <a:ext cx="30575" cy="73343"/>
          </a:xfrm>
          <a:prstGeom prst="rect"/>
          <a:ln w="0">
            <a:noFill/>
          </a:ln>
        </p:spPr>
      </p:pic>
      <p:pic>
        <p:nvPicPr>
          <p:cNvPr id="2215" name="New picture"/>
          <p:cNvPicPr/>
          <p:nvPr/>
        </p:nvPicPr>
        <p:blipFill>
          <a:blip r:embed="rId1367"/>
          <a:srcRect/>
          <a:stretch>
            <a:fillRect/>
          </a:stretch>
        </p:blipFill>
        <p:spPr>
          <a:xfrm>
            <a:off x="1473041" y="10446925"/>
            <a:ext cx="28956" cy="53435"/>
          </a:xfrm>
          <a:prstGeom prst="rect"/>
          <a:ln w="0">
            <a:noFill/>
          </a:ln>
        </p:spPr>
      </p:pic>
      <p:sp>
        <p:nvSpPr>
          <p:cNvPr id="2216" name="New shape"/>
          <p:cNvSpPr/>
          <p:nvPr/>
        </p:nvSpPr>
        <p:spPr>
          <a:xfrm>
            <a:off x="150418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7" name="New picture"/>
          <p:cNvPicPr/>
          <p:nvPr/>
        </p:nvPicPr>
        <p:blipFill>
          <a:blip r:embed="rId1368"/>
          <a:srcRect/>
          <a:stretch>
            <a:fillRect/>
          </a:stretch>
        </p:blipFill>
        <p:spPr>
          <a:xfrm>
            <a:off x="1535621" y="10427018"/>
            <a:ext cx="30575" cy="73343"/>
          </a:xfrm>
          <a:prstGeom prst="rect"/>
          <a:ln w="0">
            <a:noFill/>
          </a:ln>
        </p:spPr>
      </p:pic>
      <p:pic>
        <p:nvPicPr>
          <p:cNvPr id="2218" name="New picture"/>
          <p:cNvPicPr/>
          <p:nvPr/>
        </p:nvPicPr>
        <p:blipFill>
          <a:blip r:embed="rId1369"/>
          <a:srcRect/>
          <a:stretch>
            <a:fillRect/>
          </a:stretch>
        </p:blipFill>
        <p:spPr>
          <a:xfrm>
            <a:off x="1569244" y="10446925"/>
            <a:ext cx="28956" cy="53435"/>
          </a:xfrm>
          <a:prstGeom prst="rect"/>
          <a:ln w="0">
            <a:noFill/>
          </a:ln>
        </p:spPr>
      </p:pic>
      <p:sp>
        <p:nvSpPr>
          <p:cNvPr id="2219" name="New shape"/>
          <p:cNvSpPr/>
          <p:nvPr/>
        </p:nvSpPr>
        <p:spPr>
          <a:xfrm>
            <a:off x="1596676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20" name="New shape"/>
          <p:cNvSpPr/>
          <p:nvPr/>
        </p:nvSpPr>
        <p:spPr>
          <a:xfrm>
            <a:off x="1632204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1" name="New picture"/>
          <p:cNvPicPr/>
          <p:nvPr/>
        </p:nvPicPr>
        <p:blipFill>
          <a:blip r:embed="rId1370"/>
          <a:srcRect/>
          <a:stretch>
            <a:fillRect/>
          </a:stretch>
        </p:blipFill>
        <p:spPr>
          <a:xfrm>
            <a:off x="1651635" y="10446925"/>
            <a:ext cx="48863" cy="54959"/>
          </a:xfrm>
          <a:prstGeom prst="rect"/>
          <a:ln w="0">
            <a:noFill/>
          </a:ln>
        </p:spPr>
      </p:pic>
      <p:sp>
        <p:nvSpPr>
          <p:cNvPr id="2222" name="New shape"/>
          <p:cNvSpPr/>
          <p:nvPr/>
        </p:nvSpPr>
        <p:spPr>
          <a:xfrm>
            <a:off x="166087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3" name="New picture"/>
          <p:cNvPicPr/>
          <p:nvPr/>
        </p:nvPicPr>
        <p:blipFill>
          <a:blip r:embed="rId1371"/>
          <a:srcRect/>
          <a:stretch>
            <a:fillRect/>
          </a:stretch>
        </p:blipFill>
        <p:spPr>
          <a:xfrm>
            <a:off x="1708213" y="10446925"/>
            <a:ext cx="48863" cy="54959"/>
          </a:xfrm>
          <a:prstGeom prst="rect"/>
          <a:ln w="0">
            <a:noFill/>
          </a:ln>
        </p:spPr>
      </p:pic>
      <p:sp>
        <p:nvSpPr>
          <p:cNvPr id="2224" name="New shape"/>
          <p:cNvSpPr/>
          <p:nvPr/>
        </p:nvSpPr>
        <p:spPr>
          <a:xfrm>
            <a:off x="1717357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5" name="New picture"/>
          <p:cNvPicPr/>
          <p:nvPr/>
        </p:nvPicPr>
        <p:blipFill>
          <a:blip r:embed="rId1372"/>
          <a:srcRect/>
          <a:stretch>
            <a:fillRect/>
          </a:stretch>
        </p:blipFill>
        <p:spPr>
          <a:xfrm>
            <a:off x="1767745" y="10446925"/>
            <a:ext cx="27432" cy="53435"/>
          </a:xfrm>
          <a:prstGeom prst="rect"/>
          <a:ln w="0">
            <a:noFill/>
          </a:ln>
        </p:spPr>
      </p:pic>
      <p:pic>
        <p:nvPicPr>
          <p:cNvPr id="2226" name="New picture"/>
          <p:cNvPicPr/>
          <p:nvPr/>
        </p:nvPicPr>
        <p:blipFill>
          <a:blip r:embed="rId1373"/>
          <a:srcRect/>
          <a:stretch>
            <a:fillRect/>
          </a:stretch>
        </p:blipFill>
        <p:spPr>
          <a:xfrm>
            <a:off x="1801273" y="10446925"/>
            <a:ext cx="42767" cy="53435"/>
          </a:xfrm>
          <a:prstGeom prst="rect"/>
          <a:ln w="0">
            <a:noFill/>
          </a:ln>
        </p:spPr>
      </p:pic>
      <p:sp>
        <p:nvSpPr>
          <p:cNvPr id="2227" name="New shape"/>
          <p:cNvSpPr/>
          <p:nvPr/>
        </p:nvSpPr>
        <p:spPr>
          <a:xfrm>
            <a:off x="1851755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8" name="New picture"/>
          <p:cNvPicPr/>
          <p:nvPr/>
        </p:nvPicPr>
        <p:blipFill>
          <a:blip r:embed="rId1374"/>
          <a:srcRect/>
          <a:stretch>
            <a:fillRect/>
          </a:stretch>
        </p:blipFill>
        <p:spPr>
          <a:xfrm>
            <a:off x="1883759" y="10446925"/>
            <a:ext cx="47339" cy="54959"/>
          </a:xfrm>
          <a:prstGeom prst="rect"/>
          <a:ln w="0">
            <a:noFill/>
          </a:ln>
        </p:spPr>
      </p:pic>
      <p:sp>
        <p:nvSpPr>
          <p:cNvPr id="2229" name="New shape"/>
          <p:cNvSpPr/>
          <p:nvPr/>
        </p:nvSpPr>
        <p:spPr>
          <a:xfrm>
            <a:off x="189290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0" name="New picture"/>
          <p:cNvPicPr/>
          <p:nvPr/>
        </p:nvPicPr>
        <p:blipFill>
          <a:blip r:embed="rId1375"/>
          <a:srcRect/>
          <a:stretch>
            <a:fillRect/>
          </a:stretch>
        </p:blipFill>
        <p:spPr>
          <a:xfrm>
            <a:off x="1941767" y="10446925"/>
            <a:ext cx="29051" cy="53435"/>
          </a:xfrm>
          <a:prstGeom prst="rect"/>
          <a:ln w="0">
            <a:noFill/>
          </a:ln>
        </p:spPr>
      </p:pic>
      <p:pic>
        <p:nvPicPr>
          <p:cNvPr id="2231" name="New picture"/>
          <p:cNvPicPr/>
          <p:nvPr/>
        </p:nvPicPr>
        <p:blipFill>
          <a:blip r:embed="rId1376"/>
          <a:srcRect/>
          <a:stretch>
            <a:fillRect/>
          </a:stretch>
        </p:blipFill>
        <p:spPr>
          <a:xfrm>
            <a:off x="1972342" y="10430161"/>
            <a:ext cx="24479" cy="71723"/>
          </a:xfrm>
          <a:prstGeom prst="rect"/>
          <a:ln w="0">
            <a:noFill/>
          </a:ln>
        </p:spPr>
      </p:pic>
      <p:sp>
        <p:nvSpPr>
          <p:cNvPr id="2232" name="New shape"/>
          <p:cNvSpPr/>
          <p:nvPr/>
        </p:nvSpPr>
        <p:spPr>
          <a:xfrm>
            <a:off x="2004441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33" name="New shape"/>
          <p:cNvSpPr/>
          <p:nvPr/>
        </p:nvSpPr>
        <p:spPr>
          <a:xfrm>
            <a:off x="2004441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4" name="New picture"/>
          <p:cNvPicPr/>
          <p:nvPr/>
        </p:nvPicPr>
        <p:blipFill>
          <a:blip r:embed="rId1377"/>
          <a:srcRect/>
          <a:stretch>
            <a:fillRect/>
          </a:stretch>
        </p:blipFill>
        <p:spPr>
          <a:xfrm>
            <a:off x="2024253" y="10446924"/>
            <a:ext cx="45815" cy="54959"/>
          </a:xfrm>
          <a:prstGeom prst="rect"/>
          <a:ln w="0">
            <a:noFill/>
          </a:ln>
        </p:spPr>
      </p:pic>
      <p:sp>
        <p:nvSpPr>
          <p:cNvPr id="2235" name="New shape"/>
          <p:cNvSpPr/>
          <p:nvPr/>
        </p:nvSpPr>
        <p:spPr>
          <a:xfrm>
            <a:off x="2077212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6" name="New picture"/>
          <p:cNvPicPr/>
          <p:nvPr/>
        </p:nvPicPr>
        <p:blipFill>
          <a:blip r:embed="rId1378"/>
          <a:srcRect/>
          <a:stretch>
            <a:fillRect/>
          </a:stretch>
        </p:blipFill>
        <p:spPr>
          <a:xfrm>
            <a:off x="2097596" y="10446925"/>
            <a:ext cx="48863" cy="54959"/>
          </a:xfrm>
          <a:prstGeom prst="rect"/>
          <a:ln w="0">
            <a:noFill/>
          </a:ln>
        </p:spPr>
      </p:pic>
      <p:sp>
        <p:nvSpPr>
          <p:cNvPr id="2237" name="New shape"/>
          <p:cNvSpPr/>
          <p:nvPr/>
        </p:nvSpPr>
        <p:spPr>
          <a:xfrm>
            <a:off x="210826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8" name="New picture"/>
          <p:cNvPicPr/>
          <p:nvPr/>
        </p:nvPicPr>
        <p:blipFill>
          <a:blip r:embed="rId1379"/>
          <a:srcRect/>
          <a:stretch>
            <a:fillRect/>
          </a:stretch>
        </p:blipFill>
        <p:spPr>
          <a:xfrm>
            <a:off x="2154079" y="10446925"/>
            <a:ext cx="44291" cy="54959"/>
          </a:xfrm>
          <a:prstGeom prst="rect"/>
          <a:ln w="0">
            <a:noFill/>
          </a:ln>
        </p:spPr>
      </p:pic>
      <p:sp>
        <p:nvSpPr>
          <p:cNvPr id="2239" name="New shape"/>
          <p:cNvSpPr/>
          <p:nvPr/>
        </p:nvSpPr>
        <p:spPr>
          <a:xfrm>
            <a:off x="2201418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0" name="New picture"/>
          <p:cNvPicPr/>
          <p:nvPr/>
        </p:nvPicPr>
        <p:blipFill>
          <a:blip r:embed="rId1380"/>
          <a:srcRect/>
          <a:stretch>
            <a:fillRect/>
          </a:stretch>
        </p:blipFill>
        <p:spPr>
          <a:xfrm>
            <a:off x="2236565" y="10428636"/>
            <a:ext cx="45720" cy="73247"/>
          </a:xfrm>
          <a:prstGeom prst="rect"/>
          <a:ln w="0">
            <a:noFill/>
          </a:ln>
        </p:spPr>
      </p:pic>
      <p:sp>
        <p:nvSpPr>
          <p:cNvPr id="2241" name="New shape"/>
          <p:cNvSpPr/>
          <p:nvPr/>
        </p:nvSpPr>
        <p:spPr>
          <a:xfrm>
            <a:off x="2244185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2" name="New picture"/>
          <p:cNvPicPr/>
          <p:nvPr/>
        </p:nvPicPr>
        <p:blipFill>
          <a:blip r:embed="rId1381"/>
          <a:srcRect/>
          <a:stretch>
            <a:fillRect/>
          </a:stretch>
        </p:blipFill>
        <p:spPr>
          <a:xfrm>
            <a:off x="2290001" y="10446927"/>
            <a:ext cx="48863" cy="54959"/>
          </a:xfrm>
          <a:prstGeom prst="rect"/>
          <a:ln w="0">
            <a:noFill/>
          </a:ln>
        </p:spPr>
      </p:pic>
      <p:sp>
        <p:nvSpPr>
          <p:cNvPr id="2243" name="New shape"/>
          <p:cNvSpPr/>
          <p:nvPr/>
        </p:nvSpPr>
        <p:spPr>
          <a:xfrm>
            <a:off x="2299145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4" name="New picture"/>
          <p:cNvPicPr/>
          <p:nvPr/>
        </p:nvPicPr>
        <p:blipFill>
          <a:blip r:embed="rId1382"/>
          <a:srcRect/>
          <a:stretch>
            <a:fillRect/>
          </a:stretch>
        </p:blipFill>
        <p:spPr>
          <a:xfrm>
            <a:off x="2346484" y="10446927"/>
            <a:ext cx="48863" cy="54959"/>
          </a:xfrm>
          <a:prstGeom prst="rect"/>
          <a:ln w="0">
            <a:noFill/>
          </a:ln>
        </p:spPr>
      </p:pic>
      <p:sp>
        <p:nvSpPr>
          <p:cNvPr id="2245" name="New shape"/>
          <p:cNvSpPr/>
          <p:nvPr/>
        </p:nvSpPr>
        <p:spPr>
          <a:xfrm>
            <a:off x="2355628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6" name="New picture"/>
          <p:cNvPicPr/>
          <p:nvPr/>
        </p:nvPicPr>
        <p:blipFill>
          <a:blip r:embed="rId1383"/>
          <a:srcRect/>
          <a:stretch>
            <a:fillRect/>
          </a:stretch>
        </p:blipFill>
        <p:spPr>
          <a:xfrm>
            <a:off x="2406015" y="10428638"/>
            <a:ext cx="44291" cy="71724"/>
          </a:xfrm>
          <a:prstGeom prst="rect"/>
          <a:ln w="0">
            <a:noFill/>
          </a:ln>
        </p:spPr>
      </p:pic>
      <p:pic>
        <p:nvPicPr>
          <p:cNvPr id="2247" name="New picture"/>
          <p:cNvPicPr/>
          <p:nvPr/>
        </p:nvPicPr>
        <p:blipFill>
          <a:blip r:embed="rId1384"/>
          <a:srcRect/>
          <a:stretch>
            <a:fillRect/>
          </a:stretch>
        </p:blipFill>
        <p:spPr>
          <a:xfrm>
            <a:off x="2453355" y="10446925"/>
            <a:ext cx="44291" cy="54959"/>
          </a:xfrm>
          <a:prstGeom prst="rect"/>
          <a:ln w="0">
            <a:noFill/>
          </a:ln>
        </p:spPr>
      </p:pic>
      <p:sp>
        <p:nvSpPr>
          <p:cNvPr id="2248" name="New shape"/>
          <p:cNvSpPr/>
          <p:nvPr/>
        </p:nvSpPr>
        <p:spPr>
          <a:xfrm>
            <a:off x="2503932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9" name="New picture"/>
          <p:cNvPicPr/>
          <p:nvPr/>
        </p:nvPicPr>
        <p:blipFill>
          <a:blip r:embed="rId1385"/>
          <a:srcRect/>
          <a:stretch>
            <a:fillRect/>
          </a:stretch>
        </p:blipFill>
        <p:spPr>
          <a:xfrm>
            <a:off x="2538889" y="10446925"/>
            <a:ext cx="48863" cy="54959"/>
          </a:xfrm>
          <a:prstGeom prst="rect"/>
          <a:ln w="0">
            <a:noFill/>
          </a:ln>
        </p:spPr>
      </p:pic>
      <p:sp>
        <p:nvSpPr>
          <p:cNvPr id="2250" name="New shape"/>
          <p:cNvSpPr/>
          <p:nvPr/>
        </p:nvSpPr>
        <p:spPr>
          <a:xfrm>
            <a:off x="254803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1" name="New picture"/>
          <p:cNvPicPr/>
          <p:nvPr/>
        </p:nvPicPr>
        <p:blipFill>
          <a:blip r:embed="rId1386"/>
          <a:srcRect/>
          <a:stretch>
            <a:fillRect/>
          </a:stretch>
        </p:blipFill>
        <p:spPr>
          <a:xfrm>
            <a:off x="2598420" y="10428636"/>
            <a:ext cx="45720" cy="73247"/>
          </a:xfrm>
          <a:prstGeom prst="rect"/>
          <a:ln w="0">
            <a:noFill/>
          </a:ln>
        </p:spPr>
      </p:pic>
      <p:sp>
        <p:nvSpPr>
          <p:cNvPr id="2252" name="New shape"/>
          <p:cNvSpPr/>
          <p:nvPr/>
        </p:nvSpPr>
        <p:spPr>
          <a:xfrm>
            <a:off x="2606040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3" name="New picture"/>
          <p:cNvPicPr/>
          <p:nvPr/>
        </p:nvPicPr>
        <p:blipFill>
          <a:blip r:embed="rId1387"/>
          <a:srcRect/>
          <a:stretch>
            <a:fillRect/>
          </a:stretch>
        </p:blipFill>
        <p:spPr>
          <a:xfrm>
            <a:off x="2651855" y="10446927"/>
            <a:ext cx="48863" cy="54959"/>
          </a:xfrm>
          <a:prstGeom prst="rect"/>
          <a:ln w="0">
            <a:noFill/>
          </a:ln>
        </p:spPr>
      </p:pic>
      <p:sp>
        <p:nvSpPr>
          <p:cNvPr id="2254" name="New shape"/>
          <p:cNvSpPr/>
          <p:nvPr/>
        </p:nvSpPr>
        <p:spPr>
          <a:xfrm>
            <a:off x="2660999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5" name="New picture"/>
          <p:cNvPicPr/>
          <p:nvPr/>
        </p:nvPicPr>
        <p:blipFill>
          <a:blip r:embed="rId1388"/>
          <a:srcRect/>
          <a:stretch>
            <a:fillRect/>
          </a:stretch>
        </p:blipFill>
        <p:spPr>
          <a:xfrm>
            <a:off x="2711387" y="10448449"/>
            <a:ext cx="42767" cy="53435"/>
          </a:xfrm>
          <a:prstGeom prst="rect"/>
          <a:ln w="0">
            <a:noFill/>
          </a:ln>
        </p:spPr>
      </p:pic>
      <p:pic>
        <p:nvPicPr>
          <p:cNvPr id="2256" name="New picture"/>
          <p:cNvPicPr/>
          <p:nvPr/>
        </p:nvPicPr>
        <p:blipFill>
          <a:blip r:embed="rId1389"/>
          <a:srcRect/>
          <a:stretch>
            <a:fillRect/>
          </a:stretch>
        </p:blipFill>
        <p:spPr>
          <a:xfrm>
            <a:off x="2763393" y="10430161"/>
            <a:ext cx="25908" cy="71723"/>
          </a:xfrm>
          <a:prstGeom prst="rect"/>
          <a:ln w="0">
            <a:noFill/>
          </a:ln>
        </p:spPr>
      </p:pic>
      <p:sp>
        <p:nvSpPr>
          <p:cNvPr id="2257" name="New shape"/>
          <p:cNvSpPr/>
          <p:nvPr/>
        </p:nvSpPr>
        <p:spPr>
          <a:xfrm>
            <a:off x="27919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8" name="New picture"/>
          <p:cNvPicPr/>
          <p:nvPr/>
        </p:nvPicPr>
        <p:blipFill>
          <a:blip r:embed="rId1390"/>
          <a:srcRect/>
          <a:stretch>
            <a:fillRect/>
          </a:stretch>
        </p:blipFill>
        <p:spPr>
          <a:xfrm>
            <a:off x="2830544" y="10446925"/>
            <a:ext cx="71723" cy="53435"/>
          </a:xfrm>
          <a:prstGeom prst="rect"/>
          <a:ln w="0">
            <a:noFill/>
          </a:ln>
        </p:spPr>
      </p:pic>
      <p:pic>
        <p:nvPicPr>
          <p:cNvPr id="2259" name="New picture"/>
          <p:cNvPicPr/>
          <p:nvPr/>
        </p:nvPicPr>
        <p:blipFill>
          <a:blip r:embed="rId1391"/>
          <a:srcRect/>
          <a:stretch>
            <a:fillRect/>
          </a:stretch>
        </p:blipFill>
        <p:spPr>
          <a:xfrm>
            <a:off x="2911507" y="10446925"/>
            <a:ext cx="48863" cy="54959"/>
          </a:xfrm>
          <a:prstGeom prst="rect"/>
          <a:ln w="0">
            <a:noFill/>
          </a:ln>
        </p:spPr>
      </p:pic>
      <p:sp>
        <p:nvSpPr>
          <p:cNvPr id="2260" name="New shape"/>
          <p:cNvSpPr/>
          <p:nvPr/>
        </p:nvSpPr>
        <p:spPr>
          <a:xfrm>
            <a:off x="2922175" y="10474356"/>
            <a:ext cx="25908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1" name="New picture"/>
          <p:cNvPicPr/>
          <p:nvPr/>
        </p:nvPicPr>
        <p:blipFill>
          <a:blip r:embed="rId1392"/>
          <a:srcRect/>
          <a:stretch>
            <a:fillRect/>
          </a:stretch>
        </p:blipFill>
        <p:spPr>
          <a:xfrm>
            <a:off x="2969514" y="10446924"/>
            <a:ext cx="45815" cy="54959"/>
          </a:xfrm>
          <a:prstGeom prst="rect"/>
          <a:ln w="0">
            <a:noFill/>
          </a:ln>
        </p:spPr>
      </p:pic>
      <p:pic>
        <p:nvPicPr>
          <p:cNvPr id="2262" name="New picture"/>
          <p:cNvPicPr/>
          <p:nvPr/>
        </p:nvPicPr>
        <p:blipFill>
          <a:blip r:embed="rId1393"/>
          <a:srcRect/>
          <a:stretch>
            <a:fillRect/>
          </a:stretch>
        </p:blipFill>
        <p:spPr>
          <a:xfrm>
            <a:off x="3022949" y="10428638"/>
            <a:ext cx="42767" cy="71724"/>
          </a:xfrm>
          <a:prstGeom prst="rect"/>
          <a:ln w="0">
            <a:noFill/>
          </a:ln>
        </p:spPr>
      </p:pic>
      <p:sp>
        <p:nvSpPr>
          <p:cNvPr id="2263" name="New shape"/>
          <p:cNvSpPr/>
          <p:nvPr/>
        </p:nvSpPr>
        <p:spPr>
          <a:xfrm>
            <a:off x="3079432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64" name="New shape"/>
          <p:cNvSpPr/>
          <p:nvPr/>
        </p:nvSpPr>
        <p:spPr>
          <a:xfrm>
            <a:off x="3079432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5" name="New picture"/>
          <p:cNvPicPr/>
          <p:nvPr/>
        </p:nvPicPr>
        <p:blipFill>
          <a:blip r:embed="rId1394"/>
          <a:srcRect/>
          <a:stretch>
            <a:fillRect/>
          </a:stretch>
        </p:blipFill>
        <p:spPr>
          <a:xfrm>
            <a:off x="3100864" y="10446925"/>
            <a:ext cx="44196" cy="53435"/>
          </a:xfrm>
          <a:prstGeom prst="rect"/>
          <a:ln w="0">
            <a:noFill/>
          </a:ln>
        </p:spPr>
      </p:pic>
      <p:pic>
        <p:nvPicPr>
          <p:cNvPr id="2266" name="New picture"/>
          <p:cNvPicPr/>
          <p:nvPr/>
        </p:nvPicPr>
        <p:blipFill>
          <a:blip r:embed="rId1395"/>
          <a:srcRect/>
          <a:stretch>
            <a:fillRect/>
          </a:stretch>
        </p:blipFill>
        <p:spPr>
          <a:xfrm>
            <a:off x="3155823" y="10446925"/>
            <a:ext cx="47339" cy="54959"/>
          </a:xfrm>
          <a:prstGeom prst="rect"/>
          <a:ln w="0">
            <a:noFill/>
          </a:ln>
        </p:spPr>
      </p:pic>
      <p:sp>
        <p:nvSpPr>
          <p:cNvPr id="2267" name="New shape"/>
          <p:cNvSpPr/>
          <p:nvPr/>
        </p:nvSpPr>
        <p:spPr>
          <a:xfrm>
            <a:off x="3164967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68" name="New shape"/>
          <p:cNvSpPr/>
          <p:nvPr/>
        </p:nvSpPr>
        <p:spPr>
          <a:xfrm>
            <a:off x="32110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69" name="New shape"/>
          <p:cNvSpPr/>
          <p:nvPr/>
        </p:nvSpPr>
        <p:spPr>
          <a:xfrm>
            <a:off x="3249168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0" name="New picture"/>
          <p:cNvPicPr/>
          <p:nvPr/>
        </p:nvPicPr>
        <p:blipFill>
          <a:blip r:embed="rId1396"/>
          <a:srcRect/>
          <a:stretch>
            <a:fillRect/>
          </a:stretch>
        </p:blipFill>
        <p:spPr>
          <a:xfrm>
            <a:off x="3268885" y="10446925"/>
            <a:ext cx="47339" cy="54959"/>
          </a:xfrm>
          <a:prstGeom prst="rect"/>
          <a:ln w="0">
            <a:noFill/>
          </a:ln>
        </p:spPr>
      </p:pic>
      <p:sp>
        <p:nvSpPr>
          <p:cNvPr id="2271" name="New shape"/>
          <p:cNvSpPr/>
          <p:nvPr/>
        </p:nvSpPr>
        <p:spPr>
          <a:xfrm>
            <a:off x="3278029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2" name="New picture"/>
          <p:cNvPicPr/>
          <p:nvPr/>
        </p:nvPicPr>
        <p:blipFill>
          <a:blip r:embed="rId1397"/>
          <a:srcRect/>
          <a:stretch>
            <a:fillRect/>
          </a:stretch>
        </p:blipFill>
        <p:spPr>
          <a:xfrm>
            <a:off x="3325272" y="10446925"/>
            <a:ext cx="47339" cy="54959"/>
          </a:xfrm>
          <a:prstGeom prst="rect"/>
          <a:ln w="0">
            <a:noFill/>
          </a:ln>
        </p:spPr>
      </p:pic>
      <p:sp>
        <p:nvSpPr>
          <p:cNvPr id="2273" name="New shape"/>
          <p:cNvSpPr/>
          <p:nvPr/>
        </p:nvSpPr>
        <p:spPr>
          <a:xfrm>
            <a:off x="3334417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4" name="New picture"/>
          <p:cNvPicPr/>
          <p:nvPr/>
        </p:nvPicPr>
        <p:blipFill>
          <a:blip r:embed="rId1398"/>
          <a:srcRect/>
          <a:stretch>
            <a:fillRect/>
          </a:stretch>
        </p:blipFill>
        <p:spPr>
          <a:xfrm>
            <a:off x="3384803" y="10446925"/>
            <a:ext cx="27432" cy="53435"/>
          </a:xfrm>
          <a:prstGeom prst="rect"/>
          <a:ln w="0">
            <a:noFill/>
          </a:ln>
        </p:spPr>
      </p:pic>
      <p:pic>
        <p:nvPicPr>
          <p:cNvPr id="2275" name="New picture"/>
          <p:cNvPicPr/>
          <p:nvPr/>
        </p:nvPicPr>
        <p:blipFill>
          <a:blip r:embed="rId1399"/>
          <a:srcRect/>
          <a:stretch>
            <a:fillRect/>
          </a:stretch>
        </p:blipFill>
        <p:spPr>
          <a:xfrm>
            <a:off x="3418427" y="10446925"/>
            <a:ext cx="42767" cy="53435"/>
          </a:xfrm>
          <a:prstGeom prst="rect"/>
          <a:ln w="0">
            <a:noFill/>
          </a:ln>
        </p:spPr>
      </p:pic>
      <p:sp>
        <p:nvSpPr>
          <p:cNvPr id="2276" name="New shape"/>
          <p:cNvSpPr/>
          <p:nvPr/>
        </p:nvSpPr>
        <p:spPr>
          <a:xfrm>
            <a:off x="3474910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77" name="New shape"/>
          <p:cNvSpPr/>
          <p:nvPr/>
        </p:nvSpPr>
        <p:spPr>
          <a:xfrm>
            <a:off x="3474910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8" name="New picture"/>
          <p:cNvPicPr/>
          <p:nvPr/>
        </p:nvPicPr>
        <p:blipFill>
          <a:blip r:embed="rId1400"/>
          <a:srcRect/>
          <a:stretch>
            <a:fillRect/>
          </a:stretch>
        </p:blipFill>
        <p:spPr>
          <a:xfrm>
            <a:off x="3497866" y="10446925"/>
            <a:ext cx="42767" cy="53435"/>
          </a:xfrm>
          <a:prstGeom prst="rect"/>
          <a:ln w="0">
            <a:noFill/>
          </a:ln>
        </p:spPr>
      </p:pic>
      <p:pic>
        <p:nvPicPr>
          <p:cNvPr id="2279" name="New picture"/>
          <p:cNvPicPr/>
          <p:nvPr/>
        </p:nvPicPr>
        <p:blipFill>
          <a:blip r:embed="rId1401"/>
          <a:srcRect/>
          <a:stretch>
            <a:fillRect/>
          </a:stretch>
        </p:blipFill>
        <p:spPr>
          <a:xfrm>
            <a:off x="3549777" y="10446925"/>
            <a:ext cx="47339" cy="73247"/>
          </a:xfrm>
          <a:prstGeom prst="rect"/>
          <a:ln w="0">
            <a:noFill/>
          </a:ln>
        </p:spPr>
      </p:pic>
      <p:sp>
        <p:nvSpPr>
          <p:cNvPr id="2280" name="New shape"/>
          <p:cNvSpPr/>
          <p:nvPr/>
        </p:nvSpPr>
        <p:spPr>
          <a:xfrm>
            <a:off x="3560445" y="10454545"/>
            <a:ext cx="27527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1" name="New picture"/>
          <p:cNvPicPr/>
          <p:nvPr/>
        </p:nvPicPr>
        <p:blipFill>
          <a:blip r:embed="rId1402"/>
          <a:srcRect/>
          <a:stretch>
            <a:fillRect/>
          </a:stretch>
        </p:blipFill>
        <p:spPr>
          <a:xfrm>
            <a:off x="7141369" y="10427018"/>
            <a:ext cx="25908" cy="73343"/>
          </a:xfrm>
          <a:prstGeom prst="rect"/>
          <a:ln w="0">
            <a:noFill/>
          </a:ln>
        </p:spPr>
      </p:pic>
      <p:sp>
        <p:nvSpPr>
          <p:cNvPr id="2282" name="New shape"/>
          <p:cNvSpPr/>
          <p:nvPr/>
        </p:nvSpPr>
        <p:spPr>
          <a:xfrm>
            <a:off x="7185661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3" name="New picture"/>
          <p:cNvPicPr/>
          <p:nvPr/>
        </p:nvPicPr>
        <p:blipFill>
          <a:blip r:embed="rId1403"/>
          <a:srcRect/>
          <a:stretch>
            <a:fillRect/>
          </a:stretch>
        </p:blipFill>
        <p:spPr>
          <a:xfrm>
            <a:off x="7217665" y="10427018"/>
            <a:ext cx="48863" cy="74867"/>
          </a:xfrm>
          <a:prstGeom prst="rect"/>
          <a:ln w="0">
            <a:noFill/>
          </a:ln>
        </p:spPr>
      </p:pic>
      <p:sp>
        <p:nvSpPr>
          <p:cNvPr id="2284" name="New shape"/>
          <p:cNvSpPr/>
          <p:nvPr/>
        </p:nvSpPr>
        <p:spPr>
          <a:xfrm>
            <a:off x="7228331" y="10460641"/>
            <a:ext cx="29052" cy="335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85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  <p:sp>
        <p:nvSpPr>
          <p:cNvPr id="2286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1990" y="408527"/>
            <a:ext cx="148114" cy="230410"/>
          </a:xfrm>
          <a:prstGeom prst="rect"/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854583" y="597694"/>
            <a:ext cx="39719" cy="4124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02697" y="495490"/>
            <a:ext cx="42767" cy="109918"/>
          </a:xfrm>
          <a:prstGeom prst="rect"/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63752" y="495490"/>
            <a:ext cx="42767" cy="109918"/>
          </a:xfrm>
          <a:prstGeom prst="rect"/>
          <a:ln w="0">
            <a:noFill/>
          </a:ln>
        </p:spPr>
      </p:pic>
      <p:pic>
        <p:nvPicPr>
          <p:cNvPr id="6" name="New picture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1210342" y="413099"/>
            <a:ext cx="235172" cy="225838"/>
          </a:xfrm>
          <a:prstGeom prst="rect"/>
          <a:ln w="0">
            <a:noFill/>
          </a:ln>
        </p:spPr>
      </p:pic>
      <p:pic>
        <p:nvPicPr>
          <p:cNvPr id="7" name="New picture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463802" y="463391"/>
            <a:ext cx="178689" cy="180118"/>
          </a:xfrm>
          <a:prstGeom prst="rect"/>
          <a:ln w="0">
            <a:noFill/>
          </a:ln>
        </p:spPr>
      </p:pic>
      <p:sp>
        <p:nvSpPr>
          <p:cNvPr id="8" name="New shape"/>
          <p:cNvSpPr/>
          <p:nvPr/>
        </p:nvSpPr>
        <p:spPr>
          <a:xfrm>
            <a:off x="1505045" y="500062"/>
            <a:ext cx="99251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" name="New picture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659350" y="463391"/>
            <a:ext cx="175546" cy="180118"/>
          </a:xfrm>
          <a:prstGeom prst="rect"/>
          <a:ln w="0">
            <a:noFill/>
          </a:ln>
        </p:spPr>
      </p:pic>
      <p:pic>
        <p:nvPicPr>
          <p:cNvPr id="10" name="New picture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1850231" y="413099"/>
            <a:ext cx="149638" cy="225838"/>
          </a:xfrm>
          <a:prstGeom prst="rect"/>
          <a:ln w="0">
            <a:noFill/>
          </a:ln>
        </p:spPr>
      </p:pic>
      <p:sp>
        <p:nvSpPr>
          <p:cNvPr id="11" name="New shape"/>
          <p:cNvSpPr/>
          <p:nvPr/>
        </p:nvSpPr>
        <p:spPr>
          <a:xfrm>
            <a:off x="2024253" y="413099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2024253" y="469582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" name="New picture"/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2088357" y="463391"/>
            <a:ext cx="149733" cy="175546"/>
          </a:xfrm>
          <a:prstGeom prst="rect"/>
          <a:ln w="0">
            <a:noFill/>
          </a:ln>
        </p:spPr>
      </p:pic>
      <p:pic>
        <p:nvPicPr>
          <p:cNvPr id="14" name="New picture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2254853" y="463392"/>
            <a:ext cx="175641" cy="180118"/>
          </a:xfrm>
          <a:prstGeom prst="rect"/>
          <a:ln w="0">
            <a:noFill/>
          </a:ln>
        </p:spPr>
      </p:pic>
      <p:sp>
        <p:nvSpPr>
          <p:cNvPr id="15" name="New shape"/>
          <p:cNvSpPr/>
          <p:nvPr/>
        </p:nvSpPr>
        <p:spPr>
          <a:xfrm>
            <a:off x="2296096" y="500063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" name="New picture"/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2528220" y="413099"/>
            <a:ext cx="111443" cy="225838"/>
          </a:xfrm>
          <a:prstGeom prst="rect"/>
          <a:ln w="0">
            <a:noFill/>
          </a:ln>
        </p:spPr>
      </p:pic>
      <p:pic>
        <p:nvPicPr>
          <p:cNvPr id="17" name="New picture"/>
          <p:cNvPicPr/>
          <p:nvPr/>
        </p:nvPicPr>
        <p:blipFill>
          <a:blip r:embed="rId12"/>
          <a:srcRect/>
          <a:stretch>
            <a:fillRect/>
          </a:stretch>
        </p:blipFill>
        <p:spPr>
          <a:xfrm>
            <a:off x="2641187" y="463392"/>
            <a:ext cx="177165" cy="180118"/>
          </a:xfrm>
          <a:prstGeom prst="rect"/>
          <a:ln w="0">
            <a:noFill/>
          </a:ln>
        </p:spPr>
      </p:pic>
      <p:sp>
        <p:nvSpPr>
          <p:cNvPr id="18" name="New shape"/>
          <p:cNvSpPr/>
          <p:nvPr/>
        </p:nvSpPr>
        <p:spPr>
          <a:xfrm>
            <a:off x="2682431" y="500063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" name="New picture"/>
          <p:cNvPicPr/>
          <p:nvPr/>
        </p:nvPicPr>
        <p:blipFill>
          <a:blip r:embed="rId13"/>
          <a:srcRect/>
          <a:stretch>
            <a:fillRect/>
          </a:stretch>
        </p:blipFill>
        <p:spPr>
          <a:xfrm>
            <a:off x="2825972" y="463391"/>
            <a:ext cx="178689" cy="180118"/>
          </a:xfrm>
          <a:prstGeom prst="rect"/>
          <a:ln w="0">
            <a:noFill/>
          </a:ln>
        </p:spPr>
      </p:pic>
      <p:sp>
        <p:nvSpPr>
          <p:cNvPr id="20" name="New shape"/>
          <p:cNvSpPr/>
          <p:nvPr/>
        </p:nvSpPr>
        <p:spPr>
          <a:xfrm>
            <a:off x="2865692" y="500062"/>
            <a:ext cx="100774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" name="New picture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3029045" y="463391"/>
            <a:ext cx="77915" cy="175546"/>
          </a:xfrm>
          <a:prstGeom prst="rect"/>
          <a:ln w="0">
            <a:noFill/>
          </a:ln>
        </p:spPr>
      </p:pic>
      <p:pic>
        <p:nvPicPr>
          <p:cNvPr id="22" name="New picture"/>
          <p:cNvPicPr/>
          <p:nvPr/>
        </p:nvPicPr>
        <p:blipFill>
          <a:blip r:embed="rId15"/>
          <a:srcRect/>
          <a:stretch>
            <a:fillRect/>
          </a:stretch>
        </p:blipFill>
        <p:spPr>
          <a:xfrm>
            <a:off x="3116009" y="463391"/>
            <a:ext cx="149733" cy="175546"/>
          </a:xfrm>
          <a:prstGeom prst="rect"/>
          <a:ln w="0">
            <a:noFill/>
          </a:ln>
        </p:spPr>
      </p:pic>
      <p:sp>
        <p:nvSpPr>
          <p:cNvPr id="23" name="New shape"/>
          <p:cNvSpPr/>
          <p:nvPr/>
        </p:nvSpPr>
        <p:spPr>
          <a:xfrm>
            <a:off x="3288602" y="413099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3288602" y="469582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" name="New picture"/>
          <p:cNvPicPr/>
          <p:nvPr/>
        </p:nvPicPr>
        <p:blipFill>
          <a:blip r:embed="rId16"/>
          <a:srcRect/>
          <a:stretch>
            <a:fillRect/>
          </a:stretch>
        </p:blipFill>
        <p:spPr>
          <a:xfrm>
            <a:off x="3352800" y="463391"/>
            <a:ext cx="151162" cy="175546"/>
          </a:xfrm>
          <a:prstGeom prst="rect"/>
          <a:ln w="0">
            <a:noFill/>
          </a:ln>
        </p:spPr>
      </p:pic>
      <p:pic>
        <p:nvPicPr>
          <p:cNvPr id="26" name="New picture"/>
          <p:cNvPicPr/>
          <p:nvPr/>
        </p:nvPicPr>
        <p:blipFill>
          <a:blip r:embed="rId17"/>
          <a:srcRect/>
          <a:stretch>
            <a:fillRect/>
          </a:stretch>
        </p:blipFill>
        <p:spPr>
          <a:xfrm>
            <a:off x="3519202" y="463391"/>
            <a:ext cx="181737" cy="244221"/>
          </a:xfrm>
          <a:prstGeom prst="rect"/>
          <a:ln w="0">
            <a:noFill/>
          </a:ln>
        </p:spPr>
      </p:pic>
      <p:sp>
        <p:nvSpPr>
          <p:cNvPr id="27" name="New shape"/>
          <p:cNvSpPr/>
          <p:nvPr/>
        </p:nvSpPr>
        <p:spPr>
          <a:xfrm>
            <a:off x="3560445" y="500063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" name="New picture"/>
          <p:cNvPicPr/>
          <p:nvPr/>
        </p:nvPicPr>
        <p:blipFill>
          <a:blip r:embed="rId18"/>
          <a:srcRect/>
          <a:stretch>
            <a:fillRect/>
          </a:stretch>
        </p:blipFill>
        <p:spPr>
          <a:xfrm>
            <a:off x="3797141" y="413099"/>
            <a:ext cx="114490" cy="225838"/>
          </a:xfrm>
          <a:prstGeom prst="rect"/>
          <a:ln w="0">
            <a:noFill/>
          </a:ln>
        </p:spPr>
      </p:pic>
      <p:pic>
        <p:nvPicPr>
          <p:cNvPr id="29" name="New picture"/>
          <p:cNvPicPr/>
          <p:nvPr/>
        </p:nvPicPr>
        <p:blipFill>
          <a:blip r:embed="rId19"/>
          <a:srcRect/>
          <a:stretch>
            <a:fillRect/>
          </a:stretch>
        </p:blipFill>
        <p:spPr>
          <a:xfrm>
            <a:off x="3922395" y="463391"/>
            <a:ext cx="180118" cy="180118"/>
          </a:xfrm>
          <a:prstGeom prst="rect"/>
          <a:ln w="0">
            <a:noFill/>
          </a:ln>
        </p:spPr>
      </p:pic>
      <p:sp>
        <p:nvSpPr>
          <p:cNvPr id="30" name="New shape"/>
          <p:cNvSpPr/>
          <p:nvPr/>
        </p:nvSpPr>
        <p:spPr>
          <a:xfrm>
            <a:off x="3963543" y="500062"/>
            <a:ext cx="99346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" name="New picture"/>
          <p:cNvPicPr/>
          <p:nvPr/>
        </p:nvPicPr>
        <p:blipFill>
          <a:blip r:embed="rId20"/>
          <a:srcRect/>
          <a:stretch>
            <a:fillRect/>
          </a:stretch>
        </p:blipFill>
        <p:spPr>
          <a:xfrm>
            <a:off x="4120896" y="463391"/>
            <a:ext cx="76295" cy="175546"/>
          </a:xfrm>
          <a:prstGeom prst="rect"/>
          <a:ln w="0">
            <a:noFill/>
          </a:ln>
        </p:spPr>
      </p:pic>
      <p:pic>
        <p:nvPicPr>
          <p:cNvPr id="32" name="New picture"/>
          <p:cNvPicPr/>
          <p:nvPr/>
        </p:nvPicPr>
        <p:blipFill>
          <a:blip r:embed="rId21"/>
          <a:srcRect/>
          <a:stretch>
            <a:fillRect/>
          </a:stretch>
        </p:blipFill>
        <p:spPr>
          <a:xfrm>
            <a:off x="4284249" y="413099"/>
            <a:ext cx="181737" cy="225838"/>
          </a:xfrm>
          <a:prstGeom prst="rect"/>
          <a:ln w="0">
            <a:noFill/>
          </a:ln>
        </p:spPr>
      </p:pic>
      <p:sp>
        <p:nvSpPr>
          <p:cNvPr id="33" name="New shape"/>
          <p:cNvSpPr/>
          <p:nvPr/>
        </p:nvSpPr>
        <p:spPr>
          <a:xfrm>
            <a:off x="4325493" y="451199"/>
            <a:ext cx="97726" cy="1480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" name="New picture"/>
          <p:cNvPicPr/>
          <p:nvPr/>
        </p:nvPicPr>
        <p:blipFill>
          <a:blip r:embed="rId22"/>
          <a:srcRect/>
          <a:stretch>
            <a:fillRect/>
          </a:stretch>
        </p:blipFill>
        <p:spPr>
          <a:xfrm>
            <a:off x="4484275" y="469582"/>
            <a:ext cx="151162" cy="173926"/>
          </a:xfrm>
          <a:prstGeom prst="rect"/>
          <a:ln w="0">
            <a:noFill/>
          </a:ln>
        </p:spPr>
      </p:pic>
      <p:pic>
        <p:nvPicPr>
          <p:cNvPr id="35" name="New picture"/>
          <p:cNvPicPr/>
          <p:nvPr/>
        </p:nvPicPr>
        <p:blipFill>
          <a:blip r:embed="rId23"/>
          <a:srcRect/>
          <a:stretch>
            <a:fillRect/>
          </a:stretch>
        </p:blipFill>
        <p:spPr>
          <a:xfrm>
            <a:off x="4659916" y="463486"/>
            <a:ext cx="253460" cy="175451"/>
          </a:xfrm>
          <a:prstGeom prst="rect"/>
          <a:ln w="0">
            <a:noFill/>
          </a:ln>
        </p:spPr>
      </p:pic>
      <p:pic>
        <p:nvPicPr>
          <p:cNvPr id="36" name="New picture"/>
          <p:cNvPicPr/>
          <p:nvPr/>
        </p:nvPicPr>
        <p:blipFill>
          <a:blip r:embed="rId24"/>
          <a:srcRect/>
          <a:stretch>
            <a:fillRect/>
          </a:stretch>
        </p:blipFill>
        <p:spPr>
          <a:xfrm>
            <a:off x="4936331" y="463486"/>
            <a:ext cx="254984" cy="175451"/>
          </a:xfrm>
          <a:prstGeom prst="rect"/>
          <a:ln w="0">
            <a:noFill/>
          </a:ln>
        </p:spPr>
      </p:pic>
      <p:sp>
        <p:nvSpPr>
          <p:cNvPr id="37" name="New shape"/>
          <p:cNvSpPr/>
          <p:nvPr/>
        </p:nvSpPr>
        <p:spPr>
          <a:xfrm>
            <a:off x="5214176" y="413099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5214176" y="469582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" name="New picture"/>
          <p:cNvPicPr/>
          <p:nvPr/>
        </p:nvPicPr>
        <p:blipFill>
          <a:blip r:embed="rId25"/>
          <a:srcRect/>
          <a:stretch>
            <a:fillRect/>
          </a:stretch>
        </p:blipFill>
        <p:spPr>
          <a:xfrm>
            <a:off x="5270754" y="463487"/>
            <a:ext cx="177070" cy="180022"/>
          </a:xfrm>
          <a:prstGeom prst="rect"/>
          <a:ln w="0">
            <a:noFill/>
          </a:ln>
        </p:spPr>
      </p:pic>
      <p:sp>
        <p:nvSpPr>
          <p:cNvPr id="40" name="New shape"/>
          <p:cNvSpPr/>
          <p:nvPr/>
        </p:nvSpPr>
        <p:spPr>
          <a:xfrm>
            <a:off x="5311997" y="500063"/>
            <a:ext cx="94678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" name="New picture"/>
          <p:cNvPicPr/>
          <p:nvPr/>
        </p:nvPicPr>
        <p:blipFill>
          <a:blip r:embed="rId26"/>
          <a:srcRect/>
          <a:stretch>
            <a:fillRect/>
          </a:stretch>
        </p:blipFill>
        <p:spPr>
          <a:xfrm>
            <a:off x="5453920" y="463487"/>
            <a:ext cx="122206" cy="180023"/>
          </a:xfrm>
          <a:prstGeom prst="rect"/>
          <a:ln w="0">
            <a:noFill/>
          </a:ln>
        </p:spPr>
      </p:pic>
      <p:pic>
        <p:nvPicPr>
          <p:cNvPr id="42" name="New picture"/>
          <p:cNvPicPr/>
          <p:nvPr/>
        </p:nvPicPr>
        <p:blipFill>
          <a:blip r:embed="rId27"/>
          <a:srcRect/>
          <a:stretch>
            <a:fillRect/>
          </a:stretch>
        </p:blipFill>
        <p:spPr>
          <a:xfrm>
            <a:off x="5666232" y="495490"/>
            <a:ext cx="42767" cy="109918"/>
          </a:xfrm>
          <a:prstGeom prst="rect"/>
          <a:ln w="0">
            <a:noFill/>
          </a:ln>
        </p:spPr>
      </p:pic>
      <p:pic>
        <p:nvPicPr>
          <p:cNvPr id="43" name="New picture"/>
          <p:cNvPicPr/>
          <p:nvPr/>
        </p:nvPicPr>
        <p:blipFill>
          <a:blip r:embed="rId28"/>
          <a:srcRect/>
          <a:stretch>
            <a:fillRect/>
          </a:stretch>
        </p:blipFill>
        <p:spPr>
          <a:xfrm>
            <a:off x="5727287" y="495490"/>
            <a:ext cx="42767" cy="109918"/>
          </a:xfrm>
          <a:prstGeom prst="rect"/>
          <a:ln w="0">
            <a:noFill/>
          </a:ln>
        </p:spPr>
      </p:pic>
      <p:pic>
        <p:nvPicPr>
          <p:cNvPr id="44" name="New picture"/>
          <p:cNvPicPr/>
          <p:nvPr/>
        </p:nvPicPr>
        <p:blipFill>
          <a:blip r:embed="rId29"/>
          <a:srcRect/>
          <a:stretch>
            <a:fillRect/>
          </a:stretch>
        </p:blipFill>
        <p:spPr>
          <a:xfrm>
            <a:off x="5869305" y="463487"/>
            <a:ext cx="178689" cy="231934"/>
          </a:xfrm>
          <a:prstGeom prst="rect"/>
          <a:ln w="0">
            <a:noFill/>
          </a:ln>
        </p:spPr>
      </p:pic>
      <p:sp>
        <p:nvSpPr>
          <p:cNvPr id="45" name="New shape"/>
          <p:cNvSpPr/>
          <p:nvPr/>
        </p:nvSpPr>
        <p:spPr>
          <a:xfrm>
            <a:off x="5907501" y="500063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" name="New picture"/>
          <p:cNvPicPr/>
          <p:nvPr/>
        </p:nvPicPr>
        <p:blipFill>
          <a:blip r:embed="rId30"/>
          <a:srcRect/>
          <a:stretch>
            <a:fillRect/>
          </a:stretch>
        </p:blipFill>
        <p:spPr>
          <a:xfrm>
            <a:off x="6055614" y="463391"/>
            <a:ext cx="178689" cy="180118"/>
          </a:xfrm>
          <a:prstGeom prst="rect"/>
          <a:ln w="0">
            <a:noFill/>
          </a:ln>
        </p:spPr>
      </p:pic>
      <p:sp>
        <p:nvSpPr>
          <p:cNvPr id="47" name="New shape"/>
          <p:cNvSpPr/>
          <p:nvPr/>
        </p:nvSpPr>
        <p:spPr>
          <a:xfrm>
            <a:off x="6095333" y="500062"/>
            <a:ext cx="100774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" name="New picture"/>
          <p:cNvPicPr/>
          <p:nvPr/>
        </p:nvPicPr>
        <p:blipFill>
          <a:blip r:embed="rId31"/>
          <a:srcRect/>
          <a:stretch>
            <a:fillRect/>
          </a:stretch>
        </p:blipFill>
        <p:spPr>
          <a:xfrm>
            <a:off x="6258687" y="463391"/>
            <a:ext cx="77915" cy="175546"/>
          </a:xfrm>
          <a:prstGeom prst="rect"/>
          <a:ln w="0">
            <a:noFill/>
          </a:ln>
        </p:spPr>
      </p:pic>
      <p:pic>
        <p:nvPicPr>
          <p:cNvPr id="49" name="New picture"/>
          <p:cNvPicPr/>
          <p:nvPr/>
        </p:nvPicPr>
        <p:blipFill>
          <a:blip r:embed="rId32"/>
          <a:srcRect/>
          <a:stretch>
            <a:fillRect/>
          </a:stretch>
        </p:blipFill>
        <p:spPr>
          <a:xfrm>
            <a:off x="671322" y="747332"/>
            <a:ext cx="123730" cy="230410"/>
          </a:xfrm>
          <a:prstGeom prst="rect"/>
          <a:ln w="0">
            <a:noFill/>
          </a:ln>
        </p:spPr>
      </p:pic>
      <p:pic>
        <p:nvPicPr>
          <p:cNvPr id="50" name="New picture"/>
          <p:cNvPicPr/>
          <p:nvPr/>
        </p:nvPicPr>
        <p:blipFill>
          <a:blip r:embed="rId33"/>
          <a:srcRect/>
          <a:stretch>
            <a:fillRect/>
          </a:stretch>
        </p:blipFill>
        <p:spPr>
          <a:xfrm>
            <a:off x="814864" y="797623"/>
            <a:ext cx="180213" cy="180118"/>
          </a:xfrm>
          <a:prstGeom prst="rect"/>
          <a:ln w="0">
            <a:noFill/>
          </a:ln>
        </p:spPr>
      </p:pic>
      <p:sp>
        <p:nvSpPr>
          <p:cNvPr id="51" name="New shape"/>
          <p:cNvSpPr/>
          <p:nvPr/>
        </p:nvSpPr>
        <p:spPr>
          <a:xfrm>
            <a:off x="856107" y="834295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" name="New picture"/>
          <p:cNvPicPr/>
          <p:nvPr/>
        </p:nvPicPr>
        <p:blipFill>
          <a:blip r:embed="rId34"/>
          <a:srcRect/>
          <a:stretch>
            <a:fillRect/>
          </a:stretch>
        </p:blipFill>
        <p:spPr>
          <a:xfrm>
            <a:off x="1010317" y="747332"/>
            <a:ext cx="149638" cy="225838"/>
          </a:xfrm>
          <a:prstGeom prst="rect"/>
          <a:ln w="0">
            <a:noFill/>
          </a:ln>
        </p:spPr>
      </p:pic>
      <p:pic>
        <p:nvPicPr>
          <p:cNvPr id="53" name="New picture"/>
          <p:cNvPicPr/>
          <p:nvPr/>
        </p:nvPicPr>
        <p:blipFill>
          <a:blip r:embed="rId35"/>
          <a:srcRect/>
          <a:stretch>
            <a:fillRect/>
          </a:stretch>
        </p:blipFill>
        <p:spPr>
          <a:xfrm>
            <a:off x="1182910" y="797623"/>
            <a:ext cx="151162" cy="175546"/>
          </a:xfrm>
          <a:prstGeom prst="rect"/>
          <a:ln w="0">
            <a:noFill/>
          </a:ln>
        </p:spPr>
      </p:pic>
      <p:pic>
        <p:nvPicPr>
          <p:cNvPr id="54" name="New picture"/>
          <p:cNvPicPr/>
          <p:nvPr/>
        </p:nvPicPr>
        <p:blipFill>
          <a:blip r:embed="rId36"/>
          <a:srcRect/>
          <a:stretch>
            <a:fillRect/>
          </a:stretch>
        </p:blipFill>
        <p:spPr>
          <a:xfrm>
            <a:off x="1437894" y="747332"/>
            <a:ext cx="145066" cy="225838"/>
          </a:xfrm>
          <a:prstGeom prst="rect"/>
          <a:ln w="0">
            <a:noFill/>
          </a:ln>
        </p:spPr>
      </p:pic>
      <p:sp>
        <p:nvSpPr>
          <p:cNvPr id="55" name="New shape"/>
          <p:cNvSpPr/>
          <p:nvPr/>
        </p:nvSpPr>
        <p:spPr>
          <a:xfrm>
            <a:off x="1480661" y="785431"/>
            <a:ext cx="61055" cy="6257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" name="New picture"/>
          <p:cNvPicPr/>
          <p:nvPr/>
        </p:nvPicPr>
        <p:blipFill>
          <a:blip r:embed="rId37"/>
          <a:srcRect/>
          <a:stretch>
            <a:fillRect/>
          </a:stretch>
        </p:blipFill>
        <p:spPr>
          <a:xfrm>
            <a:off x="1586008" y="797624"/>
            <a:ext cx="178689" cy="180118"/>
          </a:xfrm>
          <a:prstGeom prst="rect"/>
          <a:ln w="0">
            <a:noFill/>
          </a:ln>
        </p:spPr>
      </p:pic>
      <p:sp>
        <p:nvSpPr>
          <p:cNvPr id="57" name="New shape"/>
          <p:cNvSpPr/>
          <p:nvPr/>
        </p:nvSpPr>
        <p:spPr>
          <a:xfrm>
            <a:off x="1627251" y="834295"/>
            <a:ext cx="99250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" name="New picture"/>
          <p:cNvPicPr/>
          <p:nvPr/>
        </p:nvPicPr>
        <p:blipFill>
          <a:blip r:embed="rId38"/>
          <a:srcRect/>
          <a:stretch>
            <a:fillRect/>
          </a:stretch>
        </p:blipFill>
        <p:spPr>
          <a:xfrm>
            <a:off x="1786033" y="803720"/>
            <a:ext cx="149638" cy="174022"/>
          </a:xfrm>
          <a:prstGeom prst="rect"/>
          <a:ln w="0">
            <a:noFill/>
          </a:ln>
        </p:spPr>
      </p:pic>
      <p:sp>
        <p:nvSpPr>
          <p:cNvPr id="59" name="New shape"/>
          <p:cNvSpPr/>
          <p:nvPr/>
        </p:nvSpPr>
        <p:spPr>
          <a:xfrm>
            <a:off x="1960150" y="747332"/>
            <a:ext cx="41243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" name="New picture"/>
          <p:cNvPicPr/>
          <p:nvPr/>
        </p:nvPicPr>
        <p:blipFill>
          <a:blip r:embed="rId39"/>
          <a:srcRect/>
          <a:stretch>
            <a:fillRect/>
          </a:stretch>
        </p:blipFill>
        <p:spPr>
          <a:xfrm>
            <a:off x="2102167" y="747332"/>
            <a:ext cx="236696" cy="225838"/>
          </a:xfrm>
          <a:prstGeom prst="rect"/>
          <a:ln w="0">
            <a:noFill/>
          </a:ln>
        </p:spPr>
      </p:pic>
      <p:pic>
        <p:nvPicPr>
          <p:cNvPr id="61" name="New picture"/>
          <p:cNvPicPr/>
          <p:nvPr/>
        </p:nvPicPr>
        <p:blipFill>
          <a:blip r:embed="rId40"/>
          <a:srcRect/>
          <a:stretch>
            <a:fillRect/>
          </a:stretch>
        </p:blipFill>
        <p:spPr>
          <a:xfrm>
            <a:off x="2363248" y="803720"/>
            <a:ext cx="151162" cy="174022"/>
          </a:xfrm>
          <a:prstGeom prst="rect"/>
          <a:ln w="0">
            <a:noFill/>
          </a:ln>
        </p:spPr>
      </p:pic>
      <p:pic>
        <p:nvPicPr>
          <p:cNvPr id="62" name="New picture"/>
          <p:cNvPicPr/>
          <p:nvPr/>
        </p:nvPicPr>
        <p:blipFill>
          <a:blip r:embed="rId41"/>
          <a:srcRect/>
          <a:stretch>
            <a:fillRect/>
          </a:stretch>
        </p:blipFill>
        <p:spPr>
          <a:xfrm>
            <a:off x="2531269" y="797624"/>
            <a:ext cx="177070" cy="180118"/>
          </a:xfrm>
          <a:prstGeom prst="rect"/>
          <a:ln w="0">
            <a:noFill/>
          </a:ln>
        </p:spPr>
      </p:pic>
      <p:sp>
        <p:nvSpPr>
          <p:cNvPr id="63" name="New shape"/>
          <p:cNvSpPr/>
          <p:nvPr/>
        </p:nvSpPr>
        <p:spPr>
          <a:xfrm>
            <a:off x="2574036" y="834295"/>
            <a:ext cx="9305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2725198" y="747332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2787777" y="747332"/>
            <a:ext cx="41243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" name="New picture"/>
          <p:cNvPicPr/>
          <p:nvPr/>
        </p:nvPicPr>
        <p:blipFill>
          <a:blip r:embed="rId42"/>
          <a:srcRect/>
          <a:stretch>
            <a:fillRect/>
          </a:stretch>
        </p:blipFill>
        <p:spPr>
          <a:xfrm>
            <a:off x="2845784" y="797624"/>
            <a:ext cx="175641" cy="180118"/>
          </a:xfrm>
          <a:prstGeom prst="rect"/>
          <a:ln w="0">
            <a:noFill/>
          </a:ln>
        </p:spPr>
      </p:pic>
      <p:sp>
        <p:nvSpPr>
          <p:cNvPr id="67" name="New shape"/>
          <p:cNvSpPr/>
          <p:nvPr/>
        </p:nvSpPr>
        <p:spPr>
          <a:xfrm>
            <a:off x="2887027" y="834295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" name="New picture"/>
          <p:cNvPicPr/>
          <p:nvPr/>
        </p:nvPicPr>
        <p:blipFill>
          <a:blip r:embed="rId43"/>
          <a:srcRect/>
          <a:stretch>
            <a:fillRect/>
          </a:stretch>
        </p:blipFill>
        <p:spPr>
          <a:xfrm>
            <a:off x="3041237" y="797623"/>
            <a:ext cx="76390" cy="175546"/>
          </a:xfrm>
          <a:prstGeom prst="rect"/>
          <a:ln w="0">
            <a:noFill/>
          </a:ln>
        </p:spPr>
      </p:pic>
      <p:pic>
        <p:nvPicPr>
          <p:cNvPr id="69" name="New picture"/>
          <p:cNvPicPr/>
          <p:nvPr/>
        </p:nvPicPr>
        <p:blipFill>
          <a:blip r:embed="rId44"/>
          <a:srcRect/>
          <a:stretch>
            <a:fillRect/>
          </a:stretch>
        </p:blipFill>
        <p:spPr>
          <a:xfrm>
            <a:off x="3195447" y="797624"/>
            <a:ext cx="177165" cy="180118"/>
          </a:xfrm>
          <a:prstGeom prst="rect"/>
          <a:ln w="0">
            <a:noFill/>
          </a:ln>
        </p:spPr>
      </p:pic>
      <p:sp>
        <p:nvSpPr>
          <p:cNvPr id="70" name="New shape"/>
          <p:cNvSpPr/>
          <p:nvPr/>
        </p:nvSpPr>
        <p:spPr>
          <a:xfrm>
            <a:off x="3236691" y="834295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" name="New picture"/>
          <p:cNvPicPr/>
          <p:nvPr/>
        </p:nvPicPr>
        <p:blipFill>
          <a:blip r:embed="rId45"/>
          <a:srcRect/>
          <a:stretch>
            <a:fillRect/>
          </a:stretch>
        </p:blipFill>
        <p:spPr>
          <a:xfrm>
            <a:off x="3378803" y="747332"/>
            <a:ext cx="84010" cy="225838"/>
          </a:xfrm>
          <a:prstGeom prst="rect"/>
          <a:ln w="0">
            <a:noFill/>
          </a:ln>
        </p:spPr>
      </p:pic>
      <p:pic>
        <p:nvPicPr>
          <p:cNvPr id="72" name="New picture"/>
          <p:cNvPicPr/>
          <p:nvPr/>
        </p:nvPicPr>
        <p:blipFill>
          <a:blip r:embed="rId46"/>
          <a:srcRect/>
          <a:stretch>
            <a:fillRect/>
          </a:stretch>
        </p:blipFill>
        <p:spPr>
          <a:xfrm>
            <a:off x="3551301" y="747332"/>
            <a:ext cx="111442" cy="225838"/>
          </a:xfrm>
          <a:prstGeom prst="rect"/>
          <a:ln w="0">
            <a:noFill/>
          </a:ln>
        </p:spPr>
      </p:pic>
      <p:pic>
        <p:nvPicPr>
          <p:cNvPr id="73" name="New picture"/>
          <p:cNvPicPr/>
          <p:nvPr/>
        </p:nvPicPr>
        <p:blipFill>
          <a:blip r:embed="rId47"/>
          <a:srcRect/>
          <a:stretch>
            <a:fillRect/>
          </a:stretch>
        </p:blipFill>
        <p:spPr>
          <a:xfrm>
            <a:off x="3670364" y="803720"/>
            <a:ext cx="149638" cy="174022"/>
          </a:xfrm>
          <a:prstGeom prst="rect"/>
          <a:ln w="0">
            <a:noFill/>
          </a:ln>
        </p:spPr>
      </p:pic>
      <p:pic>
        <p:nvPicPr>
          <p:cNvPr id="74" name="New picture"/>
          <p:cNvPicPr/>
          <p:nvPr/>
        </p:nvPicPr>
        <p:blipFill>
          <a:blip r:embed="rId48"/>
          <a:srcRect/>
          <a:stretch>
            <a:fillRect/>
          </a:stretch>
        </p:blipFill>
        <p:spPr>
          <a:xfrm>
            <a:off x="3839908" y="797623"/>
            <a:ext cx="174117" cy="180118"/>
          </a:xfrm>
          <a:prstGeom prst="rect"/>
          <a:ln w="0">
            <a:noFill/>
          </a:ln>
        </p:spPr>
      </p:pic>
      <p:pic>
        <p:nvPicPr>
          <p:cNvPr id="75" name="New picture"/>
          <p:cNvPicPr/>
          <p:nvPr/>
        </p:nvPicPr>
        <p:blipFill>
          <a:blip r:embed="rId49"/>
          <a:srcRect/>
          <a:stretch>
            <a:fillRect/>
          </a:stretch>
        </p:blipFill>
        <p:spPr>
          <a:xfrm>
            <a:off x="4021646" y="797624"/>
            <a:ext cx="180118" cy="180118"/>
          </a:xfrm>
          <a:prstGeom prst="rect"/>
          <a:ln w="0">
            <a:noFill/>
          </a:ln>
        </p:spPr>
      </p:pic>
      <p:sp>
        <p:nvSpPr>
          <p:cNvPr id="76" name="New shape"/>
          <p:cNvSpPr/>
          <p:nvPr/>
        </p:nvSpPr>
        <p:spPr>
          <a:xfrm>
            <a:off x="4062889" y="834295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" name="New picture"/>
          <p:cNvPicPr/>
          <p:nvPr/>
        </p:nvPicPr>
        <p:blipFill>
          <a:blip r:embed="rId50"/>
          <a:srcRect/>
          <a:stretch>
            <a:fillRect/>
          </a:stretch>
        </p:blipFill>
        <p:spPr>
          <a:xfrm>
            <a:off x="4301109" y="747332"/>
            <a:ext cx="236601" cy="225838"/>
          </a:xfrm>
          <a:prstGeom prst="rect"/>
          <a:ln w="0">
            <a:noFill/>
          </a:ln>
        </p:spPr>
      </p:pic>
      <p:pic>
        <p:nvPicPr>
          <p:cNvPr id="78" name="New picture"/>
          <p:cNvPicPr/>
          <p:nvPr/>
        </p:nvPicPr>
        <p:blipFill>
          <a:blip r:embed="rId51"/>
          <a:srcRect/>
          <a:stretch>
            <a:fillRect/>
          </a:stretch>
        </p:blipFill>
        <p:spPr>
          <a:xfrm>
            <a:off x="4554665" y="797624"/>
            <a:ext cx="180118" cy="180118"/>
          </a:xfrm>
          <a:prstGeom prst="rect"/>
          <a:ln w="0">
            <a:noFill/>
          </a:ln>
        </p:spPr>
      </p:pic>
      <p:sp>
        <p:nvSpPr>
          <p:cNvPr id="79" name="New shape"/>
          <p:cNvSpPr/>
          <p:nvPr/>
        </p:nvSpPr>
        <p:spPr>
          <a:xfrm>
            <a:off x="4595908" y="834295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" name="New picture"/>
          <p:cNvPicPr/>
          <p:nvPr/>
        </p:nvPicPr>
        <p:blipFill>
          <a:blip r:embed="rId52"/>
          <a:srcRect/>
          <a:stretch>
            <a:fillRect/>
          </a:stretch>
        </p:blipFill>
        <p:spPr>
          <a:xfrm>
            <a:off x="4745450" y="797624"/>
            <a:ext cx="122110" cy="180118"/>
          </a:xfrm>
          <a:prstGeom prst="rect"/>
          <a:ln w="0">
            <a:noFill/>
          </a:ln>
        </p:spPr>
      </p:pic>
      <p:pic>
        <p:nvPicPr>
          <p:cNvPr id="81" name="New picture"/>
          <p:cNvPicPr/>
          <p:nvPr/>
        </p:nvPicPr>
        <p:blipFill>
          <a:blip r:embed="rId53"/>
          <a:srcRect/>
          <a:stretch>
            <a:fillRect/>
          </a:stretch>
        </p:blipFill>
        <p:spPr>
          <a:xfrm>
            <a:off x="4869085" y="797624"/>
            <a:ext cx="123730" cy="180118"/>
          </a:xfrm>
          <a:prstGeom prst="rect"/>
          <a:ln w="0">
            <a:noFill/>
          </a:ln>
        </p:spPr>
      </p:pic>
      <p:pic>
        <p:nvPicPr>
          <p:cNvPr id="82" name="New picture"/>
          <p:cNvPicPr/>
          <p:nvPr/>
        </p:nvPicPr>
        <p:blipFill>
          <a:blip r:embed="rId54"/>
          <a:srcRect/>
          <a:stretch>
            <a:fillRect/>
          </a:stretch>
        </p:blipFill>
        <p:spPr>
          <a:xfrm>
            <a:off x="4997386" y="797624"/>
            <a:ext cx="178689" cy="180118"/>
          </a:xfrm>
          <a:prstGeom prst="rect"/>
          <a:ln w="0">
            <a:noFill/>
          </a:ln>
        </p:spPr>
      </p:pic>
      <p:sp>
        <p:nvSpPr>
          <p:cNvPr id="83" name="New shape"/>
          <p:cNvSpPr/>
          <p:nvPr/>
        </p:nvSpPr>
        <p:spPr>
          <a:xfrm>
            <a:off x="5037106" y="834295"/>
            <a:ext cx="100774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" name="New picture"/>
          <p:cNvPicPr/>
          <p:nvPr/>
        </p:nvPicPr>
        <p:blipFill>
          <a:blip r:embed="rId55"/>
          <a:srcRect/>
          <a:stretch>
            <a:fillRect/>
          </a:stretch>
        </p:blipFill>
        <p:spPr>
          <a:xfrm>
            <a:off x="5200460" y="797623"/>
            <a:ext cx="76391" cy="175546"/>
          </a:xfrm>
          <a:prstGeom prst="rect"/>
          <a:ln w="0">
            <a:noFill/>
          </a:ln>
        </p:spPr>
      </p:pic>
      <p:pic>
        <p:nvPicPr>
          <p:cNvPr id="85" name="New picture"/>
          <p:cNvPicPr/>
          <p:nvPr/>
        </p:nvPicPr>
        <p:blipFill>
          <a:blip r:embed="rId56"/>
          <a:srcRect/>
          <a:stretch>
            <a:fillRect/>
          </a:stretch>
        </p:blipFill>
        <p:spPr>
          <a:xfrm>
            <a:off x="5267706" y="797623"/>
            <a:ext cx="180118" cy="180118"/>
          </a:xfrm>
          <a:prstGeom prst="rect"/>
          <a:ln w="0">
            <a:noFill/>
          </a:ln>
        </p:spPr>
      </p:pic>
      <p:sp>
        <p:nvSpPr>
          <p:cNvPr id="86" name="New shape"/>
          <p:cNvSpPr/>
          <p:nvPr/>
        </p:nvSpPr>
        <p:spPr>
          <a:xfrm>
            <a:off x="5308854" y="834295"/>
            <a:ext cx="99346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" name="New picture"/>
          <p:cNvPicPr/>
          <p:nvPr/>
        </p:nvPicPr>
        <p:blipFill>
          <a:blip r:embed="rId57"/>
          <a:srcRect/>
          <a:stretch>
            <a:fillRect/>
          </a:stretch>
        </p:blipFill>
        <p:spPr>
          <a:xfrm>
            <a:off x="5463160" y="797623"/>
            <a:ext cx="151162" cy="175546"/>
          </a:xfrm>
          <a:prstGeom prst="rect"/>
          <a:ln w="0">
            <a:noFill/>
          </a:ln>
        </p:spPr>
      </p:pic>
      <p:pic>
        <p:nvPicPr>
          <p:cNvPr id="88" name="New picture"/>
          <p:cNvPicPr/>
          <p:nvPr/>
        </p:nvPicPr>
        <p:blipFill>
          <a:blip r:embed="rId58"/>
          <a:srcRect/>
          <a:stretch>
            <a:fillRect/>
          </a:stretch>
        </p:blipFill>
        <p:spPr>
          <a:xfrm>
            <a:off x="668274" y="1234059"/>
            <a:ext cx="105347" cy="112967"/>
          </a:xfrm>
          <a:prstGeom prst="rect"/>
          <a:ln w="0">
            <a:noFill/>
          </a:ln>
        </p:spPr>
      </p:pic>
      <p:sp>
        <p:nvSpPr>
          <p:cNvPr id="89" name="New shape"/>
          <p:cNvSpPr/>
          <p:nvPr/>
        </p:nvSpPr>
        <p:spPr>
          <a:xfrm>
            <a:off x="671322" y="1235583"/>
            <a:ext cx="99250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0" name="New shape"/>
          <p:cNvSpPr/>
          <p:nvPr/>
        </p:nvSpPr>
        <p:spPr>
          <a:xfrm>
            <a:off x="698849" y="1249395"/>
            <a:ext cx="42672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1" name="New shape"/>
          <p:cNvSpPr/>
          <p:nvPr/>
        </p:nvSpPr>
        <p:spPr>
          <a:xfrm>
            <a:off x="695706" y="1241775"/>
            <a:ext cx="50482" cy="686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" name="New shape"/>
          <p:cNvSpPr/>
          <p:nvPr/>
        </p:nvSpPr>
        <p:spPr>
          <a:xfrm>
            <a:off x="671322" y="1235583"/>
            <a:ext cx="99250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3" name="New shape"/>
          <p:cNvSpPr/>
          <p:nvPr/>
        </p:nvSpPr>
        <p:spPr>
          <a:xfrm>
            <a:off x="698849" y="1249395"/>
            <a:ext cx="42672" cy="579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" name="New picture"/>
          <p:cNvPicPr/>
          <p:nvPr/>
        </p:nvPicPr>
        <p:blipFill>
          <a:blip r:embed="rId59"/>
          <a:srcRect/>
          <a:stretch>
            <a:fillRect/>
          </a:stretch>
        </p:blipFill>
        <p:spPr>
          <a:xfrm>
            <a:off x="779716" y="1264634"/>
            <a:ext cx="74867" cy="83915"/>
          </a:xfrm>
          <a:prstGeom prst="rect"/>
          <a:ln w="0">
            <a:noFill/>
          </a:ln>
        </p:spPr>
      </p:pic>
      <p:sp>
        <p:nvSpPr>
          <p:cNvPr id="95" name="New shape"/>
          <p:cNvSpPr/>
          <p:nvPr/>
        </p:nvSpPr>
        <p:spPr>
          <a:xfrm>
            <a:off x="782764" y="1266158"/>
            <a:ext cx="7029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6" name="New shape"/>
          <p:cNvSpPr/>
          <p:nvPr/>
        </p:nvSpPr>
        <p:spPr>
          <a:xfrm>
            <a:off x="782764" y="1266158"/>
            <a:ext cx="70294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" name="New picture"/>
          <p:cNvPicPr/>
          <p:nvPr/>
        </p:nvPicPr>
        <p:blipFill>
          <a:blip r:embed="rId60"/>
          <a:srcRect/>
          <a:stretch>
            <a:fillRect/>
          </a:stretch>
        </p:blipFill>
        <p:spPr>
          <a:xfrm>
            <a:off x="863727" y="1240250"/>
            <a:ext cx="53435" cy="108299"/>
          </a:xfrm>
          <a:prstGeom prst="rect"/>
          <a:ln w="0">
            <a:noFill/>
          </a:ln>
        </p:spPr>
      </p:pic>
      <p:sp>
        <p:nvSpPr>
          <p:cNvPr id="98" name="New shape"/>
          <p:cNvSpPr/>
          <p:nvPr/>
        </p:nvSpPr>
        <p:spPr>
          <a:xfrm>
            <a:off x="866775" y="1243298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9" name="New shape"/>
          <p:cNvSpPr/>
          <p:nvPr/>
        </p:nvSpPr>
        <p:spPr>
          <a:xfrm>
            <a:off x="866775" y="1243298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" name="New picture"/>
          <p:cNvPicPr/>
          <p:nvPr/>
        </p:nvPicPr>
        <p:blipFill>
          <a:blip r:embed="rId61"/>
          <a:srcRect/>
          <a:stretch>
            <a:fillRect/>
          </a:stretch>
        </p:blipFill>
        <p:spPr>
          <a:xfrm>
            <a:off x="921734" y="1261586"/>
            <a:ext cx="76390" cy="86963"/>
          </a:xfrm>
          <a:prstGeom prst="rect"/>
          <a:ln w="0">
            <a:noFill/>
          </a:ln>
        </p:spPr>
      </p:pic>
      <p:sp>
        <p:nvSpPr>
          <p:cNvPr id="101" name="New shape"/>
          <p:cNvSpPr/>
          <p:nvPr/>
        </p:nvSpPr>
        <p:spPr>
          <a:xfrm>
            <a:off x="927830" y="1267682"/>
            <a:ext cx="67246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2" name="New shape"/>
          <p:cNvSpPr/>
          <p:nvPr/>
        </p:nvSpPr>
        <p:spPr>
          <a:xfrm>
            <a:off x="938593" y="1276826"/>
            <a:ext cx="44196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" name="New shape"/>
          <p:cNvSpPr/>
          <p:nvPr/>
        </p:nvSpPr>
        <p:spPr>
          <a:xfrm>
            <a:off x="935450" y="1272254"/>
            <a:ext cx="50482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4" name="New shape"/>
          <p:cNvSpPr/>
          <p:nvPr/>
        </p:nvSpPr>
        <p:spPr>
          <a:xfrm>
            <a:off x="924782" y="1264634"/>
            <a:ext cx="71818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5" name="New shape"/>
          <p:cNvSpPr/>
          <p:nvPr/>
        </p:nvSpPr>
        <p:spPr>
          <a:xfrm>
            <a:off x="938593" y="1273778"/>
            <a:ext cx="44196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" name="New picture"/>
          <p:cNvPicPr/>
          <p:nvPr/>
        </p:nvPicPr>
        <p:blipFill>
          <a:blip r:embed="rId62"/>
          <a:srcRect/>
          <a:stretch>
            <a:fillRect/>
          </a:stretch>
        </p:blipFill>
        <p:spPr>
          <a:xfrm>
            <a:off x="1013365" y="1264634"/>
            <a:ext cx="74866" cy="83915"/>
          </a:xfrm>
          <a:prstGeom prst="rect"/>
          <a:ln w="0">
            <a:noFill/>
          </a:ln>
        </p:spPr>
      </p:pic>
      <p:sp>
        <p:nvSpPr>
          <p:cNvPr id="107" name="New shape"/>
          <p:cNvSpPr/>
          <p:nvPr/>
        </p:nvSpPr>
        <p:spPr>
          <a:xfrm>
            <a:off x="1016413" y="1266158"/>
            <a:ext cx="6877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" name="New shape"/>
          <p:cNvSpPr/>
          <p:nvPr/>
        </p:nvSpPr>
        <p:spPr>
          <a:xfrm>
            <a:off x="1016413" y="1266158"/>
            <a:ext cx="68771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" name="New picture"/>
          <p:cNvPicPr/>
          <p:nvPr/>
        </p:nvPicPr>
        <p:blipFill>
          <a:blip r:embed="rId63"/>
          <a:srcRect/>
          <a:stretch>
            <a:fillRect/>
          </a:stretch>
        </p:blipFill>
        <p:spPr>
          <a:xfrm>
            <a:off x="1106519" y="1261586"/>
            <a:ext cx="48863" cy="85439"/>
          </a:xfrm>
          <a:prstGeom prst="rect"/>
          <a:ln w="0">
            <a:noFill/>
          </a:ln>
        </p:spPr>
      </p:pic>
      <p:sp>
        <p:nvSpPr>
          <p:cNvPr id="110" name="New shape"/>
          <p:cNvSpPr/>
          <p:nvPr/>
        </p:nvSpPr>
        <p:spPr>
          <a:xfrm>
            <a:off x="1109567" y="1264634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1" name="New shape"/>
          <p:cNvSpPr/>
          <p:nvPr/>
        </p:nvSpPr>
        <p:spPr>
          <a:xfrm>
            <a:off x="1109567" y="1264634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" name="New picture"/>
          <p:cNvPicPr/>
          <p:nvPr/>
        </p:nvPicPr>
        <p:blipFill>
          <a:blip r:embed="rId64"/>
          <a:srcRect/>
          <a:stretch>
            <a:fillRect/>
          </a:stretch>
        </p:blipFill>
        <p:spPr>
          <a:xfrm>
            <a:off x="1153859" y="1261586"/>
            <a:ext cx="64103" cy="86963"/>
          </a:xfrm>
          <a:prstGeom prst="rect"/>
          <a:ln w="0">
            <a:noFill/>
          </a:ln>
        </p:spPr>
      </p:pic>
      <p:sp>
        <p:nvSpPr>
          <p:cNvPr id="113" name="New shape"/>
          <p:cNvSpPr/>
          <p:nvPr/>
        </p:nvSpPr>
        <p:spPr>
          <a:xfrm>
            <a:off x="1156907" y="1267682"/>
            <a:ext cx="56483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4" name="New shape"/>
          <p:cNvSpPr/>
          <p:nvPr/>
        </p:nvSpPr>
        <p:spPr>
          <a:xfrm>
            <a:off x="1156907" y="1264634"/>
            <a:ext cx="58007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" name="New picture"/>
          <p:cNvPicPr/>
          <p:nvPr/>
        </p:nvPicPr>
        <p:blipFill>
          <a:blip r:embed="rId65"/>
          <a:srcRect/>
          <a:stretch>
            <a:fillRect/>
          </a:stretch>
        </p:blipFill>
        <p:spPr>
          <a:xfrm>
            <a:off x="1269873" y="1325689"/>
            <a:ext cx="21431" cy="22860"/>
          </a:xfrm>
          <a:prstGeom prst="rect"/>
          <a:ln w="0">
            <a:noFill/>
          </a:ln>
        </p:spPr>
      </p:pic>
      <p:sp>
        <p:nvSpPr>
          <p:cNvPr id="116" name="New shape"/>
          <p:cNvSpPr/>
          <p:nvPr/>
        </p:nvSpPr>
        <p:spPr>
          <a:xfrm>
            <a:off x="1274540" y="1331785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" name="New picture"/>
          <p:cNvPicPr/>
          <p:nvPr/>
        </p:nvPicPr>
        <p:blipFill>
          <a:blip r:embed="rId66"/>
          <a:srcRect/>
          <a:stretch>
            <a:fillRect/>
          </a:stretch>
        </p:blipFill>
        <p:spPr>
          <a:xfrm>
            <a:off x="1269873" y="1270730"/>
            <a:ext cx="22955" cy="21336"/>
          </a:xfrm>
          <a:prstGeom prst="rect"/>
          <a:ln w="0">
            <a:noFill/>
          </a:ln>
        </p:spPr>
      </p:pic>
      <p:sp>
        <p:nvSpPr>
          <p:cNvPr id="118" name="New shape"/>
          <p:cNvSpPr/>
          <p:nvPr/>
        </p:nvSpPr>
        <p:spPr>
          <a:xfrm>
            <a:off x="1274540" y="1275302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9" name="New shape"/>
          <p:cNvSpPr/>
          <p:nvPr/>
        </p:nvSpPr>
        <p:spPr>
          <a:xfrm>
            <a:off x="1272921" y="1328737"/>
            <a:ext cx="16859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0" name="New shape"/>
          <p:cNvSpPr/>
          <p:nvPr/>
        </p:nvSpPr>
        <p:spPr>
          <a:xfrm>
            <a:off x="1272921" y="1272254"/>
            <a:ext cx="16859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" name="New picture"/>
          <p:cNvPicPr/>
          <p:nvPr/>
        </p:nvPicPr>
        <p:blipFill>
          <a:blip r:embed="rId67"/>
          <a:srcRect/>
          <a:stretch>
            <a:fillRect/>
          </a:stretch>
        </p:blipFill>
        <p:spPr>
          <a:xfrm>
            <a:off x="1341692" y="1235583"/>
            <a:ext cx="50387" cy="111443"/>
          </a:xfrm>
          <a:prstGeom prst="rect"/>
          <a:ln w="0">
            <a:noFill/>
          </a:ln>
        </p:spPr>
      </p:pic>
      <p:pic>
        <p:nvPicPr>
          <p:cNvPr id="122" name="New picture"/>
          <p:cNvPicPr/>
          <p:nvPr/>
        </p:nvPicPr>
        <p:blipFill>
          <a:blip r:embed="rId68"/>
          <a:srcRect/>
          <a:stretch>
            <a:fillRect/>
          </a:stretch>
        </p:blipFill>
        <p:spPr>
          <a:xfrm>
            <a:off x="1413415" y="1264634"/>
            <a:ext cx="77915" cy="82391"/>
          </a:xfrm>
          <a:prstGeom prst="rect"/>
          <a:ln w="0">
            <a:noFill/>
          </a:ln>
        </p:spPr>
      </p:pic>
      <p:sp>
        <p:nvSpPr>
          <p:cNvPr id="123" name="New shape"/>
          <p:cNvSpPr/>
          <p:nvPr/>
        </p:nvSpPr>
        <p:spPr>
          <a:xfrm>
            <a:off x="1425702" y="127530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" name="New picture"/>
          <p:cNvPicPr/>
          <p:nvPr/>
        </p:nvPicPr>
        <p:blipFill>
          <a:blip r:embed="rId69"/>
          <a:srcRect/>
          <a:stretch>
            <a:fillRect/>
          </a:stretch>
        </p:blipFill>
        <p:spPr>
          <a:xfrm>
            <a:off x="1512665" y="1235583"/>
            <a:ext cx="67246" cy="108395"/>
          </a:xfrm>
          <a:prstGeom prst="rect"/>
          <a:ln w="0">
            <a:noFill/>
          </a:ln>
        </p:spPr>
      </p:pic>
      <p:pic>
        <p:nvPicPr>
          <p:cNvPr id="125" name="New picture"/>
          <p:cNvPicPr/>
          <p:nvPr/>
        </p:nvPicPr>
        <p:blipFill>
          <a:blip r:embed="rId70"/>
          <a:srcRect/>
          <a:stretch>
            <a:fillRect/>
          </a:stretch>
        </p:blipFill>
        <p:spPr>
          <a:xfrm>
            <a:off x="1604296" y="1264634"/>
            <a:ext cx="70295" cy="79343"/>
          </a:xfrm>
          <a:prstGeom prst="rect"/>
          <a:ln w="0">
            <a:noFill/>
          </a:ln>
        </p:spPr>
      </p:pic>
      <p:pic>
        <p:nvPicPr>
          <p:cNvPr id="126" name="New picture"/>
          <p:cNvPicPr/>
          <p:nvPr/>
        </p:nvPicPr>
        <p:blipFill>
          <a:blip r:embed="rId71"/>
          <a:srcRect/>
          <a:stretch>
            <a:fillRect/>
          </a:stretch>
        </p:blipFill>
        <p:spPr>
          <a:xfrm>
            <a:off x="1740217" y="1235583"/>
            <a:ext cx="74867" cy="108395"/>
          </a:xfrm>
          <a:prstGeom prst="rect"/>
          <a:ln w="0">
            <a:noFill/>
          </a:ln>
        </p:spPr>
      </p:pic>
      <p:sp>
        <p:nvSpPr>
          <p:cNvPr id="127" name="New shape"/>
          <p:cNvSpPr/>
          <p:nvPr/>
        </p:nvSpPr>
        <p:spPr>
          <a:xfrm>
            <a:off x="1754029" y="1247870"/>
            <a:ext cx="47244" cy="487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" name="New picture"/>
          <p:cNvPicPr/>
          <p:nvPr/>
        </p:nvPicPr>
        <p:blipFill>
          <a:blip r:embed="rId72"/>
          <a:srcRect/>
          <a:stretch>
            <a:fillRect/>
          </a:stretch>
        </p:blipFill>
        <p:spPr>
          <a:xfrm>
            <a:off x="1821180" y="1264635"/>
            <a:ext cx="65627" cy="82391"/>
          </a:xfrm>
          <a:prstGeom prst="rect"/>
          <a:ln w="0">
            <a:noFill/>
          </a:ln>
        </p:spPr>
      </p:pic>
      <p:sp>
        <p:nvSpPr>
          <p:cNvPr id="129" name="New shape"/>
          <p:cNvSpPr/>
          <p:nvPr/>
        </p:nvSpPr>
        <p:spPr>
          <a:xfrm>
            <a:off x="1833372" y="1305783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" name="New picture"/>
          <p:cNvPicPr/>
          <p:nvPr/>
        </p:nvPicPr>
        <p:blipFill>
          <a:blip r:embed="rId73"/>
          <a:srcRect/>
          <a:stretch>
            <a:fillRect/>
          </a:stretch>
        </p:blipFill>
        <p:spPr>
          <a:xfrm>
            <a:off x="1909762" y="1266158"/>
            <a:ext cx="70199" cy="80867"/>
          </a:xfrm>
          <a:prstGeom prst="rect"/>
          <a:ln w="0">
            <a:noFill/>
          </a:ln>
        </p:spPr>
      </p:pic>
      <p:sp>
        <p:nvSpPr>
          <p:cNvPr id="131" name="New shape"/>
          <p:cNvSpPr/>
          <p:nvPr/>
        </p:nvSpPr>
        <p:spPr>
          <a:xfrm>
            <a:off x="2004060" y="12359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" name="New picture"/>
          <p:cNvPicPr/>
          <p:nvPr/>
        </p:nvPicPr>
        <p:blipFill>
          <a:blip r:embed="rId74"/>
          <a:srcRect/>
          <a:stretch>
            <a:fillRect/>
          </a:stretch>
        </p:blipFill>
        <p:spPr>
          <a:xfrm>
            <a:off x="2083784" y="1235583"/>
            <a:ext cx="114586" cy="108395"/>
          </a:xfrm>
          <a:prstGeom prst="rect"/>
          <a:ln w="0">
            <a:noFill/>
          </a:ln>
        </p:spPr>
      </p:pic>
      <p:pic>
        <p:nvPicPr>
          <p:cNvPr id="133" name="New picture"/>
          <p:cNvPicPr/>
          <p:nvPr/>
        </p:nvPicPr>
        <p:blipFill>
          <a:blip r:embed="rId75"/>
          <a:srcRect/>
          <a:stretch>
            <a:fillRect/>
          </a:stretch>
        </p:blipFill>
        <p:spPr>
          <a:xfrm>
            <a:off x="2224278" y="1266158"/>
            <a:ext cx="68770" cy="80867"/>
          </a:xfrm>
          <a:prstGeom prst="rect"/>
          <a:ln w="0">
            <a:noFill/>
          </a:ln>
        </p:spPr>
      </p:pic>
      <p:pic>
        <p:nvPicPr>
          <p:cNvPr id="134" name="New picture"/>
          <p:cNvPicPr/>
          <p:nvPr/>
        </p:nvPicPr>
        <p:blipFill>
          <a:blip r:embed="rId76"/>
          <a:srcRect/>
          <a:stretch>
            <a:fillRect/>
          </a:stretch>
        </p:blipFill>
        <p:spPr>
          <a:xfrm>
            <a:off x="2312861" y="1264634"/>
            <a:ext cx="71818" cy="82391"/>
          </a:xfrm>
          <a:prstGeom prst="rect"/>
          <a:ln w="0">
            <a:noFill/>
          </a:ln>
        </p:spPr>
      </p:pic>
      <p:sp>
        <p:nvSpPr>
          <p:cNvPr id="135" name="New shape"/>
          <p:cNvSpPr/>
          <p:nvPr/>
        </p:nvSpPr>
        <p:spPr>
          <a:xfrm>
            <a:off x="2326577" y="127377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6" name="New shape"/>
          <p:cNvSpPr/>
          <p:nvPr/>
        </p:nvSpPr>
        <p:spPr>
          <a:xfrm>
            <a:off x="2404872" y="12359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7" name="New shape"/>
          <p:cNvSpPr/>
          <p:nvPr/>
        </p:nvSpPr>
        <p:spPr>
          <a:xfrm>
            <a:off x="2444496" y="12359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" name="New picture"/>
          <p:cNvPicPr/>
          <p:nvPr/>
        </p:nvPicPr>
        <p:blipFill>
          <a:blip r:embed="rId77"/>
          <a:srcRect/>
          <a:stretch>
            <a:fillRect/>
          </a:stretch>
        </p:blipFill>
        <p:spPr>
          <a:xfrm>
            <a:off x="2479358" y="1264634"/>
            <a:ext cx="70199" cy="82391"/>
          </a:xfrm>
          <a:prstGeom prst="rect"/>
          <a:ln w="0">
            <a:noFill/>
          </a:ln>
        </p:spPr>
      </p:pic>
      <p:sp>
        <p:nvSpPr>
          <p:cNvPr id="139" name="New shape"/>
          <p:cNvSpPr/>
          <p:nvPr/>
        </p:nvSpPr>
        <p:spPr>
          <a:xfrm>
            <a:off x="2491549" y="127377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" name="New picture"/>
          <p:cNvPicPr/>
          <p:nvPr/>
        </p:nvPicPr>
        <p:blipFill>
          <a:blip r:embed="rId78"/>
          <a:srcRect/>
          <a:stretch>
            <a:fillRect/>
          </a:stretch>
        </p:blipFill>
        <p:spPr>
          <a:xfrm>
            <a:off x="2569369" y="1264634"/>
            <a:ext cx="42767" cy="79343"/>
          </a:xfrm>
          <a:prstGeom prst="rect"/>
          <a:ln w="0">
            <a:noFill/>
          </a:ln>
        </p:spPr>
      </p:pic>
      <p:pic>
        <p:nvPicPr>
          <p:cNvPr id="141" name="New picture"/>
          <p:cNvPicPr/>
          <p:nvPr/>
        </p:nvPicPr>
        <p:blipFill>
          <a:blip r:embed="rId79"/>
          <a:srcRect/>
          <a:stretch>
            <a:fillRect/>
          </a:stretch>
        </p:blipFill>
        <p:spPr>
          <a:xfrm>
            <a:off x="2660999" y="1264634"/>
            <a:ext cx="70295" cy="82391"/>
          </a:xfrm>
          <a:prstGeom prst="rect"/>
          <a:ln w="0">
            <a:noFill/>
          </a:ln>
        </p:spPr>
      </p:pic>
      <p:sp>
        <p:nvSpPr>
          <p:cNvPr id="142" name="New shape"/>
          <p:cNvSpPr/>
          <p:nvPr/>
        </p:nvSpPr>
        <p:spPr>
          <a:xfrm>
            <a:off x="2673286" y="127377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" name="New picture"/>
          <p:cNvPicPr/>
          <p:nvPr/>
        </p:nvPicPr>
        <p:blipFill>
          <a:blip r:embed="rId80"/>
          <a:srcRect/>
          <a:stretch>
            <a:fillRect/>
          </a:stretch>
        </p:blipFill>
        <p:spPr>
          <a:xfrm>
            <a:off x="2740438" y="1243298"/>
            <a:ext cx="48863" cy="103727"/>
          </a:xfrm>
          <a:prstGeom prst="rect"/>
          <a:ln w="0">
            <a:noFill/>
          </a:ln>
        </p:spPr>
      </p:pic>
      <p:pic>
        <p:nvPicPr>
          <p:cNvPr id="144" name="New picture"/>
          <p:cNvPicPr/>
          <p:nvPr/>
        </p:nvPicPr>
        <p:blipFill>
          <a:blip r:embed="rId81"/>
          <a:srcRect/>
          <a:stretch>
            <a:fillRect/>
          </a:stretch>
        </p:blipFill>
        <p:spPr>
          <a:xfrm>
            <a:off x="2847308" y="1235583"/>
            <a:ext cx="62675" cy="108395"/>
          </a:xfrm>
          <a:prstGeom prst="rect"/>
          <a:ln w="0">
            <a:noFill/>
          </a:ln>
        </p:spPr>
      </p:pic>
      <p:pic>
        <p:nvPicPr>
          <p:cNvPr id="145" name="New picture"/>
          <p:cNvPicPr/>
          <p:nvPr/>
        </p:nvPicPr>
        <p:blipFill>
          <a:blip r:embed="rId82"/>
          <a:srcRect/>
          <a:stretch>
            <a:fillRect/>
          </a:stretch>
        </p:blipFill>
        <p:spPr>
          <a:xfrm>
            <a:off x="2919127" y="1266158"/>
            <a:ext cx="70199" cy="80867"/>
          </a:xfrm>
          <a:prstGeom prst="rect"/>
          <a:ln w="0">
            <a:noFill/>
          </a:ln>
        </p:spPr>
      </p:pic>
      <p:pic>
        <p:nvPicPr>
          <p:cNvPr id="146" name="New picture"/>
          <p:cNvPicPr/>
          <p:nvPr/>
        </p:nvPicPr>
        <p:blipFill>
          <a:blip r:embed="rId83"/>
          <a:srcRect/>
          <a:stretch>
            <a:fillRect/>
          </a:stretch>
        </p:blipFill>
        <p:spPr>
          <a:xfrm>
            <a:off x="3009233" y="1264634"/>
            <a:ext cx="64103" cy="82391"/>
          </a:xfrm>
          <a:prstGeom prst="rect"/>
          <a:ln w="0">
            <a:noFill/>
          </a:ln>
        </p:spPr>
      </p:pic>
      <p:pic>
        <p:nvPicPr>
          <p:cNvPr id="147" name="New picture"/>
          <p:cNvPicPr/>
          <p:nvPr/>
        </p:nvPicPr>
        <p:blipFill>
          <a:blip r:embed="rId84"/>
          <a:srcRect/>
          <a:stretch>
            <a:fillRect/>
          </a:stretch>
        </p:blipFill>
        <p:spPr>
          <a:xfrm>
            <a:off x="3085529" y="1264635"/>
            <a:ext cx="65723" cy="82391"/>
          </a:xfrm>
          <a:prstGeom prst="rect"/>
          <a:ln w="0">
            <a:noFill/>
          </a:ln>
        </p:spPr>
      </p:pic>
      <p:sp>
        <p:nvSpPr>
          <p:cNvPr id="148" name="New shape"/>
          <p:cNvSpPr/>
          <p:nvPr/>
        </p:nvSpPr>
        <p:spPr>
          <a:xfrm>
            <a:off x="3097721" y="1305783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" name="New picture"/>
          <p:cNvPicPr/>
          <p:nvPr/>
        </p:nvPicPr>
        <p:blipFill>
          <a:blip r:embed="rId85"/>
          <a:srcRect/>
          <a:stretch>
            <a:fillRect/>
          </a:stretch>
        </p:blipFill>
        <p:spPr>
          <a:xfrm>
            <a:off x="3215354" y="1235583"/>
            <a:ext cx="112967" cy="108395"/>
          </a:xfrm>
          <a:prstGeom prst="rect"/>
          <a:ln w="0">
            <a:noFill/>
          </a:ln>
        </p:spPr>
      </p:pic>
      <p:pic>
        <p:nvPicPr>
          <p:cNvPr id="150" name="New picture"/>
          <p:cNvPicPr/>
          <p:nvPr/>
        </p:nvPicPr>
        <p:blipFill>
          <a:blip r:embed="rId86"/>
          <a:srcRect/>
          <a:stretch>
            <a:fillRect/>
          </a:stretch>
        </p:blipFill>
        <p:spPr>
          <a:xfrm>
            <a:off x="3349752" y="1264635"/>
            <a:ext cx="65722" cy="82391"/>
          </a:xfrm>
          <a:prstGeom prst="rect"/>
          <a:ln w="0">
            <a:noFill/>
          </a:ln>
        </p:spPr>
      </p:pic>
      <p:sp>
        <p:nvSpPr>
          <p:cNvPr id="151" name="New shape"/>
          <p:cNvSpPr/>
          <p:nvPr/>
        </p:nvSpPr>
        <p:spPr>
          <a:xfrm>
            <a:off x="3361944" y="1305783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" name="New picture"/>
          <p:cNvPicPr/>
          <p:nvPr/>
        </p:nvPicPr>
        <p:blipFill>
          <a:blip r:embed="rId87"/>
          <a:srcRect/>
          <a:stretch>
            <a:fillRect/>
          </a:stretch>
        </p:blipFill>
        <p:spPr>
          <a:xfrm>
            <a:off x="3430620" y="1264634"/>
            <a:ext cx="56578" cy="82391"/>
          </a:xfrm>
          <a:prstGeom prst="rect"/>
          <a:ln w="0">
            <a:noFill/>
          </a:ln>
        </p:spPr>
      </p:pic>
      <p:pic>
        <p:nvPicPr>
          <p:cNvPr id="153" name="New picture"/>
          <p:cNvPicPr/>
          <p:nvPr/>
        </p:nvPicPr>
        <p:blipFill>
          <a:blip r:embed="rId88"/>
          <a:srcRect/>
          <a:stretch>
            <a:fillRect/>
          </a:stretch>
        </p:blipFill>
        <p:spPr>
          <a:xfrm>
            <a:off x="3497866" y="1264634"/>
            <a:ext cx="58007" cy="82391"/>
          </a:xfrm>
          <a:prstGeom prst="rect"/>
          <a:ln w="0">
            <a:noFill/>
          </a:ln>
        </p:spPr>
      </p:pic>
      <p:pic>
        <p:nvPicPr>
          <p:cNvPr id="154" name="New picture"/>
          <p:cNvPicPr/>
          <p:nvPr/>
        </p:nvPicPr>
        <p:blipFill>
          <a:blip r:embed="rId89"/>
          <a:srcRect/>
          <a:stretch>
            <a:fillRect/>
          </a:stretch>
        </p:blipFill>
        <p:spPr>
          <a:xfrm>
            <a:off x="3568065" y="1264635"/>
            <a:ext cx="65722" cy="82391"/>
          </a:xfrm>
          <a:prstGeom prst="rect"/>
          <a:ln w="0">
            <a:noFill/>
          </a:ln>
        </p:spPr>
      </p:pic>
      <p:sp>
        <p:nvSpPr>
          <p:cNvPr id="155" name="New shape"/>
          <p:cNvSpPr/>
          <p:nvPr/>
        </p:nvSpPr>
        <p:spPr>
          <a:xfrm>
            <a:off x="3581876" y="1305783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" name="New picture"/>
          <p:cNvPicPr/>
          <p:nvPr/>
        </p:nvPicPr>
        <p:blipFill>
          <a:blip r:embed="rId90"/>
          <a:srcRect/>
          <a:stretch>
            <a:fillRect/>
          </a:stretch>
        </p:blipFill>
        <p:spPr>
          <a:xfrm>
            <a:off x="3656647" y="1264634"/>
            <a:ext cx="42767" cy="79343"/>
          </a:xfrm>
          <a:prstGeom prst="rect"/>
          <a:ln w="0">
            <a:noFill/>
          </a:ln>
        </p:spPr>
      </p:pic>
      <p:pic>
        <p:nvPicPr>
          <p:cNvPr id="157" name="New picture"/>
          <p:cNvPicPr/>
          <p:nvPr/>
        </p:nvPicPr>
        <p:blipFill>
          <a:blip r:embed="rId91"/>
          <a:srcRect/>
          <a:stretch>
            <a:fillRect/>
          </a:stretch>
        </p:blipFill>
        <p:spPr>
          <a:xfrm>
            <a:off x="3705511" y="1264634"/>
            <a:ext cx="77915" cy="82391"/>
          </a:xfrm>
          <a:prstGeom prst="rect"/>
          <a:ln w="0">
            <a:noFill/>
          </a:ln>
        </p:spPr>
      </p:pic>
      <p:sp>
        <p:nvSpPr>
          <p:cNvPr id="158" name="New shape"/>
          <p:cNvSpPr/>
          <p:nvPr/>
        </p:nvSpPr>
        <p:spPr>
          <a:xfrm>
            <a:off x="3719226" y="127530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" name="New picture"/>
          <p:cNvPicPr/>
          <p:nvPr/>
        </p:nvPicPr>
        <p:blipFill>
          <a:blip r:embed="rId92"/>
          <a:srcRect/>
          <a:stretch>
            <a:fillRect/>
          </a:stretch>
        </p:blipFill>
        <p:spPr>
          <a:xfrm>
            <a:off x="3803238" y="1264634"/>
            <a:ext cx="70295" cy="79343"/>
          </a:xfrm>
          <a:prstGeom prst="rect"/>
          <a:ln w="0">
            <a:noFill/>
          </a:ln>
        </p:spPr>
      </p:pic>
      <p:pic>
        <p:nvPicPr>
          <p:cNvPr id="160" name="New picture"/>
          <p:cNvPicPr/>
          <p:nvPr/>
        </p:nvPicPr>
        <p:blipFill>
          <a:blip r:embed="rId93"/>
          <a:srcRect/>
          <a:stretch>
            <a:fillRect/>
          </a:stretch>
        </p:blipFill>
        <p:spPr>
          <a:xfrm>
            <a:off x="671322" y="1459992"/>
            <a:ext cx="80962" cy="118967"/>
          </a:xfrm>
          <a:prstGeom prst="rect"/>
          <a:ln w="0">
            <a:noFill/>
          </a:ln>
        </p:spPr>
      </p:pic>
      <p:sp>
        <p:nvSpPr>
          <p:cNvPr id="161" name="New shape"/>
          <p:cNvSpPr/>
          <p:nvPr/>
        </p:nvSpPr>
        <p:spPr>
          <a:xfrm>
            <a:off x="674370" y="1464564"/>
            <a:ext cx="73343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2" name="New shape"/>
          <p:cNvSpPr/>
          <p:nvPr/>
        </p:nvSpPr>
        <p:spPr>
          <a:xfrm>
            <a:off x="674370" y="1463040"/>
            <a:ext cx="74867" cy="1128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" name="New picture"/>
          <p:cNvPicPr/>
          <p:nvPr/>
        </p:nvPicPr>
        <p:blipFill>
          <a:blip r:embed="rId94"/>
          <a:srcRect/>
          <a:stretch>
            <a:fillRect/>
          </a:stretch>
        </p:blipFill>
        <p:spPr>
          <a:xfrm>
            <a:off x="767525" y="1493520"/>
            <a:ext cx="16764" cy="82391"/>
          </a:xfrm>
          <a:prstGeom prst="rect"/>
          <a:ln w="0">
            <a:noFill/>
          </a:ln>
        </p:spPr>
      </p:pic>
      <p:sp>
        <p:nvSpPr>
          <p:cNvPr id="164" name="New shape"/>
          <p:cNvSpPr/>
          <p:nvPr/>
        </p:nvSpPr>
        <p:spPr>
          <a:xfrm>
            <a:off x="769049" y="149504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" name="New picture"/>
          <p:cNvPicPr/>
          <p:nvPr/>
        </p:nvPicPr>
        <p:blipFill>
          <a:blip r:embed="rId95"/>
          <a:srcRect/>
          <a:stretch>
            <a:fillRect/>
          </a:stretch>
        </p:blipFill>
        <p:spPr>
          <a:xfrm>
            <a:off x="764477" y="1458468"/>
            <a:ext cx="21336" cy="21336"/>
          </a:xfrm>
          <a:prstGeom prst="rect"/>
          <a:ln w="0">
            <a:noFill/>
          </a:ln>
        </p:spPr>
      </p:pic>
      <p:sp>
        <p:nvSpPr>
          <p:cNvPr id="166" name="New shape"/>
          <p:cNvSpPr/>
          <p:nvPr/>
        </p:nvSpPr>
        <p:spPr>
          <a:xfrm>
            <a:off x="769049" y="1463040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7" name="New shape"/>
          <p:cNvSpPr/>
          <p:nvPr/>
        </p:nvSpPr>
        <p:spPr>
          <a:xfrm>
            <a:off x="769049" y="149504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8" name="New shape"/>
          <p:cNvSpPr/>
          <p:nvPr/>
        </p:nvSpPr>
        <p:spPr>
          <a:xfrm>
            <a:off x="767525" y="1461516"/>
            <a:ext cx="16764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" name="New picture"/>
          <p:cNvPicPr/>
          <p:nvPr/>
        </p:nvPicPr>
        <p:blipFill>
          <a:blip r:embed="rId96"/>
          <a:srcRect/>
          <a:stretch>
            <a:fillRect/>
          </a:stretch>
        </p:blipFill>
        <p:spPr>
          <a:xfrm>
            <a:off x="795052" y="1469136"/>
            <a:ext cx="53435" cy="108299"/>
          </a:xfrm>
          <a:prstGeom prst="rect"/>
          <a:ln w="0">
            <a:noFill/>
          </a:ln>
        </p:spPr>
      </p:pic>
      <p:sp>
        <p:nvSpPr>
          <p:cNvPr id="170" name="New shape"/>
          <p:cNvSpPr/>
          <p:nvPr/>
        </p:nvSpPr>
        <p:spPr>
          <a:xfrm>
            <a:off x="798100" y="1472184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1" name="New shape"/>
          <p:cNvSpPr/>
          <p:nvPr/>
        </p:nvSpPr>
        <p:spPr>
          <a:xfrm>
            <a:off x="798100" y="1472184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" name="New picture"/>
          <p:cNvPicPr/>
          <p:nvPr/>
        </p:nvPicPr>
        <p:blipFill>
          <a:blip r:embed="rId97"/>
          <a:srcRect/>
          <a:stretch>
            <a:fillRect/>
          </a:stretch>
        </p:blipFill>
        <p:spPr>
          <a:xfrm>
            <a:off x="853059" y="1490472"/>
            <a:ext cx="76295" cy="86963"/>
          </a:xfrm>
          <a:prstGeom prst="rect"/>
          <a:ln w="0">
            <a:noFill/>
          </a:ln>
        </p:spPr>
      </p:pic>
      <p:sp>
        <p:nvSpPr>
          <p:cNvPr id="173" name="New shape"/>
          <p:cNvSpPr/>
          <p:nvPr/>
        </p:nvSpPr>
        <p:spPr>
          <a:xfrm>
            <a:off x="857631" y="1496568"/>
            <a:ext cx="68675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4" name="New shape"/>
          <p:cNvSpPr/>
          <p:nvPr/>
        </p:nvSpPr>
        <p:spPr>
          <a:xfrm>
            <a:off x="868299" y="1505712"/>
            <a:ext cx="45815" cy="229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5" name="New shape"/>
          <p:cNvSpPr/>
          <p:nvPr/>
        </p:nvSpPr>
        <p:spPr>
          <a:xfrm>
            <a:off x="866775" y="1501140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6" name="New shape"/>
          <p:cNvSpPr/>
          <p:nvPr/>
        </p:nvSpPr>
        <p:spPr>
          <a:xfrm>
            <a:off x="856107" y="1493520"/>
            <a:ext cx="70199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7" name="New shape"/>
          <p:cNvSpPr/>
          <p:nvPr/>
        </p:nvSpPr>
        <p:spPr>
          <a:xfrm>
            <a:off x="868299" y="150266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" name="New picture"/>
          <p:cNvPicPr/>
          <p:nvPr/>
        </p:nvPicPr>
        <p:blipFill>
          <a:blip r:embed="rId98"/>
          <a:srcRect/>
          <a:stretch>
            <a:fillRect/>
          </a:stretch>
        </p:blipFill>
        <p:spPr>
          <a:xfrm>
            <a:off x="984313" y="1554575"/>
            <a:ext cx="21431" cy="22860"/>
          </a:xfrm>
          <a:prstGeom prst="rect"/>
          <a:ln w="0">
            <a:noFill/>
          </a:ln>
        </p:spPr>
      </p:pic>
      <p:sp>
        <p:nvSpPr>
          <p:cNvPr id="179" name="New shape"/>
          <p:cNvSpPr/>
          <p:nvPr/>
        </p:nvSpPr>
        <p:spPr>
          <a:xfrm>
            <a:off x="988981" y="1560671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" name="New picture"/>
          <p:cNvPicPr/>
          <p:nvPr/>
        </p:nvPicPr>
        <p:blipFill>
          <a:blip r:embed="rId99"/>
          <a:srcRect/>
          <a:stretch>
            <a:fillRect/>
          </a:stretch>
        </p:blipFill>
        <p:spPr>
          <a:xfrm>
            <a:off x="984313" y="1499616"/>
            <a:ext cx="21431" cy="21431"/>
          </a:xfrm>
          <a:prstGeom prst="rect"/>
          <a:ln w="0">
            <a:noFill/>
          </a:ln>
        </p:spPr>
      </p:pic>
      <p:sp>
        <p:nvSpPr>
          <p:cNvPr id="181" name="New shape"/>
          <p:cNvSpPr/>
          <p:nvPr/>
        </p:nvSpPr>
        <p:spPr>
          <a:xfrm>
            <a:off x="988981" y="1504188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2" name="New shape"/>
          <p:cNvSpPr/>
          <p:nvPr/>
        </p:nvSpPr>
        <p:spPr>
          <a:xfrm>
            <a:off x="985933" y="1557623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3" name="New shape"/>
          <p:cNvSpPr/>
          <p:nvPr/>
        </p:nvSpPr>
        <p:spPr>
          <a:xfrm>
            <a:off x="985933" y="1501140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4" name="New shape"/>
          <p:cNvSpPr/>
          <p:nvPr/>
        </p:nvSpPr>
        <p:spPr>
          <a:xfrm>
            <a:off x="1054608" y="1581912"/>
            <a:ext cx="580644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" name="New picture"/>
          <p:cNvPicPr/>
          <p:nvPr/>
        </p:nvPicPr>
        <p:blipFill>
          <a:blip r:embed="rId100"/>
          <a:srcRect/>
          <a:stretch>
            <a:fillRect/>
          </a:stretch>
        </p:blipFill>
        <p:spPr>
          <a:xfrm>
            <a:off x="1056132" y="1464469"/>
            <a:ext cx="99250" cy="108395"/>
          </a:xfrm>
          <a:prstGeom prst="rect"/>
          <a:ln w="0">
            <a:noFill/>
          </a:ln>
        </p:spPr>
      </p:pic>
      <p:sp>
        <p:nvSpPr>
          <p:cNvPr id="186" name="New shape"/>
          <p:cNvSpPr/>
          <p:nvPr/>
        </p:nvSpPr>
        <p:spPr>
          <a:xfrm>
            <a:off x="1083659" y="1478280"/>
            <a:ext cx="42672" cy="57912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" name="New picture"/>
          <p:cNvPicPr/>
          <p:nvPr/>
        </p:nvPicPr>
        <p:blipFill>
          <a:blip r:embed="rId101"/>
          <a:srcRect/>
          <a:stretch>
            <a:fillRect/>
          </a:stretch>
        </p:blipFill>
        <p:spPr>
          <a:xfrm>
            <a:off x="1167574" y="1493520"/>
            <a:ext cx="120682" cy="79343"/>
          </a:xfrm>
          <a:prstGeom prst="rect"/>
          <a:ln w="0">
            <a:noFill/>
          </a:ln>
        </p:spPr>
      </p:pic>
      <p:pic>
        <p:nvPicPr>
          <p:cNvPr id="188" name="New picture"/>
          <p:cNvPicPr/>
          <p:nvPr/>
        </p:nvPicPr>
        <p:blipFill>
          <a:blip r:embed="rId102"/>
          <a:srcRect/>
          <a:stretch>
            <a:fillRect/>
          </a:stretch>
        </p:blipFill>
        <p:spPr>
          <a:xfrm>
            <a:off x="1306544" y="1493520"/>
            <a:ext cx="65723" cy="82391"/>
          </a:xfrm>
          <a:prstGeom prst="rect"/>
          <a:ln w="0">
            <a:noFill/>
          </a:ln>
        </p:spPr>
      </p:pic>
      <p:sp>
        <p:nvSpPr>
          <p:cNvPr id="189" name="New shape"/>
          <p:cNvSpPr/>
          <p:nvPr/>
        </p:nvSpPr>
        <p:spPr>
          <a:xfrm>
            <a:off x="1318736" y="1534763"/>
            <a:ext cx="39719" cy="30480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" name="New picture"/>
          <p:cNvPicPr/>
          <p:nvPr/>
        </p:nvPicPr>
        <p:blipFill>
          <a:blip r:embed="rId103"/>
          <a:srcRect/>
          <a:stretch>
            <a:fillRect/>
          </a:stretch>
        </p:blipFill>
        <p:spPr>
          <a:xfrm>
            <a:off x="1387507" y="1495044"/>
            <a:ext cx="59531" cy="77819"/>
          </a:xfrm>
          <a:prstGeom prst="rect"/>
          <a:ln w="0">
            <a:noFill/>
          </a:ln>
        </p:spPr>
      </p:pic>
      <p:pic>
        <p:nvPicPr>
          <p:cNvPr id="191" name="New picture"/>
          <p:cNvPicPr/>
          <p:nvPr/>
        </p:nvPicPr>
        <p:blipFill>
          <a:blip r:embed="rId104"/>
          <a:srcRect/>
          <a:stretch>
            <a:fillRect/>
          </a:stretch>
        </p:blipFill>
        <p:spPr>
          <a:xfrm>
            <a:off x="1454658" y="1493520"/>
            <a:ext cx="77915" cy="82391"/>
          </a:xfrm>
          <a:prstGeom prst="rect"/>
          <a:ln w="0">
            <a:noFill/>
          </a:ln>
        </p:spPr>
      </p:pic>
      <p:sp>
        <p:nvSpPr>
          <p:cNvPr id="192" name="New shape"/>
          <p:cNvSpPr/>
          <p:nvPr/>
        </p:nvSpPr>
        <p:spPr>
          <a:xfrm>
            <a:off x="1468469" y="1504188"/>
            <a:ext cx="50387" cy="61055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" name="New picture"/>
          <p:cNvPicPr/>
          <p:nvPr/>
        </p:nvPicPr>
        <p:blipFill>
          <a:blip r:embed="rId105"/>
          <a:srcRect/>
          <a:stretch>
            <a:fillRect/>
          </a:stretch>
        </p:blipFill>
        <p:spPr>
          <a:xfrm>
            <a:off x="1552384" y="1493520"/>
            <a:ext cx="70295" cy="79343"/>
          </a:xfrm>
          <a:prstGeom prst="rect"/>
          <a:ln w="0">
            <a:noFill/>
          </a:ln>
        </p:spPr>
      </p:pic>
      <p:pic>
        <p:nvPicPr>
          <p:cNvPr id="194" name="New picture"/>
          <p:cNvPicPr/>
          <p:nvPr/>
        </p:nvPicPr>
        <p:blipFill>
          <a:blip r:embed="rId106"/>
          <a:srcRect/>
          <a:stretch>
            <a:fillRect/>
          </a:stretch>
        </p:blipFill>
        <p:spPr>
          <a:xfrm>
            <a:off x="683514" y="1846040"/>
            <a:ext cx="76390" cy="108395"/>
          </a:xfrm>
          <a:prstGeom prst="rect"/>
          <a:ln w="0">
            <a:noFill/>
          </a:ln>
        </p:spPr>
      </p:pic>
      <p:sp>
        <p:nvSpPr>
          <p:cNvPr id="195" name="New shape"/>
          <p:cNvSpPr/>
          <p:nvPr/>
        </p:nvSpPr>
        <p:spPr>
          <a:xfrm>
            <a:off x="697325" y="1858232"/>
            <a:ext cx="47339" cy="4886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" name="New picture"/>
          <p:cNvPicPr/>
          <p:nvPr/>
        </p:nvPicPr>
        <p:blipFill>
          <a:blip r:embed="rId107"/>
          <a:srcRect/>
          <a:stretch>
            <a:fillRect/>
          </a:stretch>
        </p:blipFill>
        <p:spPr>
          <a:xfrm>
            <a:off x="767524" y="1875092"/>
            <a:ext cx="77915" cy="82391"/>
          </a:xfrm>
          <a:prstGeom prst="rect"/>
          <a:ln w="0">
            <a:noFill/>
          </a:ln>
        </p:spPr>
      </p:pic>
      <p:sp>
        <p:nvSpPr>
          <p:cNvPr id="197" name="New shape"/>
          <p:cNvSpPr/>
          <p:nvPr/>
        </p:nvSpPr>
        <p:spPr>
          <a:xfrm>
            <a:off x="779717" y="18857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" name="New picture"/>
          <p:cNvPicPr/>
          <p:nvPr/>
        </p:nvPicPr>
        <p:blipFill>
          <a:blip r:embed="rId108"/>
          <a:srcRect/>
          <a:stretch>
            <a:fillRect/>
          </a:stretch>
        </p:blipFill>
        <p:spPr>
          <a:xfrm>
            <a:off x="865251" y="1876520"/>
            <a:ext cx="68771" cy="80867"/>
          </a:xfrm>
          <a:prstGeom prst="rect"/>
          <a:ln w="0">
            <a:noFill/>
          </a:ln>
        </p:spPr>
      </p:pic>
      <p:pic>
        <p:nvPicPr>
          <p:cNvPr id="199" name="New picture"/>
          <p:cNvPicPr/>
          <p:nvPr/>
        </p:nvPicPr>
        <p:blipFill>
          <a:blip r:embed="rId109"/>
          <a:srcRect/>
          <a:stretch>
            <a:fillRect/>
          </a:stretch>
        </p:blipFill>
        <p:spPr>
          <a:xfrm>
            <a:off x="958310" y="1875092"/>
            <a:ext cx="42767" cy="79343"/>
          </a:xfrm>
          <a:prstGeom prst="rect"/>
          <a:ln w="0">
            <a:noFill/>
          </a:ln>
        </p:spPr>
      </p:pic>
      <p:sp>
        <p:nvSpPr>
          <p:cNvPr id="200" name="New shape"/>
          <p:cNvSpPr/>
          <p:nvPr/>
        </p:nvSpPr>
        <p:spPr>
          <a:xfrm>
            <a:off x="1054608" y="18455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" name="New picture"/>
          <p:cNvPicPr/>
          <p:nvPr/>
        </p:nvPicPr>
        <p:blipFill>
          <a:blip r:embed="rId110"/>
          <a:srcRect/>
          <a:stretch>
            <a:fillRect/>
          </a:stretch>
        </p:blipFill>
        <p:spPr>
          <a:xfrm>
            <a:off x="1089755" y="1875091"/>
            <a:ext cx="70199" cy="82391"/>
          </a:xfrm>
          <a:prstGeom prst="rect"/>
          <a:ln w="0">
            <a:noFill/>
          </a:ln>
        </p:spPr>
      </p:pic>
      <p:sp>
        <p:nvSpPr>
          <p:cNvPr id="202" name="New shape"/>
          <p:cNvSpPr/>
          <p:nvPr/>
        </p:nvSpPr>
        <p:spPr>
          <a:xfrm>
            <a:off x="1101947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" name="New picture"/>
          <p:cNvPicPr/>
          <p:nvPr/>
        </p:nvPicPr>
        <p:blipFill>
          <a:blip r:embed="rId111"/>
          <a:srcRect/>
          <a:stretch>
            <a:fillRect/>
          </a:stretch>
        </p:blipFill>
        <p:spPr>
          <a:xfrm>
            <a:off x="1172242" y="1875091"/>
            <a:ext cx="58007" cy="82391"/>
          </a:xfrm>
          <a:prstGeom prst="rect"/>
          <a:ln w="0">
            <a:noFill/>
          </a:ln>
        </p:spPr>
      </p:pic>
      <p:pic>
        <p:nvPicPr>
          <p:cNvPr id="204" name="New picture"/>
          <p:cNvPicPr/>
          <p:nvPr/>
        </p:nvPicPr>
        <p:blipFill>
          <a:blip r:embed="rId112"/>
          <a:srcRect/>
          <a:stretch>
            <a:fillRect/>
          </a:stretch>
        </p:blipFill>
        <p:spPr>
          <a:xfrm>
            <a:off x="1288256" y="1875092"/>
            <a:ext cx="68675" cy="79343"/>
          </a:xfrm>
          <a:prstGeom prst="rect"/>
          <a:ln w="0">
            <a:noFill/>
          </a:ln>
        </p:spPr>
      </p:pic>
      <p:pic>
        <p:nvPicPr>
          <p:cNvPr id="205" name="New picture"/>
          <p:cNvPicPr/>
          <p:nvPr/>
        </p:nvPicPr>
        <p:blipFill>
          <a:blip r:embed="rId113"/>
          <a:srcRect/>
          <a:stretch>
            <a:fillRect/>
          </a:stretch>
        </p:blipFill>
        <p:spPr>
          <a:xfrm>
            <a:off x="1376839" y="1875092"/>
            <a:ext cx="77819" cy="82391"/>
          </a:xfrm>
          <a:prstGeom prst="rect"/>
          <a:ln w="0">
            <a:noFill/>
          </a:ln>
        </p:spPr>
      </p:pic>
      <p:sp>
        <p:nvSpPr>
          <p:cNvPr id="206" name="New shape"/>
          <p:cNvSpPr/>
          <p:nvPr/>
        </p:nvSpPr>
        <p:spPr>
          <a:xfrm>
            <a:off x="1390555" y="18857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" name="New picture"/>
          <p:cNvPicPr/>
          <p:nvPr/>
        </p:nvPicPr>
        <p:blipFill>
          <a:blip r:embed="rId114"/>
          <a:srcRect/>
          <a:stretch>
            <a:fillRect/>
          </a:stretch>
        </p:blipFill>
        <p:spPr>
          <a:xfrm>
            <a:off x="1462278" y="1876616"/>
            <a:ext cx="73343" cy="77819"/>
          </a:xfrm>
          <a:prstGeom prst="rect"/>
          <a:ln w="0">
            <a:noFill/>
          </a:ln>
        </p:spPr>
      </p:pic>
      <p:sp>
        <p:nvSpPr>
          <p:cNvPr id="208" name="New shape"/>
          <p:cNvSpPr/>
          <p:nvPr/>
        </p:nvSpPr>
        <p:spPr>
          <a:xfrm>
            <a:off x="1549337" y="1876616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" name="New picture"/>
          <p:cNvPicPr/>
          <p:nvPr/>
        </p:nvPicPr>
        <p:blipFill>
          <a:blip r:embed="rId115"/>
          <a:srcRect/>
          <a:stretch>
            <a:fillRect/>
          </a:stretch>
        </p:blipFill>
        <p:spPr>
          <a:xfrm>
            <a:off x="1547813" y="1842993"/>
            <a:ext cx="16859" cy="15240"/>
          </a:xfrm>
          <a:prstGeom prst="rect"/>
          <a:ln w="0">
            <a:noFill/>
          </a:ln>
        </p:spPr>
      </p:pic>
      <p:pic>
        <p:nvPicPr>
          <p:cNvPr id="210" name="New picture"/>
          <p:cNvPicPr/>
          <p:nvPr/>
        </p:nvPicPr>
        <p:blipFill>
          <a:blip r:embed="rId116"/>
          <a:srcRect/>
          <a:stretch>
            <a:fillRect/>
          </a:stretch>
        </p:blipFill>
        <p:spPr>
          <a:xfrm>
            <a:off x="1582960" y="1875092"/>
            <a:ext cx="65627" cy="82391"/>
          </a:xfrm>
          <a:prstGeom prst="rect"/>
          <a:ln w="0">
            <a:noFill/>
          </a:ln>
        </p:spPr>
      </p:pic>
      <p:pic>
        <p:nvPicPr>
          <p:cNvPr id="211" name="New picture"/>
          <p:cNvPicPr/>
          <p:nvPr/>
        </p:nvPicPr>
        <p:blipFill>
          <a:blip r:embed="rId117"/>
          <a:srcRect/>
          <a:stretch>
            <a:fillRect/>
          </a:stretch>
        </p:blipFill>
        <p:spPr>
          <a:xfrm>
            <a:off x="1657826" y="1875091"/>
            <a:ext cx="71723" cy="82391"/>
          </a:xfrm>
          <a:prstGeom prst="rect"/>
          <a:ln w="0">
            <a:noFill/>
          </a:ln>
        </p:spPr>
      </p:pic>
      <p:sp>
        <p:nvSpPr>
          <p:cNvPr id="212" name="New shape"/>
          <p:cNvSpPr/>
          <p:nvPr/>
        </p:nvSpPr>
        <p:spPr>
          <a:xfrm>
            <a:off x="1671542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" name="New picture"/>
          <p:cNvPicPr/>
          <p:nvPr/>
        </p:nvPicPr>
        <p:blipFill>
          <a:blip r:embed="rId118"/>
          <a:srcRect/>
          <a:stretch>
            <a:fillRect/>
          </a:stretch>
        </p:blipFill>
        <p:spPr>
          <a:xfrm>
            <a:off x="1740217" y="1875091"/>
            <a:ext cx="58007" cy="82391"/>
          </a:xfrm>
          <a:prstGeom prst="rect"/>
          <a:ln w="0">
            <a:noFill/>
          </a:ln>
        </p:spPr>
      </p:pic>
      <p:pic>
        <p:nvPicPr>
          <p:cNvPr id="214" name="New picture"/>
          <p:cNvPicPr/>
          <p:nvPr/>
        </p:nvPicPr>
        <p:blipFill>
          <a:blip r:embed="rId119"/>
          <a:srcRect/>
          <a:stretch>
            <a:fillRect/>
          </a:stretch>
        </p:blipFill>
        <p:spPr>
          <a:xfrm>
            <a:off x="1813560" y="1939099"/>
            <a:ext cx="21336" cy="42767"/>
          </a:xfrm>
          <a:prstGeom prst="rect"/>
          <a:ln w="0">
            <a:noFill/>
          </a:ln>
        </p:spPr>
      </p:pic>
      <p:sp>
        <p:nvSpPr>
          <p:cNvPr id="215" name="New shape"/>
          <p:cNvSpPr/>
          <p:nvPr/>
        </p:nvSpPr>
        <p:spPr>
          <a:xfrm>
            <a:off x="1898904" y="18455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" name="New picture"/>
          <p:cNvPicPr/>
          <p:nvPr/>
        </p:nvPicPr>
        <p:blipFill>
          <a:blip r:embed="rId120"/>
          <a:srcRect/>
          <a:stretch>
            <a:fillRect/>
          </a:stretch>
        </p:blipFill>
        <p:spPr>
          <a:xfrm>
            <a:off x="1932622" y="1875092"/>
            <a:ext cx="65723" cy="82391"/>
          </a:xfrm>
          <a:prstGeom prst="rect"/>
          <a:ln w="0">
            <a:noFill/>
          </a:ln>
        </p:spPr>
      </p:pic>
      <p:sp>
        <p:nvSpPr>
          <p:cNvPr id="217" name="New shape"/>
          <p:cNvSpPr/>
          <p:nvPr/>
        </p:nvSpPr>
        <p:spPr>
          <a:xfrm>
            <a:off x="1944814" y="1916240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" name="New picture"/>
          <p:cNvPicPr/>
          <p:nvPr/>
        </p:nvPicPr>
        <p:blipFill>
          <a:blip r:embed="rId121"/>
          <a:srcRect/>
          <a:stretch>
            <a:fillRect/>
          </a:stretch>
        </p:blipFill>
        <p:spPr>
          <a:xfrm>
            <a:off x="2053304" y="1875091"/>
            <a:ext cx="56483" cy="82391"/>
          </a:xfrm>
          <a:prstGeom prst="rect"/>
          <a:ln w="0">
            <a:noFill/>
          </a:ln>
        </p:spPr>
      </p:pic>
      <p:pic>
        <p:nvPicPr>
          <p:cNvPr id="219" name="New picture"/>
          <p:cNvPicPr/>
          <p:nvPr/>
        </p:nvPicPr>
        <p:blipFill>
          <a:blip r:embed="rId122"/>
          <a:srcRect/>
          <a:stretch>
            <a:fillRect/>
          </a:stretch>
        </p:blipFill>
        <p:spPr>
          <a:xfrm>
            <a:off x="2123504" y="1875091"/>
            <a:ext cx="71818" cy="82391"/>
          </a:xfrm>
          <a:prstGeom prst="rect"/>
          <a:ln w="0">
            <a:noFill/>
          </a:ln>
        </p:spPr>
      </p:pic>
      <p:sp>
        <p:nvSpPr>
          <p:cNvPr id="220" name="New shape"/>
          <p:cNvSpPr/>
          <p:nvPr/>
        </p:nvSpPr>
        <p:spPr>
          <a:xfrm>
            <a:off x="2137220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1" name="New shape"/>
          <p:cNvSpPr/>
          <p:nvPr/>
        </p:nvSpPr>
        <p:spPr>
          <a:xfrm>
            <a:off x="2147983" y="1839944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" name="New picture"/>
          <p:cNvPicPr/>
          <p:nvPr/>
        </p:nvPicPr>
        <p:blipFill>
          <a:blip r:embed="rId123"/>
          <a:srcRect/>
          <a:stretch>
            <a:fillRect/>
          </a:stretch>
        </p:blipFill>
        <p:spPr>
          <a:xfrm>
            <a:off x="2215134" y="1875092"/>
            <a:ext cx="42767" cy="79343"/>
          </a:xfrm>
          <a:prstGeom prst="rect"/>
          <a:ln w="0">
            <a:noFill/>
          </a:ln>
        </p:spPr>
      </p:pic>
      <p:sp>
        <p:nvSpPr>
          <p:cNvPr id="223" name="New shape"/>
          <p:cNvSpPr/>
          <p:nvPr/>
        </p:nvSpPr>
        <p:spPr>
          <a:xfrm>
            <a:off x="2271617" y="1876616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" name="New picture"/>
          <p:cNvPicPr/>
          <p:nvPr/>
        </p:nvPicPr>
        <p:blipFill>
          <a:blip r:embed="rId124"/>
          <a:srcRect/>
          <a:stretch>
            <a:fillRect/>
          </a:stretch>
        </p:blipFill>
        <p:spPr>
          <a:xfrm>
            <a:off x="2270093" y="1842993"/>
            <a:ext cx="16859" cy="15240"/>
          </a:xfrm>
          <a:prstGeom prst="rect"/>
          <a:ln w="0">
            <a:noFill/>
          </a:ln>
        </p:spPr>
      </p:pic>
      <p:pic>
        <p:nvPicPr>
          <p:cNvPr id="225" name="New picture"/>
          <p:cNvPicPr/>
          <p:nvPr/>
        </p:nvPicPr>
        <p:blipFill>
          <a:blip r:embed="rId125"/>
          <a:srcRect/>
          <a:stretch>
            <a:fillRect/>
          </a:stretch>
        </p:blipFill>
        <p:spPr>
          <a:xfrm>
            <a:off x="2305240" y="1875091"/>
            <a:ext cx="71723" cy="82391"/>
          </a:xfrm>
          <a:prstGeom prst="rect"/>
          <a:ln w="0">
            <a:noFill/>
          </a:ln>
        </p:spPr>
      </p:pic>
      <p:sp>
        <p:nvSpPr>
          <p:cNvPr id="226" name="New shape"/>
          <p:cNvSpPr/>
          <p:nvPr/>
        </p:nvSpPr>
        <p:spPr>
          <a:xfrm>
            <a:off x="2318957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" name="New picture"/>
          <p:cNvPicPr/>
          <p:nvPr/>
        </p:nvPicPr>
        <p:blipFill>
          <a:blip r:embed="rId126"/>
          <a:srcRect/>
          <a:stretch>
            <a:fillRect/>
          </a:stretch>
        </p:blipFill>
        <p:spPr>
          <a:xfrm>
            <a:off x="2432018" y="1846040"/>
            <a:ext cx="74771" cy="111443"/>
          </a:xfrm>
          <a:prstGeom prst="rect"/>
          <a:ln w="0">
            <a:noFill/>
          </a:ln>
        </p:spPr>
      </p:pic>
      <p:sp>
        <p:nvSpPr>
          <p:cNvPr id="228" name="New shape"/>
          <p:cNvSpPr/>
          <p:nvPr/>
        </p:nvSpPr>
        <p:spPr>
          <a:xfrm>
            <a:off x="2445734" y="18857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" name="New picture"/>
          <p:cNvPicPr/>
          <p:nvPr/>
        </p:nvPicPr>
        <p:blipFill>
          <a:blip r:embed="rId127"/>
          <a:srcRect/>
          <a:stretch>
            <a:fillRect/>
          </a:stretch>
        </p:blipFill>
        <p:spPr>
          <a:xfrm>
            <a:off x="2526697" y="1875091"/>
            <a:ext cx="71723" cy="82391"/>
          </a:xfrm>
          <a:prstGeom prst="rect"/>
          <a:ln w="0">
            <a:noFill/>
          </a:ln>
        </p:spPr>
      </p:pic>
      <p:sp>
        <p:nvSpPr>
          <p:cNvPr id="230" name="New shape"/>
          <p:cNvSpPr/>
          <p:nvPr/>
        </p:nvSpPr>
        <p:spPr>
          <a:xfrm>
            <a:off x="2540413" y="188423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1" name="New shape"/>
          <p:cNvSpPr/>
          <p:nvPr/>
        </p:nvSpPr>
        <p:spPr>
          <a:xfrm>
            <a:off x="2657856" y="18455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2" name="New shape"/>
          <p:cNvSpPr/>
          <p:nvPr/>
        </p:nvSpPr>
        <p:spPr>
          <a:xfrm>
            <a:off x="2697575" y="1876616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" name="New picture"/>
          <p:cNvPicPr/>
          <p:nvPr/>
        </p:nvPicPr>
        <p:blipFill>
          <a:blip r:embed="rId128"/>
          <a:srcRect/>
          <a:stretch>
            <a:fillRect/>
          </a:stretch>
        </p:blipFill>
        <p:spPr>
          <a:xfrm>
            <a:off x="2696051" y="1842993"/>
            <a:ext cx="16859" cy="15240"/>
          </a:xfrm>
          <a:prstGeom prst="rect"/>
          <a:ln w="0">
            <a:noFill/>
          </a:ln>
        </p:spPr>
      </p:pic>
      <p:pic>
        <p:nvPicPr>
          <p:cNvPr id="234" name="New picture"/>
          <p:cNvPicPr/>
          <p:nvPr/>
        </p:nvPicPr>
        <p:blipFill>
          <a:blip r:embed="rId129"/>
          <a:srcRect/>
          <a:stretch>
            <a:fillRect/>
          </a:stretch>
        </p:blipFill>
        <p:spPr>
          <a:xfrm>
            <a:off x="2725198" y="1876616"/>
            <a:ext cx="73247" cy="77819"/>
          </a:xfrm>
          <a:prstGeom prst="rect"/>
          <a:ln w="0">
            <a:noFill/>
          </a:ln>
        </p:spPr>
      </p:pic>
      <p:pic>
        <p:nvPicPr>
          <p:cNvPr id="235" name="New picture"/>
          <p:cNvPicPr/>
          <p:nvPr/>
        </p:nvPicPr>
        <p:blipFill>
          <a:blip r:embed="rId130"/>
          <a:srcRect/>
          <a:stretch>
            <a:fillRect/>
          </a:stretch>
        </p:blipFill>
        <p:spPr>
          <a:xfrm>
            <a:off x="2810637" y="1875092"/>
            <a:ext cx="42767" cy="79343"/>
          </a:xfrm>
          <a:prstGeom prst="rect"/>
          <a:ln w="0">
            <a:noFill/>
          </a:ln>
        </p:spPr>
      </p:pic>
      <p:pic>
        <p:nvPicPr>
          <p:cNvPr id="236" name="New picture"/>
          <p:cNvPicPr/>
          <p:nvPr/>
        </p:nvPicPr>
        <p:blipFill>
          <a:blip r:embed="rId131"/>
          <a:srcRect/>
          <a:stretch>
            <a:fillRect/>
          </a:stretch>
        </p:blipFill>
        <p:spPr>
          <a:xfrm>
            <a:off x="2859596" y="1875091"/>
            <a:ext cx="71723" cy="82391"/>
          </a:xfrm>
          <a:prstGeom prst="rect"/>
          <a:ln w="0">
            <a:noFill/>
          </a:ln>
        </p:spPr>
      </p:pic>
      <p:sp>
        <p:nvSpPr>
          <p:cNvPr id="237" name="New shape"/>
          <p:cNvSpPr/>
          <p:nvPr/>
        </p:nvSpPr>
        <p:spPr>
          <a:xfrm>
            <a:off x="2871788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" name="New picture"/>
          <p:cNvPicPr/>
          <p:nvPr/>
        </p:nvPicPr>
        <p:blipFill>
          <a:blip r:embed="rId132"/>
          <a:srcRect/>
          <a:stretch>
            <a:fillRect/>
          </a:stretch>
        </p:blipFill>
        <p:spPr>
          <a:xfrm>
            <a:off x="2941987" y="1875091"/>
            <a:ext cx="58007" cy="82391"/>
          </a:xfrm>
          <a:prstGeom prst="rect"/>
          <a:ln w="0">
            <a:noFill/>
          </a:ln>
        </p:spPr>
      </p:pic>
      <p:pic>
        <p:nvPicPr>
          <p:cNvPr id="239" name="New picture"/>
          <p:cNvPicPr/>
          <p:nvPr/>
        </p:nvPicPr>
        <p:blipFill>
          <a:blip r:embed="rId133"/>
          <a:srcRect/>
          <a:stretch>
            <a:fillRect/>
          </a:stretch>
        </p:blipFill>
        <p:spPr>
          <a:xfrm>
            <a:off x="3058096" y="1878139"/>
            <a:ext cx="25908" cy="53340"/>
          </a:xfrm>
          <a:prstGeom prst="rect"/>
          <a:ln w="0">
            <a:noFill/>
          </a:ln>
        </p:spPr>
      </p:pic>
      <p:pic>
        <p:nvPicPr>
          <p:cNvPr id="240" name="New picture"/>
          <p:cNvPicPr/>
          <p:nvPr/>
        </p:nvPicPr>
        <p:blipFill>
          <a:blip r:embed="rId134"/>
          <a:srcRect/>
          <a:stretch>
            <a:fillRect/>
          </a:stretch>
        </p:blipFill>
        <p:spPr>
          <a:xfrm>
            <a:off x="3084004" y="1878139"/>
            <a:ext cx="26003" cy="53340"/>
          </a:xfrm>
          <a:prstGeom prst="rect"/>
          <a:ln w="0">
            <a:noFill/>
          </a:ln>
        </p:spPr>
      </p:pic>
      <p:pic>
        <p:nvPicPr>
          <p:cNvPr id="241" name="New picture"/>
          <p:cNvPicPr/>
          <p:nvPr/>
        </p:nvPicPr>
        <p:blipFill>
          <a:blip r:embed="rId135"/>
          <a:srcRect/>
          <a:stretch>
            <a:fillRect/>
          </a:stretch>
        </p:blipFill>
        <p:spPr>
          <a:xfrm>
            <a:off x="3174111" y="1875092"/>
            <a:ext cx="74867" cy="117443"/>
          </a:xfrm>
          <a:prstGeom prst="rect"/>
          <a:ln w="0">
            <a:noFill/>
          </a:ln>
        </p:spPr>
      </p:pic>
      <p:sp>
        <p:nvSpPr>
          <p:cNvPr id="242" name="New shape"/>
          <p:cNvSpPr/>
          <p:nvPr/>
        </p:nvSpPr>
        <p:spPr>
          <a:xfrm>
            <a:off x="3187827" y="18857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" name="New picture"/>
          <p:cNvPicPr/>
          <p:nvPr/>
        </p:nvPicPr>
        <p:blipFill>
          <a:blip r:embed="rId136"/>
          <a:srcRect/>
          <a:stretch>
            <a:fillRect/>
          </a:stretch>
        </p:blipFill>
        <p:spPr>
          <a:xfrm>
            <a:off x="3265741" y="1875092"/>
            <a:ext cx="77915" cy="82391"/>
          </a:xfrm>
          <a:prstGeom prst="rect"/>
          <a:ln w="0">
            <a:noFill/>
          </a:ln>
        </p:spPr>
      </p:pic>
      <p:sp>
        <p:nvSpPr>
          <p:cNvPr id="244" name="New shape"/>
          <p:cNvSpPr/>
          <p:nvPr/>
        </p:nvSpPr>
        <p:spPr>
          <a:xfrm>
            <a:off x="3277933" y="18857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" name="New picture"/>
          <p:cNvPicPr/>
          <p:nvPr/>
        </p:nvPicPr>
        <p:blipFill>
          <a:blip r:embed="rId137"/>
          <a:srcRect/>
          <a:stretch>
            <a:fillRect/>
          </a:stretch>
        </p:blipFill>
        <p:spPr>
          <a:xfrm>
            <a:off x="3363468" y="1876615"/>
            <a:ext cx="68675" cy="80867"/>
          </a:xfrm>
          <a:prstGeom prst="rect"/>
          <a:ln w="0">
            <a:noFill/>
          </a:ln>
        </p:spPr>
      </p:pic>
      <p:pic>
        <p:nvPicPr>
          <p:cNvPr id="246" name="New picture"/>
          <p:cNvPicPr/>
          <p:nvPr/>
        </p:nvPicPr>
        <p:blipFill>
          <a:blip r:embed="rId138"/>
          <a:srcRect/>
          <a:stretch>
            <a:fillRect/>
          </a:stretch>
        </p:blipFill>
        <p:spPr>
          <a:xfrm>
            <a:off x="3456527" y="1875092"/>
            <a:ext cx="42767" cy="79343"/>
          </a:xfrm>
          <a:prstGeom prst="rect"/>
          <a:ln w="0">
            <a:noFill/>
          </a:ln>
        </p:spPr>
      </p:pic>
      <p:sp>
        <p:nvSpPr>
          <p:cNvPr id="247" name="New shape"/>
          <p:cNvSpPr/>
          <p:nvPr/>
        </p:nvSpPr>
        <p:spPr>
          <a:xfrm>
            <a:off x="3552444" y="18455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" name="New picture"/>
          <p:cNvPicPr/>
          <p:nvPr/>
        </p:nvPicPr>
        <p:blipFill>
          <a:blip r:embed="rId139"/>
          <a:srcRect/>
          <a:stretch>
            <a:fillRect/>
          </a:stretch>
        </p:blipFill>
        <p:spPr>
          <a:xfrm>
            <a:off x="3587972" y="1875091"/>
            <a:ext cx="70199" cy="82391"/>
          </a:xfrm>
          <a:prstGeom prst="rect"/>
          <a:ln w="0">
            <a:noFill/>
          </a:ln>
        </p:spPr>
      </p:pic>
      <p:sp>
        <p:nvSpPr>
          <p:cNvPr id="249" name="New shape"/>
          <p:cNvSpPr/>
          <p:nvPr/>
        </p:nvSpPr>
        <p:spPr>
          <a:xfrm>
            <a:off x="3600164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" name="New picture"/>
          <p:cNvPicPr/>
          <p:nvPr/>
        </p:nvPicPr>
        <p:blipFill>
          <a:blip r:embed="rId140"/>
          <a:srcRect/>
          <a:stretch>
            <a:fillRect/>
          </a:stretch>
        </p:blipFill>
        <p:spPr>
          <a:xfrm>
            <a:off x="3670364" y="1875091"/>
            <a:ext cx="58102" cy="82391"/>
          </a:xfrm>
          <a:prstGeom prst="rect"/>
          <a:ln w="0">
            <a:noFill/>
          </a:ln>
        </p:spPr>
      </p:pic>
      <p:pic>
        <p:nvPicPr>
          <p:cNvPr id="251" name="New picture"/>
          <p:cNvPicPr/>
          <p:nvPr/>
        </p:nvPicPr>
        <p:blipFill>
          <a:blip r:embed="rId141"/>
          <a:srcRect/>
          <a:stretch>
            <a:fillRect/>
          </a:stretch>
        </p:blipFill>
        <p:spPr>
          <a:xfrm>
            <a:off x="3784949" y="1875092"/>
            <a:ext cx="70295" cy="79343"/>
          </a:xfrm>
          <a:prstGeom prst="rect"/>
          <a:ln w="0">
            <a:noFill/>
          </a:ln>
        </p:spPr>
      </p:pic>
      <p:pic>
        <p:nvPicPr>
          <p:cNvPr id="252" name="New picture"/>
          <p:cNvPicPr/>
          <p:nvPr/>
        </p:nvPicPr>
        <p:blipFill>
          <a:blip r:embed="rId142"/>
          <a:srcRect/>
          <a:stretch>
            <a:fillRect/>
          </a:stretch>
        </p:blipFill>
        <p:spPr>
          <a:xfrm>
            <a:off x="3879628" y="1876615"/>
            <a:ext cx="68675" cy="80867"/>
          </a:xfrm>
          <a:prstGeom prst="rect"/>
          <a:ln w="0">
            <a:noFill/>
          </a:ln>
        </p:spPr>
      </p:pic>
      <p:sp>
        <p:nvSpPr>
          <p:cNvPr id="253" name="New shape"/>
          <p:cNvSpPr/>
          <p:nvPr/>
        </p:nvSpPr>
        <p:spPr>
          <a:xfrm>
            <a:off x="3974592" y="18455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" name="New picture"/>
          <p:cNvPicPr/>
          <p:nvPr/>
        </p:nvPicPr>
        <p:blipFill>
          <a:blip r:embed="rId143"/>
          <a:srcRect/>
          <a:stretch>
            <a:fillRect/>
          </a:stretch>
        </p:blipFill>
        <p:spPr>
          <a:xfrm>
            <a:off x="4004787" y="1875091"/>
            <a:ext cx="58102" cy="82391"/>
          </a:xfrm>
          <a:prstGeom prst="rect"/>
          <a:ln w="0">
            <a:noFill/>
          </a:ln>
        </p:spPr>
      </p:pic>
      <p:pic>
        <p:nvPicPr>
          <p:cNvPr id="255" name="New picture"/>
          <p:cNvPicPr/>
          <p:nvPr/>
        </p:nvPicPr>
        <p:blipFill>
          <a:blip r:embed="rId144"/>
          <a:srcRect/>
          <a:stretch>
            <a:fillRect/>
          </a:stretch>
        </p:blipFill>
        <p:spPr>
          <a:xfrm>
            <a:off x="4119372" y="1878139"/>
            <a:ext cx="27432" cy="53340"/>
          </a:xfrm>
          <a:prstGeom prst="rect"/>
          <a:ln w="0">
            <a:noFill/>
          </a:ln>
        </p:spPr>
      </p:pic>
      <p:pic>
        <p:nvPicPr>
          <p:cNvPr id="256" name="New picture"/>
          <p:cNvPicPr/>
          <p:nvPr/>
        </p:nvPicPr>
        <p:blipFill>
          <a:blip r:embed="rId145"/>
          <a:srcRect/>
          <a:stretch>
            <a:fillRect/>
          </a:stretch>
        </p:blipFill>
        <p:spPr>
          <a:xfrm>
            <a:off x="4145280" y="1878139"/>
            <a:ext cx="27527" cy="53340"/>
          </a:xfrm>
          <a:prstGeom prst="rect"/>
          <a:ln w="0">
            <a:noFill/>
          </a:ln>
        </p:spPr>
      </p:pic>
      <p:pic>
        <p:nvPicPr>
          <p:cNvPr id="257" name="New picture"/>
          <p:cNvPicPr/>
          <p:nvPr/>
        </p:nvPicPr>
        <p:blipFill>
          <a:blip r:embed="rId146"/>
          <a:srcRect/>
          <a:stretch>
            <a:fillRect/>
          </a:stretch>
        </p:blipFill>
        <p:spPr>
          <a:xfrm>
            <a:off x="4232339" y="1875091"/>
            <a:ext cx="71818" cy="82391"/>
          </a:xfrm>
          <a:prstGeom prst="rect"/>
          <a:ln w="0">
            <a:noFill/>
          </a:ln>
        </p:spPr>
      </p:pic>
      <p:sp>
        <p:nvSpPr>
          <p:cNvPr id="258" name="New shape"/>
          <p:cNvSpPr/>
          <p:nvPr/>
        </p:nvSpPr>
        <p:spPr>
          <a:xfrm>
            <a:off x="4244530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" name="New picture"/>
          <p:cNvPicPr/>
          <p:nvPr/>
        </p:nvPicPr>
        <p:blipFill>
          <a:blip r:embed="rId147"/>
          <a:srcRect/>
          <a:stretch>
            <a:fillRect/>
          </a:stretch>
        </p:blipFill>
        <p:spPr>
          <a:xfrm>
            <a:off x="4314825" y="1875091"/>
            <a:ext cx="58007" cy="82391"/>
          </a:xfrm>
          <a:prstGeom prst="rect"/>
          <a:ln w="0">
            <a:noFill/>
          </a:ln>
        </p:spPr>
      </p:pic>
      <p:pic>
        <p:nvPicPr>
          <p:cNvPr id="260" name="New picture"/>
          <p:cNvPicPr/>
          <p:nvPr/>
        </p:nvPicPr>
        <p:blipFill>
          <a:blip r:embed="rId148"/>
          <a:srcRect/>
          <a:stretch>
            <a:fillRect/>
          </a:stretch>
        </p:blipFill>
        <p:spPr>
          <a:xfrm>
            <a:off x="4380452" y="1853756"/>
            <a:ext cx="48863" cy="103727"/>
          </a:xfrm>
          <a:prstGeom prst="rect"/>
          <a:ln w="0">
            <a:noFill/>
          </a:ln>
        </p:spPr>
      </p:pic>
      <p:pic>
        <p:nvPicPr>
          <p:cNvPr id="261" name="New picture"/>
          <p:cNvPicPr/>
          <p:nvPr/>
        </p:nvPicPr>
        <p:blipFill>
          <a:blip r:embed="rId149"/>
          <a:srcRect/>
          <a:stretch>
            <a:fillRect/>
          </a:stretch>
        </p:blipFill>
        <p:spPr>
          <a:xfrm>
            <a:off x="4481226" y="1875091"/>
            <a:ext cx="70295" cy="82391"/>
          </a:xfrm>
          <a:prstGeom prst="rect"/>
          <a:ln w="0">
            <a:noFill/>
          </a:ln>
        </p:spPr>
      </p:pic>
      <p:sp>
        <p:nvSpPr>
          <p:cNvPr id="262" name="New shape"/>
          <p:cNvSpPr/>
          <p:nvPr/>
        </p:nvSpPr>
        <p:spPr>
          <a:xfrm>
            <a:off x="4493514" y="1884235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3" name="New shape"/>
          <p:cNvSpPr/>
          <p:nvPr/>
        </p:nvSpPr>
        <p:spPr>
          <a:xfrm>
            <a:off x="4504182" y="1839944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4" name="New picture"/>
          <p:cNvPicPr/>
          <p:nvPr/>
        </p:nvPicPr>
        <p:blipFill>
          <a:blip r:embed="rId150"/>
          <a:srcRect/>
          <a:stretch>
            <a:fillRect/>
          </a:stretch>
        </p:blipFill>
        <p:spPr>
          <a:xfrm>
            <a:off x="4562189" y="1875092"/>
            <a:ext cx="77915" cy="118967"/>
          </a:xfrm>
          <a:prstGeom prst="rect"/>
          <a:ln w="0">
            <a:noFill/>
          </a:ln>
        </p:spPr>
      </p:pic>
      <p:sp>
        <p:nvSpPr>
          <p:cNvPr id="265" name="New shape"/>
          <p:cNvSpPr/>
          <p:nvPr/>
        </p:nvSpPr>
        <p:spPr>
          <a:xfrm>
            <a:off x="4578953" y="1884236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6" name="New shape"/>
          <p:cNvSpPr/>
          <p:nvPr/>
        </p:nvSpPr>
        <p:spPr>
          <a:xfrm>
            <a:off x="4575905" y="1954435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" name="New picture"/>
          <p:cNvPicPr/>
          <p:nvPr/>
        </p:nvPicPr>
        <p:blipFill>
          <a:blip r:embed="rId151"/>
          <a:srcRect/>
          <a:stretch>
            <a:fillRect/>
          </a:stretch>
        </p:blipFill>
        <p:spPr>
          <a:xfrm>
            <a:off x="4650772" y="1875092"/>
            <a:ext cx="65627" cy="82391"/>
          </a:xfrm>
          <a:prstGeom prst="rect"/>
          <a:ln w="0">
            <a:noFill/>
          </a:ln>
        </p:spPr>
      </p:pic>
      <p:sp>
        <p:nvSpPr>
          <p:cNvPr id="268" name="New shape"/>
          <p:cNvSpPr/>
          <p:nvPr/>
        </p:nvSpPr>
        <p:spPr>
          <a:xfrm>
            <a:off x="4664487" y="191624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9" name="New shape"/>
          <p:cNvSpPr/>
          <p:nvPr/>
        </p:nvSpPr>
        <p:spPr>
          <a:xfrm>
            <a:off x="4741164" y="184556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0" name="New picture"/>
          <p:cNvPicPr/>
          <p:nvPr/>
        </p:nvPicPr>
        <p:blipFill>
          <a:blip r:embed="rId152"/>
          <a:srcRect/>
          <a:stretch>
            <a:fillRect/>
          </a:stretch>
        </p:blipFill>
        <p:spPr>
          <a:xfrm>
            <a:off x="4774406" y="1875091"/>
            <a:ext cx="71818" cy="82391"/>
          </a:xfrm>
          <a:prstGeom prst="rect"/>
          <a:ln w="0">
            <a:noFill/>
          </a:ln>
        </p:spPr>
      </p:pic>
      <p:sp>
        <p:nvSpPr>
          <p:cNvPr id="271" name="New shape"/>
          <p:cNvSpPr/>
          <p:nvPr/>
        </p:nvSpPr>
        <p:spPr>
          <a:xfrm>
            <a:off x="4788217" y="188423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2" name="New picture"/>
          <p:cNvPicPr/>
          <p:nvPr/>
        </p:nvPicPr>
        <p:blipFill>
          <a:blip r:embed="rId153"/>
          <a:srcRect/>
          <a:stretch>
            <a:fillRect/>
          </a:stretch>
        </p:blipFill>
        <p:spPr>
          <a:xfrm>
            <a:off x="4866037" y="1875092"/>
            <a:ext cx="120682" cy="79343"/>
          </a:xfrm>
          <a:prstGeom prst="rect"/>
          <a:ln w="0">
            <a:noFill/>
          </a:ln>
        </p:spPr>
      </p:pic>
      <p:pic>
        <p:nvPicPr>
          <p:cNvPr id="273" name="New picture"/>
          <p:cNvPicPr/>
          <p:nvPr/>
        </p:nvPicPr>
        <p:blipFill>
          <a:blip r:embed="rId154"/>
          <a:srcRect/>
          <a:stretch>
            <a:fillRect/>
          </a:stretch>
        </p:blipFill>
        <p:spPr>
          <a:xfrm>
            <a:off x="5006530" y="1875091"/>
            <a:ext cx="70295" cy="82391"/>
          </a:xfrm>
          <a:prstGeom prst="rect"/>
          <a:ln w="0">
            <a:noFill/>
          </a:ln>
        </p:spPr>
      </p:pic>
      <p:sp>
        <p:nvSpPr>
          <p:cNvPr id="274" name="New shape"/>
          <p:cNvSpPr/>
          <p:nvPr/>
        </p:nvSpPr>
        <p:spPr>
          <a:xfrm>
            <a:off x="5018722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" name="New picture"/>
          <p:cNvPicPr/>
          <p:nvPr/>
        </p:nvPicPr>
        <p:blipFill>
          <a:blip r:embed="rId155"/>
          <a:srcRect/>
          <a:stretch>
            <a:fillRect/>
          </a:stretch>
        </p:blipFill>
        <p:spPr>
          <a:xfrm>
            <a:off x="5096637" y="1875092"/>
            <a:ext cx="70295" cy="79343"/>
          </a:xfrm>
          <a:prstGeom prst="rect"/>
          <a:ln w="0">
            <a:noFill/>
          </a:ln>
        </p:spPr>
      </p:pic>
      <p:pic>
        <p:nvPicPr>
          <p:cNvPr id="276" name="New picture"/>
          <p:cNvPicPr/>
          <p:nvPr/>
        </p:nvPicPr>
        <p:blipFill>
          <a:blip r:embed="rId156"/>
          <a:srcRect/>
          <a:stretch>
            <a:fillRect/>
          </a:stretch>
        </p:blipFill>
        <p:spPr>
          <a:xfrm>
            <a:off x="5180647" y="1853660"/>
            <a:ext cx="47339" cy="103822"/>
          </a:xfrm>
          <a:prstGeom prst="rect"/>
          <a:ln w="0">
            <a:noFill/>
          </a:ln>
        </p:spPr>
      </p:pic>
      <p:pic>
        <p:nvPicPr>
          <p:cNvPr id="277" name="New picture"/>
          <p:cNvPicPr/>
          <p:nvPr/>
        </p:nvPicPr>
        <p:blipFill>
          <a:blip r:embed="rId157"/>
          <a:srcRect/>
          <a:stretch>
            <a:fillRect/>
          </a:stretch>
        </p:blipFill>
        <p:spPr>
          <a:xfrm>
            <a:off x="5284470" y="1876615"/>
            <a:ext cx="70199" cy="80867"/>
          </a:xfrm>
          <a:prstGeom prst="rect"/>
          <a:ln w="0">
            <a:noFill/>
          </a:ln>
        </p:spPr>
      </p:pic>
      <p:pic>
        <p:nvPicPr>
          <p:cNvPr id="278" name="New picture"/>
          <p:cNvPicPr/>
          <p:nvPr/>
        </p:nvPicPr>
        <p:blipFill>
          <a:blip r:embed="rId158"/>
          <a:srcRect/>
          <a:stretch>
            <a:fillRect/>
          </a:stretch>
        </p:blipFill>
        <p:spPr>
          <a:xfrm>
            <a:off x="5379148" y="1875092"/>
            <a:ext cx="68675" cy="79343"/>
          </a:xfrm>
          <a:prstGeom prst="rect"/>
          <a:ln w="0">
            <a:noFill/>
          </a:ln>
        </p:spPr>
      </p:pic>
      <p:pic>
        <p:nvPicPr>
          <p:cNvPr id="279" name="New picture"/>
          <p:cNvPicPr/>
          <p:nvPr/>
        </p:nvPicPr>
        <p:blipFill>
          <a:blip r:embed="rId159"/>
          <a:srcRect/>
          <a:stretch>
            <a:fillRect/>
          </a:stretch>
        </p:blipFill>
        <p:spPr>
          <a:xfrm>
            <a:off x="5513546" y="1846040"/>
            <a:ext cx="73247" cy="111442"/>
          </a:xfrm>
          <a:prstGeom prst="rect"/>
          <a:ln w="0">
            <a:noFill/>
          </a:ln>
        </p:spPr>
      </p:pic>
      <p:sp>
        <p:nvSpPr>
          <p:cNvPr id="280" name="New shape"/>
          <p:cNvSpPr/>
          <p:nvPr/>
        </p:nvSpPr>
        <p:spPr>
          <a:xfrm>
            <a:off x="5525738" y="18857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1" name="New picture"/>
          <p:cNvPicPr/>
          <p:nvPr/>
        </p:nvPicPr>
        <p:blipFill>
          <a:blip r:embed="rId160"/>
          <a:srcRect/>
          <a:stretch>
            <a:fillRect/>
          </a:stretch>
        </p:blipFill>
        <p:spPr>
          <a:xfrm>
            <a:off x="5603557" y="1875092"/>
            <a:ext cx="77915" cy="82391"/>
          </a:xfrm>
          <a:prstGeom prst="rect"/>
          <a:ln w="0">
            <a:noFill/>
          </a:ln>
        </p:spPr>
      </p:pic>
      <p:sp>
        <p:nvSpPr>
          <p:cNvPr id="282" name="New shape"/>
          <p:cNvSpPr/>
          <p:nvPr/>
        </p:nvSpPr>
        <p:spPr>
          <a:xfrm>
            <a:off x="5615749" y="18857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3" name="New picture"/>
          <p:cNvPicPr/>
          <p:nvPr/>
        </p:nvPicPr>
        <p:blipFill>
          <a:blip r:embed="rId161"/>
          <a:srcRect/>
          <a:stretch>
            <a:fillRect/>
          </a:stretch>
        </p:blipFill>
        <p:spPr>
          <a:xfrm>
            <a:off x="5701379" y="1875092"/>
            <a:ext cx="68675" cy="79343"/>
          </a:xfrm>
          <a:prstGeom prst="rect"/>
          <a:ln w="0">
            <a:noFill/>
          </a:ln>
        </p:spPr>
      </p:pic>
      <p:pic>
        <p:nvPicPr>
          <p:cNvPr id="284" name="New picture"/>
          <p:cNvPicPr/>
          <p:nvPr/>
        </p:nvPicPr>
        <p:blipFill>
          <a:blip r:embed="rId162"/>
          <a:srcRect/>
          <a:stretch>
            <a:fillRect/>
          </a:stretch>
        </p:blipFill>
        <p:spPr>
          <a:xfrm>
            <a:off x="5834158" y="1875092"/>
            <a:ext cx="74866" cy="117443"/>
          </a:xfrm>
          <a:prstGeom prst="rect"/>
          <a:ln w="0">
            <a:noFill/>
          </a:ln>
        </p:spPr>
      </p:pic>
      <p:sp>
        <p:nvSpPr>
          <p:cNvPr id="285" name="New shape"/>
          <p:cNvSpPr/>
          <p:nvPr/>
        </p:nvSpPr>
        <p:spPr>
          <a:xfrm>
            <a:off x="5847969" y="18857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6" name="New picture"/>
          <p:cNvPicPr/>
          <p:nvPr/>
        </p:nvPicPr>
        <p:blipFill>
          <a:blip r:embed="rId163"/>
          <a:srcRect/>
          <a:stretch>
            <a:fillRect/>
          </a:stretch>
        </p:blipFill>
        <p:spPr>
          <a:xfrm>
            <a:off x="5924264" y="1875092"/>
            <a:ext cx="77915" cy="82391"/>
          </a:xfrm>
          <a:prstGeom prst="rect"/>
          <a:ln w="0">
            <a:noFill/>
          </a:ln>
        </p:spPr>
      </p:pic>
      <p:sp>
        <p:nvSpPr>
          <p:cNvPr id="287" name="New shape"/>
          <p:cNvSpPr/>
          <p:nvPr/>
        </p:nvSpPr>
        <p:spPr>
          <a:xfrm>
            <a:off x="5938076" y="18857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8" name="New shape"/>
          <p:cNvSpPr/>
          <p:nvPr/>
        </p:nvSpPr>
        <p:spPr>
          <a:xfrm>
            <a:off x="6023611" y="187661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9" name="New picture"/>
          <p:cNvPicPr/>
          <p:nvPr/>
        </p:nvPicPr>
        <p:blipFill>
          <a:blip r:embed="rId164"/>
          <a:srcRect/>
          <a:stretch>
            <a:fillRect/>
          </a:stretch>
        </p:blipFill>
        <p:spPr>
          <a:xfrm>
            <a:off x="6022086" y="1841564"/>
            <a:ext cx="16764" cy="16764"/>
          </a:xfrm>
          <a:prstGeom prst="rect"/>
          <a:ln w="0">
            <a:noFill/>
          </a:ln>
        </p:spPr>
      </p:pic>
      <p:pic>
        <p:nvPicPr>
          <p:cNvPr id="290" name="New picture"/>
          <p:cNvPicPr/>
          <p:nvPr/>
        </p:nvPicPr>
        <p:blipFill>
          <a:blip r:embed="rId165"/>
          <a:srcRect/>
          <a:stretch>
            <a:fillRect/>
          </a:stretch>
        </p:blipFill>
        <p:spPr>
          <a:xfrm>
            <a:off x="6061710" y="1875092"/>
            <a:ext cx="70295" cy="79343"/>
          </a:xfrm>
          <a:prstGeom prst="rect"/>
          <a:ln w="0">
            <a:noFill/>
          </a:ln>
        </p:spPr>
      </p:pic>
      <p:pic>
        <p:nvPicPr>
          <p:cNvPr id="291" name="New picture"/>
          <p:cNvPicPr/>
          <p:nvPr/>
        </p:nvPicPr>
        <p:blipFill>
          <a:blip r:embed="rId166"/>
          <a:srcRect/>
          <a:stretch>
            <a:fillRect/>
          </a:stretch>
        </p:blipFill>
        <p:spPr>
          <a:xfrm>
            <a:off x="6145720" y="1853660"/>
            <a:ext cx="47339" cy="103822"/>
          </a:xfrm>
          <a:prstGeom prst="rect"/>
          <a:ln w="0">
            <a:noFill/>
          </a:ln>
        </p:spPr>
      </p:pic>
      <p:pic>
        <p:nvPicPr>
          <p:cNvPr id="292" name="New picture"/>
          <p:cNvPicPr/>
          <p:nvPr/>
        </p:nvPicPr>
        <p:blipFill>
          <a:blip r:embed="rId167"/>
          <a:srcRect/>
          <a:stretch>
            <a:fillRect/>
          </a:stretch>
        </p:blipFill>
        <p:spPr>
          <a:xfrm>
            <a:off x="6244971" y="1846040"/>
            <a:ext cx="74866" cy="111443"/>
          </a:xfrm>
          <a:prstGeom prst="rect"/>
          <a:ln w="0">
            <a:noFill/>
          </a:ln>
        </p:spPr>
      </p:pic>
      <p:sp>
        <p:nvSpPr>
          <p:cNvPr id="293" name="New shape"/>
          <p:cNvSpPr/>
          <p:nvPr/>
        </p:nvSpPr>
        <p:spPr>
          <a:xfrm>
            <a:off x="6258687" y="18857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4" name="New picture"/>
          <p:cNvPicPr/>
          <p:nvPr/>
        </p:nvPicPr>
        <p:blipFill>
          <a:blip r:embed="rId168"/>
          <a:srcRect/>
          <a:stretch>
            <a:fillRect/>
          </a:stretch>
        </p:blipFill>
        <p:spPr>
          <a:xfrm>
            <a:off x="6339649" y="1875091"/>
            <a:ext cx="71723" cy="82391"/>
          </a:xfrm>
          <a:prstGeom prst="rect"/>
          <a:ln w="0">
            <a:noFill/>
          </a:ln>
        </p:spPr>
      </p:pic>
      <p:sp>
        <p:nvSpPr>
          <p:cNvPr id="295" name="New shape"/>
          <p:cNvSpPr/>
          <p:nvPr/>
        </p:nvSpPr>
        <p:spPr>
          <a:xfrm>
            <a:off x="6353365" y="188423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6" name="New picture"/>
          <p:cNvPicPr/>
          <p:nvPr/>
        </p:nvPicPr>
        <p:blipFill>
          <a:blip r:embed="rId169"/>
          <a:srcRect/>
          <a:stretch>
            <a:fillRect/>
          </a:stretch>
        </p:blipFill>
        <p:spPr>
          <a:xfrm>
            <a:off x="677418" y="2074926"/>
            <a:ext cx="76390" cy="111443"/>
          </a:xfrm>
          <a:prstGeom prst="rect"/>
          <a:ln w="0">
            <a:noFill/>
          </a:ln>
        </p:spPr>
      </p:pic>
      <p:sp>
        <p:nvSpPr>
          <p:cNvPr id="297" name="New shape"/>
          <p:cNvSpPr/>
          <p:nvPr/>
        </p:nvSpPr>
        <p:spPr>
          <a:xfrm>
            <a:off x="691134" y="211464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8" name="New picture"/>
          <p:cNvPicPr/>
          <p:nvPr/>
        </p:nvPicPr>
        <p:blipFill>
          <a:blip r:embed="rId170"/>
          <a:srcRect/>
          <a:stretch>
            <a:fillRect/>
          </a:stretch>
        </p:blipFill>
        <p:spPr>
          <a:xfrm>
            <a:off x="773620" y="2103977"/>
            <a:ext cx="70294" cy="82391"/>
          </a:xfrm>
          <a:prstGeom prst="rect"/>
          <a:ln w="0">
            <a:noFill/>
          </a:ln>
        </p:spPr>
      </p:pic>
      <p:sp>
        <p:nvSpPr>
          <p:cNvPr id="299" name="New shape"/>
          <p:cNvSpPr/>
          <p:nvPr/>
        </p:nvSpPr>
        <p:spPr>
          <a:xfrm>
            <a:off x="785908" y="2113121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0" name="New shape"/>
          <p:cNvSpPr/>
          <p:nvPr/>
        </p:nvSpPr>
        <p:spPr>
          <a:xfrm>
            <a:off x="796576" y="2068830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1" name="New picture"/>
          <p:cNvPicPr/>
          <p:nvPr/>
        </p:nvPicPr>
        <p:blipFill>
          <a:blip r:embed="rId171"/>
          <a:srcRect/>
          <a:stretch>
            <a:fillRect/>
          </a:stretch>
        </p:blipFill>
        <p:spPr>
          <a:xfrm>
            <a:off x="863727" y="2103977"/>
            <a:ext cx="76390" cy="117443"/>
          </a:xfrm>
          <a:prstGeom prst="rect"/>
          <a:ln w="0">
            <a:noFill/>
          </a:ln>
        </p:spPr>
      </p:pic>
      <p:sp>
        <p:nvSpPr>
          <p:cNvPr id="302" name="New shape"/>
          <p:cNvSpPr/>
          <p:nvPr/>
        </p:nvSpPr>
        <p:spPr>
          <a:xfrm>
            <a:off x="877443" y="211464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3" name="New picture"/>
          <p:cNvPicPr/>
          <p:nvPr/>
        </p:nvPicPr>
        <p:blipFill>
          <a:blip r:embed="rId172"/>
          <a:srcRect/>
          <a:stretch>
            <a:fillRect/>
          </a:stretch>
        </p:blipFill>
        <p:spPr>
          <a:xfrm>
            <a:off x="953833" y="2103977"/>
            <a:ext cx="65627" cy="82391"/>
          </a:xfrm>
          <a:prstGeom prst="rect"/>
          <a:ln w="0">
            <a:noFill/>
          </a:ln>
        </p:spPr>
      </p:pic>
      <p:sp>
        <p:nvSpPr>
          <p:cNvPr id="304" name="New shape"/>
          <p:cNvSpPr/>
          <p:nvPr/>
        </p:nvSpPr>
        <p:spPr>
          <a:xfrm>
            <a:off x="967549" y="2145125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5" name="New picture"/>
          <p:cNvPicPr/>
          <p:nvPr/>
        </p:nvPicPr>
        <p:blipFill>
          <a:blip r:embed="rId173"/>
          <a:srcRect/>
          <a:stretch>
            <a:fillRect/>
          </a:stretch>
        </p:blipFill>
        <p:spPr>
          <a:xfrm>
            <a:off x="1042416" y="2103978"/>
            <a:ext cx="42767" cy="79343"/>
          </a:xfrm>
          <a:prstGeom prst="rect"/>
          <a:ln w="0">
            <a:noFill/>
          </a:ln>
        </p:spPr>
      </p:pic>
      <p:pic>
        <p:nvPicPr>
          <p:cNvPr id="306" name="New picture"/>
          <p:cNvPicPr/>
          <p:nvPr/>
        </p:nvPicPr>
        <p:blipFill>
          <a:blip r:embed="rId174"/>
          <a:srcRect/>
          <a:stretch>
            <a:fillRect/>
          </a:stretch>
        </p:blipFill>
        <p:spPr>
          <a:xfrm>
            <a:off x="1089755" y="2082546"/>
            <a:ext cx="47339" cy="103822"/>
          </a:xfrm>
          <a:prstGeom prst="rect"/>
          <a:ln w="0">
            <a:noFill/>
          </a:ln>
        </p:spPr>
      </p:pic>
      <p:pic>
        <p:nvPicPr>
          <p:cNvPr id="307" name="New picture"/>
          <p:cNvPicPr/>
          <p:nvPr/>
        </p:nvPicPr>
        <p:blipFill>
          <a:blip r:embed="rId175"/>
          <a:srcRect/>
          <a:stretch>
            <a:fillRect/>
          </a:stretch>
        </p:blipFill>
        <p:spPr>
          <a:xfrm>
            <a:off x="1153858" y="2168080"/>
            <a:ext cx="16764" cy="16764"/>
          </a:xfrm>
          <a:prstGeom prst="rect"/>
          <a:ln w="0">
            <a:noFill/>
          </a:ln>
        </p:spPr>
      </p:pic>
      <p:pic>
        <p:nvPicPr>
          <p:cNvPr id="308" name="New picture"/>
          <p:cNvPicPr/>
          <p:nvPr/>
        </p:nvPicPr>
        <p:blipFill>
          <a:blip r:embed="rId176"/>
          <a:srcRect/>
          <a:stretch>
            <a:fillRect/>
          </a:stretch>
        </p:blipFill>
        <p:spPr>
          <a:xfrm>
            <a:off x="1228725" y="2073403"/>
            <a:ext cx="93154" cy="112967"/>
          </a:xfrm>
          <a:prstGeom prst="rect"/>
          <a:ln w="0">
            <a:noFill/>
          </a:ln>
        </p:spPr>
      </p:pic>
      <p:pic>
        <p:nvPicPr>
          <p:cNvPr id="309" name="New picture"/>
          <p:cNvPicPr/>
          <p:nvPr/>
        </p:nvPicPr>
        <p:blipFill>
          <a:blip r:embed="rId177"/>
          <a:srcRect/>
          <a:stretch>
            <a:fillRect/>
          </a:stretch>
        </p:blipFill>
        <p:spPr>
          <a:xfrm>
            <a:off x="1327976" y="2103977"/>
            <a:ext cx="71723" cy="82391"/>
          </a:xfrm>
          <a:prstGeom prst="rect"/>
          <a:ln w="0">
            <a:noFill/>
          </a:ln>
        </p:spPr>
      </p:pic>
      <p:sp>
        <p:nvSpPr>
          <p:cNvPr id="310" name="New shape"/>
          <p:cNvSpPr/>
          <p:nvPr/>
        </p:nvSpPr>
        <p:spPr>
          <a:xfrm>
            <a:off x="1341691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1" name="New shape"/>
          <p:cNvSpPr/>
          <p:nvPr/>
        </p:nvSpPr>
        <p:spPr>
          <a:xfrm>
            <a:off x="1459992" y="20756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2" name="New shape"/>
          <p:cNvSpPr/>
          <p:nvPr/>
        </p:nvSpPr>
        <p:spPr>
          <a:xfrm>
            <a:off x="1500473" y="210550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3" name="New picture"/>
          <p:cNvPicPr/>
          <p:nvPr/>
        </p:nvPicPr>
        <p:blipFill>
          <a:blip r:embed="rId178"/>
          <a:srcRect/>
          <a:stretch>
            <a:fillRect/>
          </a:stretch>
        </p:blipFill>
        <p:spPr>
          <a:xfrm>
            <a:off x="1497425" y="2071879"/>
            <a:ext cx="16859" cy="15335"/>
          </a:xfrm>
          <a:prstGeom prst="rect"/>
          <a:ln w="0">
            <a:noFill/>
          </a:ln>
        </p:spPr>
      </p:pic>
      <p:pic>
        <p:nvPicPr>
          <p:cNvPr id="314" name="New picture"/>
          <p:cNvPicPr/>
          <p:nvPr/>
        </p:nvPicPr>
        <p:blipFill>
          <a:blip r:embed="rId179"/>
          <a:srcRect/>
          <a:stretch>
            <a:fillRect/>
          </a:stretch>
        </p:blipFill>
        <p:spPr>
          <a:xfrm>
            <a:off x="1526477" y="2105502"/>
            <a:ext cx="73343" cy="77819"/>
          </a:xfrm>
          <a:prstGeom prst="rect"/>
          <a:ln w="0">
            <a:noFill/>
          </a:ln>
        </p:spPr>
      </p:pic>
      <p:pic>
        <p:nvPicPr>
          <p:cNvPr id="315" name="New picture"/>
          <p:cNvPicPr/>
          <p:nvPr/>
        </p:nvPicPr>
        <p:blipFill>
          <a:blip r:embed="rId180"/>
          <a:srcRect/>
          <a:stretch>
            <a:fillRect/>
          </a:stretch>
        </p:blipFill>
        <p:spPr>
          <a:xfrm>
            <a:off x="1613535" y="2103978"/>
            <a:ext cx="42672" cy="79343"/>
          </a:xfrm>
          <a:prstGeom prst="rect"/>
          <a:ln w="0">
            <a:noFill/>
          </a:ln>
        </p:spPr>
      </p:pic>
      <p:pic>
        <p:nvPicPr>
          <p:cNvPr id="316" name="New picture"/>
          <p:cNvPicPr/>
          <p:nvPr/>
        </p:nvPicPr>
        <p:blipFill>
          <a:blip r:embed="rId181"/>
          <a:srcRect/>
          <a:stretch>
            <a:fillRect/>
          </a:stretch>
        </p:blipFill>
        <p:spPr>
          <a:xfrm>
            <a:off x="1660874" y="2103977"/>
            <a:ext cx="71723" cy="82391"/>
          </a:xfrm>
          <a:prstGeom prst="rect"/>
          <a:ln w="0">
            <a:noFill/>
          </a:ln>
        </p:spPr>
      </p:pic>
      <p:sp>
        <p:nvSpPr>
          <p:cNvPr id="317" name="New shape"/>
          <p:cNvSpPr/>
          <p:nvPr/>
        </p:nvSpPr>
        <p:spPr>
          <a:xfrm>
            <a:off x="1674590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8" name="New picture"/>
          <p:cNvPicPr/>
          <p:nvPr/>
        </p:nvPicPr>
        <p:blipFill>
          <a:blip r:embed="rId182"/>
          <a:srcRect/>
          <a:stretch>
            <a:fillRect/>
          </a:stretch>
        </p:blipFill>
        <p:spPr>
          <a:xfrm>
            <a:off x="1792129" y="2103977"/>
            <a:ext cx="74867" cy="117443"/>
          </a:xfrm>
          <a:prstGeom prst="rect"/>
          <a:ln w="0">
            <a:noFill/>
          </a:ln>
        </p:spPr>
      </p:pic>
      <p:sp>
        <p:nvSpPr>
          <p:cNvPr id="319" name="New shape"/>
          <p:cNvSpPr/>
          <p:nvPr/>
        </p:nvSpPr>
        <p:spPr>
          <a:xfrm>
            <a:off x="1805940" y="211464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0" name="New picture"/>
          <p:cNvPicPr/>
          <p:nvPr/>
        </p:nvPicPr>
        <p:blipFill>
          <a:blip r:embed="rId183"/>
          <a:srcRect/>
          <a:stretch>
            <a:fillRect/>
          </a:stretch>
        </p:blipFill>
        <p:spPr>
          <a:xfrm>
            <a:off x="1886712" y="2103978"/>
            <a:ext cx="42767" cy="79343"/>
          </a:xfrm>
          <a:prstGeom prst="rect"/>
          <a:ln w="0">
            <a:noFill/>
          </a:ln>
        </p:spPr>
      </p:pic>
      <p:pic>
        <p:nvPicPr>
          <p:cNvPr id="321" name="New picture"/>
          <p:cNvPicPr/>
          <p:nvPr/>
        </p:nvPicPr>
        <p:blipFill>
          <a:blip r:embed="rId184"/>
          <a:srcRect/>
          <a:stretch>
            <a:fillRect/>
          </a:stretch>
        </p:blipFill>
        <p:spPr>
          <a:xfrm>
            <a:off x="1935671" y="2103977"/>
            <a:ext cx="70295" cy="82391"/>
          </a:xfrm>
          <a:prstGeom prst="rect"/>
          <a:ln w="0">
            <a:noFill/>
          </a:ln>
        </p:spPr>
      </p:pic>
      <p:sp>
        <p:nvSpPr>
          <p:cNvPr id="322" name="New shape"/>
          <p:cNvSpPr/>
          <p:nvPr/>
        </p:nvSpPr>
        <p:spPr>
          <a:xfrm>
            <a:off x="1947958" y="2113121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23" name="New shape"/>
          <p:cNvSpPr/>
          <p:nvPr/>
        </p:nvSpPr>
        <p:spPr>
          <a:xfrm>
            <a:off x="1958626" y="2068830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4" name="New picture"/>
          <p:cNvPicPr/>
          <p:nvPr/>
        </p:nvPicPr>
        <p:blipFill>
          <a:blip r:embed="rId185"/>
          <a:srcRect/>
          <a:stretch>
            <a:fillRect/>
          </a:stretch>
        </p:blipFill>
        <p:spPr>
          <a:xfrm>
            <a:off x="2018157" y="2103977"/>
            <a:ext cx="58007" cy="82391"/>
          </a:xfrm>
          <a:prstGeom prst="rect"/>
          <a:ln w="0">
            <a:noFill/>
          </a:ln>
        </p:spPr>
      </p:pic>
      <p:pic>
        <p:nvPicPr>
          <p:cNvPr id="325" name="New picture"/>
          <p:cNvPicPr/>
          <p:nvPr/>
        </p:nvPicPr>
        <p:blipFill>
          <a:blip r:embed="rId186"/>
          <a:srcRect/>
          <a:stretch>
            <a:fillRect/>
          </a:stretch>
        </p:blipFill>
        <p:spPr>
          <a:xfrm>
            <a:off x="2089880" y="2103977"/>
            <a:ext cx="70295" cy="82391"/>
          </a:xfrm>
          <a:prstGeom prst="rect"/>
          <a:ln w="0">
            <a:noFill/>
          </a:ln>
        </p:spPr>
      </p:pic>
      <p:sp>
        <p:nvSpPr>
          <p:cNvPr id="326" name="New shape"/>
          <p:cNvSpPr/>
          <p:nvPr/>
        </p:nvSpPr>
        <p:spPr>
          <a:xfrm>
            <a:off x="2102167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7" name="New picture"/>
          <p:cNvPicPr/>
          <p:nvPr/>
        </p:nvPicPr>
        <p:blipFill>
          <a:blip r:embed="rId187"/>
          <a:srcRect/>
          <a:stretch>
            <a:fillRect/>
          </a:stretch>
        </p:blipFill>
        <p:spPr>
          <a:xfrm>
            <a:off x="2179987" y="2103978"/>
            <a:ext cx="70294" cy="79343"/>
          </a:xfrm>
          <a:prstGeom prst="rect"/>
          <a:ln w="0">
            <a:noFill/>
          </a:ln>
        </p:spPr>
      </p:pic>
      <p:pic>
        <p:nvPicPr>
          <p:cNvPr id="328" name="New picture"/>
          <p:cNvPicPr/>
          <p:nvPr/>
        </p:nvPicPr>
        <p:blipFill>
          <a:blip r:embed="rId188"/>
          <a:srcRect/>
          <a:stretch>
            <a:fillRect/>
          </a:stretch>
        </p:blipFill>
        <p:spPr>
          <a:xfrm>
            <a:off x="2264093" y="2082546"/>
            <a:ext cx="47339" cy="103822"/>
          </a:xfrm>
          <a:prstGeom prst="rect"/>
          <a:ln w="0">
            <a:noFill/>
          </a:ln>
        </p:spPr>
      </p:pic>
      <p:pic>
        <p:nvPicPr>
          <p:cNvPr id="329" name="New picture"/>
          <p:cNvPicPr/>
          <p:nvPr/>
        </p:nvPicPr>
        <p:blipFill>
          <a:blip r:embed="rId189"/>
          <a:srcRect/>
          <a:stretch>
            <a:fillRect/>
          </a:stretch>
        </p:blipFill>
        <p:spPr>
          <a:xfrm>
            <a:off x="2322004" y="2103977"/>
            <a:ext cx="70295" cy="82391"/>
          </a:xfrm>
          <a:prstGeom prst="rect"/>
          <a:ln w="0">
            <a:noFill/>
          </a:ln>
        </p:spPr>
      </p:pic>
      <p:sp>
        <p:nvSpPr>
          <p:cNvPr id="330" name="New shape"/>
          <p:cNvSpPr/>
          <p:nvPr/>
        </p:nvSpPr>
        <p:spPr>
          <a:xfrm>
            <a:off x="2334292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31" name="New shape"/>
          <p:cNvSpPr/>
          <p:nvPr/>
        </p:nvSpPr>
        <p:spPr>
          <a:xfrm>
            <a:off x="2453640" y="20756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2" name="New picture"/>
          <p:cNvPicPr/>
          <p:nvPr/>
        </p:nvPicPr>
        <p:blipFill>
          <a:blip r:embed="rId190"/>
          <a:srcRect/>
          <a:stretch>
            <a:fillRect/>
          </a:stretch>
        </p:blipFill>
        <p:spPr>
          <a:xfrm>
            <a:off x="2486882" y="2103977"/>
            <a:ext cx="71818" cy="82391"/>
          </a:xfrm>
          <a:prstGeom prst="rect"/>
          <a:ln w="0">
            <a:noFill/>
          </a:ln>
        </p:spPr>
      </p:pic>
      <p:sp>
        <p:nvSpPr>
          <p:cNvPr id="333" name="New shape"/>
          <p:cNvSpPr/>
          <p:nvPr/>
        </p:nvSpPr>
        <p:spPr>
          <a:xfrm>
            <a:off x="2500693" y="211312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4" name="New picture"/>
          <p:cNvPicPr/>
          <p:nvPr/>
        </p:nvPicPr>
        <p:blipFill>
          <a:blip r:embed="rId191"/>
          <a:srcRect/>
          <a:stretch>
            <a:fillRect/>
          </a:stretch>
        </p:blipFill>
        <p:spPr>
          <a:xfrm>
            <a:off x="2569369" y="2103977"/>
            <a:ext cx="58102" cy="82391"/>
          </a:xfrm>
          <a:prstGeom prst="rect"/>
          <a:ln w="0">
            <a:noFill/>
          </a:ln>
        </p:spPr>
      </p:pic>
      <p:pic>
        <p:nvPicPr>
          <p:cNvPr id="335" name="New picture"/>
          <p:cNvPicPr/>
          <p:nvPr/>
        </p:nvPicPr>
        <p:blipFill>
          <a:blip r:embed="rId192"/>
          <a:srcRect/>
          <a:stretch>
            <a:fillRect/>
          </a:stretch>
        </p:blipFill>
        <p:spPr>
          <a:xfrm>
            <a:off x="2680907" y="2103977"/>
            <a:ext cx="64103" cy="82391"/>
          </a:xfrm>
          <a:prstGeom prst="rect"/>
          <a:ln w="0">
            <a:noFill/>
          </a:ln>
        </p:spPr>
      </p:pic>
      <p:pic>
        <p:nvPicPr>
          <p:cNvPr id="336" name="New picture"/>
          <p:cNvPicPr/>
          <p:nvPr/>
        </p:nvPicPr>
        <p:blipFill>
          <a:blip r:embed="rId193"/>
          <a:srcRect/>
          <a:stretch>
            <a:fillRect/>
          </a:stretch>
        </p:blipFill>
        <p:spPr>
          <a:xfrm>
            <a:off x="2755678" y="2103977"/>
            <a:ext cx="77914" cy="82391"/>
          </a:xfrm>
          <a:prstGeom prst="rect"/>
          <a:ln w="0">
            <a:noFill/>
          </a:ln>
        </p:spPr>
      </p:pic>
      <p:sp>
        <p:nvSpPr>
          <p:cNvPr id="337" name="New shape"/>
          <p:cNvSpPr/>
          <p:nvPr/>
        </p:nvSpPr>
        <p:spPr>
          <a:xfrm>
            <a:off x="2769489" y="211464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8" name="New picture"/>
          <p:cNvPicPr/>
          <p:nvPr/>
        </p:nvPicPr>
        <p:blipFill>
          <a:blip r:embed="rId194"/>
          <a:srcRect/>
          <a:stretch>
            <a:fillRect/>
          </a:stretch>
        </p:blipFill>
        <p:spPr>
          <a:xfrm>
            <a:off x="2853405" y="2103978"/>
            <a:ext cx="70294" cy="79343"/>
          </a:xfrm>
          <a:prstGeom prst="rect"/>
          <a:ln w="0">
            <a:noFill/>
          </a:ln>
        </p:spPr>
      </p:pic>
      <p:pic>
        <p:nvPicPr>
          <p:cNvPr id="339" name="New picture"/>
          <p:cNvPicPr/>
          <p:nvPr/>
        </p:nvPicPr>
        <p:blipFill>
          <a:blip r:embed="rId195"/>
          <a:srcRect/>
          <a:stretch>
            <a:fillRect/>
          </a:stretch>
        </p:blipFill>
        <p:spPr>
          <a:xfrm>
            <a:off x="2943511" y="2103977"/>
            <a:ext cx="64199" cy="82391"/>
          </a:xfrm>
          <a:prstGeom prst="rect"/>
          <a:ln w="0">
            <a:noFill/>
          </a:ln>
        </p:spPr>
      </p:pic>
      <p:pic>
        <p:nvPicPr>
          <p:cNvPr id="340" name="New picture"/>
          <p:cNvPicPr/>
          <p:nvPr/>
        </p:nvPicPr>
        <p:blipFill>
          <a:blip r:embed="rId196"/>
          <a:srcRect/>
          <a:stretch>
            <a:fillRect/>
          </a:stretch>
        </p:blipFill>
        <p:spPr>
          <a:xfrm>
            <a:off x="3016853" y="2103977"/>
            <a:ext cx="71723" cy="82391"/>
          </a:xfrm>
          <a:prstGeom prst="rect"/>
          <a:ln w="0">
            <a:noFill/>
          </a:ln>
        </p:spPr>
      </p:pic>
      <p:sp>
        <p:nvSpPr>
          <p:cNvPr id="341" name="New shape"/>
          <p:cNvSpPr/>
          <p:nvPr/>
        </p:nvSpPr>
        <p:spPr>
          <a:xfrm>
            <a:off x="3030569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2" name="New picture"/>
          <p:cNvPicPr/>
          <p:nvPr/>
        </p:nvPicPr>
        <p:blipFill>
          <a:blip r:embed="rId197"/>
          <a:srcRect/>
          <a:stretch>
            <a:fillRect/>
          </a:stretch>
        </p:blipFill>
        <p:spPr>
          <a:xfrm>
            <a:off x="3108484" y="2103977"/>
            <a:ext cx="74771" cy="117443"/>
          </a:xfrm>
          <a:prstGeom prst="rect"/>
          <a:ln w="0">
            <a:noFill/>
          </a:ln>
        </p:spPr>
      </p:pic>
      <p:sp>
        <p:nvSpPr>
          <p:cNvPr id="343" name="New shape"/>
          <p:cNvSpPr/>
          <p:nvPr/>
        </p:nvSpPr>
        <p:spPr>
          <a:xfrm>
            <a:off x="3122200" y="211464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4" name="New picture"/>
          <p:cNvPicPr/>
          <p:nvPr/>
        </p:nvPicPr>
        <p:blipFill>
          <a:blip r:embed="rId198"/>
          <a:srcRect/>
          <a:stretch>
            <a:fillRect/>
          </a:stretch>
        </p:blipFill>
        <p:spPr>
          <a:xfrm>
            <a:off x="3192399" y="2082546"/>
            <a:ext cx="47339" cy="103822"/>
          </a:xfrm>
          <a:prstGeom prst="rect"/>
          <a:ln w="0">
            <a:noFill/>
          </a:ln>
        </p:spPr>
      </p:pic>
      <p:pic>
        <p:nvPicPr>
          <p:cNvPr id="345" name="New picture"/>
          <p:cNvPicPr/>
          <p:nvPr/>
        </p:nvPicPr>
        <p:blipFill>
          <a:blip r:embed="rId199"/>
          <a:srcRect/>
          <a:stretch>
            <a:fillRect/>
          </a:stretch>
        </p:blipFill>
        <p:spPr>
          <a:xfrm>
            <a:off x="3248977" y="2103977"/>
            <a:ext cx="58007" cy="82391"/>
          </a:xfrm>
          <a:prstGeom prst="rect"/>
          <a:ln w="0">
            <a:noFill/>
          </a:ln>
        </p:spPr>
      </p:pic>
      <p:pic>
        <p:nvPicPr>
          <p:cNvPr id="346" name="New picture"/>
          <p:cNvPicPr/>
          <p:nvPr/>
        </p:nvPicPr>
        <p:blipFill>
          <a:blip r:embed="rId200"/>
          <a:srcRect/>
          <a:stretch>
            <a:fillRect/>
          </a:stretch>
        </p:blipFill>
        <p:spPr>
          <a:xfrm>
            <a:off x="3360420" y="2103977"/>
            <a:ext cx="70199" cy="82391"/>
          </a:xfrm>
          <a:prstGeom prst="rect"/>
          <a:ln w="0">
            <a:noFill/>
          </a:ln>
        </p:spPr>
      </p:pic>
      <p:sp>
        <p:nvSpPr>
          <p:cNvPr id="347" name="New shape"/>
          <p:cNvSpPr/>
          <p:nvPr/>
        </p:nvSpPr>
        <p:spPr>
          <a:xfrm>
            <a:off x="3372612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8" name="New picture"/>
          <p:cNvPicPr/>
          <p:nvPr/>
        </p:nvPicPr>
        <p:blipFill>
          <a:blip r:embed="rId201"/>
          <a:srcRect/>
          <a:stretch>
            <a:fillRect/>
          </a:stretch>
        </p:blipFill>
        <p:spPr>
          <a:xfrm>
            <a:off x="3439858" y="2082546"/>
            <a:ext cx="47339" cy="103822"/>
          </a:xfrm>
          <a:prstGeom prst="rect"/>
          <a:ln w="0">
            <a:noFill/>
          </a:ln>
        </p:spPr>
      </p:pic>
      <p:pic>
        <p:nvPicPr>
          <p:cNvPr id="349" name="New picture"/>
          <p:cNvPicPr/>
          <p:nvPr/>
        </p:nvPicPr>
        <p:blipFill>
          <a:blip r:embed="rId202"/>
          <a:srcRect/>
          <a:stretch>
            <a:fillRect/>
          </a:stretch>
        </p:blipFill>
        <p:spPr>
          <a:xfrm>
            <a:off x="3534536" y="2082546"/>
            <a:ext cx="47339" cy="103822"/>
          </a:xfrm>
          <a:prstGeom prst="rect"/>
          <a:ln w="0">
            <a:noFill/>
          </a:ln>
        </p:spPr>
      </p:pic>
      <p:pic>
        <p:nvPicPr>
          <p:cNvPr id="350" name="New picture"/>
          <p:cNvPicPr/>
          <p:nvPr/>
        </p:nvPicPr>
        <p:blipFill>
          <a:blip r:embed="rId203"/>
          <a:srcRect/>
          <a:stretch>
            <a:fillRect/>
          </a:stretch>
        </p:blipFill>
        <p:spPr>
          <a:xfrm>
            <a:off x="3600165" y="2074926"/>
            <a:ext cx="68675" cy="108395"/>
          </a:xfrm>
          <a:prstGeom prst="rect"/>
          <a:ln w="0">
            <a:noFill/>
          </a:ln>
        </p:spPr>
      </p:pic>
      <p:pic>
        <p:nvPicPr>
          <p:cNvPr id="351" name="New picture"/>
          <p:cNvPicPr/>
          <p:nvPr/>
        </p:nvPicPr>
        <p:blipFill>
          <a:blip r:embed="rId204"/>
          <a:srcRect/>
          <a:stretch>
            <a:fillRect/>
          </a:stretch>
        </p:blipFill>
        <p:spPr>
          <a:xfrm>
            <a:off x="3688747" y="2103977"/>
            <a:ext cx="70199" cy="82391"/>
          </a:xfrm>
          <a:prstGeom prst="rect"/>
          <a:ln w="0">
            <a:noFill/>
          </a:ln>
        </p:spPr>
      </p:pic>
      <p:sp>
        <p:nvSpPr>
          <p:cNvPr id="352" name="New shape"/>
          <p:cNvSpPr/>
          <p:nvPr/>
        </p:nvSpPr>
        <p:spPr>
          <a:xfrm>
            <a:off x="3700938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53" name="New shape"/>
          <p:cNvSpPr/>
          <p:nvPr/>
        </p:nvSpPr>
        <p:spPr>
          <a:xfrm>
            <a:off x="3711607" y="2068830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4" name="New picture"/>
          <p:cNvPicPr/>
          <p:nvPr/>
        </p:nvPicPr>
        <p:blipFill>
          <a:blip r:embed="rId205"/>
          <a:srcRect/>
          <a:stretch>
            <a:fillRect/>
          </a:stretch>
        </p:blipFill>
        <p:spPr>
          <a:xfrm>
            <a:off x="3775710" y="2103977"/>
            <a:ext cx="77915" cy="82391"/>
          </a:xfrm>
          <a:prstGeom prst="rect"/>
          <a:ln w="0">
            <a:noFill/>
          </a:ln>
        </p:spPr>
      </p:pic>
      <p:sp>
        <p:nvSpPr>
          <p:cNvPr id="355" name="New shape"/>
          <p:cNvSpPr/>
          <p:nvPr/>
        </p:nvSpPr>
        <p:spPr>
          <a:xfrm>
            <a:off x="3787902" y="211464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6" name="New picture"/>
          <p:cNvPicPr/>
          <p:nvPr/>
        </p:nvPicPr>
        <p:blipFill>
          <a:blip r:embed="rId206"/>
          <a:srcRect/>
          <a:stretch>
            <a:fillRect/>
          </a:stretch>
        </p:blipFill>
        <p:spPr>
          <a:xfrm>
            <a:off x="3873532" y="2103978"/>
            <a:ext cx="41148" cy="79343"/>
          </a:xfrm>
          <a:prstGeom prst="rect"/>
          <a:ln w="0">
            <a:noFill/>
          </a:ln>
        </p:spPr>
      </p:pic>
      <p:sp>
        <p:nvSpPr>
          <p:cNvPr id="357" name="New shape"/>
          <p:cNvSpPr/>
          <p:nvPr/>
        </p:nvSpPr>
        <p:spPr>
          <a:xfrm>
            <a:off x="3930015" y="210550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8" name="New picture"/>
          <p:cNvPicPr/>
          <p:nvPr/>
        </p:nvPicPr>
        <p:blipFill>
          <a:blip r:embed="rId207"/>
          <a:srcRect/>
          <a:stretch>
            <a:fillRect/>
          </a:stretch>
        </p:blipFill>
        <p:spPr>
          <a:xfrm>
            <a:off x="3928491" y="2071879"/>
            <a:ext cx="16764" cy="15335"/>
          </a:xfrm>
          <a:prstGeom prst="rect"/>
          <a:ln w="0">
            <a:noFill/>
          </a:ln>
        </p:spPr>
      </p:pic>
      <p:pic>
        <p:nvPicPr>
          <p:cNvPr id="359" name="New picture"/>
          <p:cNvPicPr/>
          <p:nvPr/>
        </p:nvPicPr>
        <p:blipFill>
          <a:blip r:embed="rId208"/>
          <a:srcRect/>
          <a:stretch>
            <a:fillRect/>
          </a:stretch>
        </p:blipFill>
        <p:spPr>
          <a:xfrm>
            <a:off x="3963543" y="2103977"/>
            <a:ext cx="71818" cy="82391"/>
          </a:xfrm>
          <a:prstGeom prst="rect"/>
          <a:ln w="0">
            <a:noFill/>
          </a:ln>
        </p:spPr>
      </p:pic>
      <p:sp>
        <p:nvSpPr>
          <p:cNvPr id="360" name="New shape"/>
          <p:cNvSpPr/>
          <p:nvPr/>
        </p:nvSpPr>
        <p:spPr>
          <a:xfrm>
            <a:off x="3977354" y="211312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1" name="New picture"/>
          <p:cNvPicPr/>
          <p:nvPr/>
        </p:nvPicPr>
        <p:blipFill>
          <a:blip r:embed="rId209"/>
          <a:srcRect/>
          <a:stretch>
            <a:fillRect/>
          </a:stretch>
        </p:blipFill>
        <p:spPr>
          <a:xfrm>
            <a:off x="4046029" y="2103977"/>
            <a:ext cx="58007" cy="82391"/>
          </a:xfrm>
          <a:prstGeom prst="rect"/>
          <a:ln w="0">
            <a:noFill/>
          </a:ln>
        </p:spPr>
      </p:pic>
      <p:pic>
        <p:nvPicPr>
          <p:cNvPr id="362" name="New picture"/>
          <p:cNvPicPr/>
          <p:nvPr/>
        </p:nvPicPr>
        <p:blipFill>
          <a:blip r:embed="rId210"/>
          <a:srcRect/>
          <a:stretch>
            <a:fillRect/>
          </a:stretch>
        </p:blipFill>
        <p:spPr>
          <a:xfrm>
            <a:off x="4157567" y="2074926"/>
            <a:ext cx="74771" cy="111443"/>
          </a:xfrm>
          <a:prstGeom prst="rect"/>
          <a:ln w="0">
            <a:noFill/>
          </a:ln>
        </p:spPr>
      </p:pic>
      <p:sp>
        <p:nvSpPr>
          <p:cNvPr id="363" name="New shape"/>
          <p:cNvSpPr/>
          <p:nvPr/>
        </p:nvSpPr>
        <p:spPr>
          <a:xfrm>
            <a:off x="4171283" y="211464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4" name="New picture"/>
          <p:cNvPicPr/>
          <p:nvPr/>
        </p:nvPicPr>
        <p:blipFill>
          <a:blip r:embed="rId211"/>
          <a:srcRect/>
          <a:stretch>
            <a:fillRect/>
          </a:stretch>
        </p:blipFill>
        <p:spPr>
          <a:xfrm>
            <a:off x="4252150" y="2103977"/>
            <a:ext cx="71818" cy="82391"/>
          </a:xfrm>
          <a:prstGeom prst="rect"/>
          <a:ln w="0">
            <a:noFill/>
          </a:ln>
        </p:spPr>
      </p:pic>
      <p:sp>
        <p:nvSpPr>
          <p:cNvPr id="365" name="New shape"/>
          <p:cNvSpPr/>
          <p:nvPr/>
        </p:nvSpPr>
        <p:spPr>
          <a:xfrm>
            <a:off x="4265961" y="211312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6" name="New picture"/>
          <p:cNvPicPr/>
          <p:nvPr/>
        </p:nvPicPr>
        <p:blipFill>
          <a:blip r:embed="rId212"/>
          <a:srcRect/>
          <a:stretch>
            <a:fillRect/>
          </a:stretch>
        </p:blipFill>
        <p:spPr>
          <a:xfrm>
            <a:off x="4383500" y="2074926"/>
            <a:ext cx="74866" cy="111442"/>
          </a:xfrm>
          <a:prstGeom prst="rect"/>
          <a:ln w="0">
            <a:noFill/>
          </a:ln>
        </p:spPr>
      </p:pic>
      <p:sp>
        <p:nvSpPr>
          <p:cNvPr id="367" name="New shape"/>
          <p:cNvSpPr/>
          <p:nvPr/>
        </p:nvSpPr>
        <p:spPr>
          <a:xfrm>
            <a:off x="4397311" y="2114645"/>
            <a:ext cx="47244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8" name="New picture"/>
          <p:cNvPicPr/>
          <p:nvPr/>
        </p:nvPicPr>
        <p:blipFill>
          <a:blip r:embed="rId213"/>
          <a:srcRect/>
          <a:stretch>
            <a:fillRect/>
          </a:stretch>
        </p:blipFill>
        <p:spPr>
          <a:xfrm>
            <a:off x="4472083" y="2103977"/>
            <a:ext cx="65627" cy="82391"/>
          </a:xfrm>
          <a:prstGeom prst="rect"/>
          <a:ln w="0">
            <a:noFill/>
          </a:ln>
        </p:spPr>
      </p:pic>
      <p:sp>
        <p:nvSpPr>
          <p:cNvPr id="369" name="New shape"/>
          <p:cNvSpPr/>
          <p:nvPr/>
        </p:nvSpPr>
        <p:spPr>
          <a:xfrm>
            <a:off x="4485799" y="2145125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0" name="New picture"/>
          <p:cNvPicPr/>
          <p:nvPr/>
        </p:nvPicPr>
        <p:blipFill>
          <a:blip r:embed="rId214"/>
          <a:srcRect/>
          <a:stretch>
            <a:fillRect/>
          </a:stretch>
        </p:blipFill>
        <p:spPr>
          <a:xfrm>
            <a:off x="4553045" y="2103977"/>
            <a:ext cx="58007" cy="82391"/>
          </a:xfrm>
          <a:prstGeom prst="rect"/>
          <a:ln w="0">
            <a:noFill/>
          </a:ln>
        </p:spPr>
      </p:pic>
      <p:pic>
        <p:nvPicPr>
          <p:cNvPr id="371" name="New picture"/>
          <p:cNvPicPr/>
          <p:nvPr/>
        </p:nvPicPr>
        <p:blipFill>
          <a:blip r:embed="rId215"/>
          <a:srcRect/>
          <a:stretch>
            <a:fillRect/>
          </a:stretch>
        </p:blipFill>
        <p:spPr>
          <a:xfrm>
            <a:off x="4624768" y="2103977"/>
            <a:ext cx="71818" cy="82391"/>
          </a:xfrm>
          <a:prstGeom prst="rect"/>
          <a:ln w="0">
            <a:noFill/>
          </a:ln>
        </p:spPr>
      </p:pic>
      <p:sp>
        <p:nvSpPr>
          <p:cNvPr id="372" name="New shape"/>
          <p:cNvSpPr/>
          <p:nvPr/>
        </p:nvSpPr>
        <p:spPr>
          <a:xfrm>
            <a:off x="4636960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3" name="New picture"/>
          <p:cNvPicPr/>
          <p:nvPr/>
        </p:nvPicPr>
        <p:blipFill>
          <a:blip r:embed="rId216"/>
          <a:srcRect/>
          <a:stretch>
            <a:fillRect/>
          </a:stretch>
        </p:blipFill>
        <p:spPr>
          <a:xfrm>
            <a:off x="4750022" y="2074926"/>
            <a:ext cx="76295" cy="111443"/>
          </a:xfrm>
          <a:prstGeom prst="rect"/>
          <a:ln w="0">
            <a:noFill/>
          </a:ln>
        </p:spPr>
      </p:pic>
      <p:sp>
        <p:nvSpPr>
          <p:cNvPr id="374" name="New shape"/>
          <p:cNvSpPr/>
          <p:nvPr/>
        </p:nvSpPr>
        <p:spPr>
          <a:xfrm>
            <a:off x="4763739" y="211464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5" name="New picture"/>
          <p:cNvPicPr/>
          <p:nvPr/>
        </p:nvPicPr>
        <p:blipFill>
          <a:blip r:embed="rId217"/>
          <a:srcRect/>
          <a:stretch>
            <a:fillRect/>
          </a:stretch>
        </p:blipFill>
        <p:spPr>
          <a:xfrm>
            <a:off x="4850797" y="2105501"/>
            <a:ext cx="68675" cy="80867"/>
          </a:xfrm>
          <a:prstGeom prst="rect"/>
          <a:ln w="0">
            <a:noFill/>
          </a:ln>
        </p:spPr>
      </p:pic>
      <p:pic>
        <p:nvPicPr>
          <p:cNvPr id="376" name="New picture"/>
          <p:cNvPicPr/>
          <p:nvPr/>
        </p:nvPicPr>
        <p:blipFill>
          <a:blip r:embed="rId218"/>
          <a:srcRect/>
          <a:stretch>
            <a:fillRect/>
          </a:stretch>
        </p:blipFill>
        <p:spPr>
          <a:xfrm>
            <a:off x="4983671" y="2103978"/>
            <a:ext cx="120586" cy="79343"/>
          </a:xfrm>
          <a:prstGeom prst="rect"/>
          <a:ln w="0">
            <a:noFill/>
          </a:ln>
        </p:spPr>
      </p:pic>
      <p:pic>
        <p:nvPicPr>
          <p:cNvPr id="377" name="New picture"/>
          <p:cNvPicPr/>
          <p:nvPr/>
        </p:nvPicPr>
        <p:blipFill>
          <a:blip r:embed="rId219"/>
          <a:srcRect/>
          <a:stretch>
            <a:fillRect/>
          </a:stretch>
        </p:blipFill>
        <p:spPr>
          <a:xfrm>
            <a:off x="5122640" y="2103977"/>
            <a:ext cx="65627" cy="82391"/>
          </a:xfrm>
          <a:prstGeom prst="rect"/>
          <a:ln w="0">
            <a:noFill/>
          </a:ln>
        </p:spPr>
      </p:pic>
      <p:sp>
        <p:nvSpPr>
          <p:cNvPr id="378" name="New shape"/>
          <p:cNvSpPr/>
          <p:nvPr/>
        </p:nvSpPr>
        <p:spPr>
          <a:xfrm>
            <a:off x="5134832" y="2145125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9" name="New picture"/>
          <p:cNvPicPr/>
          <p:nvPr/>
        </p:nvPicPr>
        <p:blipFill>
          <a:blip r:embed="rId220"/>
          <a:srcRect/>
          <a:stretch>
            <a:fillRect/>
          </a:stretch>
        </p:blipFill>
        <p:spPr>
          <a:xfrm>
            <a:off x="5206556" y="2103977"/>
            <a:ext cx="64103" cy="82391"/>
          </a:xfrm>
          <a:prstGeom prst="rect"/>
          <a:ln w="0">
            <a:noFill/>
          </a:ln>
        </p:spPr>
      </p:pic>
      <p:pic>
        <p:nvPicPr>
          <p:cNvPr id="380" name="New picture"/>
          <p:cNvPicPr/>
          <p:nvPr/>
        </p:nvPicPr>
        <p:blipFill>
          <a:blip r:embed="rId221"/>
          <a:srcRect/>
          <a:stretch>
            <a:fillRect/>
          </a:stretch>
        </p:blipFill>
        <p:spPr>
          <a:xfrm>
            <a:off x="5289042" y="2074926"/>
            <a:ext cx="68675" cy="108395"/>
          </a:xfrm>
          <a:prstGeom prst="rect"/>
          <a:ln w="0">
            <a:noFill/>
          </a:ln>
        </p:spPr>
      </p:pic>
      <p:sp>
        <p:nvSpPr>
          <p:cNvPr id="381" name="New shape"/>
          <p:cNvSpPr/>
          <p:nvPr/>
        </p:nvSpPr>
        <p:spPr>
          <a:xfrm>
            <a:off x="5383721" y="210550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2" name="New picture"/>
          <p:cNvPicPr/>
          <p:nvPr/>
        </p:nvPicPr>
        <p:blipFill>
          <a:blip r:embed="rId222"/>
          <a:srcRect/>
          <a:stretch>
            <a:fillRect/>
          </a:stretch>
        </p:blipFill>
        <p:spPr>
          <a:xfrm>
            <a:off x="5380672" y="2071879"/>
            <a:ext cx="18288" cy="15335"/>
          </a:xfrm>
          <a:prstGeom prst="rect"/>
          <a:ln w="0">
            <a:noFill/>
          </a:ln>
        </p:spPr>
      </p:pic>
      <p:pic>
        <p:nvPicPr>
          <p:cNvPr id="383" name="New picture"/>
          <p:cNvPicPr/>
          <p:nvPr/>
        </p:nvPicPr>
        <p:blipFill>
          <a:blip r:embed="rId223"/>
          <a:srcRect/>
          <a:stretch>
            <a:fillRect/>
          </a:stretch>
        </p:blipFill>
        <p:spPr>
          <a:xfrm>
            <a:off x="5421916" y="2103978"/>
            <a:ext cx="68675" cy="79343"/>
          </a:xfrm>
          <a:prstGeom prst="rect"/>
          <a:ln w="0">
            <a:noFill/>
          </a:ln>
        </p:spPr>
      </p:pic>
      <p:pic>
        <p:nvPicPr>
          <p:cNvPr id="384" name="New picture"/>
          <p:cNvPicPr/>
          <p:nvPr/>
        </p:nvPicPr>
        <p:blipFill>
          <a:blip r:embed="rId224"/>
          <a:srcRect/>
          <a:stretch>
            <a:fillRect/>
          </a:stretch>
        </p:blipFill>
        <p:spPr>
          <a:xfrm>
            <a:off x="5510499" y="2103977"/>
            <a:ext cx="71723" cy="82391"/>
          </a:xfrm>
          <a:prstGeom prst="rect"/>
          <a:ln w="0">
            <a:noFill/>
          </a:ln>
        </p:spPr>
      </p:pic>
      <p:sp>
        <p:nvSpPr>
          <p:cNvPr id="385" name="New shape"/>
          <p:cNvSpPr/>
          <p:nvPr/>
        </p:nvSpPr>
        <p:spPr>
          <a:xfrm>
            <a:off x="5524214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86" name="New shape"/>
          <p:cNvSpPr/>
          <p:nvPr/>
        </p:nvSpPr>
        <p:spPr>
          <a:xfrm>
            <a:off x="5641848" y="20756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7" name="New picture"/>
          <p:cNvPicPr/>
          <p:nvPr/>
        </p:nvPicPr>
        <p:blipFill>
          <a:blip r:embed="rId225"/>
          <a:srcRect/>
          <a:stretch>
            <a:fillRect/>
          </a:stretch>
        </p:blipFill>
        <p:spPr>
          <a:xfrm>
            <a:off x="5676900" y="2103977"/>
            <a:ext cx="70295" cy="82391"/>
          </a:xfrm>
          <a:prstGeom prst="rect"/>
          <a:ln w="0">
            <a:noFill/>
          </a:ln>
        </p:spPr>
      </p:pic>
      <p:sp>
        <p:nvSpPr>
          <p:cNvPr id="388" name="New shape"/>
          <p:cNvSpPr/>
          <p:nvPr/>
        </p:nvSpPr>
        <p:spPr>
          <a:xfrm>
            <a:off x="5689092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9" name="New picture"/>
          <p:cNvPicPr/>
          <p:nvPr/>
        </p:nvPicPr>
        <p:blipFill>
          <a:blip r:embed="rId226"/>
          <a:srcRect/>
          <a:stretch>
            <a:fillRect/>
          </a:stretch>
        </p:blipFill>
        <p:spPr>
          <a:xfrm>
            <a:off x="5762434" y="2103977"/>
            <a:ext cx="65627" cy="82391"/>
          </a:xfrm>
          <a:prstGeom prst="rect"/>
          <a:ln w="0">
            <a:noFill/>
          </a:ln>
        </p:spPr>
      </p:pic>
      <p:sp>
        <p:nvSpPr>
          <p:cNvPr id="390" name="New shape"/>
          <p:cNvSpPr/>
          <p:nvPr/>
        </p:nvSpPr>
        <p:spPr>
          <a:xfrm>
            <a:off x="5774626" y="2145125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1" name="New picture"/>
          <p:cNvPicPr/>
          <p:nvPr/>
        </p:nvPicPr>
        <p:blipFill>
          <a:blip r:embed="rId227"/>
          <a:srcRect/>
          <a:stretch>
            <a:fillRect/>
          </a:stretch>
        </p:blipFill>
        <p:spPr>
          <a:xfrm>
            <a:off x="5850922" y="2103978"/>
            <a:ext cx="42767" cy="79343"/>
          </a:xfrm>
          <a:prstGeom prst="rect"/>
          <a:ln w="0">
            <a:noFill/>
          </a:ln>
        </p:spPr>
      </p:pic>
      <p:pic>
        <p:nvPicPr>
          <p:cNvPr id="392" name="New picture"/>
          <p:cNvPicPr/>
          <p:nvPr/>
        </p:nvPicPr>
        <p:blipFill>
          <a:blip r:embed="rId228"/>
          <a:srcRect/>
          <a:stretch>
            <a:fillRect/>
          </a:stretch>
        </p:blipFill>
        <p:spPr>
          <a:xfrm>
            <a:off x="5907501" y="2103978"/>
            <a:ext cx="68675" cy="79343"/>
          </a:xfrm>
          <a:prstGeom prst="rect"/>
          <a:ln w="0">
            <a:noFill/>
          </a:ln>
        </p:spPr>
      </p:pic>
      <p:sp>
        <p:nvSpPr>
          <p:cNvPr id="393" name="New shape"/>
          <p:cNvSpPr/>
          <p:nvPr/>
        </p:nvSpPr>
        <p:spPr>
          <a:xfrm>
            <a:off x="6002179" y="210550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4" name="New picture"/>
          <p:cNvPicPr/>
          <p:nvPr/>
        </p:nvPicPr>
        <p:blipFill>
          <a:blip r:embed="rId229"/>
          <a:srcRect/>
          <a:stretch>
            <a:fillRect/>
          </a:stretch>
        </p:blipFill>
        <p:spPr>
          <a:xfrm>
            <a:off x="6000655" y="2071879"/>
            <a:ext cx="16764" cy="15335"/>
          </a:xfrm>
          <a:prstGeom prst="rect"/>
          <a:ln w="0">
            <a:noFill/>
          </a:ln>
        </p:spPr>
      </p:pic>
      <p:pic>
        <p:nvPicPr>
          <p:cNvPr id="395" name="New picture"/>
          <p:cNvPicPr/>
          <p:nvPr/>
        </p:nvPicPr>
        <p:blipFill>
          <a:blip r:embed="rId230"/>
          <a:srcRect/>
          <a:stretch>
            <a:fillRect/>
          </a:stretch>
        </p:blipFill>
        <p:spPr>
          <a:xfrm>
            <a:off x="6040374" y="2103978"/>
            <a:ext cx="70295" cy="79343"/>
          </a:xfrm>
          <a:prstGeom prst="rect"/>
          <a:ln w="0">
            <a:noFill/>
          </a:ln>
        </p:spPr>
      </p:pic>
      <p:pic>
        <p:nvPicPr>
          <p:cNvPr id="396" name="New picture"/>
          <p:cNvPicPr/>
          <p:nvPr/>
        </p:nvPicPr>
        <p:blipFill>
          <a:blip r:embed="rId231"/>
          <a:srcRect/>
          <a:stretch>
            <a:fillRect/>
          </a:stretch>
        </p:blipFill>
        <p:spPr>
          <a:xfrm>
            <a:off x="6125813" y="2103977"/>
            <a:ext cx="77915" cy="118967"/>
          </a:xfrm>
          <a:prstGeom prst="rect"/>
          <a:ln w="0">
            <a:noFill/>
          </a:ln>
        </p:spPr>
      </p:pic>
      <p:sp>
        <p:nvSpPr>
          <p:cNvPr id="397" name="New shape"/>
          <p:cNvSpPr/>
          <p:nvPr/>
        </p:nvSpPr>
        <p:spPr>
          <a:xfrm>
            <a:off x="6142673" y="2113121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98" name="New shape"/>
          <p:cNvSpPr/>
          <p:nvPr/>
        </p:nvSpPr>
        <p:spPr>
          <a:xfrm>
            <a:off x="6138101" y="2183320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9" name="New picture"/>
          <p:cNvPicPr/>
          <p:nvPr/>
        </p:nvPicPr>
        <p:blipFill>
          <a:blip r:embed="rId232"/>
          <a:srcRect/>
          <a:stretch>
            <a:fillRect/>
          </a:stretch>
        </p:blipFill>
        <p:spPr>
          <a:xfrm>
            <a:off x="6254114" y="2103977"/>
            <a:ext cx="70295" cy="82391"/>
          </a:xfrm>
          <a:prstGeom prst="rect"/>
          <a:ln w="0">
            <a:noFill/>
          </a:ln>
        </p:spPr>
      </p:pic>
      <p:sp>
        <p:nvSpPr>
          <p:cNvPr id="400" name="New shape"/>
          <p:cNvSpPr/>
          <p:nvPr/>
        </p:nvSpPr>
        <p:spPr>
          <a:xfrm>
            <a:off x="6266307" y="2113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1" name="New picture"/>
          <p:cNvPicPr/>
          <p:nvPr/>
        </p:nvPicPr>
        <p:blipFill>
          <a:blip r:embed="rId233"/>
          <a:srcRect/>
          <a:stretch>
            <a:fillRect/>
          </a:stretch>
        </p:blipFill>
        <p:spPr>
          <a:xfrm>
            <a:off x="6333553" y="2082546"/>
            <a:ext cx="48863" cy="103822"/>
          </a:xfrm>
          <a:prstGeom prst="rect"/>
          <a:ln w="0">
            <a:noFill/>
          </a:ln>
        </p:spPr>
      </p:pic>
      <p:pic>
        <p:nvPicPr>
          <p:cNvPr id="402" name="New picture"/>
          <p:cNvPicPr/>
          <p:nvPr/>
        </p:nvPicPr>
        <p:blipFill>
          <a:blip r:embed="rId234"/>
          <a:srcRect/>
          <a:stretch>
            <a:fillRect/>
          </a:stretch>
        </p:blipFill>
        <p:spPr>
          <a:xfrm>
            <a:off x="677418" y="2332863"/>
            <a:ext cx="71818" cy="82391"/>
          </a:xfrm>
          <a:prstGeom prst="rect"/>
          <a:ln w="0">
            <a:noFill/>
          </a:ln>
        </p:spPr>
      </p:pic>
      <p:sp>
        <p:nvSpPr>
          <p:cNvPr id="403" name="New shape"/>
          <p:cNvSpPr/>
          <p:nvPr/>
        </p:nvSpPr>
        <p:spPr>
          <a:xfrm>
            <a:off x="691134" y="234200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4" name="New picture"/>
          <p:cNvPicPr/>
          <p:nvPr/>
        </p:nvPicPr>
        <p:blipFill>
          <a:blip r:embed="rId235"/>
          <a:srcRect/>
          <a:stretch>
            <a:fillRect/>
          </a:stretch>
        </p:blipFill>
        <p:spPr>
          <a:xfrm>
            <a:off x="753808" y="2334387"/>
            <a:ext cx="77819" cy="77819"/>
          </a:xfrm>
          <a:prstGeom prst="rect"/>
          <a:ln w="0">
            <a:noFill/>
          </a:ln>
        </p:spPr>
      </p:pic>
      <p:pic>
        <p:nvPicPr>
          <p:cNvPr id="405" name="New picture"/>
          <p:cNvPicPr/>
          <p:nvPr/>
        </p:nvPicPr>
        <p:blipFill>
          <a:blip r:embed="rId236"/>
          <a:srcRect/>
          <a:stretch>
            <a:fillRect/>
          </a:stretch>
        </p:blipFill>
        <p:spPr>
          <a:xfrm>
            <a:off x="845439" y="2332863"/>
            <a:ext cx="74771" cy="117539"/>
          </a:xfrm>
          <a:prstGeom prst="rect"/>
          <a:ln w="0">
            <a:noFill/>
          </a:ln>
        </p:spPr>
      </p:pic>
      <p:sp>
        <p:nvSpPr>
          <p:cNvPr id="406" name="New shape"/>
          <p:cNvSpPr/>
          <p:nvPr/>
        </p:nvSpPr>
        <p:spPr>
          <a:xfrm>
            <a:off x="859155" y="2343531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07" name="New shape"/>
          <p:cNvSpPr/>
          <p:nvPr/>
        </p:nvSpPr>
        <p:spPr>
          <a:xfrm>
            <a:off x="941832" y="2304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08" name="New shape"/>
          <p:cNvSpPr/>
          <p:nvPr/>
        </p:nvSpPr>
        <p:spPr>
          <a:xfrm>
            <a:off x="981265" y="2334387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9" name="New picture"/>
          <p:cNvPicPr/>
          <p:nvPr/>
        </p:nvPicPr>
        <p:blipFill>
          <a:blip r:embed="rId237"/>
          <a:srcRect/>
          <a:stretch>
            <a:fillRect/>
          </a:stretch>
        </p:blipFill>
        <p:spPr>
          <a:xfrm>
            <a:off x="979742" y="2300859"/>
            <a:ext cx="16859" cy="15240"/>
          </a:xfrm>
          <a:prstGeom prst="rect"/>
          <a:ln w="0">
            <a:noFill/>
          </a:ln>
        </p:spPr>
      </p:pic>
      <p:pic>
        <p:nvPicPr>
          <p:cNvPr id="410" name="New picture"/>
          <p:cNvPicPr/>
          <p:nvPr/>
        </p:nvPicPr>
        <p:blipFill>
          <a:blip r:embed="rId238"/>
          <a:srcRect/>
          <a:stretch>
            <a:fillRect/>
          </a:stretch>
        </p:blipFill>
        <p:spPr>
          <a:xfrm>
            <a:off x="1014889" y="2332863"/>
            <a:ext cx="74866" cy="117538"/>
          </a:xfrm>
          <a:prstGeom prst="rect"/>
          <a:ln w="0">
            <a:noFill/>
          </a:ln>
        </p:spPr>
      </p:pic>
      <p:sp>
        <p:nvSpPr>
          <p:cNvPr id="411" name="New shape"/>
          <p:cNvSpPr/>
          <p:nvPr/>
        </p:nvSpPr>
        <p:spPr>
          <a:xfrm>
            <a:off x="1028605" y="2343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2" name="New picture"/>
          <p:cNvPicPr/>
          <p:nvPr/>
        </p:nvPicPr>
        <p:blipFill>
          <a:blip r:embed="rId239"/>
          <a:srcRect/>
          <a:stretch>
            <a:fillRect/>
          </a:stretch>
        </p:blipFill>
        <p:spPr>
          <a:xfrm>
            <a:off x="1114139" y="2334387"/>
            <a:ext cx="70294" cy="80867"/>
          </a:xfrm>
          <a:prstGeom prst="rect"/>
          <a:ln w="0">
            <a:noFill/>
          </a:ln>
        </p:spPr>
      </p:pic>
      <p:pic>
        <p:nvPicPr>
          <p:cNvPr id="413" name="New picture"/>
          <p:cNvPicPr/>
          <p:nvPr/>
        </p:nvPicPr>
        <p:blipFill>
          <a:blip r:embed="rId240"/>
          <a:srcRect/>
          <a:stretch>
            <a:fillRect/>
          </a:stretch>
        </p:blipFill>
        <p:spPr>
          <a:xfrm>
            <a:off x="1204246" y="2332958"/>
            <a:ext cx="71818" cy="82391"/>
          </a:xfrm>
          <a:prstGeom prst="rect"/>
          <a:ln w="0">
            <a:noFill/>
          </a:ln>
        </p:spPr>
      </p:pic>
      <p:sp>
        <p:nvSpPr>
          <p:cNvPr id="414" name="New shape"/>
          <p:cNvSpPr/>
          <p:nvPr/>
        </p:nvSpPr>
        <p:spPr>
          <a:xfrm>
            <a:off x="1218057" y="2342102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5" name="New picture"/>
          <p:cNvPicPr/>
          <p:nvPr/>
        </p:nvPicPr>
        <p:blipFill>
          <a:blip r:embed="rId241"/>
          <a:srcRect/>
          <a:stretch>
            <a:fillRect/>
          </a:stretch>
        </p:blipFill>
        <p:spPr>
          <a:xfrm>
            <a:off x="1331024" y="2332863"/>
            <a:ext cx="64103" cy="82391"/>
          </a:xfrm>
          <a:prstGeom prst="rect"/>
          <a:ln w="0">
            <a:noFill/>
          </a:ln>
        </p:spPr>
      </p:pic>
      <p:pic>
        <p:nvPicPr>
          <p:cNvPr id="416" name="New picture"/>
          <p:cNvPicPr/>
          <p:nvPr/>
        </p:nvPicPr>
        <p:blipFill>
          <a:blip r:embed="rId242"/>
          <a:srcRect/>
          <a:stretch>
            <a:fillRect/>
          </a:stretch>
        </p:blipFill>
        <p:spPr>
          <a:xfrm>
            <a:off x="1405795" y="2332958"/>
            <a:ext cx="77915" cy="82391"/>
          </a:xfrm>
          <a:prstGeom prst="rect"/>
          <a:ln w="0">
            <a:noFill/>
          </a:ln>
        </p:spPr>
      </p:pic>
      <p:sp>
        <p:nvSpPr>
          <p:cNvPr id="417" name="New shape"/>
          <p:cNvSpPr/>
          <p:nvPr/>
        </p:nvSpPr>
        <p:spPr>
          <a:xfrm>
            <a:off x="1417987" y="234362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8" name="New picture"/>
          <p:cNvPicPr/>
          <p:nvPr/>
        </p:nvPicPr>
        <p:blipFill>
          <a:blip r:embed="rId243"/>
          <a:srcRect/>
          <a:stretch>
            <a:fillRect/>
          </a:stretch>
        </p:blipFill>
        <p:spPr>
          <a:xfrm>
            <a:off x="1503521" y="2332863"/>
            <a:ext cx="120682" cy="79343"/>
          </a:xfrm>
          <a:prstGeom prst="rect"/>
          <a:ln w="0">
            <a:noFill/>
          </a:ln>
        </p:spPr>
      </p:pic>
      <p:pic>
        <p:nvPicPr>
          <p:cNvPr id="419" name="New picture"/>
          <p:cNvPicPr/>
          <p:nvPr/>
        </p:nvPicPr>
        <p:blipFill>
          <a:blip r:embed="rId244"/>
          <a:srcRect/>
          <a:stretch>
            <a:fillRect/>
          </a:stretch>
        </p:blipFill>
        <p:spPr>
          <a:xfrm>
            <a:off x="1648587" y="2332863"/>
            <a:ext cx="120682" cy="79343"/>
          </a:xfrm>
          <a:prstGeom prst="rect"/>
          <a:ln w="0">
            <a:noFill/>
          </a:ln>
        </p:spPr>
      </p:pic>
      <p:pic>
        <p:nvPicPr>
          <p:cNvPr id="420" name="New picture"/>
          <p:cNvPicPr/>
          <p:nvPr/>
        </p:nvPicPr>
        <p:blipFill>
          <a:blip r:embed="rId245"/>
          <a:srcRect/>
          <a:stretch>
            <a:fillRect/>
          </a:stretch>
        </p:blipFill>
        <p:spPr>
          <a:xfrm>
            <a:off x="1789081" y="2332863"/>
            <a:ext cx="71818" cy="82391"/>
          </a:xfrm>
          <a:prstGeom prst="rect"/>
          <a:ln w="0">
            <a:noFill/>
          </a:ln>
        </p:spPr>
      </p:pic>
      <p:sp>
        <p:nvSpPr>
          <p:cNvPr id="421" name="New shape"/>
          <p:cNvSpPr/>
          <p:nvPr/>
        </p:nvSpPr>
        <p:spPr>
          <a:xfrm>
            <a:off x="1801273" y="2342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2" name="New picture"/>
          <p:cNvPicPr/>
          <p:nvPr/>
        </p:nvPicPr>
        <p:blipFill>
          <a:blip r:embed="rId246"/>
          <a:srcRect/>
          <a:stretch>
            <a:fillRect/>
          </a:stretch>
        </p:blipFill>
        <p:spPr>
          <a:xfrm>
            <a:off x="1879187" y="2332863"/>
            <a:ext cx="70294" cy="79343"/>
          </a:xfrm>
          <a:prstGeom prst="rect"/>
          <a:ln w="0">
            <a:noFill/>
          </a:ln>
        </p:spPr>
      </p:pic>
      <p:pic>
        <p:nvPicPr>
          <p:cNvPr id="423" name="New picture"/>
          <p:cNvPicPr/>
          <p:nvPr/>
        </p:nvPicPr>
        <p:blipFill>
          <a:blip r:embed="rId247"/>
          <a:srcRect/>
          <a:stretch>
            <a:fillRect/>
          </a:stretch>
        </p:blipFill>
        <p:spPr>
          <a:xfrm>
            <a:off x="1963198" y="2311432"/>
            <a:ext cx="47339" cy="103822"/>
          </a:xfrm>
          <a:prstGeom prst="rect"/>
          <a:ln w="0">
            <a:noFill/>
          </a:ln>
        </p:spPr>
      </p:pic>
      <p:sp>
        <p:nvSpPr>
          <p:cNvPr id="424" name="New shape"/>
          <p:cNvSpPr/>
          <p:nvPr/>
        </p:nvSpPr>
        <p:spPr>
          <a:xfrm>
            <a:off x="2068068" y="2304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5" name="New picture"/>
          <p:cNvPicPr/>
          <p:nvPr/>
        </p:nvPicPr>
        <p:blipFill>
          <a:blip r:embed="rId248"/>
          <a:srcRect/>
          <a:stretch>
            <a:fillRect/>
          </a:stretch>
        </p:blipFill>
        <p:spPr>
          <a:xfrm>
            <a:off x="2102168" y="2332863"/>
            <a:ext cx="71723" cy="82391"/>
          </a:xfrm>
          <a:prstGeom prst="rect"/>
          <a:ln w="0">
            <a:noFill/>
          </a:ln>
        </p:spPr>
      </p:pic>
      <p:sp>
        <p:nvSpPr>
          <p:cNvPr id="426" name="New shape"/>
          <p:cNvSpPr/>
          <p:nvPr/>
        </p:nvSpPr>
        <p:spPr>
          <a:xfrm>
            <a:off x="2115884" y="234200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7" name="New picture"/>
          <p:cNvPicPr/>
          <p:nvPr/>
        </p:nvPicPr>
        <p:blipFill>
          <a:blip r:embed="rId249"/>
          <a:srcRect/>
          <a:stretch>
            <a:fillRect/>
          </a:stretch>
        </p:blipFill>
        <p:spPr>
          <a:xfrm>
            <a:off x="2184654" y="2332863"/>
            <a:ext cx="58007" cy="82391"/>
          </a:xfrm>
          <a:prstGeom prst="rect"/>
          <a:ln w="0">
            <a:noFill/>
          </a:ln>
        </p:spPr>
      </p:pic>
      <p:pic>
        <p:nvPicPr>
          <p:cNvPr id="428" name="New picture"/>
          <p:cNvPicPr/>
          <p:nvPr/>
        </p:nvPicPr>
        <p:blipFill>
          <a:blip r:embed="rId250"/>
          <a:srcRect/>
          <a:stretch>
            <a:fillRect/>
          </a:stretch>
        </p:blipFill>
        <p:spPr>
          <a:xfrm>
            <a:off x="2294572" y="2332863"/>
            <a:ext cx="65627" cy="82391"/>
          </a:xfrm>
          <a:prstGeom prst="rect"/>
          <a:ln w="0">
            <a:noFill/>
          </a:ln>
        </p:spPr>
      </p:pic>
      <p:sp>
        <p:nvSpPr>
          <p:cNvPr id="429" name="New shape"/>
          <p:cNvSpPr/>
          <p:nvPr/>
        </p:nvSpPr>
        <p:spPr>
          <a:xfrm>
            <a:off x="2308288" y="2374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0" name="New picture"/>
          <p:cNvPicPr/>
          <p:nvPr/>
        </p:nvPicPr>
        <p:blipFill>
          <a:blip r:embed="rId251"/>
          <a:srcRect/>
          <a:stretch>
            <a:fillRect/>
          </a:stretch>
        </p:blipFill>
        <p:spPr>
          <a:xfrm>
            <a:off x="2384679" y="2332863"/>
            <a:ext cx="74771" cy="117539"/>
          </a:xfrm>
          <a:prstGeom prst="rect"/>
          <a:ln w="0">
            <a:noFill/>
          </a:ln>
        </p:spPr>
      </p:pic>
      <p:sp>
        <p:nvSpPr>
          <p:cNvPr id="431" name="New shape"/>
          <p:cNvSpPr/>
          <p:nvPr/>
        </p:nvSpPr>
        <p:spPr>
          <a:xfrm>
            <a:off x="2398395" y="2343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2" name="New picture"/>
          <p:cNvPicPr/>
          <p:nvPr/>
        </p:nvPicPr>
        <p:blipFill>
          <a:blip r:embed="rId252"/>
          <a:srcRect/>
          <a:stretch>
            <a:fillRect/>
          </a:stretch>
        </p:blipFill>
        <p:spPr>
          <a:xfrm>
            <a:off x="2479357" y="2332863"/>
            <a:ext cx="74771" cy="117539"/>
          </a:xfrm>
          <a:prstGeom prst="rect"/>
          <a:ln w="0">
            <a:noFill/>
          </a:ln>
        </p:spPr>
      </p:pic>
      <p:sp>
        <p:nvSpPr>
          <p:cNvPr id="433" name="New shape"/>
          <p:cNvSpPr/>
          <p:nvPr/>
        </p:nvSpPr>
        <p:spPr>
          <a:xfrm>
            <a:off x="2493073" y="2343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4" name="New shape"/>
          <p:cNvSpPr/>
          <p:nvPr/>
        </p:nvSpPr>
        <p:spPr>
          <a:xfrm>
            <a:off x="2575560" y="2304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5" name="New shape"/>
          <p:cNvSpPr/>
          <p:nvPr/>
        </p:nvSpPr>
        <p:spPr>
          <a:xfrm>
            <a:off x="2615279" y="233438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6" name="New picture"/>
          <p:cNvPicPr/>
          <p:nvPr/>
        </p:nvPicPr>
        <p:blipFill>
          <a:blip r:embed="rId253"/>
          <a:srcRect/>
          <a:stretch>
            <a:fillRect/>
          </a:stretch>
        </p:blipFill>
        <p:spPr>
          <a:xfrm>
            <a:off x="2613755" y="2300764"/>
            <a:ext cx="16764" cy="15335"/>
          </a:xfrm>
          <a:prstGeom prst="rect"/>
          <a:ln w="0">
            <a:noFill/>
          </a:ln>
        </p:spPr>
      </p:pic>
      <p:pic>
        <p:nvPicPr>
          <p:cNvPr id="437" name="New picture"/>
          <p:cNvPicPr/>
          <p:nvPr/>
        </p:nvPicPr>
        <p:blipFill>
          <a:blip r:embed="rId254"/>
          <a:srcRect/>
          <a:stretch>
            <a:fillRect/>
          </a:stretch>
        </p:blipFill>
        <p:spPr>
          <a:xfrm>
            <a:off x="2648807" y="2332863"/>
            <a:ext cx="74867" cy="117538"/>
          </a:xfrm>
          <a:prstGeom prst="rect"/>
          <a:ln w="0">
            <a:noFill/>
          </a:ln>
        </p:spPr>
      </p:pic>
      <p:sp>
        <p:nvSpPr>
          <p:cNvPr id="438" name="New shape"/>
          <p:cNvSpPr/>
          <p:nvPr/>
        </p:nvSpPr>
        <p:spPr>
          <a:xfrm>
            <a:off x="2662523" y="2343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9" name="New picture"/>
          <p:cNvPicPr/>
          <p:nvPr/>
        </p:nvPicPr>
        <p:blipFill>
          <a:blip r:embed="rId255"/>
          <a:srcRect/>
          <a:stretch>
            <a:fillRect/>
          </a:stretch>
        </p:blipFill>
        <p:spPr>
          <a:xfrm>
            <a:off x="2748058" y="2334387"/>
            <a:ext cx="70295" cy="80867"/>
          </a:xfrm>
          <a:prstGeom prst="rect"/>
          <a:ln w="0">
            <a:noFill/>
          </a:ln>
        </p:spPr>
      </p:pic>
      <p:pic>
        <p:nvPicPr>
          <p:cNvPr id="440" name="New picture"/>
          <p:cNvPicPr/>
          <p:nvPr/>
        </p:nvPicPr>
        <p:blipFill>
          <a:blip r:embed="rId256"/>
          <a:srcRect/>
          <a:stretch>
            <a:fillRect/>
          </a:stretch>
        </p:blipFill>
        <p:spPr>
          <a:xfrm>
            <a:off x="2838164" y="2332863"/>
            <a:ext cx="71818" cy="82391"/>
          </a:xfrm>
          <a:prstGeom prst="rect"/>
          <a:ln w="0">
            <a:noFill/>
          </a:ln>
        </p:spPr>
      </p:pic>
      <p:sp>
        <p:nvSpPr>
          <p:cNvPr id="441" name="New shape"/>
          <p:cNvSpPr/>
          <p:nvPr/>
        </p:nvSpPr>
        <p:spPr>
          <a:xfrm>
            <a:off x="2850357" y="2342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2" name="New picture"/>
          <p:cNvPicPr/>
          <p:nvPr/>
        </p:nvPicPr>
        <p:blipFill>
          <a:blip r:embed="rId257"/>
          <a:srcRect/>
          <a:stretch>
            <a:fillRect/>
          </a:stretch>
        </p:blipFill>
        <p:spPr>
          <a:xfrm>
            <a:off x="2928271" y="2332863"/>
            <a:ext cx="42767" cy="79343"/>
          </a:xfrm>
          <a:prstGeom prst="rect"/>
          <a:ln w="0">
            <a:noFill/>
          </a:ln>
        </p:spPr>
      </p:pic>
      <p:pic>
        <p:nvPicPr>
          <p:cNvPr id="443" name="New picture"/>
          <p:cNvPicPr/>
          <p:nvPr/>
        </p:nvPicPr>
        <p:blipFill>
          <a:blip r:embed="rId258"/>
          <a:srcRect/>
          <a:stretch>
            <a:fillRect/>
          </a:stretch>
        </p:blipFill>
        <p:spPr>
          <a:xfrm>
            <a:off x="3018377" y="2332863"/>
            <a:ext cx="65627" cy="82391"/>
          </a:xfrm>
          <a:prstGeom prst="rect"/>
          <a:ln w="0">
            <a:noFill/>
          </a:ln>
        </p:spPr>
      </p:pic>
      <p:sp>
        <p:nvSpPr>
          <p:cNvPr id="444" name="New shape"/>
          <p:cNvSpPr/>
          <p:nvPr/>
        </p:nvSpPr>
        <p:spPr>
          <a:xfrm>
            <a:off x="3032093" y="2374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5" name="New picture"/>
          <p:cNvPicPr/>
          <p:nvPr/>
        </p:nvPicPr>
        <p:blipFill>
          <a:blip r:embed="rId259"/>
          <a:srcRect/>
          <a:stretch>
            <a:fillRect/>
          </a:stretch>
        </p:blipFill>
        <p:spPr>
          <a:xfrm>
            <a:off x="3106960" y="2334387"/>
            <a:ext cx="70199" cy="80867"/>
          </a:xfrm>
          <a:prstGeom prst="rect"/>
          <a:ln w="0">
            <a:noFill/>
          </a:ln>
        </p:spPr>
      </p:pic>
      <p:pic>
        <p:nvPicPr>
          <p:cNvPr id="446" name="New picture"/>
          <p:cNvPicPr/>
          <p:nvPr/>
        </p:nvPicPr>
        <p:blipFill>
          <a:blip r:embed="rId260"/>
          <a:srcRect/>
          <a:stretch>
            <a:fillRect/>
          </a:stretch>
        </p:blipFill>
        <p:spPr>
          <a:xfrm>
            <a:off x="3241262" y="2332863"/>
            <a:ext cx="120682" cy="79343"/>
          </a:xfrm>
          <a:prstGeom prst="rect"/>
          <a:ln w="0">
            <a:noFill/>
          </a:ln>
        </p:spPr>
      </p:pic>
      <p:pic>
        <p:nvPicPr>
          <p:cNvPr id="447" name="New picture"/>
          <p:cNvPicPr/>
          <p:nvPr/>
        </p:nvPicPr>
        <p:blipFill>
          <a:blip r:embed="rId261"/>
          <a:srcRect/>
          <a:stretch>
            <a:fillRect/>
          </a:stretch>
        </p:blipFill>
        <p:spPr>
          <a:xfrm>
            <a:off x="3381756" y="2332863"/>
            <a:ext cx="77915" cy="82391"/>
          </a:xfrm>
          <a:prstGeom prst="rect"/>
          <a:ln w="0">
            <a:noFill/>
          </a:ln>
        </p:spPr>
      </p:pic>
      <p:sp>
        <p:nvSpPr>
          <p:cNvPr id="448" name="New shape"/>
          <p:cNvSpPr/>
          <p:nvPr/>
        </p:nvSpPr>
        <p:spPr>
          <a:xfrm>
            <a:off x="3395567" y="2343531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9" name="New picture"/>
          <p:cNvPicPr/>
          <p:nvPr/>
        </p:nvPicPr>
        <p:blipFill>
          <a:blip r:embed="rId262"/>
          <a:srcRect/>
          <a:stretch>
            <a:fillRect/>
          </a:stretch>
        </p:blipFill>
        <p:spPr>
          <a:xfrm>
            <a:off x="3479482" y="2332863"/>
            <a:ext cx="70295" cy="79343"/>
          </a:xfrm>
          <a:prstGeom prst="rect"/>
          <a:ln w="0">
            <a:noFill/>
          </a:ln>
        </p:spPr>
      </p:pic>
      <p:pic>
        <p:nvPicPr>
          <p:cNvPr id="450" name="New picture"/>
          <p:cNvPicPr/>
          <p:nvPr/>
        </p:nvPicPr>
        <p:blipFill>
          <a:blip r:embed="rId263"/>
          <a:srcRect/>
          <a:stretch>
            <a:fillRect/>
          </a:stretch>
        </p:blipFill>
        <p:spPr>
          <a:xfrm>
            <a:off x="3569589" y="2303907"/>
            <a:ext cx="74866" cy="111347"/>
          </a:xfrm>
          <a:prstGeom prst="rect"/>
          <a:ln w="0">
            <a:noFill/>
          </a:ln>
        </p:spPr>
      </p:pic>
      <p:sp>
        <p:nvSpPr>
          <p:cNvPr id="451" name="New shape"/>
          <p:cNvSpPr/>
          <p:nvPr/>
        </p:nvSpPr>
        <p:spPr>
          <a:xfrm>
            <a:off x="3583400" y="2343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2" name="New picture"/>
          <p:cNvPicPr/>
          <p:nvPr/>
        </p:nvPicPr>
        <p:blipFill>
          <a:blip r:embed="rId264"/>
          <a:srcRect/>
          <a:stretch>
            <a:fillRect/>
          </a:stretch>
        </p:blipFill>
        <p:spPr>
          <a:xfrm>
            <a:off x="3664363" y="2332863"/>
            <a:ext cx="71723" cy="82391"/>
          </a:xfrm>
          <a:prstGeom prst="rect"/>
          <a:ln w="0">
            <a:noFill/>
          </a:ln>
        </p:spPr>
      </p:pic>
      <p:sp>
        <p:nvSpPr>
          <p:cNvPr id="453" name="New shape"/>
          <p:cNvSpPr/>
          <p:nvPr/>
        </p:nvSpPr>
        <p:spPr>
          <a:xfrm>
            <a:off x="3678079" y="234200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4" name="New picture"/>
          <p:cNvPicPr/>
          <p:nvPr/>
        </p:nvPicPr>
        <p:blipFill>
          <a:blip r:embed="rId265"/>
          <a:srcRect/>
          <a:stretch>
            <a:fillRect/>
          </a:stretch>
        </p:blipFill>
        <p:spPr>
          <a:xfrm>
            <a:off x="3794093" y="2332863"/>
            <a:ext cx="42767" cy="79343"/>
          </a:xfrm>
          <a:prstGeom prst="rect"/>
          <a:ln w="0">
            <a:noFill/>
          </a:ln>
        </p:spPr>
      </p:pic>
      <p:pic>
        <p:nvPicPr>
          <p:cNvPr id="455" name="New picture"/>
          <p:cNvPicPr/>
          <p:nvPr/>
        </p:nvPicPr>
        <p:blipFill>
          <a:blip r:embed="rId266"/>
          <a:srcRect/>
          <a:stretch>
            <a:fillRect/>
          </a:stretch>
        </p:blipFill>
        <p:spPr>
          <a:xfrm>
            <a:off x="3842957" y="2332863"/>
            <a:ext cx="71723" cy="82391"/>
          </a:xfrm>
          <a:prstGeom prst="rect"/>
          <a:ln w="0">
            <a:noFill/>
          </a:ln>
        </p:spPr>
      </p:pic>
      <p:sp>
        <p:nvSpPr>
          <p:cNvPr id="456" name="New shape"/>
          <p:cNvSpPr/>
          <p:nvPr/>
        </p:nvSpPr>
        <p:spPr>
          <a:xfrm>
            <a:off x="3856672" y="234200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57" name="New shape"/>
          <p:cNvSpPr/>
          <p:nvPr/>
        </p:nvSpPr>
        <p:spPr>
          <a:xfrm>
            <a:off x="3865817" y="2297811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8" name="New picture"/>
          <p:cNvPicPr/>
          <p:nvPr/>
        </p:nvPicPr>
        <p:blipFill>
          <a:blip r:embed="rId267"/>
          <a:srcRect/>
          <a:stretch>
            <a:fillRect/>
          </a:stretch>
        </p:blipFill>
        <p:spPr>
          <a:xfrm>
            <a:off x="3930015" y="2332958"/>
            <a:ext cx="70199" cy="82391"/>
          </a:xfrm>
          <a:prstGeom prst="rect"/>
          <a:ln w="0">
            <a:noFill/>
          </a:ln>
        </p:spPr>
      </p:pic>
      <p:sp>
        <p:nvSpPr>
          <p:cNvPr id="459" name="New shape"/>
          <p:cNvSpPr/>
          <p:nvPr/>
        </p:nvSpPr>
        <p:spPr>
          <a:xfrm>
            <a:off x="3942207" y="2342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0" name="New shape"/>
          <p:cNvSpPr/>
          <p:nvPr/>
        </p:nvSpPr>
        <p:spPr>
          <a:xfrm>
            <a:off x="4021836" y="2304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1" name="New picture"/>
          <p:cNvPicPr/>
          <p:nvPr/>
        </p:nvPicPr>
        <p:blipFill>
          <a:blip r:embed="rId268"/>
          <a:srcRect/>
          <a:stretch>
            <a:fillRect/>
          </a:stretch>
        </p:blipFill>
        <p:spPr>
          <a:xfrm>
            <a:off x="4059746" y="2396966"/>
            <a:ext cx="16859" cy="16764"/>
          </a:xfrm>
          <a:prstGeom prst="rect"/>
          <a:ln w="0">
            <a:noFill/>
          </a:ln>
        </p:spPr>
      </p:pic>
      <p:pic>
        <p:nvPicPr>
          <p:cNvPr id="462" name="New picture"/>
          <p:cNvPicPr/>
          <p:nvPr/>
        </p:nvPicPr>
        <p:blipFill>
          <a:blip r:embed="rId269"/>
          <a:srcRect/>
          <a:stretch>
            <a:fillRect/>
          </a:stretch>
        </p:blipFill>
        <p:spPr>
          <a:xfrm>
            <a:off x="4136136" y="2303907"/>
            <a:ext cx="39719" cy="108299"/>
          </a:xfrm>
          <a:prstGeom prst="rect"/>
          <a:ln w="0">
            <a:noFill/>
          </a:ln>
        </p:spPr>
      </p:pic>
      <p:sp>
        <p:nvSpPr>
          <p:cNvPr id="463" name="New shape"/>
          <p:cNvSpPr/>
          <p:nvPr/>
        </p:nvSpPr>
        <p:spPr>
          <a:xfrm>
            <a:off x="4197097" y="2304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4" name="New picture"/>
          <p:cNvPicPr/>
          <p:nvPr/>
        </p:nvPicPr>
        <p:blipFill>
          <a:blip r:embed="rId270"/>
          <a:srcRect/>
          <a:stretch>
            <a:fillRect/>
          </a:stretch>
        </p:blipFill>
        <p:spPr>
          <a:xfrm>
            <a:off x="4275106" y="2332863"/>
            <a:ext cx="76391" cy="117539"/>
          </a:xfrm>
          <a:prstGeom prst="rect"/>
          <a:ln w="0">
            <a:noFill/>
          </a:ln>
        </p:spPr>
      </p:pic>
      <p:sp>
        <p:nvSpPr>
          <p:cNvPr id="465" name="New shape"/>
          <p:cNvSpPr/>
          <p:nvPr/>
        </p:nvSpPr>
        <p:spPr>
          <a:xfrm>
            <a:off x="4288822" y="2343531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6" name="New picture"/>
          <p:cNvPicPr/>
          <p:nvPr/>
        </p:nvPicPr>
        <p:blipFill>
          <a:blip r:embed="rId271"/>
          <a:srcRect/>
          <a:stretch>
            <a:fillRect/>
          </a:stretch>
        </p:blipFill>
        <p:spPr>
          <a:xfrm>
            <a:off x="4371308" y="2332863"/>
            <a:ext cx="41148" cy="79343"/>
          </a:xfrm>
          <a:prstGeom prst="rect"/>
          <a:ln w="0">
            <a:noFill/>
          </a:ln>
        </p:spPr>
      </p:pic>
      <p:pic>
        <p:nvPicPr>
          <p:cNvPr id="467" name="New picture"/>
          <p:cNvPicPr/>
          <p:nvPr/>
        </p:nvPicPr>
        <p:blipFill>
          <a:blip r:embed="rId272"/>
          <a:srcRect/>
          <a:stretch>
            <a:fillRect/>
          </a:stretch>
        </p:blipFill>
        <p:spPr>
          <a:xfrm>
            <a:off x="4418648" y="2332863"/>
            <a:ext cx="71723" cy="82391"/>
          </a:xfrm>
          <a:prstGeom prst="rect"/>
          <a:ln w="0">
            <a:noFill/>
          </a:ln>
        </p:spPr>
      </p:pic>
      <p:sp>
        <p:nvSpPr>
          <p:cNvPr id="468" name="New shape"/>
          <p:cNvSpPr/>
          <p:nvPr/>
        </p:nvSpPr>
        <p:spPr>
          <a:xfrm>
            <a:off x="4432364" y="2342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9" name="New shape"/>
          <p:cNvSpPr/>
          <p:nvPr/>
        </p:nvSpPr>
        <p:spPr>
          <a:xfrm>
            <a:off x="4441508" y="2297811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0" name="New picture"/>
          <p:cNvPicPr/>
          <p:nvPr/>
        </p:nvPicPr>
        <p:blipFill>
          <a:blip r:embed="rId273"/>
          <a:srcRect/>
          <a:stretch>
            <a:fillRect/>
          </a:stretch>
        </p:blipFill>
        <p:spPr>
          <a:xfrm>
            <a:off x="4501134" y="2332863"/>
            <a:ext cx="58007" cy="82391"/>
          </a:xfrm>
          <a:prstGeom prst="rect"/>
          <a:ln w="0">
            <a:noFill/>
          </a:ln>
        </p:spPr>
      </p:pic>
      <p:pic>
        <p:nvPicPr>
          <p:cNvPr id="471" name="New picture"/>
          <p:cNvPicPr/>
          <p:nvPr/>
        </p:nvPicPr>
        <p:blipFill>
          <a:blip r:embed="rId274"/>
          <a:srcRect/>
          <a:stretch>
            <a:fillRect/>
          </a:stretch>
        </p:blipFill>
        <p:spPr>
          <a:xfrm>
            <a:off x="4572857" y="2332863"/>
            <a:ext cx="71818" cy="82391"/>
          </a:xfrm>
          <a:prstGeom prst="rect"/>
          <a:ln w="0">
            <a:noFill/>
          </a:ln>
        </p:spPr>
      </p:pic>
      <p:sp>
        <p:nvSpPr>
          <p:cNvPr id="472" name="New shape"/>
          <p:cNvSpPr/>
          <p:nvPr/>
        </p:nvSpPr>
        <p:spPr>
          <a:xfrm>
            <a:off x="4586573" y="234200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3" name="New picture"/>
          <p:cNvPicPr/>
          <p:nvPr/>
        </p:nvPicPr>
        <p:blipFill>
          <a:blip r:embed="rId275"/>
          <a:srcRect/>
          <a:stretch>
            <a:fillRect/>
          </a:stretch>
        </p:blipFill>
        <p:spPr>
          <a:xfrm>
            <a:off x="4664488" y="2332863"/>
            <a:ext cx="68675" cy="79343"/>
          </a:xfrm>
          <a:prstGeom prst="rect"/>
          <a:ln w="0">
            <a:noFill/>
          </a:ln>
        </p:spPr>
      </p:pic>
      <p:pic>
        <p:nvPicPr>
          <p:cNvPr id="474" name="New picture"/>
          <p:cNvPicPr/>
          <p:nvPr/>
        </p:nvPicPr>
        <p:blipFill>
          <a:blip r:embed="rId276"/>
          <a:srcRect/>
          <a:stretch>
            <a:fillRect/>
          </a:stretch>
        </p:blipFill>
        <p:spPr>
          <a:xfrm>
            <a:off x="4746974" y="2311432"/>
            <a:ext cx="47339" cy="103822"/>
          </a:xfrm>
          <a:prstGeom prst="rect"/>
          <a:ln w="0">
            <a:noFill/>
          </a:ln>
        </p:spPr>
      </p:pic>
      <p:pic>
        <p:nvPicPr>
          <p:cNvPr id="475" name="New picture"/>
          <p:cNvPicPr/>
          <p:nvPr/>
        </p:nvPicPr>
        <p:blipFill>
          <a:blip r:embed="rId277"/>
          <a:srcRect/>
          <a:stretch>
            <a:fillRect/>
          </a:stretch>
        </p:blipFill>
        <p:spPr>
          <a:xfrm>
            <a:off x="4804982" y="2332958"/>
            <a:ext cx="71723" cy="82391"/>
          </a:xfrm>
          <a:prstGeom prst="rect"/>
          <a:ln w="0">
            <a:noFill/>
          </a:ln>
        </p:spPr>
      </p:pic>
      <p:sp>
        <p:nvSpPr>
          <p:cNvPr id="476" name="New shape"/>
          <p:cNvSpPr/>
          <p:nvPr/>
        </p:nvSpPr>
        <p:spPr>
          <a:xfrm>
            <a:off x="4818697" y="2342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7" name="New shape"/>
          <p:cNvSpPr/>
          <p:nvPr/>
        </p:nvSpPr>
        <p:spPr>
          <a:xfrm>
            <a:off x="4936236" y="2304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8" name="New picture"/>
          <p:cNvPicPr/>
          <p:nvPr/>
        </p:nvPicPr>
        <p:blipFill>
          <a:blip r:embed="rId278"/>
          <a:srcRect/>
          <a:stretch>
            <a:fillRect/>
          </a:stretch>
        </p:blipFill>
        <p:spPr>
          <a:xfrm>
            <a:off x="4971383" y="2332863"/>
            <a:ext cx="70295" cy="82391"/>
          </a:xfrm>
          <a:prstGeom prst="rect"/>
          <a:ln w="0">
            <a:noFill/>
          </a:ln>
        </p:spPr>
      </p:pic>
      <p:sp>
        <p:nvSpPr>
          <p:cNvPr id="479" name="New shape"/>
          <p:cNvSpPr/>
          <p:nvPr/>
        </p:nvSpPr>
        <p:spPr>
          <a:xfrm>
            <a:off x="4983670" y="2342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0" name="New picture"/>
          <p:cNvPicPr/>
          <p:nvPr/>
        </p:nvPicPr>
        <p:blipFill>
          <a:blip r:embed="rId279"/>
          <a:srcRect/>
          <a:stretch>
            <a:fillRect/>
          </a:stretch>
        </p:blipFill>
        <p:spPr>
          <a:xfrm>
            <a:off x="5053775" y="2332863"/>
            <a:ext cx="58102" cy="82391"/>
          </a:xfrm>
          <a:prstGeom prst="rect"/>
          <a:ln w="0">
            <a:noFill/>
          </a:ln>
        </p:spPr>
      </p:pic>
      <p:sp>
        <p:nvSpPr>
          <p:cNvPr id="481" name="New shape"/>
          <p:cNvSpPr/>
          <p:nvPr/>
        </p:nvSpPr>
        <p:spPr>
          <a:xfrm>
            <a:off x="5169408" y="23042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2" name="New picture"/>
          <p:cNvPicPr/>
          <p:nvPr/>
        </p:nvPicPr>
        <p:blipFill>
          <a:blip r:embed="rId280"/>
          <a:srcRect/>
          <a:stretch>
            <a:fillRect/>
          </a:stretch>
        </p:blipFill>
        <p:spPr>
          <a:xfrm>
            <a:off x="5203507" y="2332863"/>
            <a:ext cx="65722" cy="82391"/>
          </a:xfrm>
          <a:prstGeom prst="rect"/>
          <a:ln w="0">
            <a:noFill/>
          </a:ln>
        </p:spPr>
      </p:pic>
      <p:sp>
        <p:nvSpPr>
          <p:cNvPr id="483" name="New shape"/>
          <p:cNvSpPr/>
          <p:nvPr/>
        </p:nvSpPr>
        <p:spPr>
          <a:xfrm>
            <a:off x="5215794" y="2374106"/>
            <a:ext cx="39624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4" name="New picture"/>
          <p:cNvPicPr/>
          <p:nvPr/>
        </p:nvPicPr>
        <p:blipFill>
          <a:blip r:embed="rId281"/>
          <a:srcRect/>
          <a:stretch>
            <a:fillRect/>
          </a:stretch>
        </p:blipFill>
        <p:spPr>
          <a:xfrm>
            <a:off x="5292090" y="2332863"/>
            <a:ext cx="70295" cy="79343"/>
          </a:xfrm>
          <a:prstGeom prst="rect"/>
          <a:ln w="0">
            <a:noFill/>
          </a:ln>
        </p:spPr>
      </p:pic>
      <p:pic>
        <p:nvPicPr>
          <p:cNvPr id="485" name="New picture"/>
          <p:cNvPicPr/>
          <p:nvPr/>
        </p:nvPicPr>
        <p:blipFill>
          <a:blip r:embed="rId282"/>
          <a:srcRect/>
          <a:stretch>
            <a:fillRect/>
          </a:stretch>
        </p:blipFill>
        <p:spPr>
          <a:xfrm>
            <a:off x="5377624" y="2332863"/>
            <a:ext cx="76295" cy="119062"/>
          </a:xfrm>
          <a:prstGeom prst="rect"/>
          <a:ln w="0">
            <a:noFill/>
          </a:ln>
        </p:spPr>
      </p:pic>
      <p:sp>
        <p:nvSpPr>
          <p:cNvPr id="486" name="New shape"/>
          <p:cNvSpPr/>
          <p:nvPr/>
        </p:nvSpPr>
        <p:spPr>
          <a:xfrm>
            <a:off x="5392865" y="2342007"/>
            <a:ext cx="41243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87" name="New shape"/>
          <p:cNvSpPr/>
          <p:nvPr/>
        </p:nvSpPr>
        <p:spPr>
          <a:xfrm>
            <a:off x="5389816" y="2412206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8" name="New picture"/>
          <p:cNvPicPr/>
          <p:nvPr/>
        </p:nvPicPr>
        <p:blipFill>
          <a:blip r:embed="rId283"/>
          <a:srcRect/>
          <a:stretch>
            <a:fillRect/>
          </a:stretch>
        </p:blipFill>
        <p:spPr>
          <a:xfrm>
            <a:off x="5464683" y="2332863"/>
            <a:ext cx="65627" cy="82391"/>
          </a:xfrm>
          <a:prstGeom prst="rect"/>
          <a:ln w="0">
            <a:noFill/>
          </a:ln>
        </p:spPr>
      </p:pic>
      <p:sp>
        <p:nvSpPr>
          <p:cNvPr id="489" name="New shape"/>
          <p:cNvSpPr/>
          <p:nvPr/>
        </p:nvSpPr>
        <p:spPr>
          <a:xfrm>
            <a:off x="5478399" y="237410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0" name="New picture"/>
          <p:cNvPicPr/>
          <p:nvPr/>
        </p:nvPicPr>
        <p:blipFill>
          <a:blip r:embed="rId284"/>
          <a:srcRect/>
          <a:stretch>
            <a:fillRect/>
          </a:stretch>
        </p:blipFill>
        <p:spPr>
          <a:xfrm>
            <a:off x="5545551" y="2332863"/>
            <a:ext cx="77915" cy="118967"/>
          </a:xfrm>
          <a:prstGeom prst="rect"/>
          <a:ln w="0">
            <a:noFill/>
          </a:ln>
        </p:spPr>
      </p:pic>
      <p:sp>
        <p:nvSpPr>
          <p:cNvPr id="491" name="New shape"/>
          <p:cNvSpPr/>
          <p:nvPr/>
        </p:nvSpPr>
        <p:spPr>
          <a:xfrm>
            <a:off x="5562410" y="2342007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2" name="New shape"/>
          <p:cNvSpPr/>
          <p:nvPr/>
        </p:nvSpPr>
        <p:spPr>
          <a:xfrm>
            <a:off x="5557838" y="2412206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3" name="New picture"/>
          <p:cNvPicPr/>
          <p:nvPr/>
        </p:nvPicPr>
        <p:blipFill>
          <a:blip r:embed="rId285"/>
          <a:srcRect/>
          <a:stretch>
            <a:fillRect/>
          </a:stretch>
        </p:blipFill>
        <p:spPr>
          <a:xfrm>
            <a:off x="5632608" y="2332863"/>
            <a:ext cx="71818" cy="82391"/>
          </a:xfrm>
          <a:prstGeom prst="rect"/>
          <a:ln w="0">
            <a:noFill/>
          </a:ln>
        </p:spPr>
      </p:pic>
      <p:sp>
        <p:nvSpPr>
          <p:cNvPr id="494" name="New shape"/>
          <p:cNvSpPr/>
          <p:nvPr/>
        </p:nvSpPr>
        <p:spPr>
          <a:xfrm>
            <a:off x="5644800" y="2342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5" name="New picture"/>
          <p:cNvPicPr/>
          <p:nvPr/>
        </p:nvPicPr>
        <p:blipFill>
          <a:blip r:embed="rId286"/>
          <a:srcRect/>
          <a:stretch>
            <a:fillRect/>
          </a:stretch>
        </p:blipFill>
        <p:spPr>
          <a:xfrm>
            <a:off x="5715095" y="2332863"/>
            <a:ext cx="58007" cy="82391"/>
          </a:xfrm>
          <a:prstGeom prst="rect"/>
          <a:ln w="0">
            <a:noFill/>
          </a:ln>
        </p:spPr>
      </p:pic>
      <p:pic>
        <p:nvPicPr>
          <p:cNvPr id="496" name="New picture"/>
          <p:cNvPicPr/>
          <p:nvPr/>
        </p:nvPicPr>
        <p:blipFill>
          <a:blip r:embed="rId287"/>
          <a:srcRect/>
          <a:stretch>
            <a:fillRect/>
          </a:stretch>
        </p:blipFill>
        <p:spPr>
          <a:xfrm>
            <a:off x="5826537" y="2303907"/>
            <a:ext cx="74866" cy="111347"/>
          </a:xfrm>
          <a:prstGeom prst="rect"/>
          <a:ln w="0">
            <a:noFill/>
          </a:ln>
        </p:spPr>
      </p:pic>
      <p:sp>
        <p:nvSpPr>
          <p:cNvPr id="497" name="New shape"/>
          <p:cNvSpPr/>
          <p:nvPr/>
        </p:nvSpPr>
        <p:spPr>
          <a:xfrm>
            <a:off x="5840349" y="2343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8" name="New picture"/>
          <p:cNvPicPr/>
          <p:nvPr/>
        </p:nvPicPr>
        <p:blipFill>
          <a:blip r:embed="rId288"/>
          <a:srcRect/>
          <a:stretch>
            <a:fillRect/>
          </a:stretch>
        </p:blipFill>
        <p:spPr>
          <a:xfrm>
            <a:off x="5921216" y="2332958"/>
            <a:ext cx="71818" cy="82391"/>
          </a:xfrm>
          <a:prstGeom prst="rect"/>
          <a:ln w="0">
            <a:noFill/>
          </a:ln>
        </p:spPr>
      </p:pic>
      <p:sp>
        <p:nvSpPr>
          <p:cNvPr id="499" name="New shape"/>
          <p:cNvSpPr/>
          <p:nvPr/>
        </p:nvSpPr>
        <p:spPr>
          <a:xfrm>
            <a:off x="5933408" y="2342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0" name="New picture"/>
          <p:cNvPicPr/>
          <p:nvPr/>
        </p:nvPicPr>
        <p:blipFill>
          <a:blip r:embed="rId289"/>
          <a:srcRect/>
          <a:stretch>
            <a:fillRect/>
          </a:stretch>
        </p:blipFill>
        <p:spPr>
          <a:xfrm>
            <a:off x="681990" y="2561748"/>
            <a:ext cx="76390" cy="117539"/>
          </a:xfrm>
          <a:prstGeom prst="rect"/>
          <a:ln w="0">
            <a:noFill/>
          </a:ln>
        </p:spPr>
      </p:pic>
      <p:sp>
        <p:nvSpPr>
          <p:cNvPr id="501" name="New shape"/>
          <p:cNvSpPr/>
          <p:nvPr/>
        </p:nvSpPr>
        <p:spPr>
          <a:xfrm>
            <a:off x="695706" y="257241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2" name="New picture"/>
          <p:cNvPicPr/>
          <p:nvPr/>
        </p:nvPicPr>
        <p:blipFill>
          <a:blip r:embed="rId290"/>
          <a:srcRect/>
          <a:stretch>
            <a:fillRect/>
          </a:stretch>
        </p:blipFill>
        <p:spPr>
          <a:xfrm>
            <a:off x="778192" y="2561844"/>
            <a:ext cx="42672" cy="79343"/>
          </a:xfrm>
          <a:prstGeom prst="rect"/>
          <a:ln w="0">
            <a:noFill/>
          </a:ln>
        </p:spPr>
      </p:pic>
      <p:pic>
        <p:nvPicPr>
          <p:cNvPr id="503" name="New picture"/>
          <p:cNvPicPr/>
          <p:nvPr/>
        </p:nvPicPr>
        <p:blipFill>
          <a:blip r:embed="rId291"/>
          <a:srcRect/>
          <a:stretch>
            <a:fillRect/>
          </a:stretch>
        </p:blipFill>
        <p:spPr>
          <a:xfrm>
            <a:off x="825532" y="2561748"/>
            <a:ext cx="77915" cy="82391"/>
          </a:xfrm>
          <a:prstGeom prst="rect"/>
          <a:ln w="0">
            <a:noFill/>
          </a:ln>
        </p:spPr>
      </p:pic>
      <p:sp>
        <p:nvSpPr>
          <p:cNvPr id="504" name="New shape"/>
          <p:cNvSpPr/>
          <p:nvPr/>
        </p:nvSpPr>
        <p:spPr>
          <a:xfrm>
            <a:off x="839248" y="2572416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5" name="New picture"/>
          <p:cNvPicPr/>
          <p:nvPr/>
        </p:nvPicPr>
        <p:blipFill>
          <a:blip r:embed="rId292"/>
          <a:srcRect/>
          <a:stretch>
            <a:fillRect/>
          </a:stretch>
        </p:blipFill>
        <p:spPr>
          <a:xfrm>
            <a:off x="915638" y="2561748"/>
            <a:ext cx="76390" cy="119062"/>
          </a:xfrm>
          <a:prstGeom prst="rect"/>
          <a:ln w="0">
            <a:noFill/>
          </a:ln>
        </p:spPr>
      </p:pic>
      <p:sp>
        <p:nvSpPr>
          <p:cNvPr id="506" name="New shape"/>
          <p:cNvSpPr/>
          <p:nvPr/>
        </p:nvSpPr>
        <p:spPr>
          <a:xfrm>
            <a:off x="930878" y="2570892"/>
            <a:ext cx="41243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07" name="New shape"/>
          <p:cNvSpPr/>
          <p:nvPr/>
        </p:nvSpPr>
        <p:spPr>
          <a:xfrm>
            <a:off x="927830" y="2641092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8" name="New picture"/>
          <p:cNvPicPr/>
          <p:nvPr/>
        </p:nvPicPr>
        <p:blipFill>
          <a:blip r:embed="rId293"/>
          <a:srcRect/>
          <a:stretch>
            <a:fillRect/>
          </a:stretch>
        </p:blipFill>
        <p:spPr>
          <a:xfrm>
            <a:off x="1008793" y="2561749"/>
            <a:ext cx="42767" cy="79343"/>
          </a:xfrm>
          <a:prstGeom prst="rect"/>
          <a:ln w="0">
            <a:noFill/>
          </a:ln>
        </p:spPr>
      </p:pic>
      <p:pic>
        <p:nvPicPr>
          <p:cNvPr id="509" name="New picture"/>
          <p:cNvPicPr/>
          <p:nvPr/>
        </p:nvPicPr>
        <p:blipFill>
          <a:blip r:embed="rId294"/>
          <a:srcRect/>
          <a:stretch>
            <a:fillRect/>
          </a:stretch>
        </p:blipFill>
        <p:spPr>
          <a:xfrm>
            <a:off x="1056132" y="2561749"/>
            <a:ext cx="65627" cy="82391"/>
          </a:xfrm>
          <a:prstGeom prst="rect"/>
          <a:ln w="0">
            <a:noFill/>
          </a:ln>
        </p:spPr>
      </p:pic>
      <p:sp>
        <p:nvSpPr>
          <p:cNvPr id="510" name="New shape"/>
          <p:cNvSpPr/>
          <p:nvPr/>
        </p:nvSpPr>
        <p:spPr>
          <a:xfrm>
            <a:off x="1068324" y="2602992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1" name="New picture"/>
          <p:cNvPicPr/>
          <p:nvPr/>
        </p:nvPicPr>
        <p:blipFill>
          <a:blip r:embed="rId295"/>
          <a:srcRect/>
          <a:stretch>
            <a:fillRect/>
          </a:stretch>
        </p:blipFill>
        <p:spPr>
          <a:xfrm>
            <a:off x="1144714" y="2561749"/>
            <a:ext cx="120587" cy="79343"/>
          </a:xfrm>
          <a:prstGeom prst="rect"/>
          <a:ln w="0">
            <a:noFill/>
          </a:ln>
        </p:spPr>
      </p:pic>
      <p:pic>
        <p:nvPicPr>
          <p:cNvPr id="512" name="New picture"/>
          <p:cNvPicPr/>
          <p:nvPr/>
        </p:nvPicPr>
        <p:blipFill>
          <a:blip r:embed="rId296"/>
          <a:srcRect/>
          <a:stretch>
            <a:fillRect/>
          </a:stretch>
        </p:blipFill>
        <p:spPr>
          <a:xfrm>
            <a:off x="1289780" y="2561749"/>
            <a:ext cx="120587" cy="79343"/>
          </a:xfrm>
          <a:prstGeom prst="rect"/>
          <a:ln w="0">
            <a:noFill/>
          </a:ln>
        </p:spPr>
      </p:pic>
      <p:pic>
        <p:nvPicPr>
          <p:cNvPr id="513" name="New picture"/>
          <p:cNvPicPr/>
          <p:nvPr/>
        </p:nvPicPr>
        <p:blipFill>
          <a:blip r:embed="rId297"/>
          <a:srcRect/>
          <a:stretch>
            <a:fillRect/>
          </a:stretch>
        </p:blipFill>
        <p:spPr>
          <a:xfrm>
            <a:off x="1427226" y="2561749"/>
            <a:ext cx="67151" cy="82391"/>
          </a:xfrm>
          <a:prstGeom prst="rect"/>
          <a:ln w="0">
            <a:noFill/>
          </a:ln>
        </p:spPr>
      </p:pic>
      <p:sp>
        <p:nvSpPr>
          <p:cNvPr id="514" name="New shape"/>
          <p:cNvSpPr/>
          <p:nvPr/>
        </p:nvSpPr>
        <p:spPr>
          <a:xfrm>
            <a:off x="1440942" y="2602992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5" name="New picture"/>
          <p:cNvPicPr/>
          <p:nvPr/>
        </p:nvPicPr>
        <p:blipFill>
          <a:blip r:embed="rId298"/>
          <a:srcRect/>
          <a:stretch>
            <a:fillRect/>
          </a:stretch>
        </p:blipFill>
        <p:spPr>
          <a:xfrm>
            <a:off x="1506664" y="2540318"/>
            <a:ext cx="47339" cy="103822"/>
          </a:xfrm>
          <a:prstGeom prst="rect"/>
          <a:ln w="0">
            <a:noFill/>
          </a:ln>
        </p:spPr>
      </p:pic>
      <p:sp>
        <p:nvSpPr>
          <p:cNvPr id="516" name="New shape"/>
          <p:cNvSpPr/>
          <p:nvPr/>
        </p:nvSpPr>
        <p:spPr>
          <a:xfrm>
            <a:off x="1572292" y="256327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7" name="New picture"/>
          <p:cNvPicPr/>
          <p:nvPr/>
        </p:nvPicPr>
        <p:blipFill>
          <a:blip r:embed="rId299"/>
          <a:srcRect/>
          <a:stretch>
            <a:fillRect/>
          </a:stretch>
        </p:blipFill>
        <p:spPr>
          <a:xfrm>
            <a:off x="1570768" y="2529649"/>
            <a:ext cx="16764" cy="15335"/>
          </a:xfrm>
          <a:prstGeom prst="rect"/>
          <a:ln w="0">
            <a:noFill/>
          </a:ln>
        </p:spPr>
      </p:pic>
      <p:pic>
        <p:nvPicPr>
          <p:cNvPr id="518" name="New picture"/>
          <p:cNvPicPr/>
          <p:nvPr/>
        </p:nvPicPr>
        <p:blipFill>
          <a:blip r:embed="rId300"/>
          <a:srcRect/>
          <a:stretch>
            <a:fillRect/>
          </a:stretch>
        </p:blipFill>
        <p:spPr>
          <a:xfrm>
            <a:off x="1605820" y="2561748"/>
            <a:ext cx="77915" cy="82391"/>
          </a:xfrm>
          <a:prstGeom prst="rect"/>
          <a:ln w="0">
            <a:noFill/>
          </a:ln>
        </p:spPr>
      </p:pic>
      <p:sp>
        <p:nvSpPr>
          <p:cNvPr id="519" name="New shape"/>
          <p:cNvSpPr/>
          <p:nvPr/>
        </p:nvSpPr>
        <p:spPr>
          <a:xfrm>
            <a:off x="1619631" y="257241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0" name="New picture"/>
          <p:cNvPicPr/>
          <p:nvPr/>
        </p:nvPicPr>
        <p:blipFill>
          <a:blip r:embed="rId301"/>
          <a:srcRect/>
          <a:stretch>
            <a:fillRect/>
          </a:stretch>
        </p:blipFill>
        <p:spPr>
          <a:xfrm>
            <a:off x="1703546" y="2561844"/>
            <a:ext cx="70294" cy="79343"/>
          </a:xfrm>
          <a:prstGeom prst="rect"/>
          <a:ln w="0">
            <a:noFill/>
          </a:ln>
        </p:spPr>
      </p:pic>
      <p:pic>
        <p:nvPicPr>
          <p:cNvPr id="521" name="New picture"/>
          <p:cNvPicPr/>
          <p:nvPr/>
        </p:nvPicPr>
        <p:blipFill>
          <a:blip r:embed="rId302"/>
          <a:srcRect/>
          <a:stretch>
            <a:fillRect/>
          </a:stretch>
        </p:blipFill>
        <p:spPr>
          <a:xfrm>
            <a:off x="1833372" y="2561749"/>
            <a:ext cx="70295" cy="82391"/>
          </a:xfrm>
          <a:prstGeom prst="rect"/>
          <a:ln w="0">
            <a:noFill/>
          </a:ln>
        </p:spPr>
      </p:pic>
      <p:sp>
        <p:nvSpPr>
          <p:cNvPr id="522" name="New shape"/>
          <p:cNvSpPr/>
          <p:nvPr/>
        </p:nvSpPr>
        <p:spPr>
          <a:xfrm>
            <a:off x="1845564" y="257089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3" name="New picture"/>
          <p:cNvPicPr/>
          <p:nvPr/>
        </p:nvPicPr>
        <p:blipFill>
          <a:blip r:embed="rId303"/>
          <a:srcRect/>
          <a:stretch>
            <a:fillRect/>
          </a:stretch>
        </p:blipFill>
        <p:spPr>
          <a:xfrm>
            <a:off x="1912810" y="2540318"/>
            <a:ext cx="48863" cy="103822"/>
          </a:xfrm>
          <a:prstGeom prst="rect"/>
          <a:ln w="0">
            <a:noFill/>
          </a:ln>
        </p:spPr>
      </p:pic>
      <p:sp>
        <p:nvSpPr>
          <p:cNvPr id="524" name="New shape"/>
          <p:cNvSpPr/>
          <p:nvPr/>
        </p:nvSpPr>
        <p:spPr>
          <a:xfrm>
            <a:off x="2017776" y="2532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5" name="New picture"/>
          <p:cNvPicPr/>
          <p:nvPr/>
        </p:nvPicPr>
        <p:blipFill>
          <a:blip r:embed="rId304"/>
          <a:srcRect/>
          <a:stretch>
            <a:fillRect/>
          </a:stretch>
        </p:blipFill>
        <p:spPr>
          <a:xfrm>
            <a:off x="2051780" y="2561844"/>
            <a:ext cx="71723" cy="82391"/>
          </a:xfrm>
          <a:prstGeom prst="rect"/>
          <a:ln w="0">
            <a:noFill/>
          </a:ln>
        </p:spPr>
      </p:pic>
      <p:sp>
        <p:nvSpPr>
          <p:cNvPr id="526" name="New shape"/>
          <p:cNvSpPr/>
          <p:nvPr/>
        </p:nvSpPr>
        <p:spPr>
          <a:xfrm>
            <a:off x="2065496" y="257098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7" name="New picture"/>
          <p:cNvPicPr/>
          <p:nvPr/>
        </p:nvPicPr>
        <p:blipFill>
          <a:blip r:embed="rId305"/>
          <a:srcRect/>
          <a:stretch>
            <a:fillRect/>
          </a:stretch>
        </p:blipFill>
        <p:spPr>
          <a:xfrm>
            <a:off x="2134171" y="2561749"/>
            <a:ext cx="58102" cy="82391"/>
          </a:xfrm>
          <a:prstGeom prst="rect"/>
          <a:ln w="0">
            <a:noFill/>
          </a:ln>
        </p:spPr>
      </p:pic>
      <p:pic>
        <p:nvPicPr>
          <p:cNvPr id="528" name="New picture"/>
          <p:cNvPicPr/>
          <p:nvPr/>
        </p:nvPicPr>
        <p:blipFill>
          <a:blip r:embed="rId306"/>
          <a:srcRect/>
          <a:stretch>
            <a:fillRect/>
          </a:stretch>
        </p:blipFill>
        <p:spPr>
          <a:xfrm>
            <a:off x="2245709" y="2561748"/>
            <a:ext cx="77819" cy="82391"/>
          </a:xfrm>
          <a:prstGeom prst="rect"/>
          <a:ln w="0">
            <a:noFill/>
          </a:ln>
        </p:spPr>
      </p:pic>
      <p:sp>
        <p:nvSpPr>
          <p:cNvPr id="529" name="New shape"/>
          <p:cNvSpPr/>
          <p:nvPr/>
        </p:nvSpPr>
        <p:spPr>
          <a:xfrm>
            <a:off x="2259425" y="257241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0" name="New picture"/>
          <p:cNvPicPr/>
          <p:nvPr/>
        </p:nvPicPr>
        <p:blipFill>
          <a:blip r:embed="rId307"/>
          <a:srcRect/>
          <a:stretch>
            <a:fillRect/>
          </a:stretch>
        </p:blipFill>
        <p:spPr>
          <a:xfrm>
            <a:off x="2343436" y="2563273"/>
            <a:ext cx="70295" cy="80867"/>
          </a:xfrm>
          <a:prstGeom prst="rect"/>
          <a:ln w="0">
            <a:noFill/>
          </a:ln>
        </p:spPr>
      </p:pic>
      <p:pic>
        <p:nvPicPr>
          <p:cNvPr id="531" name="New picture"/>
          <p:cNvPicPr/>
          <p:nvPr/>
        </p:nvPicPr>
        <p:blipFill>
          <a:blip r:embed="rId308"/>
          <a:srcRect/>
          <a:stretch>
            <a:fillRect/>
          </a:stretch>
        </p:blipFill>
        <p:spPr>
          <a:xfrm>
            <a:off x="2427446" y="2540413"/>
            <a:ext cx="48863" cy="103727"/>
          </a:xfrm>
          <a:prstGeom prst="rect"/>
          <a:ln w="0">
            <a:noFill/>
          </a:ln>
        </p:spPr>
      </p:pic>
      <p:sp>
        <p:nvSpPr>
          <p:cNvPr id="532" name="New shape"/>
          <p:cNvSpPr/>
          <p:nvPr/>
        </p:nvSpPr>
        <p:spPr>
          <a:xfrm>
            <a:off x="2494597" y="256327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3" name="New picture"/>
          <p:cNvPicPr/>
          <p:nvPr/>
        </p:nvPicPr>
        <p:blipFill>
          <a:blip r:embed="rId309"/>
          <a:srcRect/>
          <a:stretch>
            <a:fillRect/>
          </a:stretch>
        </p:blipFill>
        <p:spPr>
          <a:xfrm>
            <a:off x="2491549" y="2529744"/>
            <a:ext cx="16764" cy="15240"/>
          </a:xfrm>
          <a:prstGeom prst="rect"/>
          <a:ln w="0">
            <a:noFill/>
          </a:ln>
        </p:spPr>
      </p:pic>
      <p:sp>
        <p:nvSpPr>
          <p:cNvPr id="534" name="New shape"/>
          <p:cNvSpPr/>
          <p:nvPr/>
        </p:nvSpPr>
        <p:spPr>
          <a:xfrm>
            <a:off x="2532888" y="2532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5" name="New picture"/>
          <p:cNvPicPr/>
          <p:nvPr/>
        </p:nvPicPr>
        <p:blipFill>
          <a:blip r:embed="rId310"/>
          <a:srcRect/>
          <a:stretch>
            <a:fillRect/>
          </a:stretch>
        </p:blipFill>
        <p:spPr>
          <a:xfrm>
            <a:off x="2563368" y="2561749"/>
            <a:ext cx="58007" cy="82391"/>
          </a:xfrm>
          <a:prstGeom prst="rect"/>
          <a:ln w="0">
            <a:noFill/>
          </a:ln>
        </p:spPr>
      </p:pic>
      <p:sp>
        <p:nvSpPr>
          <p:cNvPr id="536" name="New shape"/>
          <p:cNvSpPr/>
          <p:nvPr/>
        </p:nvSpPr>
        <p:spPr>
          <a:xfrm>
            <a:off x="2680906" y="256327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7" name="New picture"/>
          <p:cNvPicPr/>
          <p:nvPr/>
        </p:nvPicPr>
        <p:blipFill>
          <a:blip r:embed="rId311"/>
          <a:srcRect/>
          <a:stretch>
            <a:fillRect/>
          </a:stretch>
        </p:blipFill>
        <p:spPr>
          <a:xfrm>
            <a:off x="2677858" y="2529649"/>
            <a:ext cx="16859" cy="15335"/>
          </a:xfrm>
          <a:prstGeom prst="rect"/>
          <a:ln w="0">
            <a:noFill/>
          </a:ln>
        </p:spPr>
      </p:pic>
      <p:pic>
        <p:nvPicPr>
          <p:cNvPr id="538" name="New picture"/>
          <p:cNvPicPr/>
          <p:nvPr/>
        </p:nvPicPr>
        <p:blipFill>
          <a:blip r:embed="rId312"/>
          <a:srcRect/>
          <a:stretch>
            <a:fillRect/>
          </a:stretch>
        </p:blipFill>
        <p:spPr>
          <a:xfrm>
            <a:off x="2719102" y="2561844"/>
            <a:ext cx="68675" cy="79343"/>
          </a:xfrm>
          <a:prstGeom prst="rect"/>
          <a:ln w="0">
            <a:noFill/>
          </a:ln>
        </p:spPr>
      </p:pic>
      <p:pic>
        <p:nvPicPr>
          <p:cNvPr id="539" name="New picture"/>
          <p:cNvPicPr/>
          <p:nvPr/>
        </p:nvPicPr>
        <p:blipFill>
          <a:blip r:embed="rId313"/>
          <a:srcRect/>
          <a:stretch>
            <a:fillRect/>
          </a:stretch>
        </p:blipFill>
        <p:spPr>
          <a:xfrm>
            <a:off x="2807589" y="2532792"/>
            <a:ext cx="76390" cy="111347"/>
          </a:xfrm>
          <a:prstGeom prst="rect"/>
          <a:ln w="0">
            <a:noFill/>
          </a:ln>
        </p:spPr>
      </p:pic>
      <p:sp>
        <p:nvSpPr>
          <p:cNvPr id="540" name="New shape"/>
          <p:cNvSpPr/>
          <p:nvPr/>
        </p:nvSpPr>
        <p:spPr>
          <a:xfrm>
            <a:off x="2821400" y="257241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41" name="New shape"/>
          <p:cNvSpPr/>
          <p:nvPr/>
        </p:nvSpPr>
        <p:spPr>
          <a:xfrm>
            <a:off x="2908459" y="256327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2" name="New picture"/>
          <p:cNvPicPr/>
          <p:nvPr/>
        </p:nvPicPr>
        <p:blipFill>
          <a:blip r:embed="rId314"/>
          <a:srcRect/>
          <a:stretch>
            <a:fillRect/>
          </a:stretch>
        </p:blipFill>
        <p:spPr>
          <a:xfrm>
            <a:off x="2906839" y="2529744"/>
            <a:ext cx="16859" cy="15240"/>
          </a:xfrm>
          <a:prstGeom prst="rect"/>
          <a:ln w="0">
            <a:noFill/>
          </a:ln>
        </p:spPr>
      </p:pic>
      <p:pic>
        <p:nvPicPr>
          <p:cNvPr id="543" name="New picture"/>
          <p:cNvPicPr/>
          <p:nvPr/>
        </p:nvPicPr>
        <p:blipFill>
          <a:blip r:embed="rId315"/>
          <a:srcRect/>
          <a:stretch>
            <a:fillRect/>
          </a:stretch>
        </p:blipFill>
        <p:spPr>
          <a:xfrm>
            <a:off x="2938939" y="2561749"/>
            <a:ext cx="58007" cy="82391"/>
          </a:xfrm>
          <a:prstGeom prst="rect"/>
          <a:ln w="0">
            <a:noFill/>
          </a:ln>
        </p:spPr>
      </p:pic>
      <p:pic>
        <p:nvPicPr>
          <p:cNvPr id="544" name="New picture"/>
          <p:cNvPicPr/>
          <p:nvPr/>
        </p:nvPicPr>
        <p:blipFill>
          <a:blip r:embed="rId316"/>
          <a:srcRect/>
          <a:stretch>
            <a:fillRect/>
          </a:stretch>
        </p:blipFill>
        <p:spPr>
          <a:xfrm>
            <a:off x="3015329" y="2561748"/>
            <a:ext cx="74771" cy="117539"/>
          </a:xfrm>
          <a:prstGeom prst="rect"/>
          <a:ln w="0">
            <a:noFill/>
          </a:ln>
        </p:spPr>
      </p:pic>
      <p:sp>
        <p:nvSpPr>
          <p:cNvPr id="545" name="New shape"/>
          <p:cNvSpPr/>
          <p:nvPr/>
        </p:nvSpPr>
        <p:spPr>
          <a:xfrm>
            <a:off x="3029045" y="257241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6" name="New picture"/>
          <p:cNvPicPr/>
          <p:nvPr/>
        </p:nvPicPr>
        <p:blipFill>
          <a:blip r:embed="rId317"/>
          <a:srcRect/>
          <a:stretch>
            <a:fillRect/>
          </a:stretch>
        </p:blipFill>
        <p:spPr>
          <a:xfrm>
            <a:off x="3105436" y="2561749"/>
            <a:ext cx="71723" cy="82391"/>
          </a:xfrm>
          <a:prstGeom prst="rect"/>
          <a:ln w="0">
            <a:noFill/>
          </a:ln>
        </p:spPr>
      </p:pic>
      <p:sp>
        <p:nvSpPr>
          <p:cNvPr id="547" name="New shape"/>
          <p:cNvSpPr/>
          <p:nvPr/>
        </p:nvSpPr>
        <p:spPr>
          <a:xfrm>
            <a:off x="3119152" y="257089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8" name="New picture"/>
          <p:cNvPicPr/>
          <p:nvPr/>
        </p:nvPicPr>
        <p:blipFill>
          <a:blip r:embed="rId318"/>
          <a:srcRect/>
          <a:stretch>
            <a:fillRect/>
          </a:stretch>
        </p:blipFill>
        <p:spPr>
          <a:xfrm>
            <a:off x="3197066" y="2561844"/>
            <a:ext cx="68675" cy="79343"/>
          </a:xfrm>
          <a:prstGeom prst="rect"/>
          <a:ln w="0">
            <a:noFill/>
          </a:ln>
        </p:spPr>
      </p:pic>
      <p:pic>
        <p:nvPicPr>
          <p:cNvPr id="549" name="New picture"/>
          <p:cNvPicPr/>
          <p:nvPr/>
        </p:nvPicPr>
        <p:blipFill>
          <a:blip r:embed="rId319"/>
          <a:srcRect/>
          <a:stretch>
            <a:fillRect/>
          </a:stretch>
        </p:blipFill>
        <p:spPr>
          <a:xfrm>
            <a:off x="3282505" y="2561749"/>
            <a:ext cx="56483" cy="82391"/>
          </a:xfrm>
          <a:prstGeom prst="rect"/>
          <a:ln w="0">
            <a:noFill/>
          </a:ln>
        </p:spPr>
      </p:pic>
      <p:pic>
        <p:nvPicPr>
          <p:cNvPr id="550" name="New picture"/>
          <p:cNvPicPr/>
          <p:nvPr/>
        </p:nvPicPr>
        <p:blipFill>
          <a:blip r:embed="rId320"/>
          <a:srcRect/>
          <a:stretch>
            <a:fillRect/>
          </a:stretch>
        </p:blipFill>
        <p:spPr>
          <a:xfrm>
            <a:off x="3352800" y="2561749"/>
            <a:ext cx="65627" cy="82391"/>
          </a:xfrm>
          <a:prstGeom prst="rect"/>
          <a:ln w="0">
            <a:noFill/>
          </a:ln>
        </p:spPr>
      </p:pic>
      <p:sp>
        <p:nvSpPr>
          <p:cNvPr id="551" name="New shape"/>
          <p:cNvSpPr/>
          <p:nvPr/>
        </p:nvSpPr>
        <p:spPr>
          <a:xfrm>
            <a:off x="3364992" y="2602992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2" name="New picture"/>
          <p:cNvPicPr/>
          <p:nvPr/>
        </p:nvPicPr>
        <p:blipFill>
          <a:blip r:embed="rId321"/>
          <a:srcRect/>
          <a:stretch>
            <a:fillRect/>
          </a:stretch>
        </p:blipFill>
        <p:spPr>
          <a:xfrm>
            <a:off x="3442907" y="2532792"/>
            <a:ext cx="73247" cy="111347"/>
          </a:xfrm>
          <a:prstGeom prst="rect"/>
          <a:ln w="0">
            <a:noFill/>
          </a:ln>
        </p:spPr>
      </p:pic>
      <p:sp>
        <p:nvSpPr>
          <p:cNvPr id="553" name="New shape"/>
          <p:cNvSpPr/>
          <p:nvPr/>
        </p:nvSpPr>
        <p:spPr>
          <a:xfrm>
            <a:off x="3455098" y="257241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54" name="New shape"/>
          <p:cNvSpPr/>
          <p:nvPr/>
        </p:nvSpPr>
        <p:spPr>
          <a:xfrm>
            <a:off x="3537204" y="2532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5" name="New picture"/>
          <p:cNvPicPr/>
          <p:nvPr/>
        </p:nvPicPr>
        <p:blipFill>
          <a:blip r:embed="rId322"/>
          <a:srcRect/>
          <a:stretch>
            <a:fillRect/>
          </a:stretch>
        </p:blipFill>
        <p:spPr>
          <a:xfrm>
            <a:off x="3571208" y="2561844"/>
            <a:ext cx="71723" cy="82391"/>
          </a:xfrm>
          <a:prstGeom prst="rect"/>
          <a:ln w="0">
            <a:noFill/>
          </a:ln>
        </p:spPr>
      </p:pic>
      <p:sp>
        <p:nvSpPr>
          <p:cNvPr id="556" name="New shape"/>
          <p:cNvSpPr/>
          <p:nvPr/>
        </p:nvSpPr>
        <p:spPr>
          <a:xfrm>
            <a:off x="3584924" y="257098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7" name="New picture"/>
          <p:cNvPicPr/>
          <p:nvPr/>
        </p:nvPicPr>
        <p:blipFill>
          <a:blip r:embed="rId323"/>
          <a:srcRect/>
          <a:stretch>
            <a:fillRect/>
          </a:stretch>
        </p:blipFill>
        <p:spPr>
          <a:xfrm>
            <a:off x="3653599" y="2561749"/>
            <a:ext cx="58007" cy="82391"/>
          </a:xfrm>
          <a:prstGeom prst="rect"/>
          <a:ln w="0">
            <a:noFill/>
          </a:ln>
        </p:spPr>
      </p:pic>
      <p:pic>
        <p:nvPicPr>
          <p:cNvPr id="558" name="New picture"/>
          <p:cNvPicPr/>
          <p:nvPr/>
        </p:nvPicPr>
        <p:blipFill>
          <a:blip r:embed="rId324"/>
          <a:srcRect/>
          <a:stretch>
            <a:fillRect/>
          </a:stretch>
        </p:blipFill>
        <p:spPr>
          <a:xfrm>
            <a:off x="3726942" y="2625852"/>
            <a:ext cx="21336" cy="42767"/>
          </a:xfrm>
          <a:prstGeom prst="rect"/>
          <a:ln w="0">
            <a:noFill/>
          </a:ln>
        </p:spPr>
      </p:pic>
      <p:pic>
        <p:nvPicPr>
          <p:cNvPr id="559" name="New picture"/>
          <p:cNvPicPr/>
          <p:nvPr/>
        </p:nvPicPr>
        <p:blipFill>
          <a:blip r:embed="rId325"/>
          <a:srcRect/>
          <a:stretch>
            <a:fillRect/>
          </a:stretch>
        </p:blipFill>
        <p:spPr>
          <a:xfrm>
            <a:off x="3807809" y="2561749"/>
            <a:ext cx="70295" cy="82391"/>
          </a:xfrm>
          <a:prstGeom prst="rect"/>
          <a:ln w="0">
            <a:noFill/>
          </a:ln>
        </p:spPr>
      </p:pic>
      <p:sp>
        <p:nvSpPr>
          <p:cNvPr id="560" name="New shape"/>
          <p:cNvSpPr/>
          <p:nvPr/>
        </p:nvSpPr>
        <p:spPr>
          <a:xfrm>
            <a:off x="3820001" y="257089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1" name="New picture"/>
          <p:cNvPicPr/>
          <p:nvPr/>
        </p:nvPicPr>
        <p:blipFill>
          <a:blip r:embed="rId326"/>
          <a:srcRect/>
          <a:stretch>
            <a:fillRect/>
          </a:stretch>
        </p:blipFill>
        <p:spPr>
          <a:xfrm>
            <a:off x="3887247" y="2540318"/>
            <a:ext cx="47339" cy="103822"/>
          </a:xfrm>
          <a:prstGeom prst="rect"/>
          <a:ln w="0">
            <a:noFill/>
          </a:ln>
        </p:spPr>
      </p:pic>
      <p:pic>
        <p:nvPicPr>
          <p:cNvPr id="562" name="New picture"/>
          <p:cNvPicPr/>
          <p:nvPr/>
        </p:nvPicPr>
        <p:blipFill>
          <a:blip r:embed="rId327"/>
          <a:srcRect/>
          <a:stretch>
            <a:fillRect/>
          </a:stretch>
        </p:blipFill>
        <p:spPr>
          <a:xfrm>
            <a:off x="3986499" y="2561844"/>
            <a:ext cx="71723" cy="82391"/>
          </a:xfrm>
          <a:prstGeom prst="rect"/>
          <a:ln w="0">
            <a:noFill/>
          </a:ln>
        </p:spPr>
      </p:pic>
      <p:sp>
        <p:nvSpPr>
          <p:cNvPr id="563" name="New shape"/>
          <p:cNvSpPr/>
          <p:nvPr/>
        </p:nvSpPr>
        <p:spPr>
          <a:xfrm>
            <a:off x="4000214" y="257098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4" name="New picture"/>
          <p:cNvPicPr/>
          <p:nvPr/>
        </p:nvPicPr>
        <p:blipFill>
          <a:blip r:embed="rId328"/>
          <a:srcRect/>
          <a:stretch>
            <a:fillRect/>
          </a:stretch>
        </p:blipFill>
        <p:spPr>
          <a:xfrm>
            <a:off x="4062889" y="2563272"/>
            <a:ext cx="77819" cy="77819"/>
          </a:xfrm>
          <a:prstGeom prst="rect"/>
          <a:ln w="0">
            <a:noFill/>
          </a:ln>
        </p:spPr>
      </p:pic>
      <p:pic>
        <p:nvPicPr>
          <p:cNvPr id="565" name="New picture"/>
          <p:cNvPicPr/>
          <p:nvPr/>
        </p:nvPicPr>
        <p:blipFill>
          <a:blip r:embed="rId329"/>
          <a:srcRect/>
          <a:stretch>
            <a:fillRect/>
          </a:stretch>
        </p:blipFill>
        <p:spPr>
          <a:xfrm>
            <a:off x="4154424" y="2561748"/>
            <a:ext cx="74866" cy="117539"/>
          </a:xfrm>
          <a:prstGeom prst="rect"/>
          <a:ln w="0">
            <a:noFill/>
          </a:ln>
        </p:spPr>
      </p:pic>
      <p:sp>
        <p:nvSpPr>
          <p:cNvPr id="566" name="New shape"/>
          <p:cNvSpPr/>
          <p:nvPr/>
        </p:nvSpPr>
        <p:spPr>
          <a:xfrm>
            <a:off x="4168235" y="257241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67" name="New shape"/>
          <p:cNvSpPr/>
          <p:nvPr/>
        </p:nvSpPr>
        <p:spPr>
          <a:xfrm>
            <a:off x="4250436" y="25328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68" name="New shape"/>
          <p:cNvSpPr/>
          <p:nvPr/>
        </p:nvSpPr>
        <p:spPr>
          <a:xfrm>
            <a:off x="4290441" y="256327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9" name="New picture"/>
          <p:cNvPicPr/>
          <p:nvPr/>
        </p:nvPicPr>
        <p:blipFill>
          <a:blip r:embed="rId330"/>
          <a:srcRect/>
          <a:stretch>
            <a:fillRect/>
          </a:stretch>
        </p:blipFill>
        <p:spPr>
          <a:xfrm>
            <a:off x="4288917" y="2529649"/>
            <a:ext cx="16764" cy="15335"/>
          </a:xfrm>
          <a:prstGeom prst="rect"/>
          <a:ln w="0">
            <a:noFill/>
          </a:ln>
        </p:spPr>
      </p:pic>
      <p:pic>
        <p:nvPicPr>
          <p:cNvPr id="570" name="New picture"/>
          <p:cNvPicPr/>
          <p:nvPr/>
        </p:nvPicPr>
        <p:blipFill>
          <a:blip r:embed="rId331"/>
          <a:srcRect/>
          <a:stretch>
            <a:fillRect/>
          </a:stretch>
        </p:blipFill>
        <p:spPr>
          <a:xfrm>
            <a:off x="4323969" y="2561749"/>
            <a:ext cx="74866" cy="117538"/>
          </a:xfrm>
          <a:prstGeom prst="rect"/>
          <a:ln w="0">
            <a:noFill/>
          </a:ln>
        </p:spPr>
      </p:pic>
      <p:sp>
        <p:nvSpPr>
          <p:cNvPr id="571" name="New shape"/>
          <p:cNvSpPr/>
          <p:nvPr/>
        </p:nvSpPr>
        <p:spPr>
          <a:xfrm>
            <a:off x="4337685" y="257241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2" name="New picture"/>
          <p:cNvPicPr/>
          <p:nvPr/>
        </p:nvPicPr>
        <p:blipFill>
          <a:blip r:embed="rId332"/>
          <a:srcRect/>
          <a:stretch>
            <a:fillRect/>
          </a:stretch>
        </p:blipFill>
        <p:spPr>
          <a:xfrm>
            <a:off x="4423219" y="2563273"/>
            <a:ext cx="70295" cy="80867"/>
          </a:xfrm>
          <a:prstGeom prst="rect"/>
          <a:ln w="0">
            <a:noFill/>
          </a:ln>
        </p:spPr>
      </p:pic>
      <p:pic>
        <p:nvPicPr>
          <p:cNvPr id="573" name="New picture"/>
          <p:cNvPicPr/>
          <p:nvPr/>
        </p:nvPicPr>
        <p:blipFill>
          <a:blip r:embed="rId333"/>
          <a:srcRect/>
          <a:stretch>
            <a:fillRect/>
          </a:stretch>
        </p:blipFill>
        <p:spPr>
          <a:xfrm>
            <a:off x="4513326" y="2561844"/>
            <a:ext cx="71723" cy="82391"/>
          </a:xfrm>
          <a:prstGeom prst="rect"/>
          <a:ln w="0">
            <a:noFill/>
          </a:ln>
        </p:spPr>
      </p:pic>
      <p:sp>
        <p:nvSpPr>
          <p:cNvPr id="574" name="New shape"/>
          <p:cNvSpPr/>
          <p:nvPr/>
        </p:nvSpPr>
        <p:spPr>
          <a:xfrm>
            <a:off x="4527042" y="257098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5" name="New picture"/>
          <p:cNvPicPr/>
          <p:nvPr/>
        </p:nvPicPr>
        <p:blipFill>
          <a:blip r:embed="rId334"/>
          <a:srcRect/>
          <a:stretch>
            <a:fillRect/>
          </a:stretch>
        </p:blipFill>
        <p:spPr>
          <a:xfrm>
            <a:off x="4640104" y="2561749"/>
            <a:ext cx="64103" cy="82391"/>
          </a:xfrm>
          <a:prstGeom prst="rect"/>
          <a:ln w="0">
            <a:noFill/>
          </a:ln>
        </p:spPr>
      </p:pic>
      <p:pic>
        <p:nvPicPr>
          <p:cNvPr id="576" name="New picture"/>
          <p:cNvPicPr/>
          <p:nvPr/>
        </p:nvPicPr>
        <p:blipFill>
          <a:blip r:embed="rId335"/>
          <a:srcRect/>
          <a:stretch>
            <a:fillRect/>
          </a:stretch>
        </p:blipFill>
        <p:spPr>
          <a:xfrm>
            <a:off x="4713351" y="2561748"/>
            <a:ext cx="79439" cy="82391"/>
          </a:xfrm>
          <a:prstGeom prst="rect"/>
          <a:ln w="0">
            <a:noFill/>
          </a:ln>
        </p:spPr>
      </p:pic>
      <p:sp>
        <p:nvSpPr>
          <p:cNvPr id="577" name="New shape"/>
          <p:cNvSpPr/>
          <p:nvPr/>
        </p:nvSpPr>
        <p:spPr>
          <a:xfrm>
            <a:off x="4727067" y="257241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8" name="New picture"/>
          <p:cNvPicPr/>
          <p:nvPr/>
        </p:nvPicPr>
        <p:blipFill>
          <a:blip r:embed="rId336"/>
          <a:srcRect/>
          <a:stretch>
            <a:fillRect/>
          </a:stretch>
        </p:blipFill>
        <p:spPr>
          <a:xfrm>
            <a:off x="4812602" y="2561749"/>
            <a:ext cx="120682" cy="79343"/>
          </a:xfrm>
          <a:prstGeom prst="rect"/>
          <a:ln w="0">
            <a:noFill/>
          </a:ln>
        </p:spPr>
      </p:pic>
      <p:pic>
        <p:nvPicPr>
          <p:cNvPr id="579" name="New picture"/>
          <p:cNvPicPr/>
          <p:nvPr/>
        </p:nvPicPr>
        <p:blipFill>
          <a:blip r:embed="rId337"/>
          <a:srcRect/>
          <a:stretch>
            <a:fillRect/>
          </a:stretch>
        </p:blipFill>
        <p:spPr>
          <a:xfrm>
            <a:off x="4957667" y="2561749"/>
            <a:ext cx="120682" cy="79343"/>
          </a:xfrm>
          <a:prstGeom prst="rect"/>
          <a:ln w="0">
            <a:noFill/>
          </a:ln>
        </p:spPr>
      </p:pic>
      <p:pic>
        <p:nvPicPr>
          <p:cNvPr id="580" name="New picture"/>
          <p:cNvPicPr/>
          <p:nvPr/>
        </p:nvPicPr>
        <p:blipFill>
          <a:blip r:embed="rId338"/>
          <a:srcRect/>
          <a:stretch>
            <a:fillRect/>
          </a:stretch>
        </p:blipFill>
        <p:spPr>
          <a:xfrm>
            <a:off x="5098161" y="2561749"/>
            <a:ext cx="70295" cy="82391"/>
          </a:xfrm>
          <a:prstGeom prst="rect"/>
          <a:ln w="0">
            <a:noFill/>
          </a:ln>
        </p:spPr>
      </p:pic>
      <p:sp>
        <p:nvSpPr>
          <p:cNvPr id="581" name="New shape"/>
          <p:cNvSpPr/>
          <p:nvPr/>
        </p:nvSpPr>
        <p:spPr>
          <a:xfrm>
            <a:off x="5110352" y="257089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2" name="New picture"/>
          <p:cNvPicPr/>
          <p:nvPr/>
        </p:nvPicPr>
        <p:blipFill>
          <a:blip r:embed="rId339"/>
          <a:srcRect/>
          <a:stretch>
            <a:fillRect/>
          </a:stretch>
        </p:blipFill>
        <p:spPr>
          <a:xfrm>
            <a:off x="5188267" y="2561844"/>
            <a:ext cx="70295" cy="79343"/>
          </a:xfrm>
          <a:prstGeom prst="rect"/>
          <a:ln w="0">
            <a:noFill/>
          </a:ln>
        </p:spPr>
      </p:pic>
      <p:pic>
        <p:nvPicPr>
          <p:cNvPr id="583" name="New picture"/>
          <p:cNvPicPr/>
          <p:nvPr/>
        </p:nvPicPr>
        <p:blipFill>
          <a:blip r:embed="rId340"/>
          <a:srcRect/>
          <a:stretch>
            <a:fillRect/>
          </a:stretch>
        </p:blipFill>
        <p:spPr>
          <a:xfrm>
            <a:off x="5272277" y="2540318"/>
            <a:ext cx="47339" cy="103822"/>
          </a:xfrm>
          <a:prstGeom prst="rect"/>
          <a:ln w="0">
            <a:noFill/>
          </a:ln>
        </p:spPr>
      </p:pic>
      <p:pic>
        <p:nvPicPr>
          <p:cNvPr id="584" name="New picture"/>
          <p:cNvPicPr/>
          <p:nvPr/>
        </p:nvPicPr>
        <p:blipFill>
          <a:blip r:embed="rId341"/>
          <a:srcRect/>
          <a:stretch>
            <a:fillRect/>
          </a:stretch>
        </p:blipFill>
        <p:spPr>
          <a:xfrm>
            <a:off x="5366956" y="2540413"/>
            <a:ext cx="47339" cy="103727"/>
          </a:xfrm>
          <a:prstGeom prst="rect"/>
          <a:ln w="0">
            <a:noFill/>
          </a:ln>
        </p:spPr>
      </p:pic>
      <p:pic>
        <p:nvPicPr>
          <p:cNvPr id="585" name="New picture"/>
          <p:cNvPicPr/>
          <p:nvPr/>
        </p:nvPicPr>
        <p:blipFill>
          <a:blip r:embed="rId342"/>
          <a:srcRect/>
          <a:stretch>
            <a:fillRect/>
          </a:stretch>
        </p:blipFill>
        <p:spPr>
          <a:xfrm>
            <a:off x="5431060" y="2561749"/>
            <a:ext cx="42767" cy="79343"/>
          </a:xfrm>
          <a:prstGeom prst="rect"/>
          <a:ln w="0">
            <a:noFill/>
          </a:ln>
        </p:spPr>
      </p:pic>
      <p:pic>
        <p:nvPicPr>
          <p:cNvPr id="586" name="New picture"/>
          <p:cNvPicPr/>
          <p:nvPr/>
        </p:nvPicPr>
        <p:blipFill>
          <a:blip r:embed="rId343"/>
          <a:srcRect/>
          <a:stretch>
            <a:fillRect/>
          </a:stretch>
        </p:blipFill>
        <p:spPr>
          <a:xfrm>
            <a:off x="5478399" y="2561749"/>
            <a:ext cx="65722" cy="82391"/>
          </a:xfrm>
          <a:prstGeom prst="rect"/>
          <a:ln w="0">
            <a:noFill/>
          </a:ln>
        </p:spPr>
      </p:pic>
      <p:sp>
        <p:nvSpPr>
          <p:cNvPr id="587" name="New shape"/>
          <p:cNvSpPr/>
          <p:nvPr/>
        </p:nvSpPr>
        <p:spPr>
          <a:xfrm>
            <a:off x="5490591" y="2602992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8" name="New picture"/>
          <p:cNvPicPr/>
          <p:nvPr/>
        </p:nvPicPr>
        <p:blipFill>
          <a:blip r:embed="rId344"/>
          <a:srcRect/>
          <a:stretch>
            <a:fillRect/>
          </a:stretch>
        </p:blipFill>
        <p:spPr>
          <a:xfrm>
            <a:off x="5566981" y="2561844"/>
            <a:ext cx="70295" cy="79343"/>
          </a:xfrm>
          <a:prstGeom prst="rect"/>
          <a:ln w="0">
            <a:noFill/>
          </a:ln>
        </p:spPr>
      </p:pic>
      <p:pic>
        <p:nvPicPr>
          <p:cNvPr id="589" name="New picture"/>
          <p:cNvPicPr/>
          <p:nvPr/>
        </p:nvPicPr>
        <p:blipFill>
          <a:blip r:embed="rId345"/>
          <a:srcRect/>
          <a:stretch>
            <a:fillRect/>
          </a:stretch>
        </p:blipFill>
        <p:spPr>
          <a:xfrm>
            <a:off x="5652516" y="2561749"/>
            <a:ext cx="58007" cy="82391"/>
          </a:xfrm>
          <a:prstGeom prst="rect"/>
          <a:ln w="0">
            <a:noFill/>
          </a:ln>
        </p:spPr>
      </p:pic>
      <p:pic>
        <p:nvPicPr>
          <p:cNvPr id="590" name="New picture"/>
          <p:cNvPicPr/>
          <p:nvPr/>
        </p:nvPicPr>
        <p:blipFill>
          <a:blip r:embed="rId346"/>
          <a:srcRect/>
          <a:stretch>
            <a:fillRect/>
          </a:stretch>
        </p:blipFill>
        <p:spPr>
          <a:xfrm>
            <a:off x="5718143" y="2531269"/>
            <a:ext cx="53435" cy="109823"/>
          </a:xfrm>
          <a:prstGeom prst="rect"/>
          <a:ln w="0">
            <a:noFill/>
          </a:ln>
        </p:spPr>
      </p:pic>
      <p:pic>
        <p:nvPicPr>
          <p:cNvPr id="591" name="New picture"/>
          <p:cNvPicPr/>
          <p:nvPr/>
        </p:nvPicPr>
        <p:blipFill>
          <a:blip r:embed="rId347"/>
          <a:srcRect/>
          <a:stretch>
            <a:fillRect/>
          </a:stretch>
        </p:blipFill>
        <p:spPr>
          <a:xfrm>
            <a:off x="5774627" y="2561748"/>
            <a:ext cx="77915" cy="82391"/>
          </a:xfrm>
          <a:prstGeom prst="rect"/>
          <a:ln w="0">
            <a:noFill/>
          </a:ln>
        </p:spPr>
      </p:pic>
      <p:sp>
        <p:nvSpPr>
          <p:cNvPr id="592" name="New shape"/>
          <p:cNvSpPr/>
          <p:nvPr/>
        </p:nvSpPr>
        <p:spPr>
          <a:xfrm>
            <a:off x="5788343" y="257241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3" name="New picture"/>
          <p:cNvPicPr/>
          <p:nvPr/>
        </p:nvPicPr>
        <p:blipFill>
          <a:blip r:embed="rId348"/>
          <a:srcRect/>
          <a:stretch>
            <a:fillRect/>
          </a:stretch>
        </p:blipFill>
        <p:spPr>
          <a:xfrm>
            <a:off x="5872258" y="2561844"/>
            <a:ext cx="42767" cy="79343"/>
          </a:xfrm>
          <a:prstGeom prst="rect"/>
          <a:ln w="0">
            <a:noFill/>
          </a:ln>
        </p:spPr>
      </p:pic>
      <p:pic>
        <p:nvPicPr>
          <p:cNvPr id="594" name="New picture"/>
          <p:cNvPicPr/>
          <p:nvPr/>
        </p:nvPicPr>
        <p:blipFill>
          <a:blip r:embed="rId349"/>
          <a:srcRect/>
          <a:stretch>
            <a:fillRect/>
          </a:stretch>
        </p:blipFill>
        <p:spPr>
          <a:xfrm>
            <a:off x="5928837" y="2561844"/>
            <a:ext cx="120682" cy="79343"/>
          </a:xfrm>
          <a:prstGeom prst="rect"/>
          <a:ln w="0">
            <a:noFill/>
          </a:ln>
        </p:spPr>
      </p:pic>
      <p:pic>
        <p:nvPicPr>
          <p:cNvPr id="595" name="New picture"/>
          <p:cNvPicPr/>
          <p:nvPr/>
        </p:nvPicPr>
        <p:blipFill>
          <a:blip r:embed="rId350"/>
          <a:srcRect/>
          <a:stretch>
            <a:fillRect/>
          </a:stretch>
        </p:blipFill>
        <p:spPr>
          <a:xfrm>
            <a:off x="6069330" y="2561749"/>
            <a:ext cx="70295" cy="82391"/>
          </a:xfrm>
          <a:prstGeom prst="rect"/>
          <a:ln w="0">
            <a:noFill/>
          </a:ln>
        </p:spPr>
      </p:pic>
      <p:sp>
        <p:nvSpPr>
          <p:cNvPr id="596" name="New shape"/>
          <p:cNvSpPr/>
          <p:nvPr/>
        </p:nvSpPr>
        <p:spPr>
          <a:xfrm>
            <a:off x="6081617" y="257089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7" name="New picture"/>
          <p:cNvPicPr/>
          <p:nvPr/>
        </p:nvPicPr>
        <p:blipFill>
          <a:blip r:embed="rId351"/>
          <a:srcRect/>
          <a:stretch>
            <a:fillRect/>
          </a:stretch>
        </p:blipFill>
        <p:spPr>
          <a:xfrm>
            <a:off x="6159341" y="2561844"/>
            <a:ext cx="42767" cy="79343"/>
          </a:xfrm>
          <a:prstGeom prst="rect"/>
          <a:ln w="0">
            <a:noFill/>
          </a:ln>
        </p:spPr>
      </p:pic>
      <p:pic>
        <p:nvPicPr>
          <p:cNvPr id="598" name="New picture"/>
          <p:cNvPicPr/>
          <p:nvPr/>
        </p:nvPicPr>
        <p:blipFill>
          <a:blip r:embed="rId352"/>
          <a:srcRect/>
          <a:stretch>
            <a:fillRect/>
          </a:stretch>
        </p:blipFill>
        <p:spPr>
          <a:xfrm>
            <a:off x="6255639" y="2563273"/>
            <a:ext cx="68771" cy="80867"/>
          </a:xfrm>
          <a:prstGeom prst="rect"/>
          <a:ln w="0">
            <a:noFill/>
          </a:ln>
        </p:spPr>
      </p:pic>
      <p:pic>
        <p:nvPicPr>
          <p:cNvPr id="599" name="New picture"/>
          <p:cNvPicPr/>
          <p:nvPr/>
        </p:nvPicPr>
        <p:blipFill>
          <a:blip r:embed="rId353"/>
          <a:srcRect/>
          <a:stretch>
            <a:fillRect/>
          </a:stretch>
        </p:blipFill>
        <p:spPr>
          <a:xfrm>
            <a:off x="6348794" y="2561749"/>
            <a:ext cx="70295" cy="79343"/>
          </a:xfrm>
          <a:prstGeom prst="rect"/>
          <a:ln w="0">
            <a:noFill/>
          </a:ln>
        </p:spPr>
      </p:pic>
      <p:pic>
        <p:nvPicPr>
          <p:cNvPr id="600" name="New picture"/>
          <p:cNvPicPr/>
          <p:nvPr/>
        </p:nvPicPr>
        <p:blipFill>
          <a:blip r:embed="rId354"/>
          <a:srcRect/>
          <a:stretch>
            <a:fillRect/>
          </a:stretch>
        </p:blipFill>
        <p:spPr>
          <a:xfrm>
            <a:off x="677418" y="2790634"/>
            <a:ext cx="64103" cy="82486"/>
          </a:xfrm>
          <a:prstGeom prst="rect"/>
          <a:ln w="0">
            <a:noFill/>
          </a:ln>
        </p:spPr>
      </p:pic>
      <p:pic>
        <p:nvPicPr>
          <p:cNvPr id="601" name="New picture"/>
          <p:cNvPicPr/>
          <p:nvPr/>
        </p:nvPicPr>
        <p:blipFill>
          <a:blip r:embed="rId355"/>
          <a:srcRect/>
          <a:stretch>
            <a:fillRect/>
          </a:stretch>
        </p:blipFill>
        <p:spPr>
          <a:xfrm>
            <a:off x="752285" y="2790634"/>
            <a:ext cx="77819" cy="82486"/>
          </a:xfrm>
          <a:prstGeom prst="rect"/>
          <a:ln w="0">
            <a:noFill/>
          </a:ln>
        </p:spPr>
      </p:pic>
      <p:sp>
        <p:nvSpPr>
          <p:cNvPr id="602" name="New shape"/>
          <p:cNvSpPr/>
          <p:nvPr/>
        </p:nvSpPr>
        <p:spPr>
          <a:xfrm>
            <a:off x="766001" y="2801398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3" name="New picture"/>
          <p:cNvPicPr/>
          <p:nvPr/>
        </p:nvPicPr>
        <p:blipFill>
          <a:blip r:embed="rId356"/>
          <a:srcRect/>
          <a:stretch>
            <a:fillRect/>
          </a:stretch>
        </p:blipFill>
        <p:spPr>
          <a:xfrm>
            <a:off x="850011" y="2790730"/>
            <a:ext cx="70295" cy="79343"/>
          </a:xfrm>
          <a:prstGeom prst="rect"/>
          <a:ln w="0">
            <a:noFill/>
          </a:ln>
        </p:spPr>
      </p:pic>
      <p:pic>
        <p:nvPicPr>
          <p:cNvPr id="604" name="New picture"/>
          <p:cNvPicPr/>
          <p:nvPr/>
        </p:nvPicPr>
        <p:blipFill>
          <a:blip r:embed="rId357"/>
          <a:srcRect/>
          <a:stretch>
            <a:fillRect/>
          </a:stretch>
        </p:blipFill>
        <p:spPr>
          <a:xfrm>
            <a:off x="940022" y="2790634"/>
            <a:ext cx="64103" cy="82391"/>
          </a:xfrm>
          <a:prstGeom prst="rect"/>
          <a:ln w="0">
            <a:noFill/>
          </a:ln>
        </p:spPr>
      </p:pic>
      <p:pic>
        <p:nvPicPr>
          <p:cNvPr id="605" name="New picture"/>
          <p:cNvPicPr/>
          <p:nvPr/>
        </p:nvPicPr>
        <p:blipFill>
          <a:blip r:embed="rId358"/>
          <a:srcRect/>
          <a:stretch>
            <a:fillRect/>
          </a:stretch>
        </p:blipFill>
        <p:spPr>
          <a:xfrm>
            <a:off x="1014889" y="2790635"/>
            <a:ext cx="70294" cy="82486"/>
          </a:xfrm>
          <a:prstGeom prst="rect"/>
          <a:ln w="0">
            <a:noFill/>
          </a:ln>
        </p:spPr>
      </p:pic>
      <p:sp>
        <p:nvSpPr>
          <p:cNvPr id="606" name="New shape"/>
          <p:cNvSpPr/>
          <p:nvPr/>
        </p:nvSpPr>
        <p:spPr>
          <a:xfrm>
            <a:off x="1027081" y="27998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7" name="New picture"/>
          <p:cNvPicPr/>
          <p:nvPr/>
        </p:nvPicPr>
        <p:blipFill>
          <a:blip r:embed="rId359"/>
          <a:srcRect/>
          <a:stretch>
            <a:fillRect/>
          </a:stretch>
        </p:blipFill>
        <p:spPr>
          <a:xfrm>
            <a:off x="1104995" y="2790634"/>
            <a:ext cx="76390" cy="117539"/>
          </a:xfrm>
          <a:prstGeom prst="rect"/>
          <a:ln w="0">
            <a:noFill/>
          </a:ln>
        </p:spPr>
      </p:pic>
      <p:sp>
        <p:nvSpPr>
          <p:cNvPr id="608" name="New shape"/>
          <p:cNvSpPr/>
          <p:nvPr/>
        </p:nvSpPr>
        <p:spPr>
          <a:xfrm>
            <a:off x="1118711" y="280130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9" name="New picture"/>
          <p:cNvPicPr/>
          <p:nvPr/>
        </p:nvPicPr>
        <p:blipFill>
          <a:blip r:embed="rId360"/>
          <a:srcRect/>
          <a:stretch>
            <a:fillRect/>
          </a:stretch>
        </p:blipFill>
        <p:spPr>
          <a:xfrm>
            <a:off x="1190530" y="2769298"/>
            <a:ext cx="47339" cy="103822"/>
          </a:xfrm>
          <a:prstGeom prst="rect"/>
          <a:ln w="0">
            <a:noFill/>
          </a:ln>
        </p:spPr>
      </p:pic>
      <p:pic>
        <p:nvPicPr>
          <p:cNvPr id="610" name="New picture"/>
          <p:cNvPicPr/>
          <p:nvPr/>
        </p:nvPicPr>
        <p:blipFill>
          <a:blip r:embed="rId361"/>
          <a:srcRect/>
          <a:stretch>
            <a:fillRect/>
          </a:stretch>
        </p:blipFill>
        <p:spPr>
          <a:xfrm>
            <a:off x="1294352" y="2790730"/>
            <a:ext cx="42672" cy="79343"/>
          </a:xfrm>
          <a:prstGeom prst="rect"/>
          <a:ln w="0">
            <a:noFill/>
          </a:ln>
        </p:spPr>
      </p:pic>
      <p:pic>
        <p:nvPicPr>
          <p:cNvPr id="611" name="New picture"/>
          <p:cNvPicPr/>
          <p:nvPr/>
        </p:nvPicPr>
        <p:blipFill>
          <a:blip r:embed="rId362"/>
          <a:srcRect/>
          <a:stretch>
            <a:fillRect/>
          </a:stretch>
        </p:blipFill>
        <p:spPr>
          <a:xfrm>
            <a:off x="1341692" y="2790635"/>
            <a:ext cx="71723" cy="82486"/>
          </a:xfrm>
          <a:prstGeom prst="rect"/>
          <a:ln w="0">
            <a:noFill/>
          </a:ln>
        </p:spPr>
      </p:pic>
      <p:sp>
        <p:nvSpPr>
          <p:cNvPr id="612" name="New shape"/>
          <p:cNvSpPr/>
          <p:nvPr/>
        </p:nvSpPr>
        <p:spPr>
          <a:xfrm>
            <a:off x="1355407" y="27998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13" name="New shape"/>
          <p:cNvSpPr/>
          <p:nvPr/>
        </p:nvSpPr>
        <p:spPr>
          <a:xfrm>
            <a:off x="1434084" y="27614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4" name="New picture"/>
          <p:cNvPicPr/>
          <p:nvPr/>
        </p:nvPicPr>
        <p:blipFill>
          <a:blip r:embed="rId363"/>
          <a:srcRect/>
          <a:stretch>
            <a:fillRect/>
          </a:stretch>
        </p:blipFill>
        <p:spPr>
          <a:xfrm>
            <a:off x="1466945" y="2790634"/>
            <a:ext cx="65627" cy="82391"/>
          </a:xfrm>
          <a:prstGeom prst="rect"/>
          <a:ln w="0">
            <a:noFill/>
          </a:ln>
        </p:spPr>
      </p:pic>
      <p:sp>
        <p:nvSpPr>
          <p:cNvPr id="615" name="New shape"/>
          <p:cNvSpPr/>
          <p:nvPr/>
        </p:nvSpPr>
        <p:spPr>
          <a:xfrm>
            <a:off x="1480661" y="2831878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6" name="New picture"/>
          <p:cNvPicPr/>
          <p:nvPr/>
        </p:nvPicPr>
        <p:blipFill>
          <a:blip r:embed="rId364"/>
          <a:srcRect/>
          <a:stretch>
            <a:fillRect/>
          </a:stretch>
        </p:blipFill>
        <p:spPr>
          <a:xfrm>
            <a:off x="1546289" y="2769298"/>
            <a:ext cx="47339" cy="103822"/>
          </a:xfrm>
          <a:prstGeom prst="rect"/>
          <a:ln w="0">
            <a:noFill/>
          </a:ln>
        </p:spPr>
      </p:pic>
      <p:sp>
        <p:nvSpPr>
          <p:cNvPr id="617" name="New shape"/>
          <p:cNvSpPr/>
          <p:nvPr/>
        </p:nvSpPr>
        <p:spPr>
          <a:xfrm>
            <a:off x="1612011" y="279225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8" name="New picture"/>
          <p:cNvPicPr/>
          <p:nvPr/>
        </p:nvPicPr>
        <p:blipFill>
          <a:blip r:embed="rId365"/>
          <a:srcRect/>
          <a:stretch>
            <a:fillRect/>
          </a:stretch>
        </p:blipFill>
        <p:spPr>
          <a:xfrm>
            <a:off x="1608868" y="2758630"/>
            <a:ext cx="16859" cy="15240"/>
          </a:xfrm>
          <a:prstGeom prst="rect"/>
          <a:ln w="0">
            <a:noFill/>
          </a:ln>
        </p:spPr>
      </p:pic>
      <p:pic>
        <p:nvPicPr>
          <p:cNvPr id="619" name="New picture"/>
          <p:cNvPicPr/>
          <p:nvPr/>
        </p:nvPicPr>
        <p:blipFill>
          <a:blip r:embed="rId366"/>
          <a:srcRect/>
          <a:stretch>
            <a:fillRect/>
          </a:stretch>
        </p:blipFill>
        <p:spPr>
          <a:xfrm>
            <a:off x="1637919" y="2792254"/>
            <a:ext cx="73343" cy="77819"/>
          </a:xfrm>
          <a:prstGeom prst="rect"/>
          <a:ln w="0">
            <a:noFill/>
          </a:ln>
        </p:spPr>
      </p:pic>
      <p:pic>
        <p:nvPicPr>
          <p:cNvPr id="620" name="New picture"/>
          <p:cNvPicPr/>
          <p:nvPr/>
        </p:nvPicPr>
        <p:blipFill>
          <a:blip r:embed="rId367"/>
          <a:srcRect/>
          <a:stretch>
            <a:fillRect/>
          </a:stretch>
        </p:blipFill>
        <p:spPr>
          <a:xfrm>
            <a:off x="1718882" y="2790635"/>
            <a:ext cx="71723" cy="82486"/>
          </a:xfrm>
          <a:prstGeom prst="rect"/>
          <a:ln w="0">
            <a:noFill/>
          </a:ln>
        </p:spPr>
      </p:pic>
      <p:sp>
        <p:nvSpPr>
          <p:cNvPr id="621" name="New shape"/>
          <p:cNvSpPr/>
          <p:nvPr/>
        </p:nvSpPr>
        <p:spPr>
          <a:xfrm>
            <a:off x="1731073" y="27998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2" name="New picture"/>
          <p:cNvPicPr/>
          <p:nvPr/>
        </p:nvPicPr>
        <p:blipFill>
          <a:blip r:embed="rId368"/>
          <a:srcRect/>
          <a:stretch>
            <a:fillRect/>
          </a:stretch>
        </p:blipFill>
        <p:spPr>
          <a:xfrm>
            <a:off x="1808988" y="2790634"/>
            <a:ext cx="122110" cy="79439"/>
          </a:xfrm>
          <a:prstGeom prst="rect"/>
          <a:ln w="0">
            <a:noFill/>
          </a:ln>
        </p:spPr>
      </p:pic>
      <p:pic>
        <p:nvPicPr>
          <p:cNvPr id="623" name="New picture"/>
          <p:cNvPicPr/>
          <p:nvPr/>
        </p:nvPicPr>
        <p:blipFill>
          <a:blip r:embed="rId369"/>
          <a:srcRect/>
          <a:stretch>
            <a:fillRect/>
          </a:stretch>
        </p:blipFill>
        <p:spPr>
          <a:xfrm>
            <a:off x="1951006" y="2790635"/>
            <a:ext cx="70199" cy="82486"/>
          </a:xfrm>
          <a:prstGeom prst="rect"/>
          <a:ln w="0">
            <a:noFill/>
          </a:ln>
        </p:spPr>
      </p:pic>
      <p:sp>
        <p:nvSpPr>
          <p:cNvPr id="624" name="New shape"/>
          <p:cNvSpPr/>
          <p:nvPr/>
        </p:nvSpPr>
        <p:spPr>
          <a:xfrm>
            <a:off x="1963198" y="27998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5" name="New picture"/>
          <p:cNvPicPr/>
          <p:nvPr/>
        </p:nvPicPr>
        <p:blipFill>
          <a:blip r:embed="rId370"/>
          <a:srcRect/>
          <a:stretch>
            <a:fillRect/>
          </a:stretch>
        </p:blipFill>
        <p:spPr>
          <a:xfrm>
            <a:off x="2041112" y="2790730"/>
            <a:ext cx="70294" cy="79343"/>
          </a:xfrm>
          <a:prstGeom prst="rect"/>
          <a:ln w="0">
            <a:noFill/>
          </a:ln>
        </p:spPr>
      </p:pic>
      <p:pic>
        <p:nvPicPr>
          <p:cNvPr id="626" name="New picture"/>
          <p:cNvPicPr/>
          <p:nvPr/>
        </p:nvPicPr>
        <p:blipFill>
          <a:blip r:embed="rId371"/>
          <a:srcRect/>
          <a:stretch>
            <a:fillRect/>
          </a:stretch>
        </p:blipFill>
        <p:spPr>
          <a:xfrm>
            <a:off x="2125028" y="2769298"/>
            <a:ext cx="47339" cy="103822"/>
          </a:xfrm>
          <a:prstGeom prst="rect"/>
          <a:ln w="0">
            <a:noFill/>
          </a:ln>
        </p:spPr>
      </p:pic>
      <p:pic>
        <p:nvPicPr>
          <p:cNvPr id="627" name="New picture"/>
          <p:cNvPicPr/>
          <p:nvPr/>
        </p:nvPicPr>
        <p:blipFill>
          <a:blip r:embed="rId372"/>
          <a:srcRect/>
          <a:stretch>
            <a:fillRect/>
          </a:stretch>
        </p:blipFill>
        <p:spPr>
          <a:xfrm>
            <a:off x="2224278" y="2790635"/>
            <a:ext cx="71818" cy="82486"/>
          </a:xfrm>
          <a:prstGeom prst="rect"/>
          <a:ln w="0">
            <a:noFill/>
          </a:ln>
        </p:spPr>
      </p:pic>
      <p:sp>
        <p:nvSpPr>
          <p:cNvPr id="628" name="New shape"/>
          <p:cNvSpPr/>
          <p:nvPr/>
        </p:nvSpPr>
        <p:spPr>
          <a:xfrm>
            <a:off x="2236565" y="2799874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29" name="New shape"/>
          <p:cNvSpPr/>
          <p:nvPr/>
        </p:nvSpPr>
        <p:spPr>
          <a:xfrm>
            <a:off x="2247233" y="2755583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0" name="New picture"/>
          <p:cNvPicPr/>
          <p:nvPr/>
        </p:nvPicPr>
        <p:blipFill>
          <a:blip r:embed="rId373"/>
          <a:srcRect/>
          <a:stretch>
            <a:fillRect/>
          </a:stretch>
        </p:blipFill>
        <p:spPr>
          <a:xfrm>
            <a:off x="2306765" y="2790635"/>
            <a:ext cx="58007" cy="82486"/>
          </a:xfrm>
          <a:prstGeom prst="rect"/>
          <a:ln w="0">
            <a:noFill/>
          </a:ln>
        </p:spPr>
      </p:pic>
      <p:pic>
        <p:nvPicPr>
          <p:cNvPr id="631" name="New picture"/>
          <p:cNvPicPr/>
          <p:nvPr/>
        </p:nvPicPr>
        <p:blipFill>
          <a:blip r:embed="rId374"/>
          <a:srcRect/>
          <a:stretch>
            <a:fillRect/>
          </a:stretch>
        </p:blipFill>
        <p:spPr>
          <a:xfrm>
            <a:off x="2378488" y="2790730"/>
            <a:ext cx="77914" cy="82391"/>
          </a:xfrm>
          <a:prstGeom prst="rect"/>
          <a:ln w="0">
            <a:noFill/>
          </a:ln>
        </p:spPr>
      </p:pic>
      <p:sp>
        <p:nvSpPr>
          <p:cNvPr id="632" name="New shape"/>
          <p:cNvSpPr/>
          <p:nvPr/>
        </p:nvSpPr>
        <p:spPr>
          <a:xfrm>
            <a:off x="2392299" y="280139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3" name="New picture"/>
          <p:cNvPicPr/>
          <p:nvPr/>
        </p:nvPicPr>
        <p:blipFill>
          <a:blip r:embed="rId375"/>
          <a:srcRect/>
          <a:stretch>
            <a:fillRect/>
          </a:stretch>
        </p:blipFill>
        <p:spPr>
          <a:xfrm>
            <a:off x="2465642" y="2769298"/>
            <a:ext cx="47339" cy="103822"/>
          </a:xfrm>
          <a:prstGeom prst="rect"/>
          <a:ln w="0">
            <a:noFill/>
          </a:ln>
        </p:spPr>
      </p:pic>
      <p:pic>
        <p:nvPicPr>
          <p:cNvPr id="634" name="New picture"/>
          <p:cNvPicPr/>
          <p:nvPr/>
        </p:nvPicPr>
        <p:blipFill>
          <a:blip r:embed="rId376"/>
          <a:srcRect/>
          <a:stretch>
            <a:fillRect/>
          </a:stretch>
        </p:blipFill>
        <p:spPr>
          <a:xfrm>
            <a:off x="2523649" y="2790635"/>
            <a:ext cx="71723" cy="82486"/>
          </a:xfrm>
          <a:prstGeom prst="rect"/>
          <a:ln w="0">
            <a:noFill/>
          </a:ln>
        </p:spPr>
      </p:pic>
      <p:sp>
        <p:nvSpPr>
          <p:cNvPr id="635" name="New shape"/>
          <p:cNvSpPr/>
          <p:nvPr/>
        </p:nvSpPr>
        <p:spPr>
          <a:xfrm>
            <a:off x="2535841" y="27998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36" name="New shape"/>
          <p:cNvSpPr/>
          <p:nvPr/>
        </p:nvSpPr>
        <p:spPr>
          <a:xfrm>
            <a:off x="2546509" y="2755583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7" name="New picture"/>
          <p:cNvPicPr/>
          <p:nvPr/>
        </p:nvPicPr>
        <p:blipFill>
          <a:blip r:embed="rId377"/>
          <a:srcRect/>
          <a:stretch>
            <a:fillRect/>
          </a:stretch>
        </p:blipFill>
        <p:spPr>
          <a:xfrm>
            <a:off x="2613660" y="2790730"/>
            <a:ext cx="42767" cy="79343"/>
          </a:xfrm>
          <a:prstGeom prst="rect"/>
          <a:ln w="0">
            <a:noFill/>
          </a:ln>
        </p:spPr>
      </p:pic>
      <p:sp>
        <p:nvSpPr>
          <p:cNvPr id="638" name="New shape"/>
          <p:cNvSpPr/>
          <p:nvPr/>
        </p:nvSpPr>
        <p:spPr>
          <a:xfrm>
            <a:off x="2671762" y="279225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9" name="New picture"/>
          <p:cNvPicPr/>
          <p:nvPr/>
        </p:nvPicPr>
        <p:blipFill>
          <a:blip r:embed="rId378"/>
          <a:srcRect/>
          <a:stretch>
            <a:fillRect/>
          </a:stretch>
        </p:blipFill>
        <p:spPr>
          <a:xfrm>
            <a:off x="2668714" y="2758630"/>
            <a:ext cx="18288" cy="15335"/>
          </a:xfrm>
          <a:prstGeom prst="rect"/>
          <a:ln w="0">
            <a:noFill/>
          </a:ln>
        </p:spPr>
      </p:pic>
      <p:pic>
        <p:nvPicPr>
          <p:cNvPr id="640" name="New picture"/>
          <p:cNvPicPr/>
          <p:nvPr/>
        </p:nvPicPr>
        <p:blipFill>
          <a:blip r:embed="rId379"/>
          <a:srcRect/>
          <a:stretch>
            <a:fillRect/>
          </a:stretch>
        </p:blipFill>
        <p:spPr>
          <a:xfrm>
            <a:off x="2705290" y="2790634"/>
            <a:ext cx="74867" cy="117539"/>
          </a:xfrm>
          <a:prstGeom prst="rect"/>
          <a:ln w="0">
            <a:noFill/>
          </a:ln>
        </p:spPr>
      </p:pic>
      <p:sp>
        <p:nvSpPr>
          <p:cNvPr id="641" name="New shape"/>
          <p:cNvSpPr/>
          <p:nvPr/>
        </p:nvSpPr>
        <p:spPr>
          <a:xfrm>
            <a:off x="2719102" y="2801398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2" name="New picture"/>
          <p:cNvPicPr/>
          <p:nvPr/>
        </p:nvPicPr>
        <p:blipFill>
          <a:blip r:embed="rId380"/>
          <a:srcRect/>
          <a:stretch>
            <a:fillRect/>
          </a:stretch>
        </p:blipFill>
        <p:spPr>
          <a:xfrm>
            <a:off x="2804541" y="2792254"/>
            <a:ext cx="70295" cy="80867"/>
          </a:xfrm>
          <a:prstGeom prst="rect"/>
          <a:ln w="0">
            <a:noFill/>
          </a:ln>
        </p:spPr>
      </p:pic>
      <p:pic>
        <p:nvPicPr>
          <p:cNvPr id="643" name="New picture"/>
          <p:cNvPicPr/>
          <p:nvPr/>
        </p:nvPicPr>
        <p:blipFill>
          <a:blip r:embed="rId381"/>
          <a:srcRect/>
          <a:stretch>
            <a:fillRect/>
          </a:stretch>
        </p:blipFill>
        <p:spPr>
          <a:xfrm>
            <a:off x="2894647" y="2790635"/>
            <a:ext cx="70295" cy="82391"/>
          </a:xfrm>
          <a:prstGeom prst="rect"/>
          <a:ln w="0">
            <a:noFill/>
          </a:ln>
        </p:spPr>
      </p:pic>
      <p:sp>
        <p:nvSpPr>
          <p:cNvPr id="644" name="New shape"/>
          <p:cNvSpPr/>
          <p:nvPr/>
        </p:nvSpPr>
        <p:spPr>
          <a:xfrm>
            <a:off x="2906935" y="27997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5" name="New picture"/>
          <p:cNvPicPr/>
          <p:nvPr/>
        </p:nvPicPr>
        <p:blipFill>
          <a:blip r:embed="rId382"/>
          <a:srcRect/>
          <a:stretch>
            <a:fillRect/>
          </a:stretch>
        </p:blipFill>
        <p:spPr>
          <a:xfrm>
            <a:off x="3019901" y="2790635"/>
            <a:ext cx="71723" cy="82486"/>
          </a:xfrm>
          <a:prstGeom prst="rect"/>
          <a:ln w="0">
            <a:noFill/>
          </a:ln>
        </p:spPr>
      </p:pic>
      <p:sp>
        <p:nvSpPr>
          <p:cNvPr id="646" name="New shape"/>
          <p:cNvSpPr/>
          <p:nvPr/>
        </p:nvSpPr>
        <p:spPr>
          <a:xfrm>
            <a:off x="3033617" y="27998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7" name="New picture"/>
          <p:cNvPicPr/>
          <p:nvPr/>
        </p:nvPicPr>
        <p:blipFill>
          <a:blip r:embed="rId383"/>
          <a:srcRect/>
          <a:stretch>
            <a:fillRect/>
          </a:stretch>
        </p:blipFill>
        <p:spPr>
          <a:xfrm>
            <a:off x="3111532" y="2790634"/>
            <a:ext cx="68675" cy="79439"/>
          </a:xfrm>
          <a:prstGeom prst="rect"/>
          <a:ln w="0">
            <a:noFill/>
          </a:ln>
        </p:spPr>
      </p:pic>
      <p:pic>
        <p:nvPicPr>
          <p:cNvPr id="648" name="New picture"/>
          <p:cNvPicPr/>
          <p:nvPr/>
        </p:nvPicPr>
        <p:blipFill>
          <a:blip r:embed="rId384"/>
          <a:srcRect/>
          <a:stretch>
            <a:fillRect/>
          </a:stretch>
        </p:blipFill>
        <p:spPr>
          <a:xfrm>
            <a:off x="3244406" y="2792254"/>
            <a:ext cx="70199" cy="80867"/>
          </a:xfrm>
          <a:prstGeom prst="rect"/>
          <a:ln w="0">
            <a:noFill/>
          </a:ln>
        </p:spPr>
      </p:pic>
      <p:pic>
        <p:nvPicPr>
          <p:cNvPr id="649" name="New picture"/>
          <p:cNvPicPr/>
          <p:nvPr/>
        </p:nvPicPr>
        <p:blipFill>
          <a:blip r:embed="rId385"/>
          <a:srcRect/>
          <a:stretch>
            <a:fillRect/>
          </a:stretch>
        </p:blipFill>
        <p:spPr>
          <a:xfrm>
            <a:off x="3339084" y="2790730"/>
            <a:ext cx="70295" cy="79343"/>
          </a:xfrm>
          <a:prstGeom prst="rect"/>
          <a:ln w="0">
            <a:noFill/>
          </a:ln>
        </p:spPr>
      </p:pic>
      <p:pic>
        <p:nvPicPr>
          <p:cNvPr id="650" name="New picture"/>
          <p:cNvPicPr/>
          <p:nvPr/>
        </p:nvPicPr>
        <p:blipFill>
          <a:blip r:embed="rId386"/>
          <a:srcRect/>
          <a:stretch>
            <a:fillRect/>
          </a:stretch>
        </p:blipFill>
        <p:spPr>
          <a:xfrm>
            <a:off x="3467290" y="2790634"/>
            <a:ext cx="79439" cy="82391"/>
          </a:xfrm>
          <a:prstGeom prst="rect"/>
          <a:ln w="0">
            <a:noFill/>
          </a:ln>
        </p:spPr>
      </p:pic>
      <p:sp>
        <p:nvSpPr>
          <p:cNvPr id="651" name="New shape"/>
          <p:cNvSpPr/>
          <p:nvPr/>
        </p:nvSpPr>
        <p:spPr>
          <a:xfrm>
            <a:off x="3481006" y="280130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2" name="New picture"/>
          <p:cNvPicPr/>
          <p:nvPr/>
        </p:nvPicPr>
        <p:blipFill>
          <a:blip r:embed="rId387"/>
          <a:srcRect/>
          <a:stretch>
            <a:fillRect/>
          </a:stretch>
        </p:blipFill>
        <p:spPr>
          <a:xfrm>
            <a:off x="3566541" y="2792254"/>
            <a:ext cx="68675" cy="80867"/>
          </a:xfrm>
          <a:prstGeom prst="rect"/>
          <a:ln w="0">
            <a:noFill/>
          </a:ln>
        </p:spPr>
      </p:pic>
      <p:pic>
        <p:nvPicPr>
          <p:cNvPr id="653" name="New picture"/>
          <p:cNvPicPr/>
          <p:nvPr/>
        </p:nvPicPr>
        <p:blipFill>
          <a:blip r:embed="rId388"/>
          <a:srcRect/>
          <a:stretch>
            <a:fillRect/>
          </a:stretch>
        </p:blipFill>
        <p:spPr>
          <a:xfrm>
            <a:off x="3650646" y="2769298"/>
            <a:ext cx="47339" cy="103822"/>
          </a:xfrm>
          <a:prstGeom prst="rect"/>
          <a:ln w="0">
            <a:noFill/>
          </a:ln>
        </p:spPr>
      </p:pic>
      <p:sp>
        <p:nvSpPr>
          <p:cNvPr id="654" name="New shape"/>
          <p:cNvSpPr/>
          <p:nvPr/>
        </p:nvSpPr>
        <p:spPr>
          <a:xfrm>
            <a:off x="3716275" y="279225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5" name="New picture"/>
          <p:cNvPicPr/>
          <p:nvPr/>
        </p:nvPicPr>
        <p:blipFill>
          <a:blip r:embed="rId389"/>
          <a:srcRect/>
          <a:stretch>
            <a:fillRect/>
          </a:stretch>
        </p:blipFill>
        <p:spPr>
          <a:xfrm>
            <a:off x="3713226" y="2758630"/>
            <a:ext cx="18288" cy="15335"/>
          </a:xfrm>
          <a:prstGeom prst="rect"/>
          <a:ln w="0">
            <a:noFill/>
          </a:ln>
        </p:spPr>
      </p:pic>
      <p:sp>
        <p:nvSpPr>
          <p:cNvPr id="656" name="New shape"/>
          <p:cNvSpPr/>
          <p:nvPr/>
        </p:nvSpPr>
        <p:spPr>
          <a:xfrm>
            <a:off x="3755136" y="276148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7" name="New picture"/>
          <p:cNvPicPr/>
          <p:nvPr/>
        </p:nvPicPr>
        <p:blipFill>
          <a:blip r:embed="rId390"/>
          <a:srcRect/>
          <a:stretch>
            <a:fillRect/>
          </a:stretch>
        </p:blipFill>
        <p:spPr>
          <a:xfrm>
            <a:off x="3833812" y="2790634"/>
            <a:ext cx="74771" cy="117539"/>
          </a:xfrm>
          <a:prstGeom prst="rect"/>
          <a:ln w="0">
            <a:noFill/>
          </a:ln>
        </p:spPr>
      </p:pic>
      <p:sp>
        <p:nvSpPr>
          <p:cNvPr id="658" name="New shape"/>
          <p:cNvSpPr/>
          <p:nvPr/>
        </p:nvSpPr>
        <p:spPr>
          <a:xfrm>
            <a:off x="3847529" y="2801398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9" name="New picture"/>
          <p:cNvPicPr/>
          <p:nvPr/>
        </p:nvPicPr>
        <p:blipFill>
          <a:blip r:embed="rId391"/>
          <a:srcRect/>
          <a:stretch>
            <a:fillRect/>
          </a:stretch>
        </p:blipFill>
        <p:spPr>
          <a:xfrm>
            <a:off x="3928491" y="2790634"/>
            <a:ext cx="42767" cy="79439"/>
          </a:xfrm>
          <a:prstGeom prst="rect"/>
          <a:ln w="0">
            <a:noFill/>
          </a:ln>
        </p:spPr>
      </p:pic>
      <p:pic>
        <p:nvPicPr>
          <p:cNvPr id="660" name="New picture"/>
          <p:cNvPicPr/>
          <p:nvPr/>
        </p:nvPicPr>
        <p:blipFill>
          <a:blip r:embed="rId392"/>
          <a:srcRect/>
          <a:stretch>
            <a:fillRect/>
          </a:stretch>
        </p:blipFill>
        <p:spPr>
          <a:xfrm>
            <a:off x="3975830" y="2790634"/>
            <a:ext cx="65627" cy="82487"/>
          </a:xfrm>
          <a:prstGeom prst="rect"/>
          <a:ln w="0">
            <a:noFill/>
          </a:ln>
        </p:spPr>
      </p:pic>
      <p:sp>
        <p:nvSpPr>
          <p:cNvPr id="661" name="New shape"/>
          <p:cNvSpPr/>
          <p:nvPr/>
        </p:nvSpPr>
        <p:spPr>
          <a:xfrm>
            <a:off x="3989546" y="2831878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2" name="New picture"/>
          <p:cNvPicPr/>
          <p:nvPr/>
        </p:nvPicPr>
        <p:blipFill>
          <a:blip r:embed="rId393"/>
          <a:srcRect/>
          <a:stretch>
            <a:fillRect/>
          </a:stretch>
        </p:blipFill>
        <p:spPr>
          <a:xfrm>
            <a:off x="4053649" y="2769394"/>
            <a:ext cx="48863" cy="103727"/>
          </a:xfrm>
          <a:prstGeom prst="rect"/>
          <a:ln w="0">
            <a:noFill/>
          </a:ln>
        </p:spPr>
      </p:pic>
      <p:sp>
        <p:nvSpPr>
          <p:cNvPr id="663" name="New shape"/>
          <p:cNvSpPr/>
          <p:nvPr/>
        </p:nvSpPr>
        <p:spPr>
          <a:xfrm>
            <a:off x="4119276" y="2792254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4" name="New picture"/>
          <p:cNvPicPr/>
          <p:nvPr/>
        </p:nvPicPr>
        <p:blipFill>
          <a:blip r:embed="rId394"/>
          <a:srcRect/>
          <a:stretch>
            <a:fillRect/>
          </a:stretch>
        </p:blipFill>
        <p:spPr>
          <a:xfrm>
            <a:off x="4117753" y="2758630"/>
            <a:ext cx="16859" cy="15240"/>
          </a:xfrm>
          <a:prstGeom prst="rect"/>
          <a:ln w="0">
            <a:noFill/>
          </a:ln>
        </p:spPr>
      </p:pic>
      <p:pic>
        <p:nvPicPr>
          <p:cNvPr id="665" name="New picture"/>
          <p:cNvPicPr/>
          <p:nvPr/>
        </p:nvPicPr>
        <p:blipFill>
          <a:blip r:embed="rId395"/>
          <a:srcRect/>
          <a:stretch>
            <a:fillRect/>
          </a:stretch>
        </p:blipFill>
        <p:spPr>
          <a:xfrm>
            <a:off x="4152900" y="2790634"/>
            <a:ext cx="74866" cy="117539"/>
          </a:xfrm>
          <a:prstGeom prst="rect"/>
          <a:ln w="0">
            <a:noFill/>
          </a:ln>
        </p:spPr>
      </p:pic>
      <p:sp>
        <p:nvSpPr>
          <p:cNvPr id="666" name="New shape"/>
          <p:cNvSpPr/>
          <p:nvPr/>
        </p:nvSpPr>
        <p:spPr>
          <a:xfrm>
            <a:off x="4166711" y="2801398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7" name="New picture"/>
          <p:cNvPicPr/>
          <p:nvPr/>
        </p:nvPicPr>
        <p:blipFill>
          <a:blip r:embed="rId396"/>
          <a:srcRect/>
          <a:stretch>
            <a:fillRect/>
          </a:stretch>
        </p:blipFill>
        <p:spPr>
          <a:xfrm>
            <a:off x="4253770" y="2792254"/>
            <a:ext cx="68675" cy="80867"/>
          </a:xfrm>
          <a:prstGeom prst="rect"/>
          <a:ln w="0">
            <a:noFill/>
          </a:ln>
        </p:spPr>
      </p:pic>
      <p:pic>
        <p:nvPicPr>
          <p:cNvPr id="668" name="New picture"/>
          <p:cNvPicPr/>
          <p:nvPr/>
        </p:nvPicPr>
        <p:blipFill>
          <a:blip r:embed="rId397"/>
          <a:srcRect/>
          <a:stretch>
            <a:fillRect/>
          </a:stretch>
        </p:blipFill>
        <p:spPr>
          <a:xfrm>
            <a:off x="4342353" y="2790730"/>
            <a:ext cx="71723" cy="82391"/>
          </a:xfrm>
          <a:prstGeom prst="rect"/>
          <a:ln w="0">
            <a:noFill/>
          </a:ln>
        </p:spPr>
      </p:pic>
      <p:sp>
        <p:nvSpPr>
          <p:cNvPr id="669" name="New shape"/>
          <p:cNvSpPr/>
          <p:nvPr/>
        </p:nvSpPr>
        <p:spPr>
          <a:xfrm>
            <a:off x="4356068" y="27998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0" name="New picture"/>
          <p:cNvPicPr/>
          <p:nvPr/>
        </p:nvPicPr>
        <p:blipFill>
          <a:blip r:embed="rId398"/>
          <a:srcRect/>
          <a:stretch>
            <a:fillRect/>
          </a:stretch>
        </p:blipFill>
        <p:spPr>
          <a:xfrm>
            <a:off x="4430840" y="2854833"/>
            <a:ext cx="16859" cy="16764"/>
          </a:xfrm>
          <a:prstGeom prst="rect"/>
          <a:ln w="0">
            <a:noFill/>
          </a:ln>
        </p:spPr>
      </p:pic>
      <p:pic>
        <p:nvPicPr>
          <p:cNvPr id="671" name="New picture"/>
          <p:cNvPicPr/>
          <p:nvPr/>
        </p:nvPicPr>
        <p:blipFill>
          <a:blip r:embed="rId399"/>
          <a:srcRect/>
          <a:stretch>
            <a:fillRect/>
          </a:stretch>
        </p:blipFill>
        <p:spPr>
          <a:xfrm>
            <a:off x="678942" y="3143155"/>
            <a:ext cx="38195" cy="108395"/>
          </a:xfrm>
          <a:prstGeom prst="rect"/>
          <a:ln w="0">
            <a:noFill/>
          </a:ln>
        </p:spPr>
      </p:pic>
      <p:sp>
        <p:nvSpPr>
          <p:cNvPr id="672" name="New shape"/>
          <p:cNvSpPr/>
          <p:nvPr/>
        </p:nvSpPr>
        <p:spPr>
          <a:xfrm>
            <a:off x="739140" y="3142488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3" name="New picture"/>
          <p:cNvPicPr/>
          <p:nvPr/>
        </p:nvPicPr>
        <p:blipFill>
          <a:blip r:embed="rId400"/>
          <a:srcRect/>
          <a:stretch>
            <a:fillRect/>
          </a:stretch>
        </p:blipFill>
        <p:spPr>
          <a:xfrm>
            <a:off x="811816" y="3172206"/>
            <a:ext cx="65627" cy="82391"/>
          </a:xfrm>
          <a:prstGeom prst="rect"/>
          <a:ln w="0">
            <a:noFill/>
          </a:ln>
        </p:spPr>
      </p:pic>
      <p:sp>
        <p:nvSpPr>
          <p:cNvPr id="674" name="New shape"/>
          <p:cNvSpPr/>
          <p:nvPr/>
        </p:nvSpPr>
        <p:spPr>
          <a:xfrm>
            <a:off x="825532" y="321335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5" name="New picture"/>
          <p:cNvPicPr/>
          <p:nvPr/>
        </p:nvPicPr>
        <p:blipFill>
          <a:blip r:embed="rId401"/>
          <a:srcRect/>
          <a:stretch>
            <a:fillRect/>
          </a:stretch>
        </p:blipFill>
        <p:spPr>
          <a:xfrm>
            <a:off x="901922" y="3143155"/>
            <a:ext cx="74771" cy="111442"/>
          </a:xfrm>
          <a:prstGeom prst="rect"/>
          <a:ln w="0">
            <a:noFill/>
          </a:ln>
        </p:spPr>
      </p:pic>
      <p:sp>
        <p:nvSpPr>
          <p:cNvPr id="676" name="New shape"/>
          <p:cNvSpPr/>
          <p:nvPr/>
        </p:nvSpPr>
        <p:spPr>
          <a:xfrm>
            <a:off x="915638" y="318287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7" name="New picture"/>
          <p:cNvPicPr/>
          <p:nvPr/>
        </p:nvPicPr>
        <p:blipFill>
          <a:blip r:embed="rId402"/>
          <a:srcRect/>
          <a:stretch>
            <a:fillRect/>
          </a:stretch>
        </p:blipFill>
        <p:spPr>
          <a:xfrm>
            <a:off x="992029" y="3172206"/>
            <a:ext cx="77819" cy="82391"/>
          </a:xfrm>
          <a:prstGeom prst="rect"/>
          <a:ln w="0">
            <a:noFill/>
          </a:ln>
        </p:spPr>
      </p:pic>
      <p:sp>
        <p:nvSpPr>
          <p:cNvPr id="678" name="New shape"/>
          <p:cNvSpPr/>
          <p:nvPr/>
        </p:nvSpPr>
        <p:spPr>
          <a:xfrm>
            <a:off x="1005745" y="318287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9" name="New picture"/>
          <p:cNvPicPr/>
          <p:nvPr/>
        </p:nvPicPr>
        <p:blipFill>
          <a:blip r:embed="rId403"/>
          <a:srcRect/>
          <a:stretch>
            <a:fillRect/>
          </a:stretch>
        </p:blipFill>
        <p:spPr>
          <a:xfrm>
            <a:off x="1089755" y="3172206"/>
            <a:ext cx="42767" cy="79343"/>
          </a:xfrm>
          <a:prstGeom prst="rect"/>
          <a:ln w="0">
            <a:noFill/>
          </a:ln>
        </p:spPr>
      </p:pic>
      <p:pic>
        <p:nvPicPr>
          <p:cNvPr id="680" name="New picture"/>
          <p:cNvPicPr/>
          <p:nvPr/>
        </p:nvPicPr>
        <p:blipFill>
          <a:blip r:embed="rId404"/>
          <a:srcRect/>
          <a:stretch>
            <a:fillRect/>
          </a:stretch>
        </p:blipFill>
        <p:spPr>
          <a:xfrm>
            <a:off x="1138618" y="3143154"/>
            <a:ext cx="74771" cy="111442"/>
          </a:xfrm>
          <a:prstGeom prst="rect"/>
          <a:ln w="0">
            <a:noFill/>
          </a:ln>
        </p:spPr>
      </p:pic>
      <p:sp>
        <p:nvSpPr>
          <p:cNvPr id="681" name="New shape"/>
          <p:cNvSpPr/>
          <p:nvPr/>
        </p:nvSpPr>
        <p:spPr>
          <a:xfrm>
            <a:off x="1150810" y="318287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2" name="New picture"/>
          <p:cNvPicPr/>
          <p:nvPr/>
        </p:nvPicPr>
        <p:blipFill>
          <a:blip r:embed="rId405"/>
          <a:srcRect/>
          <a:stretch>
            <a:fillRect/>
          </a:stretch>
        </p:blipFill>
        <p:spPr>
          <a:xfrm>
            <a:off x="1233297" y="3172301"/>
            <a:ext cx="70199" cy="82391"/>
          </a:xfrm>
          <a:prstGeom prst="rect"/>
          <a:ln w="0">
            <a:noFill/>
          </a:ln>
        </p:spPr>
      </p:pic>
      <p:sp>
        <p:nvSpPr>
          <p:cNvPr id="683" name="New shape"/>
          <p:cNvSpPr/>
          <p:nvPr/>
        </p:nvSpPr>
        <p:spPr>
          <a:xfrm>
            <a:off x="1245489" y="3181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84" name="New shape"/>
          <p:cNvSpPr/>
          <p:nvPr/>
        </p:nvSpPr>
        <p:spPr>
          <a:xfrm>
            <a:off x="1363980" y="3142488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5" name="New picture"/>
          <p:cNvPicPr/>
          <p:nvPr/>
        </p:nvPicPr>
        <p:blipFill>
          <a:blip r:embed="rId406"/>
          <a:srcRect/>
          <a:stretch>
            <a:fillRect/>
          </a:stretch>
        </p:blipFill>
        <p:spPr>
          <a:xfrm>
            <a:off x="1398270" y="3172301"/>
            <a:ext cx="71723" cy="82391"/>
          </a:xfrm>
          <a:prstGeom prst="rect"/>
          <a:ln w="0">
            <a:noFill/>
          </a:ln>
        </p:spPr>
      </p:pic>
      <p:sp>
        <p:nvSpPr>
          <p:cNvPr id="686" name="New shape"/>
          <p:cNvSpPr/>
          <p:nvPr/>
        </p:nvSpPr>
        <p:spPr>
          <a:xfrm>
            <a:off x="1411986" y="3181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7" name="New picture"/>
          <p:cNvPicPr/>
          <p:nvPr/>
        </p:nvPicPr>
        <p:blipFill>
          <a:blip r:embed="rId407"/>
          <a:srcRect/>
          <a:stretch>
            <a:fillRect/>
          </a:stretch>
        </p:blipFill>
        <p:spPr>
          <a:xfrm>
            <a:off x="1480661" y="3172206"/>
            <a:ext cx="58007" cy="82391"/>
          </a:xfrm>
          <a:prstGeom prst="rect"/>
          <a:ln w="0">
            <a:noFill/>
          </a:ln>
        </p:spPr>
      </p:pic>
      <p:sp>
        <p:nvSpPr>
          <p:cNvPr id="688" name="New shape"/>
          <p:cNvSpPr/>
          <p:nvPr/>
        </p:nvSpPr>
        <p:spPr>
          <a:xfrm>
            <a:off x="1598676" y="3142488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9" name="New picture"/>
          <p:cNvPicPr/>
          <p:nvPr/>
        </p:nvPicPr>
        <p:blipFill>
          <a:blip r:embed="rId408"/>
          <a:srcRect/>
          <a:stretch>
            <a:fillRect/>
          </a:stretch>
        </p:blipFill>
        <p:spPr>
          <a:xfrm>
            <a:off x="1630299" y="3172206"/>
            <a:ext cx="65627" cy="82391"/>
          </a:xfrm>
          <a:prstGeom prst="rect"/>
          <a:ln w="0">
            <a:noFill/>
          </a:ln>
        </p:spPr>
      </p:pic>
      <p:sp>
        <p:nvSpPr>
          <p:cNvPr id="690" name="New shape"/>
          <p:cNvSpPr/>
          <p:nvPr/>
        </p:nvSpPr>
        <p:spPr>
          <a:xfrm>
            <a:off x="1644015" y="321335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1" name="New picture"/>
          <p:cNvPicPr/>
          <p:nvPr/>
        </p:nvPicPr>
        <p:blipFill>
          <a:blip r:embed="rId409"/>
          <a:srcRect/>
          <a:stretch>
            <a:fillRect/>
          </a:stretch>
        </p:blipFill>
        <p:spPr>
          <a:xfrm>
            <a:off x="1720405" y="3172206"/>
            <a:ext cx="68675" cy="79343"/>
          </a:xfrm>
          <a:prstGeom prst="rect"/>
          <a:ln w="0">
            <a:noFill/>
          </a:ln>
        </p:spPr>
      </p:pic>
      <p:pic>
        <p:nvPicPr>
          <p:cNvPr id="692" name="New picture"/>
          <p:cNvPicPr/>
          <p:nvPr/>
        </p:nvPicPr>
        <p:blipFill>
          <a:blip r:embed="rId410"/>
          <a:srcRect/>
          <a:stretch>
            <a:fillRect/>
          </a:stretch>
        </p:blipFill>
        <p:spPr>
          <a:xfrm>
            <a:off x="1804416" y="3172206"/>
            <a:ext cx="77819" cy="119062"/>
          </a:xfrm>
          <a:prstGeom prst="rect"/>
          <a:ln w="0">
            <a:noFill/>
          </a:ln>
        </p:spPr>
      </p:pic>
      <p:sp>
        <p:nvSpPr>
          <p:cNvPr id="693" name="New shape"/>
          <p:cNvSpPr/>
          <p:nvPr/>
        </p:nvSpPr>
        <p:spPr>
          <a:xfrm>
            <a:off x="1821180" y="3181350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4" name="New shape"/>
          <p:cNvSpPr/>
          <p:nvPr/>
        </p:nvSpPr>
        <p:spPr>
          <a:xfrm>
            <a:off x="1816608" y="3251550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5" name="New picture"/>
          <p:cNvPicPr/>
          <p:nvPr/>
        </p:nvPicPr>
        <p:blipFill>
          <a:blip r:embed="rId411"/>
          <a:srcRect/>
          <a:stretch>
            <a:fillRect/>
          </a:stretch>
        </p:blipFill>
        <p:spPr>
          <a:xfrm>
            <a:off x="1892903" y="3172206"/>
            <a:ext cx="65627" cy="82391"/>
          </a:xfrm>
          <a:prstGeom prst="rect"/>
          <a:ln w="0">
            <a:noFill/>
          </a:ln>
        </p:spPr>
      </p:pic>
      <p:sp>
        <p:nvSpPr>
          <p:cNvPr id="696" name="New shape"/>
          <p:cNvSpPr/>
          <p:nvPr/>
        </p:nvSpPr>
        <p:spPr>
          <a:xfrm>
            <a:off x="1905095" y="3213354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7" name="New picture"/>
          <p:cNvPicPr/>
          <p:nvPr/>
        </p:nvPicPr>
        <p:blipFill>
          <a:blip r:embed="rId412"/>
          <a:srcRect/>
          <a:stretch>
            <a:fillRect/>
          </a:stretch>
        </p:blipFill>
        <p:spPr>
          <a:xfrm>
            <a:off x="1972342" y="3172206"/>
            <a:ext cx="77914" cy="119062"/>
          </a:xfrm>
          <a:prstGeom prst="rect"/>
          <a:ln w="0">
            <a:noFill/>
          </a:ln>
        </p:spPr>
      </p:pic>
      <p:sp>
        <p:nvSpPr>
          <p:cNvPr id="698" name="New shape"/>
          <p:cNvSpPr/>
          <p:nvPr/>
        </p:nvSpPr>
        <p:spPr>
          <a:xfrm>
            <a:off x="1989106" y="3181350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9" name="New shape"/>
          <p:cNvSpPr/>
          <p:nvPr/>
        </p:nvSpPr>
        <p:spPr>
          <a:xfrm>
            <a:off x="1984534" y="3251550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0" name="New picture"/>
          <p:cNvPicPr/>
          <p:nvPr/>
        </p:nvPicPr>
        <p:blipFill>
          <a:blip r:embed="rId413"/>
          <a:srcRect/>
          <a:stretch>
            <a:fillRect/>
          </a:stretch>
        </p:blipFill>
        <p:spPr>
          <a:xfrm>
            <a:off x="2060924" y="3172206"/>
            <a:ext cx="70199" cy="82391"/>
          </a:xfrm>
          <a:prstGeom prst="rect"/>
          <a:ln w="0">
            <a:noFill/>
          </a:ln>
        </p:spPr>
      </p:pic>
      <p:sp>
        <p:nvSpPr>
          <p:cNvPr id="701" name="New shape"/>
          <p:cNvSpPr/>
          <p:nvPr/>
        </p:nvSpPr>
        <p:spPr>
          <a:xfrm>
            <a:off x="2073116" y="31813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2" name="New picture"/>
          <p:cNvPicPr/>
          <p:nvPr/>
        </p:nvPicPr>
        <p:blipFill>
          <a:blip r:embed="rId414"/>
          <a:srcRect/>
          <a:stretch>
            <a:fillRect/>
          </a:stretch>
        </p:blipFill>
        <p:spPr>
          <a:xfrm>
            <a:off x="2143411" y="3172206"/>
            <a:ext cx="56483" cy="82391"/>
          </a:xfrm>
          <a:prstGeom prst="rect"/>
          <a:ln w="0">
            <a:noFill/>
          </a:ln>
        </p:spPr>
      </p:pic>
      <p:pic>
        <p:nvPicPr>
          <p:cNvPr id="703" name="New picture"/>
          <p:cNvPicPr/>
          <p:nvPr/>
        </p:nvPicPr>
        <p:blipFill>
          <a:blip r:embed="rId415"/>
          <a:srcRect/>
          <a:stretch>
            <a:fillRect/>
          </a:stretch>
        </p:blipFill>
        <p:spPr>
          <a:xfrm>
            <a:off x="2253329" y="3143154"/>
            <a:ext cx="76295" cy="111442"/>
          </a:xfrm>
          <a:prstGeom prst="rect"/>
          <a:ln w="0">
            <a:noFill/>
          </a:ln>
        </p:spPr>
      </p:pic>
      <p:sp>
        <p:nvSpPr>
          <p:cNvPr id="704" name="New shape"/>
          <p:cNvSpPr/>
          <p:nvPr/>
        </p:nvSpPr>
        <p:spPr>
          <a:xfrm>
            <a:off x="2267045" y="318287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5" name="New picture"/>
          <p:cNvPicPr/>
          <p:nvPr/>
        </p:nvPicPr>
        <p:blipFill>
          <a:blip r:embed="rId416"/>
          <a:srcRect/>
          <a:stretch>
            <a:fillRect/>
          </a:stretch>
        </p:blipFill>
        <p:spPr>
          <a:xfrm>
            <a:off x="2349532" y="3172206"/>
            <a:ext cx="70199" cy="82391"/>
          </a:xfrm>
          <a:prstGeom prst="rect"/>
          <a:ln w="0">
            <a:noFill/>
          </a:ln>
        </p:spPr>
      </p:pic>
      <p:sp>
        <p:nvSpPr>
          <p:cNvPr id="706" name="New shape"/>
          <p:cNvSpPr/>
          <p:nvPr/>
        </p:nvSpPr>
        <p:spPr>
          <a:xfrm>
            <a:off x="2361724" y="31813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7" name="New picture"/>
          <p:cNvPicPr/>
          <p:nvPr/>
        </p:nvPicPr>
        <p:blipFill>
          <a:blip r:embed="rId417"/>
          <a:srcRect/>
          <a:stretch>
            <a:fillRect/>
          </a:stretch>
        </p:blipFill>
        <p:spPr>
          <a:xfrm>
            <a:off x="2479357" y="3172206"/>
            <a:ext cx="74771" cy="117539"/>
          </a:xfrm>
          <a:prstGeom prst="rect"/>
          <a:ln w="0">
            <a:noFill/>
          </a:ln>
        </p:spPr>
      </p:pic>
      <p:sp>
        <p:nvSpPr>
          <p:cNvPr id="708" name="New shape"/>
          <p:cNvSpPr/>
          <p:nvPr/>
        </p:nvSpPr>
        <p:spPr>
          <a:xfrm>
            <a:off x="2493073" y="318287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9" name="New picture"/>
          <p:cNvPicPr/>
          <p:nvPr/>
        </p:nvPicPr>
        <p:blipFill>
          <a:blip r:embed="rId418"/>
          <a:srcRect/>
          <a:stretch>
            <a:fillRect/>
          </a:stretch>
        </p:blipFill>
        <p:spPr>
          <a:xfrm>
            <a:off x="2574036" y="3172206"/>
            <a:ext cx="42767" cy="79343"/>
          </a:xfrm>
          <a:prstGeom prst="rect"/>
          <a:ln w="0">
            <a:noFill/>
          </a:ln>
        </p:spPr>
      </p:pic>
      <p:pic>
        <p:nvPicPr>
          <p:cNvPr id="710" name="New picture"/>
          <p:cNvPicPr/>
          <p:nvPr/>
        </p:nvPicPr>
        <p:blipFill>
          <a:blip r:embed="rId419"/>
          <a:srcRect/>
          <a:stretch>
            <a:fillRect/>
          </a:stretch>
        </p:blipFill>
        <p:spPr>
          <a:xfrm>
            <a:off x="2622804" y="3172206"/>
            <a:ext cx="77914" cy="82391"/>
          </a:xfrm>
          <a:prstGeom prst="rect"/>
          <a:ln w="0">
            <a:noFill/>
          </a:ln>
        </p:spPr>
      </p:pic>
      <p:sp>
        <p:nvSpPr>
          <p:cNvPr id="711" name="New shape"/>
          <p:cNvSpPr/>
          <p:nvPr/>
        </p:nvSpPr>
        <p:spPr>
          <a:xfrm>
            <a:off x="2636520" y="318287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2" name="New picture"/>
          <p:cNvPicPr/>
          <p:nvPr/>
        </p:nvPicPr>
        <p:blipFill>
          <a:blip r:embed="rId420"/>
          <a:srcRect/>
          <a:stretch>
            <a:fillRect/>
          </a:stretch>
        </p:blipFill>
        <p:spPr>
          <a:xfrm>
            <a:off x="2711386" y="3172206"/>
            <a:ext cx="77819" cy="119062"/>
          </a:xfrm>
          <a:prstGeom prst="rect"/>
          <a:ln w="0">
            <a:noFill/>
          </a:ln>
        </p:spPr>
      </p:pic>
      <p:sp>
        <p:nvSpPr>
          <p:cNvPr id="713" name="New shape"/>
          <p:cNvSpPr/>
          <p:nvPr/>
        </p:nvSpPr>
        <p:spPr>
          <a:xfrm>
            <a:off x="2728151" y="3181350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14" name="New shape"/>
          <p:cNvSpPr/>
          <p:nvPr/>
        </p:nvSpPr>
        <p:spPr>
          <a:xfrm>
            <a:off x="2723579" y="3251550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5" name="New picture"/>
          <p:cNvPicPr/>
          <p:nvPr/>
        </p:nvPicPr>
        <p:blipFill>
          <a:blip r:embed="rId421"/>
          <a:srcRect/>
          <a:stretch>
            <a:fillRect/>
          </a:stretch>
        </p:blipFill>
        <p:spPr>
          <a:xfrm>
            <a:off x="2804541" y="3172206"/>
            <a:ext cx="42767" cy="79343"/>
          </a:xfrm>
          <a:prstGeom prst="rect"/>
          <a:ln w="0">
            <a:noFill/>
          </a:ln>
        </p:spPr>
      </p:pic>
      <p:pic>
        <p:nvPicPr>
          <p:cNvPr id="716" name="New picture"/>
          <p:cNvPicPr/>
          <p:nvPr/>
        </p:nvPicPr>
        <p:blipFill>
          <a:blip r:embed="rId422"/>
          <a:srcRect/>
          <a:stretch>
            <a:fillRect/>
          </a:stretch>
        </p:blipFill>
        <p:spPr>
          <a:xfrm>
            <a:off x="2851880" y="3172206"/>
            <a:ext cx="65627" cy="82391"/>
          </a:xfrm>
          <a:prstGeom prst="rect"/>
          <a:ln w="0">
            <a:noFill/>
          </a:ln>
        </p:spPr>
      </p:pic>
      <p:sp>
        <p:nvSpPr>
          <p:cNvPr id="717" name="New shape"/>
          <p:cNvSpPr/>
          <p:nvPr/>
        </p:nvSpPr>
        <p:spPr>
          <a:xfrm>
            <a:off x="2865596" y="321335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8" name="New picture"/>
          <p:cNvPicPr/>
          <p:nvPr/>
        </p:nvPicPr>
        <p:blipFill>
          <a:blip r:embed="rId423"/>
          <a:srcRect/>
          <a:stretch>
            <a:fillRect/>
          </a:stretch>
        </p:blipFill>
        <p:spPr>
          <a:xfrm>
            <a:off x="2941987" y="3172206"/>
            <a:ext cx="120682" cy="79343"/>
          </a:xfrm>
          <a:prstGeom prst="rect"/>
          <a:ln w="0">
            <a:noFill/>
          </a:ln>
        </p:spPr>
      </p:pic>
      <p:pic>
        <p:nvPicPr>
          <p:cNvPr id="719" name="New picture"/>
          <p:cNvPicPr/>
          <p:nvPr/>
        </p:nvPicPr>
        <p:blipFill>
          <a:blip r:embed="rId424"/>
          <a:srcRect/>
          <a:stretch>
            <a:fillRect/>
          </a:stretch>
        </p:blipFill>
        <p:spPr>
          <a:xfrm>
            <a:off x="3087053" y="3172206"/>
            <a:ext cx="120682" cy="79343"/>
          </a:xfrm>
          <a:prstGeom prst="rect"/>
          <a:ln w="0">
            <a:noFill/>
          </a:ln>
        </p:spPr>
      </p:pic>
      <p:pic>
        <p:nvPicPr>
          <p:cNvPr id="720" name="New picture"/>
          <p:cNvPicPr/>
          <p:nvPr/>
        </p:nvPicPr>
        <p:blipFill>
          <a:blip r:embed="rId425"/>
          <a:srcRect/>
          <a:stretch>
            <a:fillRect/>
          </a:stretch>
        </p:blipFill>
        <p:spPr>
          <a:xfrm>
            <a:off x="3224498" y="3172206"/>
            <a:ext cx="65627" cy="82391"/>
          </a:xfrm>
          <a:prstGeom prst="rect"/>
          <a:ln w="0">
            <a:noFill/>
          </a:ln>
        </p:spPr>
      </p:pic>
      <p:sp>
        <p:nvSpPr>
          <p:cNvPr id="721" name="New shape"/>
          <p:cNvSpPr/>
          <p:nvPr/>
        </p:nvSpPr>
        <p:spPr>
          <a:xfrm>
            <a:off x="3238214" y="3213450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2" name="New picture"/>
          <p:cNvPicPr/>
          <p:nvPr/>
        </p:nvPicPr>
        <p:blipFill>
          <a:blip r:embed="rId426"/>
          <a:srcRect/>
          <a:stretch>
            <a:fillRect/>
          </a:stretch>
        </p:blipFill>
        <p:spPr>
          <a:xfrm>
            <a:off x="3303936" y="3150870"/>
            <a:ext cx="47339" cy="103727"/>
          </a:xfrm>
          <a:prstGeom prst="rect"/>
          <a:ln w="0">
            <a:noFill/>
          </a:ln>
        </p:spPr>
      </p:pic>
      <p:sp>
        <p:nvSpPr>
          <p:cNvPr id="723" name="New shape"/>
          <p:cNvSpPr/>
          <p:nvPr/>
        </p:nvSpPr>
        <p:spPr>
          <a:xfrm>
            <a:off x="3369564" y="317373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4" name="New picture"/>
          <p:cNvPicPr/>
          <p:nvPr/>
        </p:nvPicPr>
        <p:blipFill>
          <a:blip r:embed="rId427"/>
          <a:srcRect/>
          <a:stretch>
            <a:fillRect/>
          </a:stretch>
        </p:blipFill>
        <p:spPr>
          <a:xfrm>
            <a:off x="3366516" y="3140106"/>
            <a:ext cx="16764" cy="15335"/>
          </a:xfrm>
          <a:prstGeom prst="rect"/>
          <a:ln w="0">
            <a:noFill/>
          </a:ln>
        </p:spPr>
      </p:pic>
      <p:pic>
        <p:nvPicPr>
          <p:cNvPr id="725" name="New picture"/>
          <p:cNvPicPr/>
          <p:nvPr/>
        </p:nvPicPr>
        <p:blipFill>
          <a:blip r:embed="rId428"/>
          <a:srcRect/>
          <a:stretch>
            <a:fillRect/>
          </a:stretch>
        </p:blipFill>
        <p:spPr>
          <a:xfrm>
            <a:off x="3403187" y="3172206"/>
            <a:ext cx="77819" cy="82391"/>
          </a:xfrm>
          <a:prstGeom prst="rect"/>
          <a:ln w="0">
            <a:noFill/>
          </a:ln>
        </p:spPr>
      </p:pic>
      <p:sp>
        <p:nvSpPr>
          <p:cNvPr id="726" name="New shape"/>
          <p:cNvSpPr/>
          <p:nvPr/>
        </p:nvSpPr>
        <p:spPr>
          <a:xfrm>
            <a:off x="3416903" y="318287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7" name="New picture"/>
          <p:cNvPicPr/>
          <p:nvPr/>
        </p:nvPicPr>
        <p:blipFill>
          <a:blip r:embed="rId429"/>
          <a:srcRect/>
          <a:stretch>
            <a:fillRect/>
          </a:stretch>
        </p:blipFill>
        <p:spPr>
          <a:xfrm>
            <a:off x="3500914" y="3172206"/>
            <a:ext cx="68675" cy="79343"/>
          </a:xfrm>
          <a:prstGeom prst="rect"/>
          <a:ln w="0">
            <a:noFill/>
          </a:ln>
        </p:spPr>
      </p:pic>
      <p:pic>
        <p:nvPicPr>
          <p:cNvPr id="728" name="New picture"/>
          <p:cNvPicPr/>
          <p:nvPr/>
        </p:nvPicPr>
        <p:blipFill>
          <a:blip r:embed="rId430"/>
          <a:srcRect/>
          <a:stretch>
            <a:fillRect/>
          </a:stretch>
        </p:blipFill>
        <p:spPr>
          <a:xfrm>
            <a:off x="3635311" y="3143155"/>
            <a:ext cx="76295" cy="108394"/>
          </a:xfrm>
          <a:prstGeom prst="rect"/>
          <a:ln w="0">
            <a:noFill/>
          </a:ln>
        </p:spPr>
      </p:pic>
      <p:sp>
        <p:nvSpPr>
          <p:cNvPr id="729" name="New shape"/>
          <p:cNvSpPr/>
          <p:nvPr/>
        </p:nvSpPr>
        <p:spPr>
          <a:xfrm>
            <a:off x="3649028" y="3155442"/>
            <a:ext cx="47339" cy="487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0" name="New picture"/>
          <p:cNvPicPr/>
          <p:nvPr/>
        </p:nvPicPr>
        <p:blipFill>
          <a:blip r:embed="rId431"/>
          <a:srcRect/>
          <a:stretch>
            <a:fillRect/>
          </a:stretch>
        </p:blipFill>
        <p:spPr>
          <a:xfrm>
            <a:off x="3716179" y="3173730"/>
            <a:ext cx="70295" cy="117539"/>
          </a:xfrm>
          <a:prstGeom prst="rect"/>
          <a:ln w="0">
            <a:noFill/>
          </a:ln>
        </p:spPr>
      </p:pic>
      <p:pic>
        <p:nvPicPr>
          <p:cNvPr id="731" name="New picture"/>
          <p:cNvPicPr/>
          <p:nvPr/>
        </p:nvPicPr>
        <p:blipFill>
          <a:blip r:embed="rId432"/>
          <a:srcRect/>
          <a:stretch>
            <a:fillRect/>
          </a:stretch>
        </p:blipFill>
        <p:spPr>
          <a:xfrm>
            <a:off x="3794093" y="3150870"/>
            <a:ext cx="48863" cy="103727"/>
          </a:xfrm>
          <a:prstGeom prst="rect"/>
          <a:ln w="0">
            <a:noFill/>
          </a:ln>
        </p:spPr>
      </p:pic>
      <p:pic>
        <p:nvPicPr>
          <p:cNvPr id="732" name="New picture"/>
          <p:cNvPicPr/>
          <p:nvPr/>
        </p:nvPicPr>
        <p:blipFill>
          <a:blip r:embed="rId433"/>
          <a:srcRect/>
          <a:stretch>
            <a:fillRect/>
          </a:stretch>
        </p:blipFill>
        <p:spPr>
          <a:xfrm>
            <a:off x="3859720" y="3143155"/>
            <a:ext cx="68771" cy="108395"/>
          </a:xfrm>
          <a:prstGeom prst="rect"/>
          <a:ln w="0">
            <a:noFill/>
          </a:ln>
        </p:spPr>
      </p:pic>
      <p:pic>
        <p:nvPicPr>
          <p:cNvPr id="733" name="New picture"/>
          <p:cNvPicPr/>
          <p:nvPr/>
        </p:nvPicPr>
        <p:blipFill>
          <a:blip r:embed="rId434"/>
          <a:srcRect/>
          <a:stretch>
            <a:fillRect/>
          </a:stretch>
        </p:blipFill>
        <p:spPr>
          <a:xfrm>
            <a:off x="3948303" y="3172206"/>
            <a:ext cx="77915" cy="82391"/>
          </a:xfrm>
          <a:prstGeom prst="rect"/>
          <a:ln w="0">
            <a:noFill/>
          </a:ln>
        </p:spPr>
      </p:pic>
      <p:sp>
        <p:nvSpPr>
          <p:cNvPr id="734" name="New shape"/>
          <p:cNvSpPr/>
          <p:nvPr/>
        </p:nvSpPr>
        <p:spPr>
          <a:xfrm>
            <a:off x="3962019" y="3182874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5" name="New picture"/>
          <p:cNvPicPr/>
          <p:nvPr/>
        </p:nvPicPr>
        <p:blipFill>
          <a:blip r:embed="rId435"/>
          <a:srcRect/>
          <a:stretch>
            <a:fillRect/>
          </a:stretch>
        </p:blipFill>
        <p:spPr>
          <a:xfrm>
            <a:off x="4046030" y="3172206"/>
            <a:ext cx="70295" cy="79343"/>
          </a:xfrm>
          <a:prstGeom prst="rect"/>
          <a:ln w="0">
            <a:noFill/>
          </a:ln>
        </p:spPr>
      </p:pic>
      <p:pic>
        <p:nvPicPr>
          <p:cNvPr id="736" name="New picture"/>
          <p:cNvPicPr/>
          <p:nvPr/>
        </p:nvPicPr>
        <p:blipFill>
          <a:blip r:embed="rId436"/>
          <a:srcRect/>
          <a:stretch>
            <a:fillRect/>
          </a:stretch>
        </p:blipFill>
        <p:spPr>
          <a:xfrm>
            <a:off x="4175855" y="3172206"/>
            <a:ext cx="70199" cy="82391"/>
          </a:xfrm>
          <a:prstGeom prst="rect"/>
          <a:ln w="0">
            <a:noFill/>
          </a:ln>
        </p:spPr>
      </p:pic>
      <p:sp>
        <p:nvSpPr>
          <p:cNvPr id="737" name="New shape"/>
          <p:cNvSpPr/>
          <p:nvPr/>
        </p:nvSpPr>
        <p:spPr>
          <a:xfrm>
            <a:off x="4188047" y="31813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8" name="New picture"/>
          <p:cNvPicPr/>
          <p:nvPr/>
        </p:nvPicPr>
        <p:blipFill>
          <a:blip r:embed="rId437"/>
          <a:srcRect/>
          <a:stretch>
            <a:fillRect/>
          </a:stretch>
        </p:blipFill>
        <p:spPr>
          <a:xfrm>
            <a:off x="4255294" y="3150775"/>
            <a:ext cx="48863" cy="103822"/>
          </a:xfrm>
          <a:prstGeom prst="rect"/>
          <a:ln w="0">
            <a:noFill/>
          </a:ln>
        </p:spPr>
      </p:pic>
      <p:pic>
        <p:nvPicPr>
          <p:cNvPr id="739" name="New picture"/>
          <p:cNvPicPr/>
          <p:nvPr/>
        </p:nvPicPr>
        <p:blipFill>
          <a:blip r:embed="rId438"/>
          <a:srcRect/>
          <a:stretch>
            <a:fillRect/>
          </a:stretch>
        </p:blipFill>
        <p:spPr>
          <a:xfrm>
            <a:off x="4362164" y="3143154"/>
            <a:ext cx="76295" cy="108395"/>
          </a:xfrm>
          <a:prstGeom prst="rect"/>
          <a:ln w="0">
            <a:noFill/>
          </a:ln>
        </p:spPr>
      </p:pic>
      <p:sp>
        <p:nvSpPr>
          <p:cNvPr id="740" name="New shape"/>
          <p:cNvSpPr/>
          <p:nvPr/>
        </p:nvSpPr>
        <p:spPr>
          <a:xfrm>
            <a:off x="4374356" y="3155442"/>
            <a:ext cx="47339" cy="472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1" name="New picture"/>
          <p:cNvPicPr/>
          <p:nvPr/>
        </p:nvPicPr>
        <p:blipFill>
          <a:blip r:embed="rId439"/>
          <a:srcRect/>
          <a:stretch>
            <a:fillRect/>
          </a:stretch>
        </p:blipFill>
        <p:spPr>
          <a:xfrm>
            <a:off x="4450747" y="3236309"/>
            <a:ext cx="21336" cy="42672"/>
          </a:xfrm>
          <a:prstGeom prst="rect"/>
          <a:ln w="0">
            <a:noFill/>
          </a:ln>
        </p:spPr>
      </p:pic>
      <p:pic>
        <p:nvPicPr>
          <p:cNvPr id="742" name="New picture"/>
          <p:cNvPicPr/>
          <p:nvPr/>
        </p:nvPicPr>
        <p:blipFill>
          <a:blip r:embed="rId440"/>
          <a:srcRect/>
          <a:stretch>
            <a:fillRect/>
          </a:stretch>
        </p:blipFill>
        <p:spPr>
          <a:xfrm>
            <a:off x="4536186" y="3173730"/>
            <a:ext cx="70199" cy="80867"/>
          </a:xfrm>
          <a:prstGeom prst="rect"/>
          <a:ln w="0">
            <a:noFill/>
          </a:ln>
        </p:spPr>
      </p:pic>
      <p:pic>
        <p:nvPicPr>
          <p:cNvPr id="743" name="New picture"/>
          <p:cNvPicPr/>
          <p:nvPr/>
        </p:nvPicPr>
        <p:blipFill>
          <a:blip r:embed="rId441"/>
          <a:srcRect/>
          <a:stretch>
            <a:fillRect/>
          </a:stretch>
        </p:blipFill>
        <p:spPr>
          <a:xfrm>
            <a:off x="4620292" y="3150775"/>
            <a:ext cx="47339" cy="103822"/>
          </a:xfrm>
          <a:prstGeom prst="rect"/>
          <a:ln w="0">
            <a:noFill/>
          </a:ln>
        </p:spPr>
      </p:pic>
      <p:sp>
        <p:nvSpPr>
          <p:cNvPr id="744" name="New shape"/>
          <p:cNvSpPr/>
          <p:nvPr/>
        </p:nvSpPr>
        <p:spPr>
          <a:xfrm>
            <a:off x="4685919" y="317373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5" name="New picture"/>
          <p:cNvPicPr/>
          <p:nvPr/>
        </p:nvPicPr>
        <p:blipFill>
          <a:blip r:embed="rId442"/>
          <a:srcRect/>
          <a:stretch>
            <a:fillRect/>
          </a:stretch>
        </p:blipFill>
        <p:spPr>
          <a:xfrm>
            <a:off x="4684299" y="3140106"/>
            <a:ext cx="16859" cy="15335"/>
          </a:xfrm>
          <a:prstGeom prst="rect"/>
          <a:ln w="0">
            <a:noFill/>
          </a:ln>
        </p:spPr>
      </p:pic>
      <p:sp>
        <p:nvSpPr>
          <p:cNvPr id="746" name="New shape"/>
          <p:cNvSpPr/>
          <p:nvPr/>
        </p:nvSpPr>
        <p:spPr>
          <a:xfrm>
            <a:off x="4725924" y="3142488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47" name="New shape"/>
          <p:cNvSpPr/>
          <p:nvPr/>
        </p:nvSpPr>
        <p:spPr>
          <a:xfrm>
            <a:off x="4765263" y="317373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8" name="New picture"/>
          <p:cNvPicPr/>
          <p:nvPr/>
        </p:nvPicPr>
        <p:blipFill>
          <a:blip r:embed="rId443"/>
          <a:srcRect/>
          <a:stretch>
            <a:fillRect/>
          </a:stretch>
        </p:blipFill>
        <p:spPr>
          <a:xfrm>
            <a:off x="4763739" y="3140106"/>
            <a:ext cx="16764" cy="15335"/>
          </a:xfrm>
          <a:prstGeom prst="rect"/>
          <a:ln w="0">
            <a:noFill/>
          </a:ln>
        </p:spPr>
      </p:pic>
      <p:pic>
        <p:nvPicPr>
          <p:cNvPr id="749" name="New picture"/>
          <p:cNvPicPr/>
          <p:nvPr/>
        </p:nvPicPr>
        <p:blipFill>
          <a:blip r:embed="rId444"/>
          <a:srcRect/>
          <a:stretch>
            <a:fillRect/>
          </a:stretch>
        </p:blipFill>
        <p:spPr>
          <a:xfrm>
            <a:off x="4795837" y="3172206"/>
            <a:ext cx="56483" cy="82391"/>
          </a:xfrm>
          <a:prstGeom prst="rect"/>
          <a:ln w="0">
            <a:noFill/>
          </a:ln>
        </p:spPr>
      </p:pic>
      <p:pic>
        <p:nvPicPr>
          <p:cNvPr id="750" name="New picture"/>
          <p:cNvPicPr/>
          <p:nvPr/>
        </p:nvPicPr>
        <p:blipFill>
          <a:blip r:embed="rId445"/>
          <a:srcRect/>
          <a:stretch>
            <a:fillRect/>
          </a:stretch>
        </p:blipFill>
        <p:spPr>
          <a:xfrm>
            <a:off x="4866036" y="3172206"/>
            <a:ext cx="71818" cy="82391"/>
          </a:xfrm>
          <a:prstGeom prst="rect"/>
          <a:ln w="0">
            <a:noFill/>
          </a:ln>
        </p:spPr>
      </p:pic>
      <p:sp>
        <p:nvSpPr>
          <p:cNvPr id="751" name="New shape"/>
          <p:cNvSpPr/>
          <p:nvPr/>
        </p:nvSpPr>
        <p:spPr>
          <a:xfrm>
            <a:off x="4879848" y="3181350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52" name="New shape"/>
          <p:cNvSpPr/>
          <p:nvPr/>
        </p:nvSpPr>
        <p:spPr>
          <a:xfrm>
            <a:off x="4890515" y="3137059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3" name="New picture"/>
          <p:cNvPicPr/>
          <p:nvPr/>
        </p:nvPicPr>
        <p:blipFill>
          <a:blip r:embed="rId446"/>
          <a:srcRect/>
          <a:stretch>
            <a:fillRect/>
          </a:stretch>
        </p:blipFill>
        <p:spPr>
          <a:xfrm>
            <a:off x="4948429" y="3172206"/>
            <a:ext cx="58102" cy="82391"/>
          </a:xfrm>
          <a:prstGeom prst="rect"/>
          <a:ln w="0">
            <a:noFill/>
          </a:ln>
        </p:spPr>
      </p:pic>
      <p:pic>
        <p:nvPicPr>
          <p:cNvPr id="754" name="New picture"/>
          <p:cNvPicPr/>
          <p:nvPr/>
        </p:nvPicPr>
        <p:blipFill>
          <a:blip r:embed="rId447"/>
          <a:srcRect/>
          <a:stretch>
            <a:fillRect/>
          </a:stretch>
        </p:blipFill>
        <p:spPr>
          <a:xfrm>
            <a:off x="5064537" y="3172206"/>
            <a:ext cx="74866" cy="117539"/>
          </a:xfrm>
          <a:prstGeom prst="rect"/>
          <a:ln w="0">
            <a:noFill/>
          </a:ln>
        </p:spPr>
      </p:pic>
      <p:sp>
        <p:nvSpPr>
          <p:cNvPr id="755" name="New shape"/>
          <p:cNvSpPr/>
          <p:nvPr/>
        </p:nvSpPr>
        <p:spPr>
          <a:xfrm>
            <a:off x="5078349" y="318287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6" name="New picture"/>
          <p:cNvPicPr/>
          <p:nvPr/>
        </p:nvPicPr>
        <p:blipFill>
          <a:blip r:embed="rId448"/>
          <a:srcRect/>
          <a:stretch>
            <a:fillRect/>
          </a:stretch>
        </p:blipFill>
        <p:spPr>
          <a:xfrm>
            <a:off x="5156168" y="3172206"/>
            <a:ext cx="77915" cy="82391"/>
          </a:xfrm>
          <a:prstGeom prst="rect"/>
          <a:ln w="0">
            <a:noFill/>
          </a:ln>
        </p:spPr>
      </p:pic>
      <p:sp>
        <p:nvSpPr>
          <p:cNvPr id="757" name="New shape"/>
          <p:cNvSpPr/>
          <p:nvPr/>
        </p:nvSpPr>
        <p:spPr>
          <a:xfrm>
            <a:off x="5168360" y="318287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8" name="New picture"/>
          <p:cNvPicPr/>
          <p:nvPr/>
        </p:nvPicPr>
        <p:blipFill>
          <a:blip r:embed="rId449"/>
          <a:srcRect/>
          <a:stretch>
            <a:fillRect/>
          </a:stretch>
        </p:blipFill>
        <p:spPr>
          <a:xfrm>
            <a:off x="5253895" y="3173825"/>
            <a:ext cx="68675" cy="80867"/>
          </a:xfrm>
          <a:prstGeom prst="rect"/>
          <a:ln w="0">
            <a:noFill/>
          </a:ln>
        </p:spPr>
      </p:pic>
      <p:pic>
        <p:nvPicPr>
          <p:cNvPr id="759" name="New picture"/>
          <p:cNvPicPr/>
          <p:nvPr/>
        </p:nvPicPr>
        <p:blipFill>
          <a:blip r:embed="rId450"/>
          <a:srcRect/>
          <a:stretch>
            <a:fillRect/>
          </a:stretch>
        </p:blipFill>
        <p:spPr>
          <a:xfrm>
            <a:off x="5346954" y="3172206"/>
            <a:ext cx="42767" cy="79343"/>
          </a:xfrm>
          <a:prstGeom prst="rect"/>
          <a:ln w="0">
            <a:noFill/>
          </a:ln>
        </p:spPr>
      </p:pic>
      <p:pic>
        <p:nvPicPr>
          <p:cNvPr id="760" name="New picture"/>
          <p:cNvPicPr/>
          <p:nvPr/>
        </p:nvPicPr>
        <p:blipFill>
          <a:blip r:embed="rId451"/>
          <a:srcRect/>
          <a:stretch>
            <a:fillRect/>
          </a:stretch>
        </p:blipFill>
        <p:spPr>
          <a:xfrm>
            <a:off x="5437156" y="3172206"/>
            <a:ext cx="65627" cy="82391"/>
          </a:xfrm>
          <a:prstGeom prst="rect"/>
          <a:ln w="0">
            <a:noFill/>
          </a:ln>
        </p:spPr>
      </p:pic>
      <p:sp>
        <p:nvSpPr>
          <p:cNvPr id="761" name="New shape"/>
          <p:cNvSpPr/>
          <p:nvPr/>
        </p:nvSpPr>
        <p:spPr>
          <a:xfrm>
            <a:off x="5450872" y="321335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2" name="New picture"/>
          <p:cNvPicPr/>
          <p:nvPr/>
        </p:nvPicPr>
        <p:blipFill>
          <a:blip r:embed="rId452"/>
          <a:srcRect/>
          <a:stretch>
            <a:fillRect/>
          </a:stretch>
        </p:blipFill>
        <p:spPr>
          <a:xfrm>
            <a:off x="5525738" y="3172206"/>
            <a:ext cx="76391" cy="117539"/>
          </a:xfrm>
          <a:prstGeom prst="rect"/>
          <a:ln w="0">
            <a:noFill/>
          </a:ln>
        </p:spPr>
      </p:pic>
      <p:sp>
        <p:nvSpPr>
          <p:cNvPr id="763" name="New shape"/>
          <p:cNvSpPr/>
          <p:nvPr/>
        </p:nvSpPr>
        <p:spPr>
          <a:xfrm>
            <a:off x="5540978" y="318287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4" name="New picture"/>
          <p:cNvPicPr/>
          <p:nvPr/>
        </p:nvPicPr>
        <p:blipFill>
          <a:blip r:embed="rId453"/>
          <a:srcRect/>
          <a:stretch>
            <a:fillRect/>
          </a:stretch>
        </p:blipFill>
        <p:spPr>
          <a:xfrm>
            <a:off x="5621941" y="3172206"/>
            <a:ext cx="74866" cy="117539"/>
          </a:xfrm>
          <a:prstGeom prst="rect"/>
          <a:ln w="0">
            <a:noFill/>
          </a:ln>
        </p:spPr>
      </p:pic>
      <p:sp>
        <p:nvSpPr>
          <p:cNvPr id="765" name="New shape"/>
          <p:cNvSpPr/>
          <p:nvPr/>
        </p:nvSpPr>
        <p:spPr>
          <a:xfrm>
            <a:off x="5635657" y="318287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6" name="New picture"/>
          <p:cNvPicPr/>
          <p:nvPr/>
        </p:nvPicPr>
        <p:blipFill>
          <a:blip r:embed="rId454"/>
          <a:srcRect/>
          <a:stretch>
            <a:fillRect/>
          </a:stretch>
        </p:blipFill>
        <p:spPr>
          <a:xfrm>
            <a:off x="5716619" y="3172206"/>
            <a:ext cx="42767" cy="79343"/>
          </a:xfrm>
          <a:prstGeom prst="rect"/>
          <a:ln w="0">
            <a:noFill/>
          </a:ln>
        </p:spPr>
      </p:pic>
      <p:pic>
        <p:nvPicPr>
          <p:cNvPr id="767" name="New picture"/>
          <p:cNvPicPr/>
          <p:nvPr/>
        </p:nvPicPr>
        <p:blipFill>
          <a:blip r:embed="rId455"/>
          <a:srcRect/>
          <a:stretch>
            <a:fillRect/>
          </a:stretch>
        </p:blipFill>
        <p:spPr>
          <a:xfrm>
            <a:off x="5765483" y="3172301"/>
            <a:ext cx="70199" cy="82391"/>
          </a:xfrm>
          <a:prstGeom prst="rect"/>
          <a:ln w="0">
            <a:noFill/>
          </a:ln>
        </p:spPr>
      </p:pic>
      <p:sp>
        <p:nvSpPr>
          <p:cNvPr id="768" name="New shape"/>
          <p:cNvSpPr/>
          <p:nvPr/>
        </p:nvSpPr>
        <p:spPr>
          <a:xfrm>
            <a:off x="5777674" y="3181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9" name="New picture"/>
          <p:cNvPicPr/>
          <p:nvPr/>
        </p:nvPicPr>
        <p:blipFill>
          <a:blip r:embed="rId456"/>
          <a:srcRect/>
          <a:stretch>
            <a:fillRect/>
          </a:stretch>
        </p:blipFill>
        <p:spPr>
          <a:xfrm>
            <a:off x="5855589" y="3172206"/>
            <a:ext cx="70295" cy="79343"/>
          </a:xfrm>
          <a:prstGeom prst="rect"/>
          <a:ln w="0">
            <a:noFill/>
          </a:ln>
        </p:spPr>
      </p:pic>
      <p:pic>
        <p:nvPicPr>
          <p:cNvPr id="770" name="New picture"/>
          <p:cNvPicPr/>
          <p:nvPr/>
        </p:nvPicPr>
        <p:blipFill>
          <a:blip r:embed="rId457"/>
          <a:srcRect/>
          <a:stretch>
            <a:fillRect/>
          </a:stretch>
        </p:blipFill>
        <p:spPr>
          <a:xfrm>
            <a:off x="5945695" y="3143154"/>
            <a:ext cx="74771" cy="111442"/>
          </a:xfrm>
          <a:prstGeom prst="rect"/>
          <a:ln w="0">
            <a:noFill/>
          </a:ln>
        </p:spPr>
      </p:pic>
      <p:sp>
        <p:nvSpPr>
          <p:cNvPr id="771" name="New shape"/>
          <p:cNvSpPr/>
          <p:nvPr/>
        </p:nvSpPr>
        <p:spPr>
          <a:xfrm>
            <a:off x="5959411" y="318287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2" name="New picture"/>
          <p:cNvPicPr/>
          <p:nvPr/>
        </p:nvPicPr>
        <p:blipFill>
          <a:blip r:embed="rId458"/>
          <a:srcRect/>
          <a:stretch>
            <a:fillRect/>
          </a:stretch>
        </p:blipFill>
        <p:spPr>
          <a:xfrm>
            <a:off x="6044946" y="3172206"/>
            <a:ext cx="42767" cy="79343"/>
          </a:xfrm>
          <a:prstGeom prst="rect"/>
          <a:ln w="0">
            <a:noFill/>
          </a:ln>
        </p:spPr>
      </p:pic>
      <p:pic>
        <p:nvPicPr>
          <p:cNvPr id="773" name="New picture"/>
          <p:cNvPicPr/>
          <p:nvPr/>
        </p:nvPicPr>
        <p:blipFill>
          <a:blip r:embed="rId459"/>
          <a:srcRect/>
          <a:stretch>
            <a:fillRect/>
          </a:stretch>
        </p:blipFill>
        <p:spPr>
          <a:xfrm>
            <a:off x="6093809" y="3172206"/>
            <a:ext cx="70199" cy="82391"/>
          </a:xfrm>
          <a:prstGeom prst="rect"/>
          <a:ln w="0">
            <a:noFill/>
          </a:ln>
        </p:spPr>
      </p:pic>
      <p:sp>
        <p:nvSpPr>
          <p:cNvPr id="774" name="New shape"/>
          <p:cNvSpPr/>
          <p:nvPr/>
        </p:nvSpPr>
        <p:spPr>
          <a:xfrm>
            <a:off x="6106001" y="31813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5" name="New picture"/>
          <p:cNvPicPr/>
          <p:nvPr/>
        </p:nvPicPr>
        <p:blipFill>
          <a:blip r:embed="rId460"/>
          <a:srcRect/>
          <a:stretch>
            <a:fillRect/>
          </a:stretch>
        </p:blipFill>
        <p:spPr>
          <a:xfrm>
            <a:off x="6217444" y="3172206"/>
            <a:ext cx="67247" cy="82391"/>
          </a:xfrm>
          <a:prstGeom prst="rect"/>
          <a:ln w="0">
            <a:noFill/>
          </a:ln>
        </p:spPr>
      </p:pic>
      <p:sp>
        <p:nvSpPr>
          <p:cNvPr id="776" name="New shape"/>
          <p:cNvSpPr/>
          <p:nvPr/>
        </p:nvSpPr>
        <p:spPr>
          <a:xfrm>
            <a:off x="6231255" y="3213354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7" name="New picture"/>
          <p:cNvPicPr/>
          <p:nvPr/>
        </p:nvPicPr>
        <p:blipFill>
          <a:blip r:embed="rId461"/>
          <a:srcRect/>
          <a:stretch>
            <a:fillRect/>
          </a:stretch>
        </p:blipFill>
        <p:spPr>
          <a:xfrm>
            <a:off x="6307551" y="3173825"/>
            <a:ext cx="68675" cy="80867"/>
          </a:xfrm>
          <a:prstGeom prst="rect"/>
          <a:ln w="0">
            <a:noFill/>
          </a:ln>
        </p:spPr>
      </p:pic>
      <p:pic>
        <p:nvPicPr>
          <p:cNvPr id="778" name="New picture"/>
          <p:cNvPicPr/>
          <p:nvPr/>
        </p:nvPicPr>
        <p:blipFill>
          <a:blip r:embed="rId462"/>
          <a:srcRect/>
          <a:stretch>
            <a:fillRect/>
          </a:stretch>
        </p:blipFill>
        <p:spPr>
          <a:xfrm>
            <a:off x="6390132" y="3173730"/>
            <a:ext cx="77819" cy="77819"/>
          </a:xfrm>
          <a:prstGeom prst="rect"/>
          <a:ln w="0">
            <a:noFill/>
          </a:ln>
        </p:spPr>
      </p:pic>
      <p:pic>
        <p:nvPicPr>
          <p:cNvPr id="779" name="New picture"/>
          <p:cNvPicPr/>
          <p:nvPr/>
        </p:nvPicPr>
        <p:blipFill>
          <a:blip r:embed="rId463"/>
          <a:srcRect/>
          <a:stretch>
            <a:fillRect/>
          </a:stretch>
        </p:blipFill>
        <p:spPr>
          <a:xfrm>
            <a:off x="681990" y="3401092"/>
            <a:ext cx="122206" cy="79343"/>
          </a:xfrm>
          <a:prstGeom prst="rect"/>
          <a:ln w="0">
            <a:noFill/>
          </a:ln>
        </p:spPr>
      </p:pic>
      <p:pic>
        <p:nvPicPr>
          <p:cNvPr id="780" name="New picture"/>
          <p:cNvPicPr/>
          <p:nvPr/>
        </p:nvPicPr>
        <p:blipFill>
          <a:blip r:embed="rId464"/>
          <a:srcRect/>
          <a:stretch>
            <a:fillRect/>
          </a:stretch>
        </p:blipFill>
        <p:spPr>
          <a:xfrm>
            <a:off x="820960" y="3401092"/>
            <a:ext cx="65627" cy="82391"/>
          </a:xfrm>
          <a:prstGeom prst="rect"/>
          <a:ln w="0">
            <a:noFill/>
          </a:ln>
        </p:spPr>
      </p:pic>
      <p:sp>
        <p:nvSpPr>
          <p:cNvPr id="781" name="New shape"/>
          <p:cNvSpPr/>
          <p:nvPr/>
        </p:nvSpPr>
        <p:spPr>
          <a:xfrm>
            <a:off x="833152" y="3442335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2" name="New picture"/>
          <p:cNvPicPr/>
          <p:nvPr/>
        </p:nvPicPr>
        <p:blipFill>
          <a:blip r:embed="rId465"/>
          <a:srcRect/>
          <a:stretch>
            <a:fillRect/>
          </a:stretch>
        </p:blipFill>
        <p:spPr>
          <a:xfrm>
            <a:off x="904970" y="3401092"/>
            <a:ext cx="64103" cy="82391"/>
          </a:xfrm>
          <a:prstGeom prst="rect"/>
          <a:ln w="0">
            <a:noFill/>
          </a:ln>
        </p:spPr>
      </p:pic>
      <p:pic>
        <p:nvPicPr>
          <p:cNvPr id="783" name="New picture"/>
          <p:cNvPicPr/>
          <p:nvPr/>
        </p:nvPicPr>
        <p:blipFill>
          <a:blip r:embed="rId466"/>
          <a:srcRect/>
          <a:stretch>
            <a:fillRect/>
          </a:stretch>
        </p:blipFill>
        <p:spPr>
          <a:xfrm>
            <a:off x="987457" y="3372135"/>
            <a:ext cx="68771" cy="108395"/>
          </a:xfrm>
          <a:prstGeom prst="rect"/>
          <a:ln w="0">
            <a:noFill/>
          </a:ln>
        </p:spPr>
      </p:pic>
      <p:sp>
        <p:nvSpPr>
          <p:cNvPr id="784" name="New shape"/>
          <p:cNvSpPr/>
          <p:nvPr/>
        </p:nvSpPr>
        <p:spPr>
          <a:xfrm>
            <a:off x="1082135" y="340261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5" name="New picture"/>
          <p:cNvPicPr/>
          <p:nvPr/>
        </p:nvPicPr>
        <p:blipFill>
          <a:blip r:embed="rId467"/>
          <a:srcRect/>
          <a:stretch>
            <a:fillRect/>
          </a:stretch>
        </p:blipFill>
        <p:spPr>
          <a:xfrm>
            <a:off x="1080611" y="3368992"/>
            <a:ext cx="16764" cy="15335"/>
          </a:xfrm>
          <a:prstGeom prst="rect"/>
          <a:ln w="0">
            <a:noFill/>
          </a:ln>
        </p:spPr>
      </p:pic>
      <p:pic>
        <p:nvPicPr>
          <p:cNvPr id="786" name="New picture"/>
          <p:cNvPicPr/>
          <p:nvPr/>
        </p:nvPicPr>
        <p:blipFill>
          <a:blip r:embed="rId468"/>
          <a:srcRect/>
          <a:stretch>
            <a:fillRect/>
          </a:stretch>
        </p:blipFill>
        <p:spPr>
          <a:xfrm>
            <a:off x="1120235" y="3401092"/>
            <a:ext cx="70295" cy="79343"/>
          </a:xfrm>
          <a:prstGeom prst="rect"/>
          <a:ln w="0">
            <a:noFill/>
          </a:ln>
        </p:spPr>
      </p:pic>
      <p:pic>
        <p:nvPicPr>
          <p:cNvPr id="787" name="New picture"/>
          <p:cNvPicPr/>
          <p:nvPr/>
        </p:nvPicPr>
        <p:blipFill>
          <a:blip r:embed="rId469"/>
          <a:srcRect/>
          <a:stretch>
            <a:fillRect/>
          </a:stretch>
        </p:blipFill>
        <p:spPr>
          <a:xfrm>
            <a:off x="1210342" y="3401092"/>
            <a:ext cx="70295" cy="82391"/>
          </a:xfrm>
          <a:prstGeom prst="rect"/>
          <a:ln w="0">
            <a:noFill/>
          </a:ln>
        </p:spPr>
      </p:pic>
      <p:sp>
        <p:nvSpPr>
          <p:cNvPr id="788" name="New shape"/>
          <p:cNvSpPr/>
          <p:nvPr/>
        </p:nvSpPr>
        <p:spPr>
          <a:xfrm>
            <a:off x="1222534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9" name="New picture"/>
          <p:cNvPicPr/>
          <p:nvPr/>
        </p:nvPicPr>
        <p:blipFill>
          <a:blip r:embed="rId470"/>
          <a:srcRect/>
          <a:stretch>
            <a:fillRect/>
          </a:stretch>
        </p:blipFill>
        <p:spPr>
          <a:xfrm>
            <a:off x="1292733" y="3401091"/>
            <a:ext cx="58103" cy="82391"/>
          </a:xfrm>
          <a:prstGeom prst="rect"/>
          <a:ln w="0">
            <a:noFill/>
          </a:ln>
        </p:spPr>
      </p:pic>
      <p:pic>
        <p:nvPicPr>
          <p:cNvPr id="790" name="New picture"/>
          <p:cNvPicPr/>
          <p:nvPr/>
        </p:nvPicPr>
        <p:blipFill>
          <a:blip r:embed="rId471"/>
          <a:srcRect/>
          <a:stretch>
            <a:fillRect/>
          </a:stretch>
        </p:blipFill>
        <p:spPr>
          <a:xfrm>
            <a:off x="1402747" y="3401092"/>
            <a:ext cx="65723" cy="82391"/>
          </a:xfrm>
          <a:prstGeom prst="rect"/>
          <a:ln w="0">
            <a:noFill/>
          </a:ln>
        </p:spPr>
      </p:pic>
      <p:sp>
        <p:nvSpPr>
          <p:cNvPr id="791" name="New shape"/>
          <p:cNvSpPr/>
          <p:nvPr/>
        </p:nvSpPr>
        <p:spPr>
          <a:xfrm>
            <a:off x="1414939" y="3442335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2" name="New shape"/>
          <p:cNvSpPr/>
          <p:nvPr/>
        </p:nvSpPr>
        <p:spPr>
          <a:xfrm>
            <a:off x="1421130" y="3366040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3" name="New picture"/>
          <p:cNvPicPr/>
          <p:nvPr/>
        </p:nvPicPr>
        <p:blipFill>
          <a:blip r:embed="rId472"/>
          <a:srcRect/>
          <a:stretch>
            <a:fillRect/>
          </a:stretch>
        </p:blipFill>
        <p:spPr>
          <a:xfrm>
            <a:off x="1531048" y="3400996"/>
            <a:ext cx="42767" cy="79439"/>
          </a:xfrm>
          <a:prstGeom prst="rect"/>
          <a:ln w="0">
            <a:noFill/>
          </a:ln>
        </p:spPr>
      </p:pic>
      <p:pic>
        <p:nvPicPr>
          <p:cNvPr id="794" name="New picture"/>
          <p:cNvPicPr/>
          <p:nvPr/>
        </p:nvPicPr>
        <p:blipFill>
          <a:blip r:embed="rId473"/>
          <a:srcRect/>
          <a:stretch>
            <a:fillRect/>
          </a:stretch>
        </p:blipFill>
        <p:spPr>
          <a:xfrm>
            <a:off x="1579912" y="3401092"/>
            <a:ext cx="70199" cy="82391"/>
          </a:xfrm>
          <a:prstGeom prst="rect"/>
          <a:ln w="0">
            <a:noFill/>
          </a:ln>
        </p:spPr>
      </p:pic>
      <p:sp>
        <p:nvSpPr>
          <p:cNvPr id="795" name="New shape"/>
          <p:cNvSpPr/>
          <p:nvPr/>
        </p:nvSpPr>
        <p:spPr>
          <a:xfrm>
            <a:off x="1592104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6" name="New picture"/>
          <p:cNvPicPr/>
          <p:nvPr/>
        </p:nvPicPr>
        <p:blipFill>
          <a:blip r:embed="rId474"/>
          <a:srcRect/>
          <a:stretch>
            <a:fillRect/>
          </a:stretch>
        </p:blipFill>
        <p:spPr>
          <a:xfrm>
            <a:off x="1669923" y="3401092"/>
            <a:ext cx="76390" cy="117539"/>
          </a:xfrm>
          <a:prstGeom prst="rect"/>
          <a:ln w="0">
            <a:noFill/>
          </a:ln>
        </p:spPr>
      </p:pic>
      <p:sp>
        <p:nvSpPr>
          <p:cNvPr id="797" name="New shape"/>
          <p:cNvSpPr/>
          <p:nvPr/>
        </p:nvSpPr>
        <p:spPr>
          <a:xfrm>
            <a:off x="1683639" y="34117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8" name="New picture"/>
          <p:cNvPicPr/>
          <p:nvPr/>
        </p:nvPicPr>
        <p:blipFill>
          <a:blip r:embed="rId475"/>
          <a:srcRect/>
          <a:stretch>
            <a:fillRect/>
          </a:stretch>
        </p:blipFill>
        <p:spPr>
          <a:xfrm>
            <a:off x="1761649" y="3401092"/>
            <a:ext cx="70199" cy="82391"/>
          </a:xfrm>
          <a:prstGeom prst="rect"/>
          <a:ln w="0">
            <a:noFill/>
          </a:ln>
        </p:spPr>
      </p:pic>
      <p:sp>
        <p:nvSpPr>
          <p:cNvPr id="799" name="New shape"/>
          <p:cNvSpPr/>
          <p:nvPr/>
        </p:nvSpPr>
        <p:spPr>
          <a:xfrm>
            <a:off x="1773841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00" name="New shape"/>
          <p:cNvSpPr/>
          <p:nvPr/>
        </p:nvSpPr>
        <p:spPr>
          <a:xfrm>
            <a:off x="1784509" y="3366040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1" name="New picture"/>
          <p:cNvPicPr/>
          <p:nvPr/>
        </p:nvPicPr>
        <p:blipFill>
          <a:blip r:embed="rId476"/>
          <a:srcRect/>
          <a:stretch>
            <a:fillRect/>
          </a:stretch>
        </p:blipFill>
        <p:spPr>
          <a:xfrm>
            <a:off x="1851755" y="3401092"/>
            <a:ext cx="42767" cy="79343"/>
          </a:xfrm>
          <a:prstGeom prst="rect"/>
          <a:ln w="0">
            <a:noFill/>
          </a:ln>
        </p:spPr>
      </p:pic>
      <p:pic>
        <p:nvPicPr>
          <p:cNvPr id="802" name="New picture"/>
          <p:cNvPicPr/>
          <p:nvPr/>
        </p:nvPicPr>
        <p:blipFill>
          <a:blip r:embed="rId477"/>
          <a:srcRect/>
          <a:stretch>
            <a:fillRect/>
          </a:stretch>
        </p:blipFill>
        <p:spPr>
          <a:xfrm>
            <a:off x="1900618" y="3401092"/>
            <a:ext cx="70199" cy="82391"/>
          </a:xfrm>
          <a:prstGeom prst="rect"/>
          <a:ln w="0">
            <a:noFill/>
          </a:ln>
        </p:spPr>
      </p:pic>
      <p:sp>
        <p:nvSpPr>
          <p:cNvPr id="803" name="New shape"/>
          <p:cNvSpPr/>
          <p:nvPr/>
        </p:nvSpPr>
        <p:spPr>
          <a:xfrm>
            <a:off x="1912810" y="34102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4" name="New picture"/>
          <p:cNvPicPr/>
          <p:nvPr/>
        </p:nvPicPr>
        <p:blipFill>
          <a:blip r:embed="rId478"/>
          <a:srcRect/>
          <a:stretch>
            <a:fillRect/>
          </a:stretch>
        </p:blipFill>
        <p:spPr>
          <a:xfrm>
            <a:off x="1990630" y="3401092"/>
            <a:ext cx="42767" cy="79343"/>
          </a:xfrm>
          <a:prstGeom prst="rect"/>
          <a:ln w="0">
            <a:noFill/>
          </a:ln>
        </p:spPr>
      </p:pic>
      <p:pic>
        <p:nvPicPr>
          <p:cNvPr id="805" name="New picture"/>
          <p:cNvPicPr/>
          <p:nvPr/>
        </p:nvPicPr>
        <p:blipFill>
          <a:blip r:embed="rId479"/>
          <a:srcRect/>
          <a:stretch>
            <a:fillRect/>
          </a:stretch>
        </p:blipFill>
        <p:spPr>
          <a:xfrm>
            <a:off x="2082355" y="3372040"/>
            <a:ext cx="74771" cy="111442"/>
          </a:xfrm>
          <a:prstGeom prst="rect"/>
          <a:ln w="0">
            <a:noFill/>
          </a:ln>
        </p:spPr>
      </p:pic>
      <p:sp>
        <p:nvSpPr>
          <p:cNvPr id="806" name="New shape"/>
          <p:cNvSpPr/>
          <p:nvPr/>
        </p:nvSpPr>
        <p:spPr>
          <a:xfrm>
            <a:off x="2096072" y="34117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7" name="New picture"/>
          <p:cNvPicPr/>
          <p:nvPr/>
        </p:nvPicPr>
        <p:blipFill>
          <a:blip r:embed="rId480"/>
          <a:srcRect/>
          <a:stretch>
            <a:fillRect/>
          </a:stretch>
        </p:blipFill>
        <p:spPr>
          <a:xfrm>
            <a:off x="2177034" y="3401187"/>
            <a:ext cx="71723" cy="82391"/>
          </a:xfrm>
          <a:prstGeom prst="rect"/>
          <a:ln w="0">
            <a:noFill/>
          </a:ln>
        </p:spPr>
      </p:pic>
      <p:sp>
        <p:nvSpPr>
          <p:cNvPr id="808" name="New shape"/>
          <p:cNvSpPr/>
          <p:nvPr/>
        </p:nvSpPr>
        <p:spPr>
          <a:xfrm>
            <a:off x="2190750" y="341033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9" name="New picture"/>
          <p:cNvPicPr/>
          <p:nvPr/>
        </p:nvPicPr>
        <p:blipFill>
          <a:blip r:embed="rId481"/>
          <a:srcRect/>
          <a:stretch>
            <a:fillRect/>
          </a:stretch>
        </p:blipFill>
        <p:spPr>
          <a:xfrm>
            <a:off x="2259425" y="3401091"/>
            <a:ext cx="58007" cy="82391"/>
          </a:xfrm>
          <a:prstGeom prst="rect"/>
          <a:ln w="0">
            <a:noFill/>
          </a:ln>
        </p:spPr>
      </p:pic>
      <p:pic>
        <p:nvPicPr>
          <p:cNvPr id="810" name="New picture"/>
          <p:cNvPicPr/>
          <p:nvPr/>
        </p:nvPicPr>
        <p:blipFill>
          <a:blip r:embed="rId482"/>
          <a:srcRect/>
          <a:stretch>
            <a:fillRect/>
          </a:stretch>
        </p:blipFill>
        <p:spPr>
          <a:xfrm>
            <a:off x="2364772" y="3379756"/>
            <a:ext cx="48863" cy="103727"/>
          </a:xfrm>
          <a:prstGeom prst="rect"/>
          <a:ln w="0">
            <a:noFill/>
          </a:ln>
        </p:spPr>
      </p:pic>
      <p:pic>
        <p:nvPicPr>
          <p:cNvPr id="811" name="New picture"/>
          <p:cNvPicPr/>
          <p:nvPr/>
        </p:nvPicPr>
        <p:blipFill>
          <a:blip r:embed="rId483"/>
          <a:srcRect/>
          <a:stretch>
            <a:fillRect/>
          </a:stretch>
        </p:blipFill>
        <p:spPr>
          <a:xfrm>
            <a:off x="2422779" y="3401092"/>
            <a:ext cx="71818" cy="82391"/>
          </a:xfrm>
          <a:prstGeom prst="rect"/>
          <a:ln w="0">
            <a:noFill/>
          </a:ln>
        </p:spPr>
      </p:pic>
      <p:sp>
        <p:nvSpPr>
          <p:cNvPr id="812" name="New shape"/>
          <p:cNvSpPr/>
          <p:nvPr/>
        </p:nvSpPr>
        <p:spPr>
          <a:xfrm>
            <a:off x="2436590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3" name="New picture"/>
          <p:cNvPicPr/>
          <p:nvPr/>
        </p:nvPicPr>
        <p:blipFill>
          <a:blip r:embed="rId484"/>
          <a:srcRect/>
          <a:stretch>
            <a:fillRect/>
          </a:stretch>
        </p:blipFill>
        <p:spPr>
          <a:xfrm>
            <a:off x="2514410" y="3401092"/>
            <a:ext cx="70294" cy="79343"/>
          </a:xfrm>
          <a:prstGeom prst="rect"/>
          <a:ln w="0">
            <a:noFill/>
          </a:ln>
        </p:spPr>
      </p:pic>
      <p:pic>
        <p:nvPicPr>
          <p:cNvPr id="814" name="New picture"/>
          <p:cNvPicPr/>
          <p:nvPr/>
        </p:nvPicPr>
        <p:blipFill>
          <a:blip r:embed="rId485"/>
          <a:srcRect/>
          <a:stretch>
            <a:fillRect/>
          </a:stretch>
        </p:blipFill>
        <p:spPr>
          <a:xfrm>
            <a:off x="2604516" y="3372136"/>
            <a:ext cx="74867" cy="111347"/>
          </a:xfrm>
          <a:prstGeom prst="rect"/>
          <a:ln w="0">
            <a:noFill/>
          </a:ln>
        </p:spPr>
      </p:pic>
      <p:sp>
        <p:nvSpPr>
          <p:cNvPr id="815" name="New shape"/>
          <p:cNvSpPr/>
          <p:nvPr/>
        </p:nvSpPr>
        <p:spPr>
          <a:xfrm>
            <a:off x="2616708" y="34117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6" name="New picture"/>
          <p:cNvPicPr/>
          <p:nvPr/>
        </p:nvPicPr>
        <p:blipFill>
          <a:blip r:embed="rId486"/>
          <a:srcRect/>
          <a:stretch>
            <a:fillRect/>
          </a:stretch>
        </p:blipFill>
        <p:spPr>
          <a:xfrm>
            <a:off x="2697671" y="3401092"/>
            <a:ext cx="65723" cy="82391"/>
          </a:xfrm>
          <a:prstGeom prst="rect"/>
          <a:ln w="0">
            <a:noFill/>
          </a:ln>
        </p:spPr>
      </p:pic>
      <p:sp>
        <p:nvSpPr>
          <p:cNvPr id="817" name="New shape"/>
          <p:cNvSpPr/>
          <p:nvPr/>
        </p:nvSpPr>
        <p:spPr>
          <a:xfrm>
            <a:off x="2711386" y="344233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8" name="New picture"/>
          <p:cNvPicPr/>
          <p:nvPr/>
        </p:nvPicPr>
        <p:blipFill>
          <a:blip r:embed="rId487"/>
          <a:srcRect/>
          <a:stretch>
            <a:fillRect/>
          </a:stretch>
        </p:blipFill>
        <p:spPr>
          <a:xfrm>
            <a:off x="2786253" y="3401092"/>
            <a:ext cx="70294" cy="79343"/>
          </a:xfrm>
          <a:prstGeom prst="rect"/>
          <a:ln w="0">
            <a:noFill/>
          </a:ln>
        </p:spPr>
      </p:pic>
      <p:pic>
        <p:nvPicPr>
          <p:cNvPr id="819" name="New picture"/>
          <p:cNvPicPr/>
          <p:nvPr/>
        </p:nvPicPr>
        <p:blipFill>
          <a:blip r:embed="rId488"/>
          <a:srcRect/>
          <a:stretch>
            <a:fillRect/>
          </a:stretch>
        </p:blipFill>
        <p:spPr>
          <a:xfrm>
            <a:off x="2876359" y="3401092"/>
            <a:ext cx="64103" cy="82391"/>
          </a:xfrm>
          <a:prstGeom prst="rect"/>
          <a:ln w="0">
            <a:noFill/>
          </a:ln>
        </p:spPr>
      </p:pic>
      <p:pic>
        <p:nvPicPr>
          <p:cNvPr id="820" name="New picture"/>
          <p:cNvPicPr/>
          <p:nvPr/>
        </p:nvPicPr>
        <p:blipFill>
          <a:blip r:embed="rId489"/>
          <a:srcRect/>
          <a:stretch>
            <a:fillRect/>
          </a:stretch>
        </p:blipFill>
        <p:spPr>
          <a:xfrm>
            <a:off x="2951226" y="3401187"/>
            <a:ext cx="70199" cy="82391"/>
          </a:xfrm>
          <a:prstGeom prst="rect"/>
          <a:ln w="0">
            <a:noFill/>
          </a:ln>
        </p:spPr>
      </p:pic>
      <p:sp>
        <p:nvSpPr>
          <p:cNvPr id="821" name="New shape"/>
          <p:cNvSpPr/>
          <p:nvPr/>
        </p:nvSpPr>
        <p:spPr>
          <a:xfrm>
            <a:off x="2963418" y="341033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2" name="New picture"/>
          <p:cNvPicPr/>
          <p:nvPr/>
        </p:nvPicPr>
        <p:blipFill>
          <a:blip r:embed="rId490"/>
          <a:srcRect/>
          <a:stretch>
            <a:fillRect/>
          </a:stretch>
        </p:blipFill>
        <p:spPr>
          <a:xfrm>
            <a:off x="3033617" y="3401091"/>
            <a:ext cx="58007" cy="82391"/>
          </a:xfrm>
          <a:prstGeom prst="rect"/>
          <a:ln w="0">
            <a:noFill/>
          </a:ln>
        </p:spPr>
      </p:pic>
      <p:pic>
        <p:nvPicPr>
          <p:cNvPr id="823" name="New picture"/>
          <p:cNvPicPr/>
          <p:nvPr/>
        </p:nvPicPr>
        <p:blipFill>
          <a:blip r:embed="rId491"/>
          <a:srcRect/>
          <a:stretch>
            <a:fillRect/>
          </a:stretch>
        </p:blipFill>
        <p:spPr>
          <a:xfrm>
            <a:off x="3145155" y="3401092"/>
            <a:ext cx="70199" cy="82391"/>
          </a:xfrm>
          <a:prstGeom prst="rect"/>
          <a:ln w="0">
            <a:noFill/>
          </a:ln>
        </p:spPr>
      </p:pic>
      <p:sp>
        <p:nvSpPr>
          <p:cNvPr id="824" name="New shape"/>
          <p:cNvSpPr/>
          <p:nvPr/>
        </p:nvSpPr>
        <p:spPr>
          <a:xfrm>
            <a:off x="3157347" y="34102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5" name="New picture"/>
          <p:cNvPicPr/>
          <p:nvPr/>
        </p:nvPicPr>
        <p:blipFill>
          <a:blip r:embed="rId492"/>
          <a:srcRect/>
          <a:stretch>
            <a:fillRect/>
          </a:stretch>
        </p:blipFill>
        <p:spPr>
          <a:xfrm>
            <a:off x="3224499" y="3379660"/>
            <a:ext cx="47339" cy="103822"/>
          </a:xfrm>
          <a:prstGeom prst="rect"/>
          <a:ln w="0">
            <a:noFill/>
          </a:ln>
        </p:spPr>
      </p:pic>
      <p:pic>
        <p:nvPicPr>
          <p:cNvPr id="826" name="New picture"/>
          <p:cNvPicPr/>
          <p:nvPr/>
        </p:nvPicPr>
        <p:blipFill>
          <a:blip r:embed="rId493"/>
          <a:srcRect/>
          <a:stretch>
            <a:fillRect/>
          </a:stretch>
        </p:blipFill>
        <p:spPr>
          <a:xfrm>
            <a:off x="3323749" y="3401092"/>
            <a:ext cx="65627" cy="82391"/>
          </a:xfrm>
          <a:prstGeom prst="rect"/>
          <a:ln w="0">
            <a:noFill/>
          </a:ln>
        </p:spPr>
      </p:pic>
      <p:sp>
        <p:nvSpPr>
          <p:cNvPr id="827" name="New shape"/>
          <p:cNvSpPr/>
          <p:nvPr/>
        </p:nvSpPr>
        <p:spPr>
          <a:xfrm>
            <a:off x="3335941" y="3442335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8" name="New picture"/>
          <p:cNvPicPr/>
          <p:nvPr/>
        </p:nvPicPr>
        <p:blipFill>
          <a:blip r:embed="rId494"/>
          <a:srcRect/>
          <a:stretch>
            <a:fillRect/>
          </a:stretch>
        </p:blipFill>
        <p:spPr>
          <a:xfrm>
            <a:off x="3412331" y="3401092"/>
            <a:ext cx="70295" cy="79343"/>
          </a:xfrm>
          <a:prstGeom prst="rect"/>
          <a:ln w="0">
            <a:noFill/>
          </a:ln>
        </p:spPr>
      </p:pic>
      <p:pic>
        <p:nvPicPr>
          <p:cNvPr id="829" name="New picture"/>
          <p:cNvPicPr/>
          <p:nvPr/>
        </p:nvPicPr>
        <p:blipFill>
          <a:blip r:embed="rId495"/>
          <a:srcRect/>
          <a:stretch>
            <a:fillRect/>
          </a:stretch>
        </p:blipFill>
        <p:spPr>
          <a:xfrm>
            <a:off x="3499390" y="3401092"/>
            <a:ext cx="65627" cy="82391"/>
          </a:xfrm>
          <a:prstGeom prst="rect"/>
          <a:ln w="0">
            <a:noFill/>
          </a:ln>
        </p:spPr>
      </p:pic>
      <p:sp>
        <p:nvSpPr>
          <p:cNvPr id="830" name="New shape"/>
          <p:cNvSpPr/>
          <p:nvPr/>
        </p:nvSpPr>
        <p:spPr>
          <a:xfrm>
            <a:off x="3513106" y="344233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31" name="New shape"/>
          <p:cNvSpPr/>
          <p:nvPr/>
        </p:nvSpPr>
        <p:spPr>
          <a:xfrm>
            <a:off x="3589020" y="33726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2" name="New picture"/>
          <p:cNvPicPr/>
          <p:nvPr/>
        </p:nvPicPr>
        <p:blipFill>
          <a:blip r:embed="rId496"/>
          <a:srcRect/>
          <a:stretch>
            <a:fillRect/>
          </a:stretch>
        </p:blipFill>
        <p:spPr>
          <a:xfrm>
            <a:off x="3616928" y="3402616"/>
            <a:ext cx="70295" cy="117539"/>
          </a:xfrm>
          <a:prstGeom prst="rect"/>
          <a:ln w="0">
            <a:noFill/>
          </a:ln>
        </p:spPr>
      </p:pic>
      <p:pic>
        <p:nvPicPr>
          <p:cNvPr id="833" name="New picture"/>
          <p:cNvPicPr/>
          <p:nvPr/>
        </p:nvPicPr>
        <p:blipFill>
          <a:blip r:embed="rId497"/>
          <a:srcRect/>
          <a:stretch>
            <a:fillRect/>
          </a:stretch>
        </p:blipFill>
        <p:spPr>
          <a:xfrm>
            <a:off x="3691794" y="3401091"/>
            <a:ext cx="56483" cy="82391"/>
          </a:xfrm>
          <a:prstGeom prst="rect"/>
          <a:ln w="0">
            <a:noFill/>
          </a:ln>
        </p:spPr>
      </p:pic>
      <p:pic>
        <p:nvPicPr>
          <p:cNvPr id="834" name="New picture"/>
          <p:cNvPicPr/>
          <p:nvPr/>
        </p:nvPicPr>
        <p:blipFill>
          <a:blip r:embed="rId498"/>
          <a:srcRect/>
          <a:stretch>
            <a:fillRect/>
          </a:stretch>
        </p:blipFill>
        <p:spPr>
          <a:xfrm>
            <a:off x="3762090" y="3401187"/>
            <a:ext cx="71723" cy="82391"/>
          </a:xfrm>
          <a:prstGeom prst="rect"/>
          <a:ln w="0">
            <a:noFill/>
          </a:ln>
        </p:spPr>
      </p:pic>
      <p:sp>
        <p:nvSpPr>
          <p:cNvPr id="835" name="New shape"/>
          <p:cNvSpPr/>
          <p:nvPr/>
        </p:nvSpPr>
        <p:spPr>
          <a:xfrm>
            <a:off x="3775805" y="341033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6" name="New picture"/>
          <p:cNvPicPr/>
          <p:nvPr/>
        </p:nvPicPr>
        <p:blipFill>
          <a:blip r:embed="rId499"/>
          <a:srcRect/>
          <a:stretch>
            <a:fillRect/>
          </a:stretch>
        </p:blipFill>
        <p:spPr>
          <a:xfrm>
            <a:off x="3853624" y="3401092"/>
            <a:ext cx="42767" cy="79343"/>
          </a:xfrm>
          <a:prstGeom prst="rect"/>
          <a:ln w="0">
            <a:noFill/>
          </a:ln>
        </p:spPr>
      </p:pic>
      <p:sp>
        <p:nvSpPr>
          <p:cNvPr id="837" name="New shape"/>
          <p:cNvSpPr/>
          <p:nvPr/>
        </p:nvSpPr>
        <p:spPr>
          <a:xfrm>
            <a:off x="3950208" y="33726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8" name="New picture"/>
          <p:cNvPicPr/>
          <p:nvPr/>
        </p:nvPicPr>
        <p:blipFill>
          <a:blip r:embed="rId500"/>
          <a:srcRect/>
          <a:stretch>
            <a:fillRect/>
          </a:stretch>
        </p:blipFill>
        <p:spPr>
          <a:xfrm>
            <a:off x="3983451" y="3401092"/>
            <a:ext cx="71723" cy="82391"/>
          </a:xfrm>
          <a:prstGeom prst="rect"/>
          <a:ln w="0">
            <a:noFill/>
          </a:ln>
        </p:spPr>
      </p:pic>
      <p:sp>
        <p:nvSpPr>
          <p:cNvPr id="839" name="New shape"/>
          <p:cNvSpPr/>
          <p:nvPr/>
        </p:nvSpPr>
        <p:spPr>
          <a:xfrm>
            <a:off x="3997166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0" name="New picture"/>
          <p:cNvPicPr/>
          <p:nvPr/>
        </p:nvPicPr>
        <p:blipFill>
          <a:blip r:embed="rId501"/>
          <a:srcRect/>
          <a:stretch>
            <a:fillRect/>
          </a:stretch>
        </p:blipFill>
        <p:spPr>
          <a:xfrm>
            <a:off x="4065936" y="3401091"/>
            <a:ext cx="58007" cy="82391"/>
          </a:xfrm>
          <a:prstGeom prst="rect"/>
          <a:ln w="0">
            <a:noFill/>
          </a:ln>
        </p:spPr>
      </p:pic>
      <p:pic>
        <p:nvPicPr>
          <p:cNvPr id="841" name="New picture"/>
          <p:cNvPicPr/>
          <p:nvPr/>
        </p:nvPicPr>
        <p:blipFill>
          <a:blip r:embed="rId502"/>
          <a:srcRect/>
          <a:stretch>
            <a:fillRect/>
          </a:stretch>
        </p:blipFill>
        <p:spPr>
          <a:xfrm>
            <a:off x="4181951" y="3401092"/>
            <a:ext cx="42767" cy="79343"/>
          </a:xfrm>
          <a:prstGeom prst="rect"/>
          <a:ln w="0">
            <a:noFill/>
          </a:ln>
        </p:spPr>
      </p:pic>
      <p:pic>
        <p:nvPicPr>
          <p:cNvPr id="842" name="New picture"/>
          <p:cNvPicPr/>
          <p:nvPr/>
        </p:nvPicPr>
        <p:blipFill>
          <a:blip r:embed="rId503"/>
          <a:srcRect/>
          <a:stretch>
            <a:fillRect/>
          </a:stretch>
        </p:blipFill>
        <p:spPr>
          <a:xfrm>
            <a:off x="4230814" y="3401092"/>
            <a:ext cx="70295" cy="82391"/>
          </a:xfrm>
          <a:prstGeom prst="rect"/>
          <a:ln w="0">
            <a:noFill/>
          </a:ln>
        </p:spPr>
      </p:pic>
      <p:sp>
        <p:nvSpPr>
          <p:cNvPr id="843" name="New shape"/>
          <p:cNvSpPr/>
          <p:nvPr/>
        </p:nvSpPr>
        <p:spPr>
          <a:xfrm>
            <a:off x="4243006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44" name="New shape"/>
          <p:cNvSpPr/>
          <p:nvPr/>
        </p:nvSpPr>
        <p:spPr>
          <a:xfrm>
            <a:off x="4253769" y="3366040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5" name="New picture"/>
          <p:cNvPicPr/>
          <p:nvPr/>
        </p:nvPicPr>
        <p:blipFill>
          <a:blip r:embed="rId504"/>
          <a:srcRect/>
          <a:stretch>
            <a:fillRect/>
          </a:stretch>
        </p:blipFill>
        <p:spPr>
          <a:xfrm>
            <a:off x="4313301" y="3401091"/>
            <a:ext cx="58007" cy="82391"/>
          </a:xfrm>
          <a:prstGeom prst="rect"/>
          <a:ln w="0">
            <a:noFill/>
          </a:ln>
        </p:spPr>
      </p:pic>
      <p:pic>
        <p:nvPicPr>
          <p:cNvPr id="846" name="New picture"/>
          <p:cNvPicPr/>
          <p:nvPr/>
        </p:nvPicPr>
        <p:blipFill>
          <a:blip r:embed="rId505"/>
          <a:srcRect/>
          <a:stretch>
            <a:fillRect/>
          </a:stretch>
        </p:blipFill>
        <p:spPr>
          <a:xfrm>
            <a:off x="4389596" y="3402711"/>
            <a:ext cx="68675" cy="80867"/>
          </a:xfrm>
          <a:prstGeom prst="rect"/>
          <a:ln w="0">
            <a:noFill/>
          </a:ln>
        </p:spPr>
      </p:pic>
      <p:sp>
        <p:nvSpPr>
          <p:cNvPr id="847" name="New shape"/>
          <p:cNvSpPr/>
          <p:nvPr/>
        </p:nvSpPr>
        <p:spPr>
          <a:xfrm>
            <a:off x="4483608" y="3372612"/>
            <a:ext cx="15240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8" name="New picture"/>
          <p:cNvPicPr/>
          <p:nvPr/>
        </p:nvPicPr>
        <p:blipFill>
          <a:blip r:embed="rId506"/>
          <a:srcRect/>
          <a:stretch>
            <a:fillRect/>
          </a:stretch>
        </p:blipFill>
        <p:spPr>
          <a:xfrm>
            <a:off x="4513325" y="3379660"/>
            <a:ext cx="47339" cy="103822"/>
          </a:xfrm>
          <a:prstGeom prst="rect"/>
          <a:ln w="0">
            <a:noFill/>
          </a:ln>
        </p:spPr>
      </p:pic>
      <p:pic>
        <p:nvPicPr>
          <p:cNvPr id="849" name="New picture"/>
          <p:cNvPicPr/>
          <p:nvPr/>
        </p:nvPicPr>
        <p:blipFill>
          <a:blip r:embed="rId507"/>
          <a:srcRect/>
          <a:stretch>
            <a:fillRect/>
          </a:stretch>
        </p:blipFill>
        <p:spPr>
          <a:xfrm>
            <a:off x="4571333" y="3401092"/>
            <a:ext cx="65627" cy="82391"/>
          </a:xfrm>
          <a:prstGeom prst="rect"/>
          <a:ln w="0">
            <a:noFill/>
          </a:ln>
        </p:spPr>
      </p:pic>
      <p:sp>
        <p:nvSpPr>
          <p:cNvPr id="850" name="New shape"/>
          <p:cNvSpPr/>
          <p:nvPr/>
        </p:nvSpPr>
        <p:spPr>
          <a:xfrm>
            <a:off x="4585049" y="344233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1" name="New picture"/>
          <p:cNvPicPr/>
          <p:nvPr/>
        </p:nvPicPr>
        <p:blipFill>
          <a:blip r:embed="rId508"/>
          <a:srcRect/>
          <a:stretch>
            <a:fillRect/>
          </a:stretch>
        </p:blipFill>
        <p:spPr>
          <a:xfrm>
            <a:off x="4650771" y="3379756"/>
            <a:ext cx="47339" cy="103727"/>
          </a:xfrm>
          <a:prstGeom prst="rect"/>
          <a:ln w="0">
            <a:noFill/>
          </a:ln>
        </p:spPr>
      </p:pic>
      <p:pic>
        <p:nvPicPr>
          <p:cNvPr id="852" name="New picture"/>
          <p:cNvPicPr/>
          <p:nvPr/>
        </p:nvPicPr>
        <p:blipFill>
          <a:blip r:embed="rId509"/>
          <a:srcRect/>
          <a:stretch>
            <a:fillRect/>
          </a:stretch>
        </p:blipFill>
        <p:spPr>
          <a:xfrm>
            <a:off x="4705731" y="3401091"/>
            <a:ext cx="58007" cy="82391"/>
          </a:xfrm>
          <a:prstGeom prst="rect"/>
          <a:ln w="0">
            <a:noFill/>
          </a:ln>
        </p:spPr>
      </p:pic>
      <p:pic>
        <p:nvPicPr>
          <p:cNvPr id="853" name="New picture"/>
          <p:cNvPicPr/>
          <p:nvPr/>
        </p:nvPicPr>
        <p:blipFill>
          <a:blip r:embed="rId510"/>
          <a:srcRect/>
          <a:stretch>
            <a:fillRect/>
          </a:stretch>
        </p:blipFill>
        <p:spPr>
          <a:xfrm>
            <a:off x="4782121" y="3465195"/>
            <a:ext cx="16764" cy="16764"/>
          </a:xfrm>
          <a:prstGeom prst="rect"/>
          <a:ln w="0">
            <a:noFill/>
          </a:ln>
        </p:spPr>
      </p:pic>
      <p:pic>
        <p:nvPicPr>
          <p:cNvPr id="854" name="New picture"/>
          <p:cNvPicPr/>
          <p:nvPr/>
        </p:nvPicPr>
        <p:blipFill>
          <a:blip r:embed="rId511"/>
          <a:srcRect/>
          <a:stretch>
            <a:fillRect/>
          </a:stretch>
        </p:blipFill>
        <p:spPr>
          <a:xfrm>
            <a:off x="4864513" y="3372136"/>
            <a:ext cx="68770" cy="108299"/>
          </a:xfrm>
          <a:prstGeom prst="rect"/>
          <a:ln w="0">
            <a:noFill/>
          </a:ln>
        </p:spPr>
      </p:pic>
      <p:pic>
        <p:nvPicPr>
          <p:cNvPr id="855" name="New picture"/>
          <p:cNvPicPr/>
          <p:nvPr/>
        </p:nvPicPr>
        <p:blipFill>
          <a:blip r:embed="rId512"/>
          <a:srcRect/>
          <a:stretch>
            <a:fillRect/>
          </a:stretch>
        </p:blipFill>
        <p:spPr>
          <a:xfrm>
            <a:off x="4948524" y="3401092"/>
            <a:ext cx="68675" cy="79343"/>
          </a:xfrm>
          <a:prstGeom prst="rect"/>
          <a:ln w="0">
            <a:noFill/>
          </a:ln>
        </p:spPr>
      </p:pic>
      <p:pic>
        <p:nvPicPr>
          <p:cNvPr id="856" name="New picture"/>
          <p:cNvPicPr/>
          <p:nvPr/>
        </p:nvPicPr>
        <p:blipFill>
          <a:blip r:embed="rId513"/>
          <a:srcRect/>
          <a:stretch>
            <a:fillRect/>
          </a:stretch>
        </p:blipFill>
        <p:spPr>
          <a:xfrm>
            <a:off x="5081301" y="3401187"/>
            <a:ext cx="74866" cy="117443"/>
          </a:xfrm>
          <a:prstGeom prst="rect"/>
          <a:ln w="0">
            <a:noFill/>
          </a:ln>
        </p:spPr>
      </p:pic>
      <p:sp>
        <p:nvSpPr>
          <p:cNvPr id="857" name="New shape"/>
          <p:cNvSpPr/>
          <p:nvPr/>
        </p:nvSpPr>
        <p:spPr>
          <a:xfrm>
            <a:off x="5095018" y="341185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8" name="New picture"/>
          <p:cNvPicPr/>
          <p:nvPr/>
        </p:nvPicPr>
        <p:blipFill>
          <a:blip r:embed="rId514"/>
          <a:srcRect/>
          <a:stretch>
            <a:fillRect/>
          </a:stretch>
        </p:blipFill>
        <p:spPr>
          <a:xfrm>
            <a:off x="5171504" y="3401092"/>
            <a:ext cx="65627" cy="82391"/>
          </a:xfrm>
          <a:prstGeom prst="rect"/>
          <a:ln w="0">
            <a:noFill/>
          </a:ln>
        </p:spPr>
      </p:pic>
      <p:sp>
        <p:nvSpPr>
          <p:cNvPr id="859" name="New shape"/>
          <p:cNvSpPr/>
          <p:nvPr/>
        </p:nvSpPr>
        <p:spPr>
          <a:xfrm>
            <a:off x="5183696" y="3442335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0" name="New picture"/>
          <p:cNvPicPr/>
          <p:nvPr/>
        </p:nvPicPr>
        <p:blipFill>
          <a:blip r:embed="rId515"/>
          <a:srcRect/>
          <a:stretch>
            <a:fillRect/>
          </a:stretch>
        </p:blipFill>
        <p:spPr>
          <a:xfrm>
            <a:off x="5259896" y="3401092"/>
            <a:ext cx="42767" cy="79343"/>
          </a:xfrm>
          <a:prstGeom prst="rect"/>
          <a:ln w="0">
            <a:noFill/>
          </a:ln>
        </p:spPr>
      </p:pic>
      <p:pic>
        <p:nvPicPr>
          <p:cNvPr id="861" name="New picture"/>
          <p:cNvPicPr/>
          <p:nvPr/>
        </p:nvPicPr>
        <p:blipFill>
          <a:blip r:embed="rId516"/>
          <a:srcRect/>
          <a:stretch>
            <a:fillRect/>
          </a:stretch>
        </p:blipFill>
        <p:spPr>
          <a:xfrm>
            <a:off x="5307425" y="3379660"/>
            <a:ext cx="47339" cy="103822"/>
          </a:xfrm>
          <a:prstGeom prst="rect"/>
          <a:ln w="0">
            <a:noFill/>
          </a:ln>
        </p:spPr>
      </p:pic>
      <p:pic>
        <p:nvPicPr>
          <p:cNvPr id="862" name="New picture"/>
          <p:cNvPicPr/>
          <p:nvPr/>
        </p:nvPicPr>
        <p:blipFill>
          <a:blip r:embed="rId517"/>
          <a:srcRect/>
          <a:stretch>
            <a:fillRect/>
          </a:stretch>
        </p:blipFill>
        <p:spPr>
          <a:xfrm>
            <a:off x="5365432" y="3401092"/>
            <a:ext cx="65627" cy="82391"/>
          </a:xfrm>
          <a:prstGeom prst="rect"/>
          <a:ln w="0">
            <a:noFill/>
          </a:ln>
        </p:spPr>
      </p:pic>
      <p:sp>
        <p:nvSpPr>
          <p:cNvPr id="863" name="New shape"/>
          <p:cNvSpPr/>
          <p:nvPr/>
        </p:nvSpPr>
        <p:spPr>
          <a:xfrm>
            <a:off x="5379148" y="344233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4" name="New picture"/>
          <p:cNvPicPr/>
          <p:nvPr/>
        </p:nvPicPr>
        <p:blipFill>
          <a:blip r:embed="rId518"/>
          <a:srcRect/>
          <a:stretch>
            <a:fillRect/>
          </a:stretch>
        </p:blipFill>
        <p:spPr>
          <a:xfrm>
            <a:off x="5453920" y="3401092"/>
            <a:ext cx="70295" cy="79343"/>
          </a:xfrm>
          <a:prstGeom prst="rect"/>
          <a:ln w="0">
            <a:noFill/>
          </a:ln>
        </p:spPr>
      </p:pic>
      <p:pic>
        <p:nvPicPr>
          <p:cNvPr id="865" name="New picture"/>
          <p:cNvPicPr/>
          <p:nvPr/>
        </p:nvPicPr>
        <p:blipFill>
          <a:blip r:embed="rId519"/>
          <a:srcRect/>
          <a:stretch>
            <a:fillRect/>
          </a:stretch>
        </p:blipFill>
        <p:spPr>
          <a:xfrm>
            <a:off x="5538026" y="3379660"/>
            <a:ext cx="47339" cy="103822"/>
          </a:xfrm>
          <a:prstGeom prst="rect"/>
          <a:ln w="0">
            <a:noFill/>
          </a:ln>
        </p:spPr>
      </p:pic>
      <p:pic>
        <p:nvPicPr>
          <p:cNvPr id="866" name="New picture"/>
          <p:cNvPicPr/>
          <p:nvPr/>
        </p:nvPicPr>
        <p:blipFill>
          <a:blip r:embed="rId520"/>
          <a:srcRect/>
          <a:stretch>
            <a:fillRect/>
          </a:stretch>
        </p:blipFill>
        <p:spPr>
          <a:xfrm>
            <a:off x="5637181" y="3372136"/>
            <a:ext cx="74866" cy="111347"/>
          </a:xfrm>
          <a:prstGeom prst="rect"/>
          <a:ln w="0">
            <a:noFill/>
          </a:ln>
        </p:spPr>
      </p:pic>
      <p:sp>
        <p:nvSpPr>
          <p:cNvPr id="867" name="New shape"/>
          <p:cNvSpPr/>
          <p:nvPr/>
        </p:nvSpPr>
        <p:spPr>
          <a:xfrm>
            <a:off x="5650992" y="34117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8" name="New picture"/>
          <p:cNvPicPr/>
          <p:nvPr/>
        </p:nvPicPr>
        <p:blipFill>
          <a:blip r:embed="rId521"/>
          <a:srcRect/>
          <a:stretch>
            <a:fillRect/>
          </a:stretch>
        </p:blipFill>
        <p:spPr>
          <a:xfrm>
            <a:off x="5731955" y="3401187"/>
            <a:ext cx="71723" cy="82391"/>
          </a:xfrm>
          <a:prstGeom prst="rect"/>
          <a:ln w="0">
            <a:noFill/>
          </a:ln>
        </p:spPr>
      </p:pic>
      <p:sp>
        <p:nvSpPr>
          <p:cNvPr id="869" name="New shape"/>
          <p:cNvSpPr/>
          <p:nvPr/>
        </p:nvSpPr>
        <p:spPr>
          <a:xfrm>
            <a:off x="5745670" y="341033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0" name="New picture"/>
          <p:cNvPicPr/>
          <p:nvPr/>
        </p:nvPicPr>
        <p:blipFill>
          <a:blip r:embed="rId522"/>
          <a:srcRect/>
          <a:stretch>
            <a:fillRect/>
          </a:stretch>
        </p:blipFill>
        <p:spPr>
          <a:xfrm>
            <a:off x="5858637" y="3401092"/>
            <a:ext cx="64103" cy="82391"/>
          </a:xfrm>
          <a:prstGeom prst="rect"/>
          <a:ln w="0">
            <a:noFill/>
          </a:ln>
        </p:spPr>
      </p:pic>
      <p:pic>
        <p:nvPicPr>
          <p:cNvPr id="871" name="New picture"/>
          <p:cNvPicPr/>
          <p:nvPr/>
        </p:nvPicPr>
        <p:blipFill>
          <a:blip r:embed="rId523"/>
          <a:srcRect/>
          <a:stretch>
            <a:fillRect/>
          </a:stretch>
        </p:blipFill>
        <p:spPr>
          <a:xfrm>
            <a:off x="5933504" y="3401092"/>
            <a:ext cx="70199" cy="82391"/>
          </a:xfrm>
          <a:prstGeom prst="rect"/>
          <a:ln w="0">
            <a:noFill/>
          </a:ln>
        </p:spPr>
      </p:pic>
      <p:sp>
        <p:nvSpPr>
          <p:cNvPr id="872" name="New shape"/>
          <p:cNvSpPr/>
          <p:nvPr/>
        </p:nvSpPr>
        <p:spPr>
          <a:xfrm>
            <a:off x="5945695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3" name="New picture"/>
          <p:cNvPicPr/>
          <p:nvPr/>
        </p:nvPicPr>
        <p:blipFill>
          <a:blip r:embed="rId524"/>
          <a:srcRect/>
          <a:stretch>
            <a:fillRect/>
          </a:stretch>
        </p:blipFill>
        <p:spPr>
          <a:xfrm>
            <a:off x="6015800" y="3401091"/>
            <a:ext cx="58102" cy="82391"/>
          </a:xfrm>
          <a:prstGeom prst="rect"/>
          <a:ln w="0">
            <a:noFill/>
          </a:ln>
        </p:spPr>
      </p:pic>
      <p:pic>
        <p:nvPicPr>
          <p:cNvPr id="874" name="New picture"/>
          <p:cNvPicPr/>
          <p:nvPr/>
        </p:nvPicPr>
        <p:blipFill>
          <a:blip r:embed="rId525"/>
          <a:srcRect/>
          <a:stretch>
            <a:fillRect/>
          </a:stretch>
        </p:blipFill>
        <p:spPr>
          <a:xfrm>
            <a:off x="6121240" y="3379756"/>
            <a:ext cx="47339" cy="103727"/>
          </a:xfrm>
          <a:prstGeom prst="rect"/>
          <a:ln w="0">
            <a:noFill/>
          </a:ln>
        </p:spPr>
      </p:pic>
      <p:pic>
        <p:nvPicPr>
          <p:cNvPr id="875" name="New picture"/>
          <p:cNvPicPr/>
          <p:nvPr/>
        </p:nvPicPr>
        <p:blipFill>
          <a:blip r:embed="rId526"/>
          <a:srcRect/>
          <a:stretch>
            <a:fillRect/>
          </a:stretch>
        </p:blipFill>
        <p:spPr>
          <a:xfrm>
            <a:off x="6180868" y="3401092"/>
            <a:ext cx="65627" cy="82391"/>
          </a:xfrm>
          <a:prstGeom prst="rect"/>
          <a:ln w="0">
            <a:noFill/>
          </a:ln>
        </p:spPr>
      </p:pic>
      <p:sp>
        <p:nvSpPr>
          <p:cNvPr id="876" name="New shape"/>
          <p:cNvSpPr/>
          <p:nvPr/>
        </p:nvSpPr>
        <p:spPr>
          <a:xfrm>
            <a:off x="6193060" y="3442335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7" name="New picture"/>
          <p:cNvPicPr/>
          <p:nvPr/>
        </p:nvPicPr>
        <p:blipFill>
          <a:blip r:embed="rId527"/>
          <a:srcRect/>
          <a:stretch>
            <a:fillRect/>
          </a:stretch>
        </p:blipFill>
        <p:spPr>
          <a:xfrm>
            <a:off x="6191535" y="3369088"/>
            <a:ext cx="48863" cy="24384"/>
          </a:xfrm>
          <a:prstGeom prst="rect"/>
          <a:ln w="0">
            <a:noFill/>
          </a:ln>
        </p:spPr>
      </p:pic>
      <p:pic>
        <p:nvPicPr>
          <p:cNvPr id="878" name="New picture"/>
          <p:cNvPicPr/>
          <p:nvPr/>
        </p:nvPicPr>
        <p:blipFill>
          <a:blip r:embed="rId528"/>
          <a:srcRect/>
          <a:stretch>
            <a:fillRect/>
          </a:stretch>
        </p:blipFill>
        <p:spPr>
          <a:xfrm>
            <a:off x="6264783" y="3401092"/>
            <a:ext cx="64198" cy="82391"/>
          </a:xfrm>
          <a:prstGeom prst="rect"/>
          <a:ln w="0">
            <a:noFill/>
          </a:ln>
        </p:spPr>
      </p:pic>
      <p:pic>
        <p:nvPicPr>
          <p:cNvPr id="879" name="New picture"/>
          <p:cNvPicPr/>
          <p:nvPr/>
        </p:nvPicPr>
        <p:blipFill>
          <a:blip r:embed="rId529"/>
          <a:srcRect/>
          <a:stretch>
            <a:fillRect/>
          </a:stretch>
        </p:blipFill>
        <p:spPr>
          <a:xfrm>
            <a:off x="6347269" y="3372135"/>
            <a:ext cx="68771" cy="108395"/>
          </a:xfrm>
          <a:prstGeom prst="rect"/>
          <a:ln w="0">
            <a:noFill/>
          </a:ln>
        </p:spPr>
      </p:pic>
      <p:pic>
        <p:nvPicPr>
          <p:cNvPr id="880" name="New picture"/>
          <p:cNvPicPr/>
          <p:nvPr/>
        </p:nvPicPr>
        <p:blipFill>
          <a:blip r:embed="rId530"/>
          <a:srcRect/>
          <a:stretch>
            <a:fillRect/>
          </a:stretch>
        </p:blipFill>
        <p:spPr>
          <a:xfrm>
            <a:off x="6435852" y="3401187"/>
            <a:ext cx="71723" cy="82391"/>
          </a:xfrm>
          <a:prstGeom prst="rect"/>
          <a:ln w="0">
            <a:noFill/>
          </a:ln>
        </p:spPr>
      </p:pic>
      <p:sp>
        <p:nvSpPr>
          <p:cNvPr id="881" name="New shape"/>
          <p:cNvSpPr/>
          <p:nvPr/>
        </p:nvSpPr>
        <p:spPr>
          <a:xfrm>
            <a:off x="6449568" y="341033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2" name="New picture"/>
          <p:cNvPicPr/>
          <p:nvPr/>
        </p:nvPicPr>
        <p:blipFill>
          <a:blip r:embed="rId531"/>
          <a:srcRect/>
          <a:stretch>
            <a:fillRect/>
          </a:stretch>
        </p:blipFill>
        <p:spPr>
          <a:xfrm>
            <a:off x="6518339" y="3401091"/>
            <a:ext cx="58007" cy="82391"/>
          </a:xfrm>
          <a:prstGeom prst="rect"/>
          <a:ln w="0">
            <a:noFill/>
          </a:ln>
        </p:spPr>
      </p:pic>
      <p:pic>
        <p:nvPicPr>
          <p:cNvPr id="883" name="New picture"/>
          <p:cNvPicPr/>
          <p:nvPr/>
        </p:nvPicPr>
        <p:blipFill>
          <a:blip r:embed="rId532"/>
          <a:srcRect/>
          <a:stretch>
            <a:fillRect/>
          </a:stretch>
        </p:blipFill>
        <p:spPr>
          <a:xfrm>
            <a:off x="6629781" y="3401092"/>
            <a:ext cx="71724" cy="82391"/>
          </a:xfrm>
          <a:prstGeom prst="rect"/>
          <a:ln w="0">
            <a:noFill/>
          </a:ln>
        </p:spPr>
      </p:pic>
      <p:sp>
        <p:nvSpPr>
          <p:cNvPr id="884" name="New shape"/>
          <p:cNvSpPr/>
          <p:nvPr/>
        </p:nvSpPr>
        <p:spPr>
          <a:xfrm>
            <a:off x="6641973" y="341023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5" name="New picture"/>
          <p:cNvPicPr/>
          <p:nvPr/>
        </p:nvPicPr>
        <p:blipFill>
          <a:blip r:embed="rId533"/>
          <a:srcRect/>
          <a:stretch>
            <a:fillRect/>
          </a:stretch>
        </p:blipFill>
        <p:spPr>
          <a:xfrm>
            <a:off x="6709220" y="3379660"/>
            <a:ext cx="48863" cy="103822"/>
          </a:xfrm>
          <a:prstGeom prst="rect"/>
          <a:ln w="0">
            <a:noFill/>
          </a:ln>
        </p:spPr>
      </p:pic>
      <p:pic>
        <p:nvPicPr>
          <p:cNvPr id="886" name="New picture"/>
          <p:cNvPicPr/>
          <p:nvPr/>
        </p:nvPicPr>
        <p:blipFill>
          <a:blip r:embed="rId534"/>
          <a:srcRect/>
          <a:stretch>
            <a:fillRect/>
          </a:stretch>
        </p:blipFill>
        <p:spPr>
          <a:xfrm>
            <a:off x="672941" y="3608546"/>
            <a:ext cx="47339" cy="103822"/>
          </a:xfrm>
          <a:prstGeom prst="rect"/>
          <a:ln w="0">
            <a:noFill/>
          </a:ln>
        </p:spPr>
      </p:pic>
      <p:pic>
        <p:nvPicPr>
          <p:cNvPr id="887" name="New picture"/>
          <p:cNvPicPr/>
          <p:nvPr/>
        </p:nvPicPr>
        <p:blipFill>
          <a:blip r:embed="rId535"/>
          <a:srcRect/>
          <a:stretch>
            <a:fillRect/>
          </a:stretch>
        </p:blipFill>
        <p:spPr>
          <a:xfrm>
            <a:off x="730853" y="3629977"/>
            <a:ext cx="71818" cy="82391"/>
          </a:xfrm>
          <a:prstGeom prst="rect"/>
          <a:ln w="0">
            <a:noFill/>
          </a:ln>
        </p:spPr>
      </p:pic>
      <p:sp>
        <p:nvSpPr>
          <p:cNvPr id="888" name="New shape"/>
          <p:cNvSpPr/>
          <p:nvPr/>
        </p:nvSpPr>
        <p:spPr>
          <a:xfrm>
            <a:off x="743045" y="363912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9" name="New picture"/>
          <p:cNvPicPr/>
          <p:nvPr/>
        </p:nvPicPr>
        <p:blipFill>
          <a:blip r:embed="rId536"/>
          <a:srcRect/>
          <a:stretch>
            <a:fillRect/>
          </a:stretch>
        </p:blipFill>
        <p:spPr>
          <a:xfrm>
            <a:off x="820864" y="3630073"/>
            <a:ext cx="70295" cy="79343"/>
          </a:xfrm>
          <a:prstGeom prst="rect"/>
          <a:ln w="0">
            <a:noFill/>
          </a:ln>
        </p:spPr>
      </p:pic>
      <p:pic>
        <p:nvPicPr>
          <p:cNvPr id="890" name="New picture"/>
          <p:cNvPicPr/>
          <p:nvPr/>
        </p:nvPicPr>
        <p:blipFill>
          <a:blip r:embed="rId537"/>
          <a:srcRect/>
          <a:stretch>
            <a:fillRect/>
          </a:stretch>
        </p:blipFill>
        <p:spPr>
          <a:xfrm>
            <a:off x="911066" y="3601021"/>
            <a:ext cx="74866" cy="111442"/>
          </a:xfrm>
          <a:prstGeom prst="rect"/>
          <a:ln w="0">
            <a:noFill/>
          </a:ln>
        </p:spPr>
      </p:pic>
      <p:sp>
        <p:nvSpPr>
          <p:cNvPr id="891" name="New shape"/>
          <p:cNvSpPr/>
          <p:nvPr/>
        </p:nvSpPr>
        <p:spPr>
          <a:xfrm>
            <a:off x="924782" y="364074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2" name="New picture"/>
          <p:cNvPicPr/>
          <p:nvPr/>
        </p:nvPicPr>
        <p:blipFill>
          <a:blip r:embed="rId538"/>
          <a:srcRect/>
          <a:stretch>
            <a:fillRect/>
          </a:stretch>
        </p:blipFill>
        <p:spPr>
          <a:xfrm>
            <a:off x="1004221" y="3629978"/>
            <a:ext cx="67151" cy="82391"/>
          </a:xfrm>
          <a:prstGeom prst="rect"/>
          <a:ln w="0">
            <a:noFill/>
          </a:ln>
        </p:spPr>
      </p:pic>
      <p:sp>
        <p:nvSpPr>
          <p:cNvPr id="893" name="New shape"/>
          <p:cNvSpPr/>
          <p:nvPr/>
        </p:nvSpPr>
        <p:spPr>
          <a:xfrm>
            <a:off x="1017937" y="36712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4" name="New picture"/>
          <p:cNvPicPr/>
          <p:nvPr/>
        </p:nvPicPr>
        <p:blipFill>
          <a:blip r:embed="rId539"/>
          <a:srcRect/>
          <a:stretch>
            <a:fillRect/>
          </a:stretch>
        </p:blipFill>
        <p:spPr>
          <a:xfrm>
            <a:off x="1094327" y="3629978"/>
            <a:ext cx="68675" cy="79439"/>
          </a:xfrm>
          <a:prstGeom prst="rect"/>
          <a:ln w="0">
            <a:noFill/>
          </a:ln>
        </p:spPr>
      </p:pic>
      <p:pic>
        <p:nvPicPr>
          <p:cNvPr id="895" name="New picture"/>
          <p:cNvPicPr/>
          <p:nvPr/>
        </p:nvPicPr>
        <p:blipFill>
          <a:blip r:embed="rId540"/>
          <a:srcRect/>
          <a:stretch>
            <a:fillRect/>
          </a:stretch>
        </p:blipFill>
        <p:spPr>
          <a:xfrm>
            <a:off x="1182910" y="3629978"/>
            <a:ext cx="65627" cy="82486"/>
          </a:xfrm>
          <a:prstGeom prst="rect"/>
          <a:ln w="0">
            <a:noFill/>
          </a:ln>
        </p:spPr>
      </p:pic>
      <p:pic>
        <p:nvPicPr>
          <p:cNvPr id="896" name="New picture"/>
          <p:cNvPicPr/>
          <p:nvPr/>
        </p:nvPicPr>
        <p:blipFill>
          <a:blip r:embed="rId541"/>
          <a:srcRect/>
          <a:stretch>
            <a:fillRect/>
          </a:stretch>
        </p:blipFill>
        <p:spPr>
          <a:xfrm>
            <a:off x="1257776" y="3630072"/>
            <a:ext cx="71723" cy="82391"/>
          </a:xfrm>
          <a:prstGeom prst="rect"/>
          <a:ln w="0">
            <a:noFill/>
          </a:ln>
        </p:spPr>
      </p:pic>
      <p:sp>
        <p:nvSpPr>
          <p:cNvPr id="897" name="New shape"/>
          <p:cNvSpPr/>
          <p:nvPr/>
        </p:nvSpPr>
        <p:spPr>
          <a:xfrm>
            <a:off x="1271492" y="3639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8" name="New picture"/>
          <p:cNvPicPr/>
          <p:nvPr/>
        </p:nvPicPr>
        <p:blipFill>
          <a:blip r:embed="rId542"/>
          <a:srcRect/>
          <a:stretch>
            <a:fillRect/>
          </a:stretch>
        </p:blipFill>
        <p:spPr>
          <a:xfrm>
            <a:off x="1340168" y="3629977"/>
            <a:ext cx="58007" cy="82391"/>
          </a:xfrm>
          <a:prstGeom prst="rect"/>
          <a:ln w="0">
            <a:noFill/>
          </a:ln>
        </p:spPr>
      </p:pic>
      <p:pic>
        <p:nvPicPr>
          <p:cNvPr id="899" name="New picture"/>
          <p:cNvPicPr/>
          <p:nvPr/>
        </p:nvPicPr>
        <p:blipFill>
          <a:blip r:embed="rId543"/>
          <a:srcRect/>
          <a:stretch>
            <a:fillRect/>
          </a:stretch>
        </p:blipFill>
        <p:spPr>
          <a:xfrm>
            <a:off x="1448562" y="3629977"/>
            <a:ext cx="56483" cy="82486"/>
          </a:xfrm>
          <a:prstGeom prst="rect"/>
          <a:ln w="0">
            <a:noFill/>
          </a:ln>
        </p:spPr>
      </p:pic>
      <p:sp>
        <p:nvSpPr>
          <p:cNvPr id="900" name="New shape"/>
          <p:cNvSpPr/>
          <p:nvPr/>
        </p:nvSpPr>
        <p:spPr>
          <a:xfrm>
            <a:off x="1524857" y="3631502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1" name="New picture"/>
          <p:cNvPicPr/>
          <p:nvPr/>
        </p:nvPicPr>
        <p:blipFill>
          <a:blip r:embed="rId544"/>
          <a:srcRect/>
          <a:stretch>
            <a:fillRect/>
          </a:stretch>
        </p:blipFill>
        <p:spPr>
          <a:xfrm>
            <a:off x="1523333" y="3597974"/>
            <a:ext cx="16859" cy="15240"/>
          </a:xfrm>
          <a:prstGeom prst="rect"/>
          <a:ln w="0">
            <a:noFill/>
          </a:ln>
        </p:spPr>
      </p:pic>
      <p:pic>
        <p:nvPicPr>
          <p:cNvPr id="902" name="New picture"/>
          <p:cNvPicPr/>
          <p:nvPr/>
        </p:nvPicPr>
        <p:blipFill>
          <a:blip r:embed="rId545"/>
          <a:srcRect/>
          <a:stretch>
            <a:fillRect/>
          </a:stretch>
        </p:blipFill>
        <p:spPr>
          <a:xfrm>
            <a:off x="1563148" y="3630073"/>
            <a:ext cx="120682" cy="79343"/>
          </a:xfrm>
          <a:prstGeom prst="rect"/>
          <a:ln w="0">
            <a:noFill/>
          </a:ln>
        </p:spPr>
      </p:pic>
      <p:pic>
        <p:nvPicPr>
          <p:cNvPr id="903" name="New picture"/>
          <p:cNvPicPr/>
          <p:nvPr/>
        </p:nvPicPr>
        <p:blipFill>
          <a:blip r:embed="rId546"/>
          <a:srcRect/>
          <a:stretch>
            <a:fillRect/>
          </a:stretch>
        </p:blipFill>
        <p:spPr>
          <a:xfrm>
            <a:off x="1708214" y="3629978"/>
            <a:ext cx="76295" cy="117539"/>
          </a:xfrm>
          <a:prstGeom prst="rect"/>
          <a:ln w="0">
            <a:noFill/>
          </a:ln>
        </p:spPr>
      </p:pic>
      <p:sp>
        <p:nvSpPr>
          <p:cNvPr id="904" name="New shape"/>
          <p:cNvSpPr/>
          <p:nvPr/>
        </p:nvSpPr>
        <p:spPr>
          <a:xfrm>
            <a:off x="1723454" y="364074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05" name="New shape"/>
          <p:cNvSpPr/>
          <p:nvPr/>
        </p:nvSpPr>
        <p:spPr>
          <a:xfrm>
            <a:off x="1804416" y="36012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6" name="New picture"/>
          <p:cNvPicPr/>
          <p:nvPr/>
        </p:nvPicPr>
        <p:blipFill>
          <a:blip r:embed="rId547"/>
          <a:srcRect/>
          <a:stretch>
            <a:fillRect/>
          </a:stretch>
        </p:blipFill>
        <p:spPr>
          <a:xfrm>
            <a:off x="1839468" y="3629977"/>
            <a:ext cx="70295" cy="82391"/>
          </a:xfrm>
          <a:prstGeom prst="rect"/>
          <a:ln w="0">
            <a:noFill/>
          </a:ln>
        </p:spPr>
      </p:pic>
      <p:sp>
        <p:nvSpPr>
          <p:cNvPr id="907" name="New shape"/>
          <p:cNvSpPr/>
          <p:nvPr/>
        </p:nvSpPr>
        <p:spPr>
          <a:xfrm>
            <a:off x="1851755" y="363912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8" name="New picture"/>
          <p:cNvPicPr/>
          <p:nvPr/>
        </p:nvPicPr>
        <p:blipFill>
          <a:blip r:embed="rId548"/>
          <a:srcRect/>
          <a:stretch>
            <a:fillRect/>
          </a:stretch>
        </p:blipFill>
        <p:spPr>
          <a:xfrm>
            <a:off x="1921859" y="3629977"/>
            <a:ext cx="58102" cy="82391"/>
          </a:xfrm>
          <a:prstGeom prst="rect"/>
          <a:ln w="0">
            <a:noFill/>
          </a:ln>
        </p:spPr>
      </p:pic>
      <p:pic>
        <p:nvPicPr>
          <p:cNvPr id="909" name="New picture"/>
          <p:cNvPicPr/>
          <p:nvPr/>
        </p:nvPicPr>
        <p:blipFill>
          <a:blip r:embed="rId549"/>
          <a:srcRect/>
          <a:stretch>
            <a:fillRect/>
          </a:stretch>
        </p:blipFill>
        <p:spPr>
          <a:xfrm>
            <a:off x="1993678" y="3694081"/>
            <a:ext cx="21431" cy="42767"/>
          </a:xfrm>
          <a:prstGeom prst="rect"/>
          <a:ln w="0">
            <a:noFill/>
          </a:ln>
        </p:spPr>
      </p:pic>
      <p:pic>
        <p:nvPicPr>
          <p:cNvPr id="910" name="New picture"/>
          <p:cNvPicPr/>
          <p:nvPr/>
        </p:nvPicPr>
        <p:blipFill>
          <a:blip r:embed="rId550"/>
          <a:srcRect/>
          <a:stretch>
            <a:fillRect/>
          </a:stretch>
        </p:blipFill>
        <p:spPr>
          <a:xfrm>
            <a:off x="2079212" y="3629978"/>
            <a:ext cx="68770" cy="79343"/>
          </a:xfrm>
          <a:prstGeom prst="rect"/>
          <a:ln w="0">
            <a:noFill/>
          </a:ln>
        </p:spPr>
      </p:pic>
      <p:pic>
        <p:nvPicPr>
          <p:cNvPr id="911" name="New picture"/>
          <p:cNvPicPr/>
          <p:nvPr/>
        </p:nvPicPr>
        <p:blipFill>
          <a:blip r:embed="rId551"/>
          <a:srcRect/>
          <a:stretch>
            <a:fillRect/>
          </a:stretch>
        </p:blipFill>
        <p:spPr>
          <a:xfrm>
            <a:off x="2167795" y="3629978"/>
            <a:ext cx="77914" cy="82486"/>
          </a:xfrm>
          <a:prstGeom prst="rect"/>
          <a:ln w="0">
            <a:noFill/>
          </a:ln>
        </p:spPr>
      </p:pic>
      <p:sp>
        <p:nvSpPr>
          <p:cNvPr id="912" name="New shape"/>
          <p:cNvSpPr/>
          <p:nvPr/>
        </p:nvSpPr>
        <p:spPr>
          <a:xfrm>
            <a:off x="2181511" y="3640741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3" name="New picture"/>
          <p:cNvPicPr/>
          <p:nvPr/>
        </p:nvPicPr>
        <p:blipFill>
          <a:blip r:embed="rId552"/>
          <a:srcRect/>
          <a:stretch>
            <a:fillRect/>
          </a:stretch>
        </p:blipFill>
        <p:spPr>
          <a:xfrm>
            <a:off x="2267045" y="3631597"/>
            <a:ext cx="68675" cy="80867"/>
          </a:xfrm>
          <a:prstGeom prst="rect"/>
          <a:ln w="0">
            <a:noFill/>
          </a:ln>
        </p:spPr>
      </p:pic>
      <p:pic>
        <p:nvPicPr>
          <p:cNvPr id="914" name="New picture"/>
          <p:cNvPicPr/>
          <p:nvPr/>
        </p:nvPicPr>
        <p:blipFill>
          <a:blip r:embed="rId553"/>
          <a:srcRect/>
          <a:stretch>
            <a:fillRect/>
          </a:stretch>
        </p:blipFill>
        <p:spPr>
          <a:xfrm>
            <a:off x="2349532" y="3629977"/>
            <a:ext cx="58007" cy="82391"/>
          </a:xfrm>
          <a:prstGeom prst="rect"/>
          <a:ln w="0">
            <a:noFill/>
          </a:ln>
        </p:spPr>
      </p:pic>
      <p:pic>
        <p:nvPicPr>
          <p:cNvPr id="915" name="New picture"/>
          <p:cNvPicPr/>
          <p:nvPr/>
        </p:nvPicPr>
        <p:blipFill>
          <a:blip r:embed="rId554"/>
          <a:srcRect/>
          <a:stretch>
            <a:fillRect/>
          </a:stretch>
        </p:blipFill>
        <p:spPr>
          <a:xfrm>
            <a:off x="2465641" y="3629978"/>
            <a:ext cx="74771" cy="117539"/>
          </a:xfrm>
          <a:prstGeom prst="rect"/>
          <a:ln w="0">
            <a:noFill/>
          </a:ln>
        </p:spPr>
      </p:pic>
      <p:sp>
        <p:nvSpPr>
          <p:cNvPr id="916" name="New shape"/>
          <p:cNvSpPr/>
          <p:nvPr/>
        </p:nvSpPr>
        <p:spPr>
          <a:xfrm>
            <a:off x="2479358" y="364074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7" name="New picture"/>
          <p:cNvPicPr/>
          <p:nvPr/>
        </p:nvPicPr>
        <p:blipFill>
          <a:blip r:embed="rId555"/>
          <a:srcRect/>
          <a:stretch>
            <a:fillRect/>
          </a:stretch>
        </p:blipFill>
        <p:spPr>
          <a:xfrm>
            <a:off x="2555653" y="3629978"/>
            <a:ext cx="77914" cy="82486"/>
          </a:xfrm>
          <a:prstGeom prst="rect"/>
          <a:ln w="0">
            <a:noFill/>
          </a:ln>
        </p:spPr>
      </p:pic>
      <p:sp>
        <p:nvSpPr>
          <p:cNvPr id="918" name="New shape"/>
          <p:cNvSpPr/>
          <p:nvPr/>
        </p:nvSpPr>
        <p:spPr>
          <a:xfrm>
            <a:off x="2569369" y="3640741"/>
            <a:ext cx="52006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9" name="New picture"/>
          <p:cNvPicPr/>
          <p:nvPr/>
        </p:nvPicPr>
        <p:blipFill>
          <a:blip r:embed="rId556"/>
          <a:srcRect/>
          <a:stretch>
            <a:fillRect/>
          </a:stretch>
        </p:blipFill>
        <p:spPr>
          <a:xfrm>
            <a:off x="2653379" y="3631501"/>
            <a:ext cx="70199" cy="80867"/>
          </a:xfrm>
          <a:prstGeom prst="rect"/>
          <a:ln w="0">
            <a:noFill/>
          </a:ln>
        </p:spPr>
      </p:pic>
      <p:pic>
        <p:nvPicPr>
          <p:cNvPr id="920" name="New picture"/>
          <p:cNvPicPr/>
          <p:nvPr/>
        </p:nvPicPr>
        <p:blipFill>
          <a:blip r:embed="rId557"/>
          <a:srcRect/>
          <a:stretch>
            <a:fillRect/>
          </a:stretch>
        </p:blipFill>
        <p:spPr>
          <a:xfrm>
            <a:off x="2735866" y="3631502"/>
            <a:ext cx="73247" cy="77819"/>
          </a:xfrm>
          <a:prstGeom prst="rect"/>
          <a:ln w="0">
            <a:noFill/>
          </a:ln>
        </p:spPr>
      </p:pic>
      <p:pic>
        <p:nvPicPr>
          <p:cNvPr id="921" name="New picture"/>
          <p:cNvPicPr/>
          <p:nvPr/>
        </p:nvPicPr>
        <p:blipFill>
          <a:blip r:embed="rId558"/>
          <a:srcRect/>
          <a:stretch>
            <a:fillRect/>
          </a:stretch>
        </p:blipFill>
        <p:spPr>
          <a:xfrm>
            <a:off x="2816733" y="3629978"/>
            <a:ext cx="77914" cy="82486"/>
          </a:xfrm>
          <a:prstGeom prst="rect"/>
          <a:ln w="0">
            <a:noFill/>
          </a:ln>
        </p:spPr>
      </p:pic>
      <p:sp>
        <p:nvSpPr>
          <p:cNvPr id="922" name="New shape"/>
          <p:cNvSpPr/>
          <p:nvPr/>
        </p:nvSpPr>
        <p:spPr>
          <a:xfrm>
            <a:off x="2830449" y="3640741"/>
            <a:ext cx="52006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3" name="New picture"/>
          <p:cNvPicPr/>
          <p:nvPr/>
        </p:nvPicPr>
        <p:blipFill>
          <a:blip r:embed="rId559"/>
          <a:srcRect/>
          <a:stretch>
            <a:fillRect/>
          </a:stretch>
        </p:blipFill>
        <p:spPr>
          <a:xfrm>
            <a:off x="2914555" y="3630073"/>
            <a:ext cx="70294" cy="79343"/>
          </a:xfrm>
          <a:prstGeom prst="rect"/>
          <a:ln w="0">
            <a:noFill/>
          </a:ln>
        </p:spPr>
      </p:pic>
      <p:pic>
        <p:nvPicPr>
          <p:cNvPr id="924" name="New picture"/>
          <p:cNvPicPr/>
          <p:nvPr/>
        </p:nvPicPr>
        <p:blipFill>
          <a:blip r:embed="rId560"/>
          <a:srcRect/>
          <a:stretch>
            <a:fillRect/>
          </a:stretch>
        </p:blipFill>
        <p:spPr>
          <a:xfrm>
            <a:off x="2999994" y="3629977"/>
            <a:ext cx="58102" cy="82486"/>
          </a:xfrm>
          <a:prstGeom prst="rect"/>
          <a:ln w="0">
            <a:noFill/>
          </a:ln>
        </p:spPr>
      </p:pic>
      <p:pic>
        <p:nvPicPr>
          <p:cNvPr id="925" name="New picture"/>
          <p:cNvPicPr/>
          <p:nvPr/>
        </p:nvPicPr>
        <p:blipFill>
          <a:blip r:embed="rId561"/>
          <a:srcRect/>
          <a:stretch>
            <a:fillRect/>
          </a:stretch>
        </p:blipFill>
        <p:spPr>
          <a:xfrm>
            <a:off x="3111531" y="3601021"/>
            <a:ext cx="74771" cy="111442"/>
          </a:xfrm>
          <a:prstGeom prst="rect"/>
          <a:ln w="0">
            <a:noFill/>
          </a:ln>
        </p:spPr>
      </p:pic>
      <p:sp>
        <p:nvSpPr>
          <p:cNvPr id="926" name="New shape"/>
          <p:cNvSpPr/>
          <p:nvPr/>
        </p:nvSpPr>
        <p:spPr>
          <a:xfrm>
            <a:off x="3125248" y="364074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7" name="New picture"/>
          <p:cNvPicPr/>
          <p:nvPr/>
        </p:nvPicPr>
        <p:blipFill>
          <a:blip r:embed="rId562"/>
          <a:srcRect/>
          <a:stretch>
            <a:fillRect/>
          </a:stretch>
        </p:blipFill>
        <p:spPr>
          <a:xfrm>
            <a:off x="3206115" y="3629977"/>
            <a:ext cx="71818" cy="82391"/>
          </a:xfrm>
          <a:prstGeom prst="rect"/>
          <a:ln w="0">
            <a:noFill/>
          </a:ln>
        </p:spPr>
      </p:pic>
      <p:sp>
        <p:nvSpPr>
          <p:cNvPr id="928" name="New shape"/>
          <p:cNvSpPr/>
          <p:nvPr/>
        </p:nvSpPr>
        <p:spPr>
          <a:xfrm>
            <a:off x="3219926" y="3639121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9" name="New shape"/>
          <p:cNvSpPr/>
          <p:nvPr/>
        </p:nvSpPr>
        <p:spPr>
          <a:xfrm>
            <a:off x="3230595" y="3594830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0" name="New picture"/>
          <p:cNvPicPr/>
          <p:nvPr/>
        </p:nvPicPr>
        <p:blipFill>
          <a:blip r:embed="rId563"/>
          <a:srcRect/>
          <a:stretch>
            <a:fillRect/>
          </a:stretch>
        </p:blipFill>
        <p:spPr>
          <a:xfrm>
            <a:off x="3293269" y="3600926"/>
            <a:ext cx="74771" cy="111442"/>
          </a:xfrm>
          <a:prstGeom prst="rect"/>
          <a:ln w="0">
            <a:noFill/>
          </a:ln>
        </p:spPr>
      </p:pic>
      <p:sp>
        <p:nvSpPr>
          <p:cNvPr id="931" name="New shape"/>
          <p:cNvSpPr/>
          <p:nvPr/>
        </p:nvSpPr>
        <p:spPr>
          <a:xfrm>
            <a:off x="3306985" y="364064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2" name="New picture"/>
          <p:cNvPicPr/>
          <p:nvPr/>
        </p:nvPicPr>
        <p:blipFill>
          <a:blip r:embed="rId564"/>
          <a:srcRect/>
          <a:stretch>
            <a:fillRect/>
          </a:stretch>
        </p:blipFill>
        <p:spPr>
          <a:xfrm>
            <a:off x="3392519" y="3631501"/>
            <a:ext cx="70199" cy="80962"/>
          </a:xfrm>
          <a:prstGeom prst="rect"/>
          <a:ln w="0">
            <a:noFill/>
          </a:ln>
        </p:spPr>
      </p:pic>
      <p:sp>
        <p:nvSpPr>
          <p:cNvPr id="933" name="New shape"/>
          <p:cNvSpPr/>
          <p:nvPr/>
        </p:nvSpPr>
        <p:spPr>
          <a:xfrm>
            <a:off x="3487198" y="36315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4" name="New picture"/>
          <p:cNvPicPr/>
          <p:nvPr/>
        </p:nvPicPr>
        <p:blipFill>
          <a:blip r:embed="rId565"/>
          <a:srcRect/>
          <a:stretch>
            <a:fillRect/>
          </a:stretch>
        </p:blipFill>
        <p:spPr>
          <a:xfrm>
            <a:off x="3485673" y="3597974"/>
            <a:ext cx="16764" cy="15240"/>
          </a:xfrm>
          <a:prstGeom prst="rect"/>
          <a:ln w="0">
            <a:noFill/>
          </a:ln>
        </p:spPr>
      </p:pic>
      <p:pic>
        <p:nvPicPr>
          <p:cNvPr id="935" name="New picture"/>
          <p:cNvPicPr/>
          <p:nvPr/>
        </p:nvPicPr>
        <p:blipFill>
          <a:blip r:embed="rId566"/>
          <a:srcRect/>
          <a:stretch>
            <a:fillRect/>
          </a:stretch>
        </p:blipFill>
        <p:spPr>
          <a:xfrm>
            <a:off x="3526822" y="3630073"/>
            <a:ext cx="42672" cy="79343"/>
          </a:xfrm>
          <a:prstGeom prst="rect"/>
          <a:ln w="0">
            <a:noFill/>
          </a:ln>
        </p:spPr>
      </p:pic>
      <p:pic>
        <p:nvPicPr>
          <p:cNvPr id="936" name="New picture"/>
          <p:cNvPicPr/>
          <p:nvPr/>
        </p:nvPicPr>
        <p:blipFill>
          <a:blip r:embed="rId567"/>
          <a:srcRect/>
          <a:stretch>
            <a:fillRect/>
          </a:stretch>
        </p:blipFill>
        <p:spPr>
          <a:xfrm>
            <a:off x="3574256" y="3630072"/>
            <a:ext cx="71723" cy="82391"/>
          </a:xfrm>
          <a:prstGeom prst="rect"/>
          <a:ln w="0">
            <a:noFill/>
          </a:ln>
        </p:spPr>
      </p:pic>
      <p:sp>
        <p:nvSpPr>
          <p:cNvPr id="937" name="New shape"/>
          <p:cNvSpPr/>
          <p:nvPr/>
        </p:nvSpPr>
        <p:spPr>
          <a:xfrm>
            <a:off x="3587972" y="3639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38" name="New shape"/>
          <p:cNvSpPr/>
          <p:nvPr/>
        </p:nvSpPr>
        <p:spPr>
          <a:xfrm>
            <a:off x="3704844" y="36012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9" name="New picture"/>
          <p:cNvPicPr/>
          <p:nvPr/>
        </p:nvPicPr>
        <p:blipFill>
          <a:blip r:embed="rId568"/>
          <a:srcRect/>
          <a:stretch>
            <a:fillRect/>
          </a:stretch>
        </p:blipFill>
        <p:spPr>
          <a:xfrm>
            <a:off x="3740658" y="3630072"/>
            <a:ext cx="70199" cy="82391"/>
          </a:xfrm>
          <a:prstGeom prst="rect"/>
          <a:ln w="0">
            <a:noFill/>
          </a:ln>
        </p:spPr>
      </p:pic>
      <p:sp>
        <p:nvSpPr>
          <p:cNvPr id="940" name="New shape"/>
          <p:cNvSpPr/>
          <p:nvPr/>
        </p:nvSpPr>
        <p:spPr>
          <a:xfrm>
            <a:off x="3752850" y="3639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1" name="New picture"/>
          <p:cNvPicPr/>
          <p:nvPr/>
        </p:nvPicPr>
        <p:blipFill>
          <a:blip r:embed="rId569"/>
          <a:srcRect/>
          <a:stretch>
            <a:fillRect/>
          </a:stretch>
        </p:blipFill>
        <p:spPr>
          <a:xfrm>
            <a:off x="3823050" y="3629977"/>
            <a:ext cx="58102" cy="82391"/>
          </a:xfrm>
          <a:prstGeom prst="rect"/>
          <a:ln w="0">
            <a:noFill/>
          </a:ln>
        </p:spPr>
      </p:pic>
      <p:pic>
        <p:nvPicPr>
          <p:cNvPr id="942" name="New picture"/>
          <p:cNvPicPr/>
          <p:nvPr/>
        </p:nvPicPr>
        <p:blipFill>
          <a:blip r:embed="rId570"/>
          <a:srcRect/>
          <a:stretch>
            <a:fillRect/>
          </a:stretch>
        </p:blipFill>
        <p:spPr>
          <a:xfrm>
            <a:off x="3933063" y="3629978"/>
            <a:ext cx="65627" cy="82391"/>
          </a:xfrm>
          <a:prstGeom prst="rect"/>
          <a:ln w="0">
            <a:noFill/>
          </a:ln>
        </p:spPr>
      </p:pic>
      <p:sp>
        <p:nvSpPr>
          <p:cNvPr id="943" name="New shape"/>
          <p:cNvSpPr/>
          <p:nvPr/>
        </p:nvSpPr>
        <p:spPr>
          <a:xfrm>
            <a:off x="3945255" y="3671221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4" name="New picture"/>
          <p:cNvPicPr/>
          <p:nvPr/>
        </p:nvPicPr>
        <p:blipFill>
          <a:blip r:embed="rId571"/>
          <a:srcRect/>
          <a:stretch>
            <a:fillRect/>
          </a:stretch>
        </p:blipFill>
        <p:spPr>
          <a:xfrm>
            <a:off x="4006310" y="3631502"/>
            <a:ext cx="73342" cy="77819"/>
          </a:xfrm>
          <a:prstGeom prst="rect"/>
          <a:ln w="0">
            <a:noFill/>
          </a:ln>
        </p:spPr>
      </p:pic>
      <p:pic>
        <p:nvPicPr>
          <p:cNvPr id="945" name="New picture"/>
          <p:cNvPicPr/>
          <p:nvPr/>
        </p:nvPicPr>
        <p:blipFill>
          <a:blip r:embed="rId572"/>
          <a:srcRect/>
          <a:stretch>
            <a:fillRect/>
          </a:stretch>
        </p:blipFill>
        <p:spPr>
          <a:xfrm>
            <a:off x="4084225" y="3629978"/>
            <a:ext cx="65627" cy="82391"/>
          </a:xfrm>
          <a:prstGeom prst="rect"/>
          <a:ln w="0">
            <a:noFill/>
          </a:ln>
        </p:spPr>
      </p:pic>
      <p:sp>
        <p:nvSpPr>
          <p:cNvPr id="946" name="New shape"/>
          <p:cNvSpPr/>
          <p:nvPr/>
        </p:nvSpPr>
        <p:spPr>
          <a:xfrm>
            <a:off x="4097941" y="36712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7" name="New picture"/>
          <p:cNvPicPr/>
          <p:nvPr/>
        </p:nvPicPr>
        <p:blipFill>
          <a:blip r:embed="rId573"/>
          <a:srcRect/>
          <a:stretch>
            <a:fillRect/>
          </a:stretch>
        </p:blipFill>
        <p:spPr>
          <a:xfrm>
            <a:off x="4174331" y="3630073"/>
            <a:ext cx="68675" cy="79343"/>
          </a:xfrm>
          <a:prstGeom prst="rect"/>
          <a:ln w="0">
            <a:noFill/>
          </a:ln>
        </p:spPr>
      </p:pic>
      <p:pic>
        <p:nvPicPr>
          <p:cNvPr id="948" name="New picture"/>
          <p:cNvPicPr/>
          <p:nvPr/>
        </p:nvPicPr>
        <p:blipFill>
          <a:blip r:embed="rId574"/>
          <a:srcRect/>
          <a:stretch>
            <a:fillRect/>
          </a:stretch>
        </p:blipFill>
        <p:spPr>
          <a:xfrm>
            <a:off x="4256818" y="3608642"/>
            <a:ext cx="47339" cy="103822"/>
          </a:xfrm>
          <a:prstGeom prst="rect"/>
          <a:ln w="0">
            <a:noFill/>
          </a:ln>
        </p:spPr>
      </p:pic>
      <p:pic>
        <p:nvPicPr>
          <p:cNvPr id="949" name="New picture"/>
          <p:cNvPicPr/>
          <p:nvPr/>
        </p:nvPicPr>
        <p:blipFill>
          <a:blip r:embed="rId575"/>
          <a:srcRect/>
          <a:stretch>
            <a:fillRect/>
          </a:stretch>
        </p:blipFill>
        <p:spPr>
          <a:xfrm>
            <a:off x="4316349" y="3629978"/>
            <a:ext cx="65627" cy="82391"/>
          </a:xfrm>
          <a:prstGeom prst="rect"/>
          <a:ln w="0">
            <a:noFill/>
          </a:ln>
        </p:spPr>
      </p:pic>
      <p:sp>
        <p:nvSpPr>
          <p:cNvPr id="950" name="New shape"/>
          <p:cNvSpPr/>
          <p:nvPr/>
        </p:nvSpPr>
        <p:spPr>
          <a:xfrm>
            <a:off x="4328541" y="3671221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1" name="New picture"/>
          <p:cNvPicPr/>
          <p:nvPr/>
        </p:nvPicPr>
        <p:blipFill>
          <a:blip r:embed="rId576"/>
          <a:srcRect/>
          <a:stretch>
            <a:fillRect/>
          </a:stretch>
        </p:blipFill>
        <p:spPr>
          <a:xfrm>
            <a:off x="4395692" y="3629978"/>
            <a:ext cx="77915" cy="119062"/>
          </a:xfrm>
          <a:prstGeom prst="rect"/>
          <a:ln w="0">
            <a:noFill/>
          </a:ln>
        </p:spPr>
      </p:pic>
      <p:sp>
        <p:nvSpPr>
          <p:cNvPr id="952" name="New shape"/>
          <p:cNvSpPr/>
          <p:nvPr/>
        </p:nvSpPr>
        <p:spPr>
          <a:xfrm>
            <a:off x="4412552" y="3639122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53" name="New shape"/>
          <p:cNvSpPr/>
          <p:nvPr/>
        </p:nvSpPr>
        <p:spPr>
          <a:xfrm>
            <a:off x="4407979" y="3709321"/>
            <a:ext cx="51911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4" name="New picture"/>
          <p:cNvPicPr/>
          <p:nvPr/>
        </p:nvPicPr>
        <p:blipFill>
          <a:blip r:embed="rId577"/>
          <a:srcRect/>
          <a:stretch>
            <a:fillRect/>
          </a:stretch>
        </p:blipFill>
        <p:spPr>
          <a:xfrm>
            <a:off x="4482847" y="3630072"/>
            <a:ext cx="71723" cy="82391"/>
          </a:xfrm>
          <a:prstGeom prst="rect"/>
          <a:ln w="0">
            <a:noFill/>
          </a:ln>
        </p:spPr>
      </p:pic>
      <p:sp>
        <p:nvSpPr>
          <p:cNvPr id="955" name="New shape"/>
          <p:cNvSpPr/>
          <p:nvPr/>
        </p:nvSpPr>
        <p:spPr>
          <a:xfrm>
            <a:off x="4496562" y="3639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6" name="New picture"/>
          <p:cNvPicPr/>
          <p:nvPr/>
        </p:nvPicPr>
        <p:blipFill>
          <a:blip r:embed="rId578"/>
          <a:srcRect/>
          <a:stretch>
            <a:fillRect/>
          </a:stretch>
        </p:blipFill>
        <p:spPr>
          <a:xfrm>
            <a:off x="4565142" y="3629977"/>
            <a:ext cx="58102" cy="82391"/>
          </a:xfrm>
          <a:prstGeom prst="rect"/>
          <a:ln w="0">
            <a:noFill/>
          </a:ln>
        </p:spPr>
      </p:pic>
      <p:pic>
        <p:nvPicPr>
          <p:cNvPr id="957" name="New picture"/>
          <p:cNvPicPr/>
          <p:nvPr/>
        </p:nvPicPr>
        <p:blipFill>
          <a:blip r:embed="rId579"/>
          <a:srcRect/>
          <a:stretch>
            <a:fillRect/>
          </a:stretch>
        </p:blipFill>
        <p:spPr>
          <a:xfrm>
            <a:off x="4676680" y="3629978"/>
            <a:ext cx="74866" cy="117539"/>
          </a:xfrm>
          <a:prstGeom prst="rect"/>
          <a:ln w="0">
            <a:noFill/>
          </a:ln>
        </p:spPr>
      </p:pic>
      <p:sp>
        <p:nvSpPr>
          <p:cNvPr id="958" name="New shape"/>
          <p:cNvSpPr/>
          <p:nvPr/>
        </p:nvSpPr>
        <p:spPr>
          <a:xfrm>
            <a:off x="4690396" y="364064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9" name="New picture"/>
          <p:cNvPicPr/>
          <p:nvPr/>
        </p:nvPicPr>
        <p:blipFill>
          <a:blip r:embed="rId580"/>
          <a:srcRect/>
          <a:stretch>
            <a:fillRect/>
          </a:stretch>
        </p:blipFill>
        <p:spPr>
          <a:xfrm>
            <a:off x="4775930" y="3631501"/>
            <a:ext cx="70199" cy="80867"/>
          </a:xfrm>
          <a:prstGeom prst="rect"/>
          <a:ln w="0">
            <a:noFill/>
          </a:ln>
        </p:spPr>
      </p:pic>
      <p:sp>
        <p:nvSpPr>
          <p:cNvPr id="960" name="New shape"/>
          <p:cNvSpPr/>
          <p:nvPr/>
        </p:nvSpPr>
        <p:spPr>
          <a:xfrm>
            <a:off x="4870609" y="3601021"/>
            <a:ext cx="10763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1" name="New picture"/>
          <p:cNvPicPr/>
          <p:nvPr/>
        </p:nvPicPr>
        <p:blipFill>
          <a:blip r:embed="rId581"/>
          <a:srcRect/>
          <a:stretch>
            <a:fillRect/>
          </a:stretch>
        </p:blipFill>
        <p:spPr>
          <a:xfrm>
            <a:off x="4899661" y="3629978"/>
            <a:ext cx="65627" cy="82486"/>
          </a:xfrm>
          <a:prstGeom prst="rect"/>
          <a:ln w="0">
            <a:noFill/>
          </a:ln>
        </p:spPr>
      </p:pic>
      <p:sp>
        <p:nvSpPr>
          <p:cNvPr id="962" name="New shape"/>
          <p:cNvSpPr/>
          <p:nvPr/>
        </p:nvSpPr>
        <p:spPr>
          <a:xfrm>
            <a:off x="4913376" y="36712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3" name="New picture"/>
          <p:cNvPicPr/>
          <p:nvPr/>
        </p:nvPicPr>
        <p:blipFill>
          <a:blip r:embed="rId582"/>
          <a:srcRect/>
          <a:stretch>
            <a:fillRect/>
          </a:stretch>
        </p:blipFill>
        <p:spPr>
          <a:xfrm>
            <a:off x="4988243" y="3629978"/>
            <a:ext cx="76295" cy="117539"/>
          </a:xfrm>
          <a:prstGeom prst="rect"/>
          <a:ln w="0">
            <a:noFill/>
          </a:ln>
        </p:spPr>
      </p:pic>
      <p:sp>
        <p:nvSpPr>
          <p:cNvPr id="964" name="New shape"/>
          <p:cNvSpPr/>
          <p:nvPr/>
        </p:nvSpPr>
        <p:spPr>
          <a:xfrm>
            <a:off x="5003483" y="364074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5" name="New picture"/>
          <p:cNvPicPr/>
          <p:nvPr/>
        </p:nvPicPr>
        <p:blipFill>
          <a:blip r:embed="rId583"/>
          <a:srcRect/>
          <a:stretch>
            <a:fillRect/>
          </a:stretch>
        </p:blipFill>
        <p:spPr>
          <a:xfrm>
            <a:off x="5084445" y="3629978"/>
            <a:ext cx="74771" cy="117539"/>
          </a:xfrm>
          <a:prstGeom prst="rect"/>
          <a:ln w="0">
            <a:noFill/>
          </a:ln>
        </p:spPr>
      </p:pic>
      <p:sp>
        <p:nvSpPr>
          <p:cNvPr id="966" name="New shape"/>
          <p:cNvSpPr/>
          <p:nvPr/>
        </p:nvSpPr>
        <p:spPr>
          <a:xfrm>
            <a:off x="5098161" y="364074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7" name="New picture"/>
          <p:cNvPicPr/>
          <p:nvPr/>
        </p:nvPicPr>
        <p:blipFill>
          <a:blip r:embed="rId584"/>
          <a:srcRect/>
          <a:stretch>
            <a:fillRect/>
          </a:stretch>
        </p:blipFill>
        <p:spPr>
          <a:xfrm>
            <a:off x="5174456" y="3629978"/>
            <a:ext cx="77915" cy="82486"/>
          </a:xfrm>
          <a:prstGeom prst="rect"/>
          <a:ln w="0">
            <a:noFill/>
          </a:ln>
        </p:spPr>
      </p:pic>
      <p:sp>
        <p:nvSpPr>
          <p:cNvPr id="968" name="New shape"/>
          <p:cNvSpPr/>
          <p:nvPr/>
        </p:nvSpPr>
        <p:spPr>
          <a:xfrm>
            <a:off x="5188172" y="3640741"/>
            <a:ext cx="5200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9" name="New picture"/>
          <p:cNvPicPr/>
          <p:nvPr/>
        </p:nvPicPr>
        <p:blipFill>
          <a:blip r:embed="rId585"/>
          <a:srcRect/>
          <a:stretch>
            <a:fillRect/>
          </a:stretch>
        </p:blipFill>
        <p:spPr>
          <a:xfrm>
            <a:off x="5272183" y="3630073"/>
            <a:ext cx="42767" cy="79343"/>
          </a:xfrm>
          <a:prstGeom prst="rect"/>
          <a:ln w="0">
            <a:noFill/>
          </a:ln>
        </p:spPr>
      </p:pic>
      <p:pic>
        <p:nvPicPr>
          <p:cNvPr id="970" name="New picture"/>
          <p:cNvPicPr/>
          <p:nvPr/>
        </p:nvPicPr>
        <p:blipFill>
          <a:blip r:embed="rId586"/>
          <a:srcRect/>
          <a:stretch>
            <a:fillRect/>
          </a:stretch>
        </p:blipFill>
        <p:spPr>
          <a:xfrm>
            <a:off x="5319617" y="3608642"/>
            <a:ext cx="47339" cy="103727"/>
          </a:xfrm>
          <a:prstGeom prst="rect"/>
          <a:ln w="0">
            <a:noFill/>
          </a:ln>
        </p:spPr>
      </p:pic>
      <p:pic>
        <p:nvPicPr>
          <p:cNvPr id="971" name="New picture"/>
          <p:cNvPicPr/>
          <p:nvPr/>
        </p:nvPicPr>
        <p:blipFill>
          <a:blip r:embed="rId587"/>
          <a:srcRect/>
          <a:stretch>
            <a:fillRect/>
          </a:stretch>
        </p:blipFill>
        <p:spPr>
          <a:xfrm>
            <a:off x="5377625" y="3630072"/>
            <a:ext cx="70199" cy="82391"/>
          </a:xfrm>
          <a:prstGeom prst="rect"/>
          <a:ln w="0">
            <a:noFill/>
          </a:ln>
        </p:spPr>
      </p:pic>
      <p:sp>
        <p:nvSpPr>
          <p:cNvPr id="972" name="New shape"/>
          <p:cNvSpPr/>
          <p:nvPr/>
        </p:nvSpPr>
        <p:spPr>
          <a:xfrm>
            <a:off x="5389817" y="3639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73" name="New shape"/>
          <p:cNvSpPr/>
          <p:nvPr/>
        </p:nvSpPr>
        <p:spPr>
          <a:xfrm>
            <a:off x="5509261" y="36012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4" name="New picture"/>
          <p:cNvPicPr/>
          <p:nvPr/>
        </p:nvPicPr>
        <p:blipFill>
          <a:blip r:embed="rId588"/>
          <a:srcRect/>
          <a:stretch>
            <a:fillRect/>
          </a:stretch>
        </p:blipFill>
        <p:spPr>
          <a:xfrm>
            <a:off x="5542598" y="3630072"/>
            <a:ext cx="71723" cy="82391"/>
          </a:xfrm>
          <a:prstGeom prst="rect"/>
          <a:ln w="0">
            <a:noFill/>
          </a:ln>
        </p:spPr>
      </p:pic>
      <p:sp>
        <p:nvSpPr>
          <p:cNvPr id="975" name="New shape"/>
          <p:cNvSpPr/>
          <p:nvPr/>
        </p:nvSpPr>
        <p:spPr>
          <a:xfrm>
            <a:off x="5556314" y="363921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6" name="New picture"/>
          <p:cNvPicPr/>
          <p:nvPr/>
        </p:nvPicPr>
        <p:blipFill>
          <a:blip r:embed="rId589"/>
          <a:srcRect/>
          <a:stretch>
            <a:fillRect/>
          </a:stretch>
        </p:blipFill>
        <p:spPr>
          <a:xfrm>
            <a:off x="5673852" y="3629978"/>
            <a:ext cx="120682" cy="79343"/>
          </a:xfrm>
          <a:prstGeom prst="rect"/>
          <a:ln w="0">
            <a:noFill/>
          </a:ln>
        </p:spPr>
      </p:pic>
      <p:pic>
        <p:nvPicPr>
          <p:cNvPr id="977" name="New picture"/>
          <p:cNvPicPr/>
          <p:nvPr/>
        </p:nvPicPr>
        <p:blipFill>
          <a:blip r:embed="rId590"/>
          <a:srcRect/>
          <a:stretch>
            <a:fillRect/>
          </a:stretch>
        </p:blipFill>
        <p:spPr>
          <a:xfrm>
            <a:off x="5811298" y="3629978"/>
            <a:ext cx="65722" cy="82391"/>
          </a:xfrm>
          <a:prstGeom prst="rect"/>
          <a:ln w="0">
            <a:noFill/>
          </a:ln>
        </p:spPr>
      </p:pic>
      <p:sp>
        <p:nvSpPr>
          <p:cNvPr id="978" name="New shape"/>
          <p:cNvSpPr/>
          <p:nvPr/>
        </p:nvSpPr>
        <p:spPr>
          <a:xfrm>
            <a:off x="5825013" y="36712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9" name="New picture"/>
          <p:cNvPicPr/>
          <p:nvPr/>
        </p:nvPicPr>
        <p:blipFill>
          <a:blip r:embed="rId591"/>
          <a:srcRect/>
          <a:stretch>
            <a:fillRect/>
          </a:stretch>
        </p:blipFill>
        <p:spPr>
          <a:xfrm>
            <a:off x="5895213" y="3629978"/>
            <a:ext cx="65627" cy="82391"/>
          </a:xfrm>
          <a:prstGeom prst="rect"/>
          <a:ln w="0">
            <a:noFill/>
          </a:ln>
        </p:spPr>
      </p:pic>
      <p:pic>
        <p:nvPicPr>
          <p:cNvPr id="980" name="New picture"/>
          <p:cNvPicPr/>
          <p:nvPr/>
        </p:nvPicPr>
        <p:blipFill>
          <a:blip r:embed="rId592"/>
          <a:srcRect/>
          <a:stretch>
            <a:fillRect/>
          </a:stretch>
        </p:blipFill>
        <p:spPr>
          <a:xfrm>
            <a:off x="5979223" y="3601021"/>
            <a:ext cx="67247" cy="108299"/>
          </a:xfrm>
          <a:prstGeom prst="rect"/>
          <a:ln w="0">
            <a:noFill/>
          </a:ln>
        </p:spPr>
      </p:pic>
      <p:sp>
        <p:nvSpPr>
          <p:cNvPr id="981" name="New shape"/>
          <p:cNvSpPr/>
          <p:nvPr/>
        </p:nvSpPr>
        <p:spPr>
          <a:xfrm>
            <a:off x="6072474" y="36315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2" name="New picture"/>
          <p:cNvPicPr/>
          <p:nvPr/>
        </p:nvPicPr>
        <p:blipFill>
          <a:blip r:embed="rId593"/>
          <a:srcRect/>
          <a:stretch>
            <a:fillRect/>
          </a:stretch>
        </p:blipFill>
        <p:spPr>
          <a:xfrm>
            <a:off x="6070853" y="3597974"/>
            <a:ext cx="16859" cy="15240"/>
          </a:xfrm>
          <a:prstGeom prst="rect"/>
          <a:ln w="0">
            <a:noFill/>
          </a:ln>
        </p:spPr>
      </p:pic>
      <p:pic>
        <p:nvPicPr>
          <p:cNvPr id="983" name="New picture"/>
          <p:cNvPicPr/>
          <p:nvPr/>
        </p:nvPicPr>
        <p:blipFill>
          <a:blip r:embed="rId594"/>
          <a:srcRect/>
          <a:stretch>
            <a:fillRect/>
          </a:stretch>
        </p:blipFill>
        <p:spPr>
          <a:xfrm>
            <a:off x="6110574" y="3630073"/>
            <a:ext cx="70295" cy="79343"/>
          </a:xfrm>
          <a:prstGeom prst="rect"/>
          <a:ln w="0">
            <a:noFill/>
          </a:ln>
        </p:spPr>
      </p:pic>
      <p:pic>
        <p:nvPicPr>
          <p:cNvPr id="984" name="New picture"/>
          <p:cNvPicPr/>
          <p:nvPr/>
        </p:nvPicPr>
        <p:blipFill>
          <a:blip r:embed="rId595"/>
          <a:srcRect/>
          <a:stretch>
            <a:fillRect/>
          </a:stretch>
        </p:blipFill>
        <p:spPr>
          <a:xfrm>
            <a:off x="6200584" y="3629977"/>
            <a:ext cx="70295" cy="82391"/>
          </a:xfrm>
          <a:prstGeom prst="rect"/>
          <a:ln w="0">
            <a:noFill/>
          </a:ln>
        </p:spPr>
      </p:pic>
      <p:sp>
        <p:nvSpPr>
          <p:cNvPr id="985" name="New shape"/>
          <p:cNvSpPr/>
          <p:nvPr/>
        </p:nvSpPr>
        <p:spPr>
          <a:xfrm>
            <a:off x="6212871" y="36391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6" name="New shape"/>
          <p:cNvSpPr/>
          <p:nvPr/>
        </p:nvSpPr>
        <p:spPr>
          <a:xfrm>
            <a:off x="6332220" y="36012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7" name="New picture"/>
          <p:cNvPicPr/>
          <p:nvPr/>
        </p:nvPicPr>
        <p:blipFill>
          <a:blip r:embed="rId596"/>
          <a:srcRect/>
          <a:stretch>
            <a:fillRect/>
          </a:stretch>
        </p:blipFill>
        <p:spPr>
          <a:xfrm>
            <a:off x="6365653" y="3630072"/>
            <a:ext cx="71723" cy="82391"/>
          </a:xfrm>
          <a:prstGeom prst="rect"/>
          <a:ln w="0">
            <a:noFill/>
          </a:ln>
        </p:spPr>
      </p:pic>
      <p:sp>
        <p:nvSpPr>
          <p:cNvPr id="988" name="New shape"/>
          <p:cNvSpPr/>
          <p:nvPr/>
        </p:nvSpPr>
        <p:spPr>
          <a:xfrm>
            <a:off x="6379369" y="36392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9" name="New picture"/>
          <p:cNvPicPr/>
          <p:nvPr/>
        </p:nvPicPr>
        <p:blipFill>
          <a:blip r:embed="rId597"/>
          <a:srcRect/>
          <a:stretch>
            <a:fillRect/>
          </a:stretch>
        </p:blipFill>
        <p:spPr>
          <a:xfrm>
            <a:off x="6451092" y="3629978"/>
            <a:ext cx="65722" cy="82486"/>
          </a:xfrm>
          <a:prstGeom prst="rect"/>
          <a:ln w="0">
            <a:noFill/>
          </a:ln>
        </p:spPr>
      </p:pic>
      <p:sp>
        <p:nvSpPr>
          <p:cNvPr id="990" name="New shape"/>
          <p:cNvSpPr/>
          <p:nvPr/>
        </p:nvSpPr>
        <p:spPr>
          <a:xfrm>
            <a:off x="6464904" y="3671221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1" name="New picture"/>
          <p:cNvPicPr/>
          <p:nvPr/>
        </p:nvPicPr>
        <p:blipFill>
          <a:blip r:embed="rId598"/>
          <a:srcRect/>
          <a:stretch>
            <a:fillRect/>
          </a:stretch>
        </p:blipFill>
        <p:spPr>
          <a:xfrm>
            <a:off x="6541198" y="3630073"/>
            <a:ext cx="41148" cy="79343"/>
          </a:xfrm>
          <a:prstGeom prst="rect"/>
          <a:ln w="0">
            <a:noFill/>
          </a:ln>
        </p:spPr>
      </p:pic>
      <p:pic>
        <p:nvPicPr>
          <p:cNvPr id="992" name="New picture"/>
          <p:cNvPicPr/>
          <p:nvPr/>
        </p:nvPicPr>
        <p:blipFill>
          <a:blip r:embed="rId599"/>
          <a:srcRect/>
          <a:stretch>
            <a:fillRect/>
          </a:stretch>
        </p:blipFill>
        <p:spPr>
          <a:xfrm>
            <a:off x="6596159" y="3630073"/>
            <a:ext cx="70294" cy="79343"/>
          </a:xfrm>
          <a:prstGeom prst="rect"/>
          <a:ln w="0">
            <a:noFill/>
          </a:ln>
        </p:spPr>
      </p:pic>
      <p:sp>
        <p:nvSpPr>
          <p:cNvPr id="993" name="New shape"/>
          <p:cNvSpPr/>
          <p:nvPr/>
        </p:nvSpPr>
        <p:spPr>
          <a:xfrm>
            <a:off x="6690931" y="36315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4" name="New picture"/>
          <p:cNvPicPr/>
          <p:nvPr/>
        </p:nvPicPr>
        <p:blipFill>
          <a:blip r:embed="rId600"/>
          <a:srcRect/>
          <a:stretch>
            <a:fillRect/>
          </a:stretch>
        </p:blipFill>
        <p:spPr>
          <a:xfrm>
            <a:off x="6689313" y="3597974"/>
            <a:ext cx="16859" cy="15240"/>
          </a:xfrm>
          <a:prstGeom prst="rect"/>
          <a:ln w="0">
            <a:noFill/>
          </a:ln>
        </p:spPr>
      </p:pic>
      <p:pic>
        <p:nvPicPr>
          <p:cNvPr id="995" name="New picture"/>
          <p:cNvPicPr/>
          <p:nvPr/>
        </p:nvPicPr>
        <p:blipFill>
          <a:blip r:embed="rId601"/>
          <a:srcRect/>
          <a:stretch>
            <a:fillRect/>
          </a:stretch>
        </p:blipFill>
        <p:spPr>
          <a:xfrm>
            <a:off x="6728937" y="3630073"/>
            <a:ext cx="70294" cy="79343"/>
          </a:xfrm>
          <a:prstGeom prst="rect"/>
          <a:ln w="0">
            <a:noFill/>
          </a:ln>
        </p:spPr>
      </p:pic>
      <p:pic>
        <p:nvPicPr>
          <p:cNvPr id="996" name="New picture"/>
          <p:cNvPicPr/>
          <p:nvPr/>
        </p:nvPicPr>
        <p:blipFill>
          <a:blip r:embed="rId602"/>
          <a:srcRect/>
          <a:stretch>
            <a:fillRect/>
          </a:stretch>
        </p:blipFill>
        <p:spPr>
          <a:xfrm>
            <a:off x="6814566" y="3629978"/>
            <a:ext cx="77915" cy="119062"/>
          </a:xfrm>
          <a:prstGeom prst="rect"/>
          <a:ln w="0">
            <a:noFill/>
          </a:ln>
        </p:spPr>
      </p:pic>
      <p:sp>
        <p:nvSpPr>
          <p:cNvPr id="997" name="New shape"/>
          <p:cNvSpPr/>
          <p:nvPr/>
        </p:nvSpPr>
        <p:spPr>
          <a:xfrm>
            <a:off x="6831426" y="3639122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98" name="New shape"/>
          <p:cNvSpPr/>
          <p:nvPr/>
        </p:nvSpPr>
        <p:spPr>
          <a:xfrm>
            <a:off x="6826855" y="3709321"/>
            <a:ext cx="51911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9" name="New picture"/>
          <p:cNvPicPr/>
          <p:nvPr/>
        </p:nvPicPr>
        <p:blipFill>
          <a:blip r:embed="rId603"/>
          <a:srcRect/>
          <a:stretch>
            <a:fillRect/>
          </a:stretch>
        </p:blipFill>
        <p:spPr>
          <a:xfrm>
            <a:off x="677418" y="3858959"/>
            <a:ext cx="65627" cy="82391"/>
          </a:xfrm>
          <a:prstGeom prst="rect"/>
          <a:ln w="0">
            <a:noFill/>
          </a:ln>
        </p:spPr>
      </p:pic>
      <p:sp>
        <p:nvSpPr>
          <p:cNvPr id="1000" name="New shape"/>
          <p:cNvSpPr/>
          <p:nvPr/>
        </p:nvSpPr>
        <p:spPr>
          <a:xfrm>
            <a:off x="689610" y="3900107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01" name="New shape"/>
          <p:cNvSpPr/>
          <p:nvPr/>
        </p:nvSpPr>
        <p:spPr>
          <a:xfrm>
            <a:off x="695706" y="3823812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2" name="New picture"/>
          <p:cNvPicPr/>
          <p:nvPr/>
        </p:nvPicPr>
        <p:blipFill>
          <a:blip r:embed="rId604"/>
          <a:srcRect/>
          <a:stretch>
            <a:fillRect/>
          </a:stretch>
        </p:blipFill>
        <p:spPr>
          <a:xfrm>
            <a:off x="805720" y="3858959"/>
            <a:ext cx="70294" cy="79343"/>
          </a:xfrm>
          <a:prstGeom prst="rect"/>
          <a:ln w="0">
            <a:noFill/>
          </a:ln>
        </p:spPr>
      </p:pic>
      <p:pic>
        <p:nvPicPr>
          <p:cNvPr id="1003" name="New picture"/>
          <p:cNvPicPr/>
          <p:nvPr/>
        </p:nvPicPr>
        <p:blipFill>
          <a:blip r:embed="rId605"/>
          <a:srcRect/>
          <a:stretch>
            <a:fillRect/>
          </a:stretch>
        </p:blipFill>
        <p:spPr>
          <a:xfrm>
            <a:off x="895731" y="3858958"/>
            <a:ext cx="77915" cy="82391"/>
          </a:xfrm>
          <a:prstGeom prst="rect"/>
          <a:ln w="0">
            <a:noFill/>
          </a:ln>
        </p:spPr>
      </p:pic>
      <p:sp>
        <p:nvSpPr>
          <p:cNvPr id="1004" name="New shape"/>
          <p:cNvSpPr/>
          <p:nvPr/>
        </p:nvSpPr>
        <p:spPr>
          <a:xfrm>
            <a:off x="907923" y="386962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5" name="New picture"/>
          <p:cNvPicPr/>
          <p:nvPr/>
        </p:nvPicPr>
        <p:blipFill>
          <a:blip r:embed="rId606"/>
          <a:srcRect/>
          <a:stretch>
            <a:fillRect/>
          </a:stretch>
        </p:blipFill>
        <p:spPr>
          <a:xfrm>
            <a:off x="982789" y="3837527"/>
            <a:ext cx="47339" cy="103822"/>
          </a:xfrm>
          <a:prstGeom prst="rect"/>
          <a:ln w="0">
            <a:noFill/>
          </a:ln>
        </p:spPr>
      </p:pic>
      <p:pic>
        <p:nvPicPr>
          <p:cNvPr id="1006" name="New picture"/>
          <p:cNvPicPr/>
          <p:nvPr/>
        </p:nvPicPr>
        <p:blipFill>
          <a:blip r:embed="rId607"/>
          <a:srcRect/>
          <a:stretch>
            <a:fillRect/>
          </a:stretch>
        </p:blipFill>
        <p:spPr>
          <a:xfrm>
            <a:off x="1046988" y="3858959"/>
            <a:ext cx="42767" cy="79343"/>
          </a:xfrm>
          <a:prstGeom prst="rect"/>
          <a:ln w="0">
            <a:noFill/>
          </a:ln>
        </p:spPr>
      </p:pic>
      <p:pic>
        <p:nvPicPr>
          <p:cNvPr id="1007" name="New picture"/>
          <p:cNvPicPr/>
          <p:nvPr/>
        </p:nvPicPr>
        <p:blipFill>
          <a:blip r:embed="rId608"/>
          <a:srcRect/>
          <a:stretch>
            <a:fillRect/>
          </a:stretch>
        </p:blipFill>
        <p:spPr>
          <a:xfrm>
            <a:off x="1095851" y="3858958"/>
            <a:ext cx="70199" cy="82391"/>
          </a:xfrm>
          <a:prstGeom prst="rect"/>
          <a:ln w="0">
            <a:noFill/>
          </a:ln>
        </p:spPr>
      </p:pic>
      <p:sp>
        <p:nvSpPr>
          <p:cNvPr id="1008" name="New shape"/>
          <p:cNvSpPr/>
          <p:nvPr/>
        </p:nvSpPr>
        <p:spPr>
          <a:xfrm>
            <a:off x="1108043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9" name="New picture"/>
          <p:cNvPicPr/>
          <p:nvPr/>
        </p:nvPicPr>
        <p:blipFill>
          <a:blip r:embed="rId609"/>
          <a:srcRect/>
          <a:stretch>
            <a:fillRect/>
          </a:stretch>
        </p:blipFill>
        <p:spPr>
          <a:xfrm>
            <a:off x="1221010" y="3858863"/>
            <a:ext cx="74866" cy="117539"/>
          </a:xfrm>
          <a:prstGeom prst="rect"/>
          <a:ln w="0">
            <a:noFill/>
          </a:ln>
        </p:spPr>
      </p:pic>
      <p:sp>
        <p:nvSpPr>
          <p:cNvPr id="1010" name="New shape"/>
          <p:cNvSpPr/>
          <p:nvPr/>
        </p:nvSpPr>
        <p:spPr>
          <a:xfrm>
            <a:off x="1234821" y="3869626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1" name="New picture"/>
          <p:cNvPicPr/>
          <p:nvPr/>
        </p:nvPicPr>
        <p:blipFill>
          <a:blip r:embed="rId610"/>
          <a:srcRect/>
          <a:stretch>
            <a:fillRect/>
          </a:stretch>
        </p:blipFill>
        <p:spPr>
          <a:xfrm>
            <a:off x="1320260" y="3860483"/>
            <a:ext cx="70199" cy="80867"/>
          </a:xfrm>
          <a:prstGeom prst="rect"/>
          <a:ln w="0">
            <a:noFill/>
          </a:ln>
        </p:spPr>
      </p:pic>
      <p:pic>
        <p:nvPicPr>
          <p:cNvPr id="1012" name="New picture"/>
          <p:cNvPicPr/>
          <p:nvPr/>
        </p:nvPicPr>
        <p:blipFill>
          <a:blip r:embed="rId611"/>
          <a:srcRect/>
          <a:stretch>
            <a:fillRect/>
          </a:stretch>
        </p:blipFill>
        <p:spPr>
          <a:xfrm>
            <a:off x="1410367" y="3858958"/>
            <a:ext cx="77915" cy="82391"/>
          </a:xfrm>
          <a:prstGeom prst="rect"/>
          <a:ln w="0">
            <a:noFill/>
          </a:ln>
        </p:spPr>
      </p:pic>
      <p:sp>
        <p:nvSpPr>
          <p:cNvPr id="1013" name="New shape"/>
          <p:cNvSpPr/>
          <p:nvPr/>
        </p:nvSpPr>
        <p:spPr>
          <a:xfrm>
            <a:off x="1424178" y="386962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4" name="New picture"/>
          <p:cNvPicPr/>
          <p:nvPr/>
        </p:nvPicPr>
        <p:blipFill>
          <a:blip r:embed="rId612"/>
          <a:srcRect/>
          <a:stretch>
            <a:fillRect/>
          </a:stretch>
        </p:blipFill>
        <p:spPr>
          <a:xfrm>
            <a:off x="1497425" y="3837527"/>
            <a:ext cx="47339" cy="103822"/>
          </a:xfrm>
          <a:prstGeom prst="rect"/>
          <a:ln w="0">
            <a:noFill/>
          </a:ln>
        </p:spPr>
      </p:pic>
      <p:sp>
        <p:nvSpPr>
          <p:cNvPr id="1015" name="New shape"/>
          <p:cNvSpPr/>
          <p:nvPr/>
        </p:nvSpPr>
        <p:spPr>
          <a:xfrm>
            <a:off x="1563148" y="386048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6" name="New picture"/>
          <p:cNvPicPr/>
          <p:nvPr/>
        </p:nvPicPr>
        <p:blipFill>
          <a:blip r:embed="rId613"/>
          <a:srcRect/>
          <a:stretch>
            <a:fillRect/>
          </a:stretch>
        </p:blipFill>
        <p:spPr>
          <a:xfrm>
            <a:off x="1561624" y="3825431"/>
            <a:ext cx="16859" cy="16764"/>
          </a:xfrm>
          <a:prstGeom prst="rect"/>
          <a:ln w="0">
            <a:noFill/>
          </a:ln>
        </p:spPr>
      </p:pic>
      <p:pic>
        <p:nvPicPr>
          <p:cNvPr id="1017" name="New picture"/>
          <p:cNvPicPr/>
          <p:nvPr/>
        </p:nvPicPr>
        <p:blipFill>
          <a:blip r:embed="rId614"/>
          <a:srcRect/>
          <a:stretch>
            <a:fillRect/>
          </a:stretch>
        </p:blipFill>
        <p:spPr>
          <a:xfrm>
            <a:off x="1596771" y="3829907"/>
            <a:ext cx="76295" cy="111442"/>
          </a:xfrm>
          <a:prstGeom prst="rect"/>
          <a:ln w="0">
            <a:noFill/>
          </a:ln>
        </p:spPr>
      </p:pic>
      <p:sp>
        <p:nvSpPr>
          <p:cNvPr id="1018" name="New shape"/>
          <p:cNvSpPr/>
          <p:nvPr/>
        </p:nvSpPr>
        <p:spPr>
          <a:xfrm>
            <a:off x="1610487" y="386962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19" name="New shape"/>
          <p:cNvSpPr/>
          <p:nvPr/>
        </p:nvSpPr>
        <p:spPr>
          <a:xfrm>
            <a:off x="1697450" y="3860483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0" name="New picture"/>
          <p:cNvPicPr/>
          <p:nvPr/>
        </p:nvPicPr>
        <p:blipFill>
          <a:blip r:embed="rId615"/>
          <a:srcRect/>
          <a:stretch>
            <a:fillRect/>
          </a:stretch>
        </p:blipFill>
        <p:spPr>
          <a:xfrm>
            <a:off x="1695926" y="3826860"/>
            <a:ext cx="16859" cy="15240"/>
          </a:xfrm>
          <a:prstGeom prst="rect"/>
          <a:ln w="0">
            <a:noFill/>
          </a:ln>
        </p:spPr>
      </p:pic>
      <p:pic>
        <p:nvPicPr>
          <p:cNvPr id="1021" name="New picture"/>
          <p:cNvPicPr/>
          <p:nvPr/>
        </p:nvPicPr>
        <p:blipFill>
          <a:blip r:embed="rId616"/>
          <a:srcRect/>
          <a:stretch>
            <a:fillRect/>
          </a:stretch>
        </p:blipFill>
        <p:spPr>
          <a:xfrm>
            <a:off x="1731073" y="3858958"/>
            <a:ext cx="71818" cy="82391"/>
          </a:xfrm>
          <a:prstGeom prst="rect"/>
          <a:ln w="0">
            <a:noFill/>
          </a:ln>
        </p:spPr>
      </p:pic>
      <p:sp>
        <p:nvSpPr>
          <p:cNvPr id="1022" name="New shape"/>
          <p:cNvSpPr/>
          <p:nvPr/>
        </p:nvSpPr>
        <p:spPr>
          <a:xfrm>
            <a:off x="1744790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3" name="New picture"/>
          <p:cNvPicPr/>
          <p:nvPr/>
        </p:nvPicPr>
        <p:blipFill>
          <a:blip r:embed="rId617"/>
          <a:srcRect/>
          <a:stretch>
            <a:fillRect/>
          </a:stretch>
        </p:blipFill>
        <p:spPr>
          <a:xfrm>
            <a:off x="1822704" y="3858959"/>
            <a:ext cx="70294" cy="79343"/>
          </a:xfrm>
          <a:prstGeom prst="rect"/>
          <a:ln w="0">
            <a:noFill/>
          </a:ln>
        </p:spPr>
      </p:pic>
      <p:pic>
        <p:nvPicPr>
          <p:cNvPr id="1024" name="New picture"/>
          <p:cNvPicPr/>
          <p:nvPr/>
        </p:nvPicPr>
        <p:blipFill>
          <a:blip r:embed="rId618"/>
          <a:srcRect/>
          <a:stretch>
            <a:fillRect/>
          </a:stretch>
        </p:blipFill>
        <p:spPr>
          <a:xfrm>
            <a:off x="1912811" y="3923062"/>
            <a:ext cx="21336" cy="42672"/>
          </a:xfrm>
          <a:prstGeom prst="rect"/>
          <a:ln w="0">
            <a:noFill/>
          </a:ln>
        </p:spPr>
      </p:pic>
      <p:pic>
        <p:nvPicPr>
          <p:cNvPr id="1025" name="New picture"/>
          <p:cNvPicPr/>
          <p:nvPr/>
        </p:nvPicPr>
        <p:blipFill>
          <a:blip r:embed="rId619"/>
          <a:srcRect/>
          <a:stretch>
            <a:fillRect/>
          </a:stretch>
        </p:blipFill>
        <p:spPr>
          <a:xfrm>
            <a:off x="1998345" y="3858863"/>
            <a:ext cx="74771" cy="117539"/>
          </a:xfrm>
          <a:prstGeom prst="rect"/>
          <a:ln w="0">
            <a:noFill/>
          </a:ln>
        </p:spPr>
      </p:pic>
      <p:sp>
        <p:nvSpPr>
          <p:cNvPr id="1026" name="New shape"/>
          <p:cNvSpPr/>
          <p:nvPr/>
        </p:nvSpPr>
        <p:spPr>
          <a:xfrm>
            <a:off x="2012061" y="3869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7" name="New picture"/>
          <p:cNvPicPr/>
          <p:nvPr/>
        </p:nvPicPr>
        <p:blipFill>
          <a:blip r:embed="rId620"/>
          <a:srcRect/>
          <a:stretch>
            <a:fillRect/>
          </a:stretch>
        </p:blipFill>
        <p:spPr>
          <a:xfrm>
            <a:off x="2086832" y="3858864"/>
            <a:ext cx="67151" cy="82391"/>
          </a:xfrm>
          <a:prstGeom prst="rect"/>
          <a:ln w="0">
            <a:noFill/>
          </a:ln>
        </p:spPr>
      </p:pic>
      <p:sp>
        <p:nvSpPr>
          <p:cNvPr id="1028" name="New shape"/>
          <p:cNvSpPr/>
          <p:nvPr/>
        </p:nvSpPr>
        <p:spPr>
          <a:xfrm>
            <a:off x="2100548" y="390010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9" name="New picture"/>
          <p:cNvPicPr/>
          <p:nvPr/>
        </p:nvPicPr>
        <p:blipFill>
          <a:blip r:embed="rId621"/>
          <a:srcRect/>
          <a:stretch>
            <a:fillRect/>
          </a:stretch>
        </p:blipFill>
        <p:spPr>
          <a:xfrm>
            <a:off x="2176939" y="3858959"/>
            <a:ext cx="42767" cy="79343"/>
          </a:xfrm>
          <a:prstGeom prst="rect"/>
          <a:ln w="0">
            <a:noFill/>
          </a:ln>
        </p:spPr>
      </p:pic>
      <p:pic>
        <p:nvPicPr>
          <p:cNvPr id="1030" name="New picture"/>
          <p:cNvPicPr/>
          <p:nvPr/>
        </p:nvPicPr>
        <p:blipFill>
          <a:blip r:embed="rId622"/>
          <a:srcRect/>
          <a:stretch>
            <a:fillRect/>
          </a:stretch>
        </p:blipFill>
        <p:spPr>
          <a:xfrm>
            <a:off x="2267140" y="3858863"/>
            <a:ext cx="71723" cy="82391"/>
          </a:xfrm>
          <a:prstGeom prst="rect"/>
          <a:ln w="0">
            <a:noFill/>
          </a:ln>
        </p:spPr>
      </p:pic>
      <p:sp>
        <p:nvSpPr>
          <p:cNvPr id="1031" name="New shape"/>
          <p:cNvSpPr/>
          <p:nvPr/>
        </p:nvSpPr>
        <p:spPr>
          <a:xfrm>
            <a:off x="2280857" y="3868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2" name="New picture"/>
          <p:cNvPicPr/>
          <p:nvPr/>
        </p:nvPicPr>
        <p:blipFill>
          <a:blip r:embed="rId623"/>
          <a:srcRect/>
          <a:stretch>
            <a:fillRect/>
          </a:stretch>
        </p:blipFill>
        <p:spPr>
          <a:xfrm>
            <a:off x="2343436" y="3860483"/>
            <a:ext cx="77819" cy="77819"/>
          </a:xfrm>
          <a:prstGeom prst="rect"/>
          <a:ln w="0">
            <a:noFill/>
          </a:ln>
        </p:spPr>
      </p:pic>
      <p:pic>
        <p:nvPicPr>
          <p:cNvPr id="1033" name="New picture"/>
          <p:cNvPicPr/>
          <p:nvPr/>
        </p:nvPicPr>
        <p:blipFill>
          <a:blip r:embed="rId624"/>
          <a:srcRect/>
          <a:stretch>
            <a:fillRect/>
          </a:stretch>
        </p:blipFill>
        <p:spPr>
          <a:xfrm>
            <a:off x="2425827" y="3858863"/>
            <a:ext cx="71818" cy="82391"/>
          </a:xfrm>
          <a:prstGeom prst="rect"/>
          <a:ln w="0">
            <a:noFill/>
          </a:ln>
        </p:spPr>
      </p:pic>
      <p:sp>
        <p:nvSpPr>
          <p:cNvPr id="1034" name="New shape"/>
          <p:cNvSpPr/>
          <p:nvPr/>
        </p:nvSpPr>
        <p:spPr>
          <a:xfrm>
            <a:off x="2439638" y="3868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5" name="New picture"/>
          <p:cNvPicPr/>
          <p:nvPr/>
        </p:nvPicPr>
        <p:blipFill>
          <a:blip r:embed="rId625"/>
          <a:srcRect/>
          <a:stretch>
            <a:fillRect/>
          </a:stretch>
        </p:blipFill>
        <p:spPr>
          <a:xfrm>
            <a:off x="2517458" y="3858864"/>
            <a:ext cx="120586" cy="79343"/>
          </a:xfrm>
          <a:prstGeom prst="rect"/>
          <a:ln w="0">
            <a:noFill/>
          </a:ln>
        </p:spPr>
      </p:pic>
      <p:pic>
        <p:nvPicPr>
          <p:cNvPr id="1036" name="New picture"/>
          <p:cNvPicPr/>
          <p:nvPr/>
        </p:nvPicPr>
        <p:blipFill>
          <a:blip r:embed="rId626"/>
          <a:srcRect/>
          <a:stretch>
            <a:fillRect/>
          </a:stretch>
        </p:blipFill>
        <p:spPr>
          <a:xfrm>
            <a:off x="2662523" y="3858958"/>
            <a:ext cx="74867" cy="117443"/>
          </a:xfrm>
          <a:prstGeom prst="rect"/>
          <a:ln w="0">
            <a:noFill/>
          </a:ln>
        </p:spPr>
      </p:pic>
      <p:sp>
        <p:nvSpPr>
          <p:cNvPr id="1037" name="New shape"/>
          <p:cNvSpPr/>
          <p:nvPr/>
        </p:nvSpPr>
        <p:spPr>
          <a:xfrm>
            <a:off x="2676335" y="386962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8" name="New shape"/>
          <p:cNvSpPr/>
          <p:nvPr/>
        </p:nvSpPr>
        <p:spPr>
          <a:xfrm>
            <a:off x="2758440" y="38298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9" name="New picture"/>
          <p:cNvPicPr/>
          <p:nvPr/>
        </p:nvPicPr>
        <p:blipFill>
          <a:blip r:embed="rId627"/>
          <a:srcRect/>
          <a:stretch>
            <a:fillRect/>
          </a:stretch>
        </p:blipFill>
        <p:spPr>
          <a:xfrm>
            <a:off x="2792444" y="3858958"/>
            <a:ext cx="71723" cy="82391"/>
          </a:xfrm>
          <a:prstGeom prst="rect"/>
          <a:ln w="0">
            <a:noFill/>
          </a:ln>
        </p:spPr>
      </p:pic>
      <p:sp>
        <p:nvSpPr>
          <p:cNvPr id="1040" name="New shape"/>
          <p:cNvSpPr/>
          <p:nvPr/>
        </p:nvSpPr>
        <p:spPr>
          <a:xfrm>
            <a:off x="2806160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1" name="New picture"/>
          <p:cNvPicPr/>
          <p:nvPr/>
        </p:nvPicPr>
        <p:blipFill>
          <a:blip r:embed="rId628"/>
          <a:srcRect/>
          <a:stretch>
            <a:fillRect/>
          </a:stretch>
        </p:blipFill>
        <p:spPr>
          <a:xfrm>
            <a:off x="2923699" y="3858863"/>
            <a:ext cx="74771" cy="117539"/>
          </a:xfrm>
          <a:prstGeom prst="rect"/>
          <a:ln w="0">
            <a:noFill/>
          </a:ln>
        </p:spPr>
      </p:pic>
      <p:sp>
        <p:nvSpPr>
          <p:cNvPr id="1042" name="New shape"/>
          <p:cNvSpPr/>
          <p:nvPr/>
        </p:nvSpPr>
        <p:spPr>
          <a:xfrm>
            <a:off x="2937415" y="3869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3" name="New picture"/>
          <p:cNvPicPr/>
          <p:nvPr/>
        </p:nvPicPr>
        <p:blipFill>
          <a:blip r:embed="rId629"/>
          <a:srcRect/>
          <a:stretch>
            <a:fillRect/>
          </a:stretch>
        </p:blipFill>
        <p:spPr>
          <a:xfrm>
            <a:off x="3013805" y="3858863"/>
            <a:ext cx="77819" cy="82486"/>
          </a:xfrm>
          <a:prstGeom prst="rect"/>
          <a:ln w="0">
            <a:noFill/>
          </a:ln>
        </p:spPr>
      </p:pic>
      <p:sp>
        <p:nvSpPr>
          <p:cNvPr id="1044" name="New shape"/>
          <p:cNvSpPr/>
          <p:nvPr/>
        </p:nvSpPr>
        <p:spPr>
          <a:xfrm>
            <a:off x="3027521" y="3869626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5" name="New picture"/>
          <p:cNvPicPr/>
          <p:nvPr/>
        </p:nvPicPr>
        <p:blipFill>
          <a:blip r:embed="rId630"/>
          <a:srcRect/>
          <a:stretch>
            <a:fillRect/>
          </a:stretch>
        </p:blipFill>
        <p:spPr>
          <a:xfrm>
            <a:off x="3111532" y="3860483"/>
            <a:ext cx="70199" cy="80867"/>
          </a:xfrm>
          <a:prstGeom prst="rect"/>
          <a:ln w="0">
            <a:noFill/>
          </a:ln>
        </p:spPr>
      </p:pic>
      <p:pic>
        <p:nvPicPr>
          <p:cNvPr id="1046" name="New picture"/>
          <p:cNvPicPr/>
          <p:nvPr/>
        </p:nvPicPr>
        <p:blipFill>
          <a:blip r:embed="rId631"/>
          <a:srcRect/>
          <a:stretch>
            <a:fillRect/>
          </a:stretch>
        </p:blipFill>
        <p:spPr>
          <a:xfrm>
            <a:off x="3206210" y="3858959"/>
            <a:ext cx="42767" cy="79343"/>
          </a:xfrm>
          <a:prstGeom prst="rect"/>
          <a:ln w="0">
            <a:noFill/>
          </a:ln>
        </p:spPr>
      </p:pic>
      <p:sp>
        <p:nvSpPr>
          <p:cNvPr id="1047" name="New shape"/>
          <p:cNvSpPr/>
          <p:nvPr/>
        </p:nvSpPr>
        <p:spPr>
          <a:xfrm>
            <a:off x="3302508" y="38298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8" name="New picture"/>
          <p:cNvPicPr/>
          <p:nvPr/>
        </p:nvPicPr>
        <p:blipFill>
          <a:blip r:embed="rId632"/>
          <a:srcRect/>
          <a:stretch>
            <a:fillRect/>
          </a:stretch>
        </p:blipFill>
        <p:spPr>
          <a:xfrm>
            <a:off x="3336036" y="3858958"/>
            <a:ext cx="71723" cy="82391"/>
          </a:xfrm>
          <a:prstGeom prst="rect"/>
          <a:ln w="0">
            <a:noFill/>
          </a:ln>
        </p:spPr>
      </p:pic>
      <p:sp>
        <p:nvSpPr>
          <p:cNvPr id="1049" name="New shape"/>
          <p:cNvSpPr/>
          <p:nvPr/>
        </p:nvSpPr>
        <p:spPr>
          <a:xfrm>
            <a:off x="3349751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0" name="New picture"/>
          <p:cNvPicPr/>
          <p:nvPr/>
        </p:nvPicPr>
        <p:blipFill>
          <a:blip r:embed="rId633"/>
          <a:srcRect/>
          <a:stretch>
            <a:fillRect/>
          </a:stretch>
        </p:blipFill>
        <p:spPr>
          <a:xfrm>
            <a:off x="3418427" y="3858958"/>
            <a:ext cx="58007" cy="82391"/>
          </a:xfrm>
          <a:prstGeom prst="rect"/>
          <a:ln w="0">
            <a:noFill/>
          </a:ln>
        </p:spPr>
      </p:pic>
      <p:pic>
        <p:nvPicPr>
          <p:cNvPr id="1051" name="New picture"/>
          <p:cNvPicPr/>
          <p:nvPr/>
        </p:nvPicPr>
        <p:blipFill>
          <a:blip r:embed="rId634"/>
          <a:srcRect/>
          <a:stretch>
            <a:fillRect/>
          </a:stretch>
        </p:blipFill>
        <p:spPr>
          <a:xfrm>
            <a:off x="3534537" y="3858959"/>
            <a:ext cx="42672" cy="79343"/>
          </a:xfrm>
          <a:prstGeom prst="rect"/>
          <a:ln w="0">
            <a:noFill/>
          </a:ln>
        </p:spPr>
      </p:pic>
      <p:pic>
        <p:nvPicPr>
          <p:cNvPr id="1052" name="New picture"/>
          <p:cNvPicPr/>
          <p:nvPr/>
        </p:nvPicPr>
        <p:blipFill>
          <a:blip r:embed="rId635"/>
          <a:srcRect/>
          <a:stretch>
            <a:fillRect/>
          </a:stretch>
        </p:blipFill>
        <p:spPr>
          <a:xfrm>
            <a:off x="3583401" y="3858958"/>
            <a:ext cx="70199" cy="82391"/>
          </a:xfrm>
          <a:prstGeom prst="rect"/>
          <a:ln w="0">
            <a:noFill/>
          </a:ln>
        </p:spPr>
      </p:pic>
      <p:sp>
        <p:nvSpPr>
          <p:cNvPr id="1053" name="New shape"/>
          <p:cNvSpPr/>
          <p:nvPr/>
        </p:nvSpPr>
        <p:spPr>
          <a:xfrm>
            <a:off x="3595592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4" name="New picture"/>
          <p:cNvPicPr/>
          <p:nvPr/>
        </p:nvPicPr>
        <p:blipFill>
          <a:blip r:embed="rId636"/>
          <a:srcRect/>
          <a:stretch>
            <a:fillRect/>
          </a:stretch>
        </p:blipFill>
        <p:spPr>
          <a:xfrm>
            <a:off x="3668840" y="3858958"/>
            <a:ext cx="64198" cy="82391"/>
          </a:xfrm>
          <a:prstGeom prst="rect"/>
          <a:ln w="0">
            <a:noFill/>
          </a:ln>
        </p:spPr>
      </p:pic>
      <p:pic>
        <p:nvPicPr>
          <p:cNvPr id="1055" name="New picture"/>
          <p:cNvPicPr/>
          <p:nvPr/>
        </p:nvPicPr>
        <p:blipFill>
          <a:blip r:embed="rId637"/>
          <a:srcRect/>
          <a:stretch>
            <a:fillRect/>
          </a:stretch>
        </p:blipFill>
        <p:spPr>
          <a:xfrm>
            <a:off x="3751326" y="3829907"/>
            <a:ext cx="68675" cy="108395"/>
          </a:xfrm>
          <a:prstGeom prst="rect"/>
          <a:ln w="0">
            <a:noFill/>
          </a:ln>
        </p:spPr>
      </p:pic>
      <p:pic>
        <p:nvPicPr>
          <p:cNvPr id="1056" name="New picture"/>
          <p:cNvPicPr/>
          <p:nvPr/>
        </p:nvPicPr>
        <p:blipFill>
          <a:blip r:embed="rId638"/>
          <a:srcRect/>
          <a:stretch>
            <a:fillRect/>
          </a:stretch>
        </p:blipFill>
        <p:spPr>
          <a:xfrm>
            <a:off x="3839813" y="3858863"/>
            <a:ext cx="71818" cy="82391"/>
          </a:xfrm>
          <a:prstGeom prst="rect"/>
          <a:ln w="0">
            <a:noFill/>
          </a:ln>
        </p:spPr>
      </p:pic>
      <p:sp>
        <p:nvSpPr>
          <p:cNvPr id="1057" name="New shape"/>
          <p:cNvSpPr/>
          <p:nvPr/>
        </p:nvSpPr>
        <p:spPr>
          <a:xfrm>
            <a:off x="3853624" y="3868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8" name="New picture"/>
          <p:cNvPicPr/>
          <p:nvPr/>
        </p:nvPicPr>
        <p:blipFill>
          <a:blip r:embed="rId639"/>
          <a:srcRect/>
          <a:stretch>
            <a:fillRect/>
          </a:stretch>
        </p:blipFill>
        <p:spPr>
          <a:xfrm>
            <a:off x="3931539" y="3858959"/>
            <a:ext cx="42767" cy="79343"/>
          </a:xfrm>
          <a:prstGeom prst="rect"/>
          <a:ln w="0">
            <a:noFill/>
          </a:ln>
        </p:spPr>
      </p:pic>
      <p:pic>
        <p:nvPicPr>
          <p:cNvPr id="1059" name="New picture"/>
          <p:cNvPicPr/>
          <p:nvPr/>
        </p:nvPicPr>
        <p:blipFill>
          <a:blip r:embed="rId640"/>
          <a:srcRect/>
          <a:stretch>
            <a:fillRect/>
          </a:stretch>
        </p:blipFill>
        <p:spPr>
          <a:xfrm>
            <a:off x="3980402" y="3858958"/>
            <a:ext cx="64198" cy="82391"/>
          </a:xfrm>
          <a:prstGeom prst="rect"/>
          <a:ln w="0">
            <a:noFill/>
          </a:ln>
        </p:spPr>
      </p:pic>
      <p:pic>
        <p:nvPicPr>
          <p:cNvPr id="1060" name="New picture"/>
          <p:cNvPicPr/>
          <p:nvPr/>
        </p:nvPicPr>
        <p:blipFill>
          <a:blip r:embed="rId641"/>
          <a:srcRect/>
          <a:stretch>
            <a:fillRect/>
          </a:stretch>
        </p:blipFill>
        <p:spPr>
          <a:xfrm>
            <a:off x="4062888" y="3829907"/>
            <a:ext cx="68675" cy="108395"/>
          </a:xfrm>
          <a:prstGeom prst="rect"/>
          <a:ln w="0">
            <a:noFill/>
          </a:ln>
        </p:spPr>
      </p:pic>
      <p:pic>
        <p:nvPicPr>
          <p:cNvPr id="1061" name="New picture"/>
          <p:cNvPicPr/>
          <p:nvPr/>
        </p:nvPicPr>
        <p:blipFill>
          <a:blip r:embed="rId642"/>
          <a:srcRect/>
          <a:stretch>
            <a:fillRect/>
          </a:stretch>
        </p:blipFill>
        <p:spPr>
          <a:xfrm>
            <a:off x="4151376" y="3858863"/>
            <a:ext cx="70295" cy="82391"/>
          </a:xfrm>
          <a:prstGeom prst="rect"/>
          <a:ln w="0">
            <a:noFill/>
          </a:ln>
        </p:spPr>
      </p:pic>
      <p:sp>
        <p:nvSpPr>
          <p:cNvPr id="1062" name="New shape"/>
          <p:cNvSpPr/>
          <p:nvPr/>
        </p:nvSpPr>
        <p:spPr>
          <a:xfrm>
            <a:off x="4163663" y="386800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3" name="New picture"/>
          <p:cNvPicPr/>
          <p:nvPr/>
        </p:nvPicPr>
        <p:blipFill>
          <a:blip r:embed="rId643"/>
          <a:srcRect/>
          <a:stretch>
            <a:fillRect/>
          </a:stretch>
        </p:blipFill>
        <p:spPr>
          <a:xfrm>
            <a:off x="4233768" y="3858958"/>
            <a:ext cx="58102" cy="82391"/>
          </a:xfrm>
          <a:prstGeom prst="rect"/>
          <a:ln w="0">
            <a:noFill/>
          </a:ln>
        </p:spPr>
      </p:pic>
      <p:pic>
        <p:nvPicPr>
          <p:cNvPr id="1064" name="New picture"/>
          <p:cNvPicPr/>
          <p:nvPr/>
        </p:nvPicPr>
        <p:blipFill>
          <a:blip r:embed="rId644"/>
          <a:srcRect/>
          <a:stretch>
            <a:fillRect/>
          </a:stretch>
        </p:blipFill>
        <p:spPr>
          <a:xfrm>
            <a:off x="4340733" y="3858958"/>
            <a:ext cx="58102" cy="82391"/>
          </a:xfrm>
          <a:prstGeom prst="rect"/>
          <a:ln w="0">
            <a:noFill/>
          </a:ln>
        </p:spPr>
      </p:pic>
      <p:pic>
        <p:nvPicPr>
          <p:cNvPr id="1065" name="New picture"/>
          <p:cNvPicPr/>
          <p:nvPr/>
        </p:nvPicPr>
        <p:blipFill>
          <a:blip r:embed="rId645"/>
          <a:srcRect/>
          <a:stretch>
            <a:fillRect/>
          </a:stretch>
        </p:blipFill>
        <p:spPr>
          <a:xfrm>
            <a:off x="4417123" y="3860483"/>
            <a:ext cx="68675" cy="80867"/>
          </a:xfrm>
          <a:prstGeom prst="rect"/>
          <a:ln w="0">
            <a:noFill/>
          </a:ln>
        </p:spPr>
      </p:pic>
      <p:pic>
        <p:nvPicPr>
          <p:cNvPr id="1066" name="New picture"/>
          <p:cNvPicPr/>
          <p:nvPr/>
        </p:nvPicPr>
        <p:blipFill>
          <a:blip r:embed="rId646"/>
          <a:srcRect/>
          <a:stretch>
            <a:fillRect/>
          </a:stretch>
        </p:blipFill>
        <p:spPr>
          <a:xfrm>
            <a:off x="4510278" y="3858959"/>
            <a:ext cx="42767" cy="79343"/>
          </a:xfrm>
          <a:prstGeom prst="rect"/>
          <a:ln w="0">
            <a:noFill/>
          </a:ln>
        </p:spPr>
      </p:pic>
      <p:sp>
        <p:nvSpPr>
          <p:cNvPr id="1067" name="New shape"/>
          <p:cNvSpPr/>
          <p:nvPr/>
        </p:nvSpPr>
        <p:spPr>
          <a:xfrm>
            <a:off x="4607052" y="38298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8" name="New picture"/>
          <p:cNvPicPr/>
          <p:nvPr/>
        </p:nvPicPr>
        <p:blipFill>
          <a:blip r:embed="rId647"/>
          <a:srcRect/>
          <a:stretch>
            <a:fillRect/>
          </a:stretch>
        </p:blipFill>
        <p:spPr>
          <a:xfrm>
            <a:off x="4641628" y="3858958"/>
            <a:ext cx="70199" cy="82391"/>
          </a:xfrm>
          <a:prstGeom prst="rect"/>
          <a:ln w="0">
            <a:noFill/>
          </a:ln>
        </p:spPr>
      </p:pic>
      <p:sp>
        <p:nvSpPr>
          <p:cNvPr id="1069" name="New shape"/>
          <p:cNvSpPr/>
          <p:nvPr/>
        </p:nvSpPr>
        <p:spPr>
          <a:xfrm>
            <a:off x="4653820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0" name="New picture"/>
          <p:cNvPicPr/>
          <p:nvPr/>
        </p:nvPicPr>
        <p:blipFill>
          <a:blip r:embed="rId648"/>
          <a:srcRect/>
          <a:stretch>
            <a:fillRect/>
          </a:stretch>
        </p:blipFill>
        <p:spPr>
          <a:xfrm>
            <a:off x="4762214" y="3829907"/>
            <a:ext cx="145066" cy="108395"/>
          </a:xfrm>
          <a:prstGeom prst="rect"/>
          <a:ln w="0">
            <a:noFill/>
          </a:ln>
        </p:spPr>
      </p:pic>
      <p:pic>
        <p:nvPicPr>
          <p:cNvPr id="1071" name="New picture"/>
          <p:cNvPicPr/>
          <p:nvPr/>
        </p:nvPicPr>
        <p:blipFill>
          <a:blip r:embed="rId649"/>
          <a:srcRect/>
          <a:stretch>
            <a:fillRect/>
          </a:stretch>
        </p:blipFill>
        <p:spPr>
          <a:xfrm>
            <a:off x="4911851" y="3858958"/>
            <a:ext cx="70295" cy="82391"/>
          </a:xfrm>
          <a:prstGeom prst="rect"/>
          <a:ln w="0">
            <a:noFill/>
          </a:ln>
        </p:spPr>
      </p:pic>
      <p:sp>
        <p:nvSpPr>
          <p:cNvPr id="1072" name="New shape"/>
          <p:cNvSpPr/>
          <p:nvPr/>
        </p:nvSpPr>
        <p:spPr>
          <a:xfrm>
            <a:off x="4924044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3" name="New picture"/>
          <p:cNvPicPr/>
          <p:nvPr/>
        </p:nvPicPr>
        <p:blipFill>
          <a:blip r:embed="rId650"/>
          <a:srcRect/>
          <a:stretch>
            <a:fillRect/>
          </a:stretch>
        </p:blipFill>
        <p:spPr>
          <a:xfrm>
            <a:off x="5003482" y="3829907"/>
            <a:ext cx="74866" cy="111442"/>
          </a:xfrm>
          <a:prstGeom prst="rect"/>
          <a:ln w="0">
            <a:noFill/>
          </a:ln>
        </p:spPr>
      </p:pic>
      <p:sp>
        <p:nvSpPr>
          <p:cNvPr id="1074" name="New shape"/>
          <p:cNvSpPr/>
          <p:nvPr/>
        </p:nvSpPr>
        <p:spPr>
          <a:xfrm>
            <a:off x="5017198" y="386962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5" name="New picture"/>
          <p:cNvPicPr/>
          <p:nvPr/>
        </p:nvPicPr>
        <p:blipFill>
          <a:blip r:embed="rId651"/>
          <a:srcRect/>
          <a:stretch>
            <a:fillRect/>
          </a:stretch>
        </p:blipFill>
        <p:spPr>
          <a:xfrm>
            <a:off x="5090540" y="3922967"/>
            <a:ext cx="21336" cy="42767"/>
          </a:xfrm>
          <a:prstGeom prst="rect"/>
          <a:ln w="0">
            <a:noFill/>
          </a:ln>
        </p:spPr>
      </p:pic>
      <p:sp>
        <p:nvSpPr>
          <p:cNvPr id="1076" name="New shape"/>
          <p:cNvSpPr/>
          <p:nvPr/>
        </p:nvSpPr>
        <p:spPr>
          <a:xfrm>
            <a:off x="5177028" y="38298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7" name="New picture"/>
          <p:cNvPicPr/>
          <p:nvPr/>
        </p:nvPicPr>
        <p:blipFill>
          <a:blip r:embed="rId652"/>
          <a:srcRect/>
          <a:stretch>
            <a:fillRect/>
          </a:stretch>
        </p:blipFill>
        <p:spPr>
          <a:xfrm>
            <a:off x="5211127" y="3858959"/>
            <a:ext cx="65722" cy="82391"/>
          </a:xfrm>
          <a:prstGeom prst="rect"/>
          <a:ln w="0">
            <a:noFill/>
          </a:ln>
        </p:spPr>
      </p:pic>
      <p:sp>
        <p:nvSpPr>
          <p:cNvPr id="1078" name="New shape"/>
          <p:cNvSpPr/>
          <p:nvPr/>
        </p:nvSpPr>
        <p:spPr>
          <a:xfrm>
            <a:off x="5223415" y="3900107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9" name="New picture"/>
          <p:cNvPicPr/>
          <p:nvPr/>
        </p:nvPicPr>
        <p:blipFill>
          <a:blip r:embed="rId653"/>
          <a:srcRect/>
          <a:stretch>
            <a:fillRect/>
          </a:stretch>
        </p:blipFill>
        <p:spPr>
          <a:xfrm>
            <a:off x="5339524" y="3858863"/>
            <a:ext cx="74771" cy="117539"/>
          </a:xfrm>
          <a:prstGeom prst="rect"/>
          <a:ln w="0">
            <a:noFill/>
          </a:ln>
        </p:spPr>
      </p:pic>
      <p:sp>
        <p:nvSpPr>
          <p:cNvPr id="1080" name="New shape"/>
          <p:cNvSpPr/>
          <p:nvPr/>
        </p:nvSpPr>
        <p:spPr>
          <a:xfrm>
            <a:off x="5353241" y="386953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1" name="New picture"/>
          <p:cNvPicPr/>
          <p:nvPr/>
        </p:nvPicPr>
        <p:blipFill>
          <a:blip r:embed="rId654"/>
          <a:srcRect/>
          <a:stretch>
            <a:fillRect/>
          </a:stretch>
        </p:blipFill>
        <p:spPr>
          <a:xfrm>
            <a:off x="5434108" y="3860483"/>
            <a:ext cx="70295" cy="80867"/>
          </a:xfrm>
          <a:prstGeom prst="rect"/>
          <a:ln w="0">
            <a:noFill/>
          </a:ln>
        </p:spPr>
      </p:pic>
      <p:pic>
        <p:nvPicPr>
          <p:cNvPr id="1082" name="New picture"/>
          <p:cNvPicPr/>
          <p:nvPr/>
        </p:nvPicPr>
        <p:blipFill>
          <a:blip r:embed="rId655"/>
          <a:srcRect/>
          <a:stretch>
            <a:fillRect/>
          </a:stretch>
        </p:blipFill>
        <p:spPr>
          <a:xfrm>
            <a:off x="5530310" y="3829907"/>
            <a:ext cx="73342" cy="111442"/>
          </a:xfrm>
          <a:prstGeom prst="rect"/>
          <a:ln w="0">
            <a:noFill/>
          </a:ln>
        </p:spPr>
      </p:pic>
      <p:sp>
        <p:nvSpPr>
          <p:cNvPr id="1083" name="New shape"/>
          <p:cNvSpPr/>
          <p:nvPr/>
        </p:nvSpPr>
        <p:spPr>
          <a:xfrm>
            <a:off x="5542502" y="386962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4" name="New shape"/>
          <p:cNvSpPr/>
          <p:nvPr/>
        </p:nvSpPr>
        <p:spPr>
          <a:xfrm>
            <a:off x="5625084" y="38298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5" name="New shape"/>
          <p:cNvSpPr/>
          <p:nvPr/>
        </p:nvSpPr>
        <p:spPr>
          <a:xfrm>
            <a:off x="5664708" y="386048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6" name="New picture"/>
          <p:cNvPicPr/>
          <p:nvPr/>
        </p:nvPicPr>
        <p:blipFill>
          <a:blip r:embed="rId656"/>
          <a:srcRect/>
          <a:stretch>
            <a:fillRect/>
          </a:stretch>
        </p:blipFill>
        <p:spPr>
          <a:xfrm>
            <a:off x="5661660" y="3826859"/>
            <a:ext cx="18288" cy="15335"/>
          </a:xfrm>
          <a:prstGeom prst="rect"/>
          <a:ln w="0">
            <a:noFill/>
          </a:ln>
        </p:spPr>
      </p:pic>
      <p:pic>
        <p:nvPicPr>
          <p:cNvPr id="1087" name="New picture"/>
          <p:cNvPicPr/>
          <p:nvPr/>
        </p:nvPicPr>
        <p:blipFill>
          <a:blip r:embed="rId657"/>
          <a:srcRect/>
          <a:stretch>
            <a:fillRect/>
          </a:stretch>
        </p:blipFill>
        <p:spPr>
          <a:xfrm>
            <a:off x="5698236" y="3858958"/>
            <a:ext cx="64103" cy="82391"/>
          </a:xfrm>
          <a:prstGeom prst="rect"/>
          <a:ln w="0">
            <a:noFill/>
          </a:ln>
        </p:spPr>
      </p:pic>
      <p:sp>
        <p:nvSpPr>
          <p:cNvPr id="1088" name="New shape"/>
          <p:cNvSpPr/>
          <p:nvPr/>
        </p:nvSpPr>
        <p:spPr>
          <a:xfrm>
            <a:off x="5780818" y="386048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9" name="New picture"/>
          <p:cNvPicPr/>
          <p:nvPr/>
        </p:nvPicPr>
        <p:blipFill>
          <a:blip r:embed="rId658"/>
          <a:srcRect/>
          <a:stretch>
            <a:fillRect/>
          </a:stretch>
        </p:blipFill>
        <p:spPr>
          <a:xfrm>
            <a:off x="5779293" y="3825431"/>
            <a:ext cx="16859" cy="16764"/>
          </a:xfrm>
          <a:prstGeom prst="rect"/>
          <a:ln w="0">
            <a:noFill/>
          </a:ln>
        </p:spPr>
      </p:pic>
      <p:pic>
        <p:nvPicPr>
          <p:cNvPr id="1090" name="New picture"/>
          <p:cNvPicPr/>
          <p:nvPr/>
        </p:nvPicPr>
        <p:blipFill>
          <a:blip r:embed="rId659"/>
          <a:srcRect/>
          <a:stretch>
            <a:fillRect/>
          </a:stretch>
        </p:blipFill>
        <p:spPr>
          <a:xfrm>
            <a:off x="5809773" y="3837527"/>
            <a:ext cx="47339" cy="103822"/>
          </a:xfrm>
          <a:prstGeom prst="rect"/>
          <a:ln w="0">
            <a:noFill/>
          </a:ln>
        </p:spPr>
      </p:pic>
      <p:pic>
        <p:nvPicPr>
          <p:cNvPr id="1091" name="New picture"/>
          <p:cNvPicPr/>
          <p:nvPr/>
        </p:nvPicPr>
        <p:blipFill>
          <a:blip r:embed="rId660"/>
          <a:srcRect/>
          <a:stretch>
            <a:fillRect/>
          </a:stretch>
        </p:blipFill>
        <p:spPr>
          <a:xfrm>
            <a:off x="5867877" y="3858958"/>
            <a:ext cx="70199" cy="82391"/>
          </a:xfrm>
          <a:prstGeom prst="rect"/>
          <a:ln w="0">
            <a:noFill/>
          </a:ln>
        </p:spPr>
      </p:pic>
      <p:sp>
        <p:nvSpPr>
          <p:cNvPr id="1092" name="New shape"/>
          <p:cNvSpPr/>
          <p:nvPr/>
        </p:nvSpPr>
        <p:spPr>
          <a:xfrm>
            <a:off x="5880068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3" name="New shape"/>
          <p:cNvSpPr/>
          <p:nvPr/>
        </p:nvSpPr>
        <p:spPr>
          <a:xfrm>
            <a:off x="5890737" y="3823812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4" name="New picture"/>
          <p:cNvPicPr/>
          <p:nvPr/>
        </p:nvPicPr>
        <p:blipFill>
          <a:blip r:embed="rId661"/>
          <a:srcRect/>
          <a:stretch>
            <a:fillRect/>
          </a:stretch>
        </p:blipFill>
        <p:spPr>
          <a:xfrm>
            <a:off x="5989892" y="3858958"/>
            <a:ext cx="58102" cy="82391"/>
          </a:xfrm>
          <a:prstGeom prst="rect"/>
          <a:ln w="0">
            <a:noFill/>
          </a:ln>
        </p:spPr>
      </p:pic>
      <p:pic>
        <p:nvPicPr>
          <p:cNvPr id="1095" name="New picture"/>
          <p:cNvPicPr/>
          <p:nvPr/>
        </p:nvPicPr>
        <p:blipFill>
          <a:blip r:embed="rId662"/>
          <a:srcRect/>
          <a:stretch>
            <a:fillRect/>
          </a:stretch>
        </p:blipFill>
        <p:spPr>
          <a:xfrm>
            <a:off x="6066282" y="3860483"/>
            <a:ext cx="68675" cy="80867"/>
          </a:xfrm>
          <a:prstGeom prst="rect"/>
          <a:ln w="0">
            <a:noFill/>
          </a:ln>
        </p:spPr>
      </p:pic>
      <p:pic>
        <p:nvPicPr>
          <p:cNvPr id="1096" name="New picture"/>
          <p:cNvPicPr/>
          <p:nvPr/>
        </p:nvPicPr>
        <p:blipFill>
          <a:blip r:embed="rId663"/>
          <a:srcRect/>
          <a:stretch>
            <a:fillRect/>
          </a:stretch>
        </p:blipFill>
        <p:spPr>
          <a:xfrm>
            <a:off x="6159341" y="3858959"/>
            <a:ext cx="42767" cy="79343"/>
          </a:xfrm>
          <a:prstGeom prst="rect"/>
          <a:ln w="0">
            <a:noFill/>
          </a:ln>
        </p:spPr>
      </p:pic>
      <p:pic>
        <p:nvPicPr>
          <p:cNvPr id="1097" name="New picture"/>
          <p:cNvPicPr/>
          <p:nvPr/>
        </p:nvPicPr>
        <p:blipFill>
          <a:blip r:embed="rId664"/>
          <a:srcRect/>
          <a:stretch>
            <a:fillRect/>
          </a:stretch>
        </p:blipFill>
        <p:spPr>
          <a:xfrm>
            <a:off x="6251162" y="3829907"/>
            <a:ext cx="39719" cy="108395"/>
          </a:xfrm>
          <a:prstGeom prst="rect"/>
          <a:ln w="0">
            <a:noFill/>
          </a:ln>
        </p:spPr>
      </p:pic>
      <p:pic>
        <p:nvPicPr>
          <p:cNvPr id="1098" name="New picture"/>
          <p:cNvPicPr/>
          <p:nvPr/>
        </p:nvPicPr>
        <p:blipFill>
          <a:blip r:embed="rId665"/>
          <a:srcRect/>
          <a:stretch>
            <a:fillRect/>
          </a:stretch>
        </p:blipFill>
        <p:spPr>
          <a:xfrm>
            <a:off x="6310599" y="3858959"/>
            <a:ext cx="70295" cy="79343"/>
          </a:xfrm>
          <a:prstGeom prst="rect"/>
          <a:ln w="0">
            <a:noFill/>
          </a:ln>
        </p:spPr>
      </p:pic>
      <p:pic>
        <p:nvPicPr>
          <p:cNvPr id="1099" name="New picture"/>
          <p:cNvPicPr/>
          <p:nvPr/>
        </p:nvPicPr>
        <p:blipFill>
          <a:blip r:embed="rId666"/>
          <a:srcRect/>
          <a:stretch>
            <a:fillRect/>
          </a:stretch>
        </p:blipFill>
        <p:spPr>
          <a:xfrm>
            <a:off x="6394609" y="3837527"/>
            <a:ext cx="47339" cy="103822"/>
          </a:xfrm>
          <a:prstGeom prst="rect"/>
          <a:ln w="0">
            <a:noFill/>
          </a:ln>
        </p:spPr>
      </p:pic>
      <p:pic>
        <p:nvPicPr>
          <p:cNvPr id="1100" name="New picture"/>
          <p:cNvPicPr/>
          <p:nvPr/>
        </p:nvPicPr>
        <p:blipFill>
          <a:blip r:embed="rId667"/>
          <a:srcRect/>
          <a:stretch>
            <a:fillRect/>
          </a:stretch>
        </p:blipFill>
        <p:spPr>
          <a:xfrm>
            <a:off x="6452712" y="3858863"/>
            <a:ext cx="70199" cy="82391"/>
          </a:xfrm>
          <a:prstGeom prst="rect"/>
          <a:ln w="0">
            <a:noFill/>
          </a:ln>
        </p:spPr>
      </p:pic>
      <p:sp>
        <p:nvSpPr>
          <p:cNvPr id="1101" name="New shape"/>
          <p:cNvSpPr/>
          <p:nvPr/>
        </p:nvSpPr>
        <p:spPr>
          <a:xfrm>
            <a:off x="6464903" y="386800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2" name="New picture"/>
          <p:cNvPicPr/>
          <p:nvPr/>
        </p:nvPicPr>
        <p:blipFill>
          <a:blip r:embed="rId668"/>
          <a:srcRect/>
          <a:stretch>
            <a:fillRect/>
          </a:stretch>
        </p:blipFill>
        <p:spPr>
          <a:xfrm>
            <a:off x="6542627" y="3858959"/>
            <a:ext cx="42767" cy="79343"/>
          </a:xfrm>
          <a:prstGeom prst="rect"/>
          <a:ln w="0">
            <a:noFill/>
          </a:ln>
        </p:spPr>
      </p:pic>
      <p:pic>
        <p:nvPicPr>
          <p:cNvPr id="1103" name="New picture"/>
          <p:cNvPicPr/>
          <p:nvPr/>
        </p:nvPicPr>
        <p:blipFill>
          <a:blip r:embed="rId669"/>
          <a:srcRect/>
          <a:stretch>
            <a:fillRect/>
          </a:stretch>
        </p:blipFill>
        <p:spPr>
          <a:xfrm>
            <a:off x="6599206" y="3858959"/>
            <a:ext cx="68675" cy="79343"/>
          </a:xfrm>
          <a:prstGeom prst="rect"/>
          <a:ln w="0">
            <a:noFill/>
          </a:ln>
        </p:spPr>
      </p:pic>
      <p:pic>
        <p:nvPicPr>
          <p:cNvPr id="1104" name="New picture"/>
          <p:cNvPicPr/>
          <p:nvPr/>
        </p:nvPicPr>
        <p:blipFill>
          <a:blip r:embed="rId670"/>
          <a:srcRect/>
          <a:stretch>
            <a:fillRect/>
          </a:stretch>
        </p:blipFill>
        <p:spPr>
          <a:xfrm>
            <a:off x="6687883" y="3858958"/>
            <a:ext cx="71724" cy="82391"/>
          </a:xfrm>
          <a:prstGeom prst="rect"/>
          <a:ln w="0">
            <a:noFill/>
          </a:ln>
        </p:spPr>
      </p:pic>
      <p:sp>
        <p:nvSpPr>
          <p:cNvPr id="1105" name="New shape"/>
          <p:cNvSpPr/>
          <p:nvPr/>
        </p:nvSpPr>
        <p:spPr>
          <a:xfrm>
            <a:off x="6701600" y="38681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6" name="New picture"/>
          <p:cNvPicPr/>
          <p:nvPr/>
        </p:nvPicPr>
        <p:blipFill>
          <a:blip r:embed="rId671"/>
          <a:srcRect/>
          <a:stretch>
            <a:fillRect/>
          </a:stretch>
        </p:blipFill>
        <p:spPr>
          <a:xfrm>
            <a:off x="6768750" y="3837527"/>
            <a:ext cx="47339" cy="103822"/>
          </a:xfrm>
          <a:prstGeom prst="rect"/>
          <a:ln w="0">
            <a:noFill/>
          </a:ln>
        </p:spPr>
      </p:pic>
      <p:pic>
        <p:nvPicPr>
          <p:cNvPr id="1107" name="New picture"/>
          <p:cNvPicPr/>
          <p:nvPr/>
        </p:nvPicPr>
        <p:blipFill>
          <a:blip r:embed="rId672"/>
          <a:srcRect/>
          <a:stretch>
            <a:fillRect/>
          </a:stretch>
        </p:blipFill>
        <p:spPr>
          <a:xfrm>
            <a:off x="6828282" y="3922967"/>
            <a:ext cx="21431" cy="42767"/>
          </a:xfrm>
          <a:prstGeom prst="rect"/>
          <a:ln w="0">
            <a:noFill/>
          </a:ln>
        </p:spPr>
      </p:pic>
      <p:sp>
        <p:nvSpPr>
          <p:cNvPr id="1108" name="New shape"/>
          <p:cNvSpPr/>
          <p:nvPr/>
        </p:nvSpPr>
        <p:spPr>
          <a:xfrm>
            <a:off x="684276" y="40584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9" name="New picture"/>
          <p:cNvPicPr/>
          <p:nvPr/>
        </p:nvPicPr>
        <p:blipFill>
          <a:blip r:embed="rId673"/>
          <a:srcRect/>
          <a:stretch>
            <a:fillRect/>
          </a:stretch>
        </p:blipFill>
        <p:spPr>
          <a:xfrm>
            <a:off x="717137" y="4087844"/>
            <a:ext cx="71723" cy="82391"/>
          </a:xfrm>
          <a:prstGeom prst="rect"/>
          <a:ln w="0">
            <a:noFill/>
          </a:ln>
        </p:spPr>
      </p:pic>
      <p:sp>
        <p:nvSpPr>
          <p:cNvPr id="1110" name="New shape"/>
          <p:cNvSpPr/>
          <p:nvPr/>
        </p:nvSpPr>
        <p:spPr>
          <a:xfrm>
            <a:off x="730853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1" name="New picture"/>
          <p:cNvPicPr/>
          <p:nvPr/>
        </p:nvPicPr>
        <p:blipFill>
          <a:blip r:embed="rId674"/>
          <a:srcRect/>
          <a:stretch>
            <a:fillRect/>
          </a:stretch>
        </p:blipFill>
        <p:spPr>
          <a:xfrm>
            <a:off x="837819" y="4057269"/>
            <a:ext cx="53435" cy="109823"/>
          </a:xfrm>
          <a:prstGeom prst="rect"/>
          <a:ln w="0">
            <a:noFill/>
          </a:ln>
        </p:spPr>
      </p:pic>
      <p:sp>
        <p:nvSpPr>
          <p:cNvPr id="1112" name="New shape"/>
          <p:cNvSpPr/>
          <p:nvPr/>
        </p:nvSpPr>
        <p:spPr>
          <a:xfrm>
            <a:off x="900398" y="4089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3" name="New picture"/>
          <p:cNvPicPr/>
          <p:nvPr/>
        </p:nvPicPr>
        <p:blipFill>
          <a:blip r:embed="rId675"/>
          <a:srcRect/>
          <a:stretch>
            <a:fillRect/>
          </a:stretch>
        </p:blipFill>
        <p:spPr>
          <a:xfrm>
            <a:off x="897350" y="4055745"/>
            <a:ext cx="16764" cy="15335"/>
          </a:xfrm>
          <a:prstGeom prst="rect"/>
          <a:ln w="0">
            <a:noFill/>
          </a:ln>
        </p:spPr>
      </p:pic>
      <p:sp>
        <p:nvSpPr>
          <p:cNvPr id="1114" name="New shape"/>
          <p:cNvSpPr/>
          <p:nvPr/>
        </p:nvSpPr>
        <p:spPr>
          <a:xfrm>
            <a:off x="938784" y="40584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5" name="New picture"/>
          <p:cNvPicPr/>
          <p:nvPr/>
        </p:nvPicPr>
        <p:blipFill>
          <a:blip r:embed="rId676"/>
          <a:srcRect/>
          <a:stretch>
            <a:fillRect/>
          </a:stretch>
        </p:blipFill>
        <p:spPr>
          <a:xfrm>
            <a:off x="967549" y="4066508"/>
            <a:ext cx="48863" cy="103727"/>
          </a:xfrm>
          <a:prstGeom prst="rect"/>
          <a:ln w="0">
            <a:noFill/>
          </a:ln>
        </p:spPr>
      </p:pic>
      <p:pic>
        <p:nvPicPr>
          <p:cNvPr id="1116" name="New picture"/>
          <p:cNvPicPr/>
          <p:nvPr/>
        </p:nvPicPr>
        <p:blipFill>
          <a:blip r:embed="rId677"/>
          <a:srcRect/>
          <a:stretch>
            <a:fillRect/>
          </a:stretch>
        </p:blipFill>
        <p:spPr>
          <a:xfrm>
            <a:off x="1033272" y="4087844"/>
            <a:ext cx="41148" cy="79343"/>
          </a:xfrm>
          <a:prstGeom prst="rect"/>
          <a:ln w="0">
            <a:noFill/>
          </a:ln>
        </p:spPr>
      </p:pic>
      <p:pic>
        <p:nvPicPr>
          <p:cNvPr id="1117" name="New picture"/>
          <p:cNvPicPr/>
          <p:nvPr/>
        </p:nvPicPr>
        <p:blipFill>
          <a:blip r:embed="rId678"/>
          <a:srcRect/>
          <a:stretch>
            <a:fillRect/>
          </a:stretch>
        </p:blipFill>
        <p:spPr>
          <a:xfrm>
            <a:off x="1078992" y="4087844"/>
            <a:ext cx="67246" cy="82391"/>
          </a:xfrm>
          <a:prstGeom prst="rect"/>
          <a:ln w="0">
            <a:noFill/>
          </a:ln>
        </p:spPr>
      </p:pic>
      <p:sp>
        <p:nvSpPr>
          <p:cNvPr id="1118" name="New shape"/>
          <p:cNvSpPr/>
          <p:nvPr/>
        </p:nvSpPr>
        <p:spPr>
          <a:xfrm>
            <a:off x="1092803" y="4128992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9" name="New picture"/>
          <p:cNvPicPr/>
          <p:nvPr/>
        </p:nvPicPr>
        <p:blipFill>
          <a:blip r:embed="rId679"/>
          <a:srcRect/>
          <a:stretch>
            <a:fillRect/>
          </a:stretch>
        </p:blipFill>
        <p:spPr>
          <a:xfrm>
            <a:off x="1159954" y="4087844"/>
            <a:ext cx="77915" cy="119062"/>
          </a:xfrm>
          <a:prstGeom prst="rect"/>
          <a:ln w="0">
            <a:noFill/>
          </a:ln>
        </p:spPr>
      </p:pic>
      <p:sp>
        <p:nvSpPr>
          <p:cNvPr id="1120" name="New shape"/>
          <p:cNvSpPr/>
          <p:nvPr/>
        </p:nvSpPr>
        <p:spPr>
          <a:xfrm>
            <a:off x="1176718" y="4096988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21" name="New shape"/>
          <p:cNvSpPr/>
          <p:nvPr/>
        </p:nvSpPr>
        <p:spPr>
          <a:xfrm>
            <a:off x="1172146" y="4167188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2" name="New picture"/>
          <p:cNvPicPr/>
          <p:nvPr/>
        </p:nvPicPr>
        <p:blipFill>
          <a:blip r:embed="rId680"/>
          <a:srcRect/>
          <a:stretch>
            <a:fillRect/>
          </a:stretch>
        </p:blipFill>
        <p:spPr>
          <a:xfrm>
            <a:off x="1247013" y="4087844"/>
            <a:ext cx="71723" cy="82391"/>
          </a:xfrm>
          <a:prstGeom prst="rect"/>
          <a:ln w="0">
            <a:noFill/>
          </a:ln>
        </p:spPr>
      </p:pic>
      <p:sp>
        <p:nvSpPr>
          <p:cNvPr id="1123" name="New shape"/>
          <p:cNvSpPr/>
          <p:nvPr/>
        </p:nvSpPr>
        <p:spPr>
          <a:xfrm>
            <a:off x="1260729" y="409698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4" name="New picture"/>
          <p:cNvPicPr/>
          <p:nvPr/>
        </p:nvPicPr>
        <p:blipFill>
          <a:blip r:embed="rId681"/>
          <a:srcRect/>
          <a:stretch>
            <a:fillRect/>
          </a:stretch>
        </p:blipFill>
        <p:spPr>
          <a:xfrm>
            <a:off x="1373791" y="4058793"/>
            <a:ext cx="74771" cy="111442"/>
          </a:xfrm>
          <a:prstGeom prst="rect"/>
          <a:ln w="0">
            <a:noFill/>
          </a:ln>
        </p:spPr>
      </p:pic>
      <p:sp>
        <p:nvSpPr>
          <p:cNvPr id="1125" name="New shape"/>
          <p:cNvSpPr/>
          <p:nvPr/>
        </p:nvSpPr>
        <p:spPr>
          <a:xfrm>
            <a:off x="1385983" y="409851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26" name="New shape"/>
          <p:cNvSpPr/>
          <p:nvPr/>
        </p:nvSpPr>
        <p:spPr>
          <a:xfrm>
            <a:off x="1469993" y="4058793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7" name="New picture"/>
          <p:cNvPicPr/>
          <p:nvPr/>
        </p:nvPicPr>
        <p:blipFill>
          <a:blip r:embed="rId682"/>
          <a:srcRect/>
          <a:stretch>
            <a:fillRect/>
          </a:stretch>
        </p:blipFill>
        <p:spPr>
          <a:xfrm>
            <a:off x="1485233" y="4087844"/>
            <a:ext cx="71723" cy="82391"/>
          </a:xfrm>
          <a:prstGeom prst="rect"/>
          <a:ln w="0">
            <a:noFill/>
          </a:ln>
        </p:spPr>
      </p:pic>
      <p:sp>
        <p:nvSpPr>
          <p:cNvPr id="1128" name="New shape"/>
          <p:cNvSpPr/>
          <p:nvPr/>
        </p:nvSpPr>
        <p:spPr>
          <a:xfrm>
            <a:off x="1497425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29" name="New shape"/>
          <p:cNvSpPr/>
          <p:nvPr/>
        </p:nvSpPr>
        <p:spPr>
          <a:xfrm>
            <a:off x="1571244" y="4117848"/>
            <a:ext cx="3505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0" name="New picture"/>
          <p:cNvPicPr/>
          <p:nvPr/>
        </p:nvPicPr>
        <p:blipFill>
          <a:blip r:embed="rId683"/>
          <a:srcRect/>
          <a:stretch>
            <a:fillRect/>
          </a:stretch>
        </p:blipFill>
        <p:spPr>
          <a:xfrm>
            <a:off x="1624203" y="4087844"/>
            <a:ext cx="120587" cy="79343"/>
          </a:xfrm>
          <a:prstGeom prst="rect"/>
          <a:ln w="0">
            <a:noFill/>
          </a:ln>
        </p:spPr>
      </p:pic>
      <p:pic>
        <p:nvPicPr>
          <p:cNvPr id="1131" name="New picture"/>
          <p:cNvPicPr/>
          <p:nvPr/>
        </p:nvPicPr>
        <p:blipFill>
          <a:blip r:embed="rId684"/>
          <a:srcRect/>
          <a:stretch>
            <a:fillRect/>
          </a:stretch>
        </p:blipFill>
        <p:spPr>
          <a:xfrm>
            <a:off x="1761649" y="4087844"/>
            <a:ext cx="65627" cy="82391"/>
          </a:xfrm>
          <a:prstGeom prst="rect"/>
          <a:ln w="0">
            <a:noFill/>
          </a:ln>
        </p:spPr>
      </p:pic>
      <p:sp>
        <p:nvSpPr>
          <p:cNvPr id="1132" name="New shape"/>
          <p:cNvSpPr/>
          <p:nvPr/>
        </p:nvSpPr>
        <p:spPr>
          <a:xfrm>
            <a:off x="1775365" y="412899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33" name="New shape"/>
          <p:cNvSpPr/>
          <p:nvPr/>
        </p:nvSpPr>
        <p:spPr>
          <a:xfrm>
            <a:off x="1851755" y="4089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4" name="New picture"/>
          <p:cNvPicPr/>
          <p:nvPr/>
        </p:nvPicPr>
        <p:blipFill>
          <a:blip r:embed="rId685"/>
          <a:srcRect/>
          <a:stretch>
            <a:fillRect/>
          </a:stretch>
        </p:blipFill>
        <p:spPr>
          <a:xfrm>
            <a:off x="1850231" y="4055841"/>
            <a:ext cx="16764" cy="15240"/>
          </a:xfrm>
          <a:prstGeom prst="rect"/>
          <a:ln w="0">
            <a:noFill/>
          </a:ln>
        </p:spPr>
      </p:pic>
      <p:sp>
        <p:nvSpPr>
          <p:cNvPr id="1135" name="New shape"/>
          <p:cNvSpPr/>
          <p:nvPr/>
        </p:nvSpPr>
        <p:spPr>
          <a:xfrm>
            <a:off x="1891284" y="40584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6" name="New picture"/>
          <p:cNvPicPr/>
          <p:nvPr/>
        </p:nvPicPr>
        <p:blipFill>
          <a:blip r:embed="rId686"/>
          <a:srcRect/>
          <a:stretch>
            <a:fillRect/>
          </a:stretch>
        </p:blipFill>
        <p:spPr>
          <a:xfrm>
            <a:off x="1921954" y="4087844"/>
            <a:ext cx="58007" cy="82391"/>
          </a:xfrm>
          <a:prstGeom prst="rect"/>
          <a:ln w="0">
            <a:noFill/>
          </a:ln>
        </p:spPr>
      </p:pic>
      <p:pic>
        <p:nvPicPr>
          <p:cNvPr id="1137" name="New picture"/>
          <p:cNvPicPr/>
          <p:nvPr/>
        </p:nvPicPr>
        <p:blipFill>
          <a:blip r:embed="rId687"/>
          <a:srcRect/>
          <a:stretch>
            <a:fillRect/>
          </a:stretch>
        </p:blipFill>
        <p:spPr>
          <a:xfrm>
            <a:off x="1993678" y="4151948"/>
            <a:ext cx="21431" cy="42672"/>
          </a:xfrm>
          <a:prstGeom prst="rect"/>
          <a:ln w="0">
            <a:noFill/>
          </a:ln>
        </p:spPr>
      </p:pic>
      <p:sp>
        <p:nvSpPr>
          <p:cNvPr id="1138" name="New shape"/>
          <p:cNvSpPr/>
          <p:nvPr/>
        </p:nvSpPr>
        <p:spPr>
          <a:xfrm>
            <a:off x="2080260" y="40584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9" name="New picture"/>
          <p:cNvPicPr/>
          <p:nvPr/>
        </p:nvPicPr>
        <p:blipFill>
          <a:blip r:embed="rId688"/>
          <a:srcRect/>
          <a:stretch>
            <a:fillRect/>
          </a:stretch>
        </p:blipFill>
        <p:spPr>
          <a:xfrm>
            <a:off x="2112836" y="4087844"/>
            <a:ext cx="67151" cy="82391"/>
          </a:xfrm>
          <a:prstGeom prst="rect"/>
          <a:ln w="0">
            <a:noFill/>
          </a:ln>
        </p:spPr>
      </p:pic>
      <p:sp>
        <p:nvSpPr>
          <p:cNvPr id="1140" name="New shape"/>
          <p:cNvSpPr/>
          <p:nvPr/>
        </p:nvSpPr>
        <p:spPr>
          <a:xfrm>
            <a:off x="2126552" y="412899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1" name="New picture"/>
          <p:cNvPicPr/>
          <p:nvPr/>
        </p:nvPicPr>
        <p:blipFill>
          <a:blip r:embed="rId689"/>
          <a:srcRect/>
          <a:stretch>
            <a:fillRect/>
          </a:stretch>
        </p:blipFill>
        <p:spPr>
          <a:xfrm>
            <a:off x="2238089" y="4058793"/>
            <a:ext cx="74771" cy="111442"/>
          </a:xfrm>
          <a:prstGeom prst="rect"/>
          <a:ln w="0">
            <a:noFill/>
          </a:ln>
        </p:spPr>
      </p:pic>
      <p:sp>
        <p:nvSpPr>
          <p:cNvPr id="1142" name="New shape"/>
          <p:cNvSpPr/>
          <p:nvPr/>
        </p:nvSpPr>
        <p:spPr>
          <a:xfrm>
            <a:off x="2251806" y="40985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3" name="New picture"/>
          <p:cNvPicPr/>
          <p:nvPr/>
        </p:nvPicPr>
        <p:blipFill>
          <a:blip r:embed="rId690"/>
          <a:srcRect/>
          <a:stretch>
            <a:fillRect/>
          </a:stretch>
        </p:blipFill>
        <p:spPr>
          <a:xfrm>
            <a:off x="2332768" y="4087844"/>
            <a:ext cx="71723" cy="82391"/>
          </a:xfrm>
          <a:prstGeom prst="rect"/>
          <a:ln w="0">
            <a:noFill/>
          </a:ln>
        </p:spPr>
      </p:pic>
      <p:sp>
        <p:nvSpPr>
          <p:cNvPr id="1144" name="New shape"/>
          <p:cNvSpPr/>
          <p:nvPr/>
        </p:nvSpPr>
        <p:spPr>
          <a:xfrm>
            <a:off x="2344960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45" name="New shape"/>
          <p:cNvSpPr/>
          <p:nvPr/>
        </p:nvSpPr>
        <p:spPr>
          <a:xfrm>
            <a:off x="2355628" y="4052698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6" name="New picture"/>
          <p:cNvPicPr/>
          <p:nvPr/>
        </p:nvPicPr>
        <p:blipFill>
          <a:blip r:embed="rId691"/>
          <a:srcRect/>
          <a:stretch>
            <a:fillRect/>
          </a:stretch>
        </p:blipFill>
        <p:spPr>
          <a:xfrm>
            <a:off x="2412111" y="4066508"/>
            <a:ext cx="48863" cy="103727"/>
          </a:xfrm>
          <a:prstGeom prst="rect"/>
          <a:ln w="0">
            <a:noFill/>
          </a:ln>
        </p:spPr>
      </p:pic>
      <p:pic>
        <p:nvPicPr>
          <p:cNvPr id="1147" name="New picture"/>
          <p:cNvPicPr/>
          <p:nvPr/>
        </p:nvPicPr>
        <p:blipFill>
          <a:blip r:embed="rId692"/>
          <a:srcRect/>
          <a:stretch>
            <a:fillRect/>
          </a:stretch>
        </p:blipFill>
        <p:spPr>
          <a:xfrm>
            <a:off x="2471642" y="4087844"/>
            <a:ext cx="70295" cy="82391"/>
          </a:xfrm>
          <a:prstGeom prst="rect"/>
          <a:ln w="0">
            <a:noFill/>
          </a:ln>
        </p:spPr>
      </p:pic>
      <p:sp>
        <p:nvSpPr>
          <p:cNvPr id="1148" name="New shape"/>
          <p:cNvSpPr/>
          <p:nvPr/>
        </p:nvSpPr>
        <p:spPr>
          <a:xfrm>
            <a:off x="2483929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9" name="New picture"/>
          <p:cNvPicPr/>
          <p:nvPr/>
        </p:nvPicPr>
        <p:blipFill>
          <a:blip r:embed="rId693"/>
          <a:srcRect/>
          <a:stretch>
            <a:fillRect/>
          </a:stretch>
        </p:blipFill>
        <p:spPr>
          <a:xfrm>
            <a:off x="2557177" y="4087844"/>
            <a:ext cx="64199" cy="82391"/>
          </a:xfrm>
          <a:prstGeom prst="rect"/>
          <a:ln w="0">
            <a:noFill/>
          </a:ln>
        </p:spPr>
      </p:pic>
      <p:pic>
        <p:nvPicPr>
          <p:cNvPr id="1150" name="New picture"/>
          <p:cNvPicPr/>
          <p:nvPr/>
        </p:nvPicPr>
        <p:blipFill>
          <a:blip r:embed="rId694"/>
          <a:srcRect/>
          <a:stretch>
            <a:fillRect/>
          </a:stretch>
        </p:blipFill>
        <p:spPr>
          <a:xfrm>
            <a:off x="2632043" y="4066508"/>
            <a:ext cx="47339" cy="103822"/>
          </a:xfrm>
          <a:prstGeom prst="rect"/>
          <a:ln w="0">
            <a:noFill/>
          </a:ln>
        </p:spPr>
      </p:pic>
      <p:sp>
        <p:nvSpPr>
          <p:cNvPr id="1151" name="New shape"/>
          <p:cNvSpPr/>
          <p:nvPr/>
        </p:nvSpPr>
        <p:spPr>
          <a:xfrm>
            <a:off x="2697670" y="4089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2" name="New picture"/>
          <p:cNvPicPr/>
          <p:nvPr/>
        </p:nvPicPr>
        <p:blipFill>
          <a:blip r:embed="rId695"/>
          <a:srcRect/>
          <a:stretch>
            <a:fillRect/>
          </a:stretch>
        </p:blipFill>
        <p:spPr>
          <a:xfrm>
            <a:off x="2696146" y="4055745"/>
            <a:ext cx="16764" cy="15335"/>
          </a:xfrm>
          <a:prstGeom prst="rect"/>
          <a:ln w="0">
            <a:noFill/>
          </a:ln>
        </p:spPr>
      </p:pic>
      <p:pic>
        <p:nvPicPr>
          <p:cNvPr id="1153" name="New picture"/>
          <p:cNvPicPr/>
          <p:nvPr/>
        </p:nvPicPr>
        <p:blipFill>
          <a:blip r:embed="rId696"/>
          <a:srcRect/>
          <a:stretch>
            <a:fillRect/>
          </a:stretch>
        </p:blipFill>
        <p:spPr>
          <a:xfrm>
            <a:off x="2731294" y="4087844"/>
            <a:ext cx="77819" cy="82391"/>
          </a:xfrm>
          <a:prstGeom prst="rect"/>
          <a:ln w="0">
            <a:noFill/>
          </a:ln>
        </p:spPr>
      </p:pic>
      <p:sp>
        <p:nvSpPr>
          <p:cNvPr id="1154" name="New shape"/>
          <p:cNvSpPr/>
          <p:nvPr/>
        </p:nvSpPr>
        <p:spPr>
          <a:xfrm>
            <a:off x="2745010" y="409851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5" name="New picture"/>
          <p:cNvPicPr/>
          <p:nvPr/>
        </p:nvPicPr>
        <p:blipFill>
          <a:blip r:embed="rId697"/>
          <a:srcRect/>
          <a:stretch>
            <a:fillRect/>
          </a:stretch>
        </p:blipFill>
        <p:spPr>
          <a:xfrm>
            <a:off x="2829020" y="4087844"/>
            <a:ext cx="70294" cy="79343"/>
          </a:xfrm>
          <a:prstGeom prst="rect"/>
          <a:ln w="0">
            <a:noFill/>
          </a:ln>
        </p:spPr>
      </p:pic>
      <p:pic>
        <p:nvPicPr>
          <p:cNvPr id="1156" name="New picture"/>
          <p:cNvPicPr/>
          <p:nvPr/>
        </p:nvPicPr>
        <p:blipFill>
          <a:blip r:embed="rId698"/>
          <a:srcRect/>
          <a:stretch>
            <a:fillRect/>
          </a:stretch>
        </p:blipFill>
        <p:spPr>
          <a:xfrm>
            <a:off x="2958846" y="4058793"/>
            <a:ext cx="74771" cy="111442"/>
          </a:xfrm>
          <a:prstGeom prst="rect"/>
          <a:ln w="0">
            <a:noFill/>
          </a:ln>
        </p:spPr>
      </p:pic>
      <p:sp>
        <p:nvSpPr>
          <p:cNvPr id="1157" name="New shape"/>
          <p:cNvSpPr/>
          <p:nvPr/>
        </p:nvSpPr>
        <p:spPr>
          <a:xfrm>
            <a:off x="2972562" y="40985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8" name="New picture"/>
          <p:cNvPicPr/>
          <p:nvPr/>
        </p:nvPicPr>
        <p:blipFill>
          <a:blip r:embed="rId699"/>
          <a:srcRect/>
          <a:stretch>
            <a:fillRect/>
          </a:stretch>
        </p:blipFill>
        <p:spPr>
          <a:xfrm>
            <a:off x="3053429" y="4087844"/>
            <a:ext cx="71818" cy="82391"/>
          </a:xfrm>
          <a:prstGeom prst="rect"/>
          <a:ln w="0">
            <a:noFill/>
          </a:ln>
        </p:spPr>
      </p:pic>
      <p:sp>
        <p:nvSpPr>
          <p:cNvPr id="1159" name="New shape"/>
          <p:cNvSpPr/>
          <p:nvPr/>
        </p:nvSpPr>
        <p:spPr>
          <a:xfrm>
            <a:off x="3067241" y="409698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0" name="New picture"/>
          <p:cNvPicPr/>
          <p:nvPr/>
        </p:nvPicPr>
        <p:blipFill>
          <a:blip r:embed="rId700"/>
          <a:srcRect/>
          <a:stretch>
            <a:fillRect/>
          </a:stretch>
        </p:blipFill>
        <p:spPr>
          <a:xfrm>
            <a:off x="3174111" y="4057269"/>
            <a:ext cx="53435" cy="109918"/>
          </a:xfrm>
          <a:prstGeom prst="rect"/>
          <a:ln w="0">
            <a:noFill/>
          </a:ln>
        </p:spPr>
      </p:pic>
      <p:pic>
        <p:nvPicPr>
          <p:cNvPr id="1161" name="New picture"/>
          <p:cNvPicPr/>
          <p:nvPr/>
        </p:nvPicPr>
        <p:blipFill>
          <a:blip r:embed="rId701"/>
          <a:srcRect/>
          <a:stretch>
            <a:fillRect/>
          </a:stretch>
        </p:blipFill>
        <p:spPr>
          <a:xfrm>
            <a:off x="3235166" y="4087749"/>
            <a:ext cx="42767" cy="79343"/>
          </a:xfrm>
          <a:prstGeom prst="rect"/>
          <a:ln w="0">
            <a:noFill/>
          </a:ln>
        </p:spPr>
      </p:pic>
      <p:pic>
        <p:nvPicPr>
          <p:cNvPr id="1162" name="New picture"/>
          <p:cNvPicPr/>
          <p:nvPr/>
        </p:nvPicPr>
        <p:blipFill>
          <a:blip r:embed="rId702"/>
          <a:srcRect/>
          <a:stretch>
            <a:fillRect/>
          </a:stretch>
        </p:blipFill>
        <p:spPr>
          <a:xfrm>
            <a:off x="3280981" y="4087844"/>
            <a:ext cx="67247" cy="82391"/>
          </a:xfrm>
          <a:prstGeom prst="rect"/>
          <a:ln w="0">
            <a:noFill/>
          </a:ln>
        </p:spPr>
      </p:pic>
      <p:sp>
        <p:nvSpPr>
          <p:cNvPr id="1163" name="New shape"/>
          <p:cNvSpPr/>
          <p:nvPr/>
        </p:nvSpPr>
        <p:spPr>
          <a:xfrm>
            <a:off x="3294793" y="4128992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4" name="New picture"/>
          <p:cNvPicPr/>
          <p:nvPr/>
        </p:nvPicPr>
        <p:blipFill>
          <a:blip r:embed="rId703"/>
          <a:srcRect/>
          <a:stretch>
            <a:fillRect/>
          </a:stretch>
        </p:blipFill>
        <p:spPr>
          <a:xfrm>
            <a:off x="3371088" y="4089463"/>
            <a:ext cx="68675" cy="80867"/>
          </a:xfrm>
          <a:prstGeom prst="rect"/>
          <a:ln w="0">
            <a:noFill/>
          </a:ln>
        </p:spPr>
      </p:pic>
      <p:pic>
        <p:nvPicPr>
          <p:cNvPr id="1165" name="New picture"/>
          <p:cNvPicPr/>
          <p:nvPr/>
        </p:nvPicPr>
        <p:blipFill>
          <a:blip r:embed="rId704"/>
          <a:srcRect/>
          <a:stretch>
            <a:fillRect/>
          </a:stretch>
        </p:blipFill>
        <p:spPr>
          <a:xfrm>
            <a:off x="3459766" y="4058793"/>
            <a:ext cx="76295" cy="111442"/>
          </a:xfrm>
          <a:prstGeom prst="rect"/>
          <a:ln w="0">
            <a:noFill/>
          </a:ln>
        </p:spPr>
      </p:pic>
      <p:sp>
        <p:nvSpPr>
          <p:cNvPr id="1166" name="New shape"/>
          <p:cNvSpPr/>
          <p:nvPr/>
        </p:nvSpPr>
        <p:spPr>
          <a:xfrm>
            <a:off x="3473482" y="40985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7" name="New picture"/>
          <p:cNvPicPr/>
          <p:nvPr/>
        </p:nvPicPr>
        <p:blipFill>
          <a:blip r:embed="rId705"/>
          <a:srcRect/>
          <a:stretch>
            <a:fillRect/>
          </a:stretch>
        </p:blipFill>
        <p:spPr>
          <a:xfrm>
            <a:off x="3555874" y="4087844"/>
            <a:ext cx="70199" cy="82391"/>
          </a:xfrm>
          <a:prstGeom prst="rect"/>
          <a:ln w="0">
            <a:noFill/>
          </a:ln>
        </p:spPr>
      </p:pic>
      <p:sp>
        <p:nvSpPr>
          <p:cNvPr id="1168" name="New shape"/>
          <p:cNvSpPr/>
          <p:nvPr/>
        </p:nvSpPr>
        <p:spPr>
          <a:xfrm>
            <a:off x="3568065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9" name="New picture"/>
          <p:cNvPicPr/>
          <p:nvPr/>
        </p:nvPicPr>
        <p:blipFill>
          <a:blip r:embed="rId706"/>
          <a:srcRect/>
          <a:stretch>
            <a:fillRect/>
          </a:stretch>
        </p:blipFill>
        <p:spPr>
          <a:xfrm>
            <a:off x="3639884" y="4151948"/>
            <a:ext cx="21336" cy="42672"/>
          </a:xfrm>
          <a:prstGeom prst="rect"/>
          <a:ln w="0">
            <a:noFill/>
          </a:ln>
        </p:spPr>
      </p:pic>
      <p:pic>
        <p:nvPicPr>
          <p:cNvPr id="1170" name="New picture"/>
          <p:cNvPicPr/>
          <p:nvPr/>
        </p:nvPicPr>
        <p:blipFill>
          <a:blip r:embed="rId707"/>
          <a:srcRect/>
          <a:stretch>
            <a:fillRect/>
          </a:stretch>
        </p:blipFill>
        <p:spPr>
          <a:xfrm>
            <a:off x="3720750" y="4087844"/>
            <a:ext cx="70295" cy="82391"/>
          </a:xfrm>
          <a:prstGeom prst="rect"/>
          <a:ln w="0">
            <a:noFill/>
          </a:ln>
        </p:spPr>
      </p:pic>
      <p:sp>
        <p:nvSpPr>
          <p:cNvPr id="1171" name="New shape"/>
          <p:cNvSpPr/>
          <p:nvPr/>
        </p:nvSpPr>
        <p:spPr>
          <a:xfrm>
            <a:off x="3732943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2" name="New picture"/>
          <p:cNvPicPr/>
          <p:nvPr/>
        </p:nvPicPr>
        <p:blipFill>
          <a:blip r:embed="rId708"/>
          <a:srcRect/>
          <a:stretch>
            <a:fillRect/>
          </a:stretch>
        </p:blipFill>
        <p:spPr>
          <a:xfrm>
            <a:off x="3800189" y="4066508"/>
            <a:ext cx="48863" cy="103727"/>
          </a:xfrm>
          <a:prstGeom prst="rect"/>
          <a:ln w="0">
            <a:noFill/>
          </a:ln>
        </p:spPr>
      </p:pic>
      <p:pic>
        <p:nvPicPr>
          <p:cNvPr id="1173" name="New picture"/>
          <p:cNvPicPr/>
          <p:nvPr/>
        </p:nvPicPr>
        <p:blipFill>
          <a:blip r:embed="rId709"/>
          <a:srcRect/>
          <a:stretch>
            <a:fillRect/>
          </a:stretch>
        </p:blipFill>
        <p:spPr>
          <a:xfrm>
            <a:off x="3858197" y="4087844"/>
            <a:ext cx="65627" cy="82391"/>
          </a:xfrm>
          <a:prstGeom prst="rect"/>
          <a:ln w="0">
            <a:noFill/>
          </a:ln>
        </p:spPr>
      </p:pic>
      <p:pic>
        <p:nvPicPr>
          <p:cNvPr id="1174" name="New picture"/>
          <p:cNvPicPr/>
          <p:nvPr/>
        </p:nvPicPr>
        <p:blipFill>
          <a:blip r:embed="rId710"/>
          <a:srcRect/>
          <a:stretch>
            <a:fillRect/>
          </a:stretch>
        </p:blipFill>
        <p:spPr>
          <a:xfrm>
            <a:off x="3940683" y="4151948"/>
            <a:ext cx="16764" cy="16764"/>
          </a:xfrm>
          <a:prstGeom prst="rect"/>
          <a:ln w="0">
            <a:noFill/>
          </a:ln>
        </p:spPr>
      </p:pic>
      <p:pic>
        <p:nvPicPr>
          <p:cNvPr id="1175" name="New picture"/>
          <p:cNvPicPr/>
          <p:nvPr/>
        </p:nvPicPr>
        <p:blipFill>
          <a:blip r:embed="rId711"/>
          <a:srcRect/>
          <a:stretch>
            <a:fillRect/>
          </a:stretch>
        </p:blipFill>
        <p:spPr>
          <a:xfrm>
            <a:off x="4015549" y="4057269"/>
            <a:ext cx="93059" cy="112966"/>
          </a:xfrm>
          <a:prstGeom prst="rect"/>
          <a:ln w="0">
            <a:noFill/>
          </a:ln>
        </p:spPr>
      </p:pic>
      <p:pic>
        <p:nvPicPr>
          <p:cNvPr id="1176" name="New picture"/>
          <p:cNvPicPr/>
          <p:nvPr/>
        </p:nvPicPr>
        <p:blipFill>
          <a:blip r:embed="rId712"/>
          <a:srcRect/>
          <a:stretch>
            <a:fillRect/>
          </a:stretch>
        </p:blipFill>
        <p:spPr>
          <a:xfrm>
            <a:off x="4114800" y="4087844"/>
            <a:ext cx="71723" cy="82391"/>
          </a:xfrm>
          <a:prstGeom prst="rect"/>
          <a:ln w="0">
            <a:noFill/>
          </a:ln>
        </p:spPr>
      </p:pic>
      <p:sp>
        <p:nvSpPr>
          <p:cNvPr id="1177" name="New shape"/>
          <p:cNvSpPr/>
          <p:nvPr/>
        </p:nvSpPr>
        <p:spPr>
          <a:xfrm>
            <a:off x="4128515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78" name="New shape"/>
          <p:cNvSpPr/>
          <p:nvPr/>
        </p:nvSpPr>
        <p:spPr>
          <a:xfrm>
            <a:off x="4245864" y="40584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79" name="New shape"/>
          <p:cNvSpPr/>
          <p:nvPr/>
        </p:nvSpPr>
        <p:spPr>
          <a:xfrm>
            <a:off x="4287298" y="40893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0" name="New picture"/>
          <p:cNvPicPr/>
          <p:nvPr/>
        </p:nvPicPr>
        <p:blipFill>
          <a:blip r:embed="rId713"/>
          <a:srcRect/>
          <a:stretch>
            <a:fillRect/>
          </a:stretch>
        </p:blipFill>
        <p:spPr>
          <a:xfrm>
            <a:off x="4284250" y="4055745"/>
            <a:ext cx="16859" cy="15335"/>
          </a:xfrm>
          <a:prstGeom prst="rect"/>
          <a:ln w="0">
            <a:noFill/>
          </a:ln>
        </p:spPr>
      </p:pic>
      <p:pic>
        <p:nvPicPr>
          <p:cNvPr id="1181" name="New picture"/>
          <p:cNvPicPr/>
          <p:nvPr/>
        </p:nvPicPr>
        <p:blipFill>
          <a:blip r:embed="rId714"/>
          <a:srcRect/>
          <a:stretch>
            <a:fillRect/>
          </a:stretch>
        </p:blipFill>
        <p:spPr>
          <a:xfrm>
            <a:off x="4313301" y="4089368"/>
            <a:ext cx="73342" cy="77819"/>
          </a:xfrm>
          <a:prstGeom prst="rect"/>
          <a:ln w="0">
            <a:noFill/>
          </a:ln>
        </p:spPr>
      </p:pic>
      <p:pic>
        <p:nvPicPr>
          <p:cNvPr id="1182" name="New picture"/>
          <p:cNvPicPr/>
          <p:nvPr/>
        </p:nvPicPr>
        <p:blipFill>
          <a:blip r:embed="rId715"/>
          <a:srcRect/>
          <a:stretch>
            <a:fillRect/>
          </a:stretch>
        </p:blipFill>
        <p:spPr>
          <a:xfrm>
            <a:off x="4400360" y="4087844"/>
            <a:ext cx="41148" cy="79343"/>
          </a:xfrm>
          <a:prstGeom prst="rect"/>
          <a:ln w="0">
            <a:noFill/>
          </a:ln>
        </p:spPr>
      </p:pic>
      <p:pic>
        <p:nvPicPr>
          <p:cNvPr id="1183" name="New picture"/>
          <p:cNvPicPr/>
          <p:nvPr/>
        </p:nvPicPr>
        <p:blipFill>
          <a:blip r:embed="rId716"/>
          <a:srcRect/>
          <a:stretch>
            <a:fillRect/>
          </a:stretch>
        </p:blipFill>
        <p:spPr>
          <a:xfrm>
            <a:off x="4447699" y="4087844"/>
            <a:ext cx="71723" cy="82391"/>
          </a:xfrm>
          <a:prstGeom prst="rect"/>
          <a:ln w="0">
            <a:noFill/>
          </a:ln>
        </p:spPr>
      </p:pic>
      <p:sp>
        <p:nvSpPr>
          <p:cNvPr id="1184" name="New shape"/>
          <p:cNvSpPr/>
          <p:nvPr/>
        </p:nvSpPr>
        <p:spPr>
          <a:xfrm>
            <a:off x="4461415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5" name="New picture"/>
          <p:cNvPicPr/>
          <p:nvPr/>
        </p:nvPicPr>
        <p:blipFill>
          <a:blip r:embed="rId717"/>
          <a:srcRect/>
          <a:stretch>
            <a:fillRect/>
          </a:stretch>
        </p:blipFill>
        <p:spPr>
          <a:xfrm>
            <a:off x="4574381" y="4087844"/>
            <a:ext cx="70295" cy="82391"/>
          </a:xfrm>
          <a:prstGeom prst="rect"/>
          <a:ln w="0">
            <a:noFill/>
          </a:ln>
        </p:spPr>
      </p:pic>
      <p:sp>
        <p:nvSpPr>
          <p:cNvPr id="1186" name="New shape"/>
          <p:cNvSpPr/>
          <p:nvPr/>
        </p:nvSpPr>
        <p:spPr>
          <a:xfrm>
            <a:off x="4586573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7" name="New picture"/>
          <p:cNvPicPr/>
          <p:nvPr/>
        </p:nvPicPr>
        <p:blipFill>
          <a:blip r:embed="rId718"/>
          <a:srcRect/>
          <a:stretch>
            <a:fillRect/>
          </a:stretch>
        </p:blipFill>
        <p:spPr>
          <a:xfrm>
            <a:off x="4656868" y="4087844"/>
            <a:ext cx="58007" cy="82391"/>
          </a:xfrm>
          <a:prstGeom prst="rect"/>
          <a:ln w="0">
            <a:noFill/>
          </a:ln>
        </p:spPr>
      </p:pic>
      <p:pic>
        <p:nvPicPr>
          <p:cNvPr id="1188" name="New picture"/>
          <p:cNvPicPr/>
          <p:nvPr/>
        </p:nvPicPr>
        <p:blipFill>
          <a:blip r:embed="rId719"/>
          <a:srcRect/>
          <a:stretch>
            <a:fillRect/>
          </a:stretch>
        </p:blipFill>
        <p:spPr>
          <a:xfrm>
            <a:off x="4722495" y="4066508"/>
            <a:ext cx="48863" cy="103727"/>
          </a:xfrm>
          <a:prstGeom prst="rect"/>
          <a:ln w="0">
            <a:noFill/>
          </a:ln>
        </p:spPr>
      </p:pic>
      <p:pic>
        <p:nvPicPr>
          <p:cNvPr id="1189" name="New picture"/>
          <p:cNvPicPr/>
          <p:nvPr/>
        </p:nvPicPr>
        <p:blipFill>
          <a:blip r:embed="rId720"/>
          <a:srcRect/>
          <a:stretch>
            <a:fillRect/>
          </a:stretch>
        </p:blipFill>
        <p:spPr>
          <a:xfrm>
            <a:off x="4826318" y="4089368"/>
            <a:ext cx="70199" cy="80867"/>
          </a:xfrm>
          <a:prstGeom prst="rect"/>
          <a:ln w="0">
            <a:noFill/>
          </a:ln>
        </p:spPr>
      </p:pic>
      <p:pic>
        <p:nvPicPr>
          <p:cNvPr id="1190" name="New picture"/>
          <p:cNvPicPr/>
          <p:nvPr/>
        </p:nvPicPr>
        <p:blipFill>
          <a:blip r:embed="rId721"/>
          <a:srcRect/>
          <a:stretch>
            <a:fillRect/>
          </a:stretch>
        </p:blipFill>
        <p:spPr>
          <a:xfrm>
            <a:off x="4920996" y="4087844"/>
            <a:ext cx="70295" cy="79343"/>
          </a:xfrm>
          <a:prstGeom prst="rect"/>
          <a:ln w="0">
            <a:noFill/>
          </a:ln>
        </p:spPr>
      </p:pic>
      <p:pic>
        <p:nvPicPr>
          <p:cNvPr id="1191" name="New picture"/>
          <p:cNvPicPr/>
          <p:nvPr/>
        </p:nvPicPr>
        <p:blipFill>
          <a:blip r:embed="rId722"/>
          <a:srcRect/>
          <a:stretch>
            <a:fillRect/>
          </a:stretch>
        </p:blipFill>
        <p:spPr>
          <a:xfrm>
            <a:off x="5053869" y="4087844"/>
            <a:ext cx="76391" cy="117443"/>
          </a:xfrm>
          <a:prstGeom prst="rect"/>
          <a:ln w="0">
            <a:noFill/>
          </a:ln>
        </p:spPr>
      </p:pic>
      <p:sp>
        <p:nvSpPr>
          <p:cNvPr id="1192" name="New shape"/>
          <p:cNvSpPr/>
          <p:nvPr/>
        </p:nvSpPr>
        <p:spPr>
          <a:xfrm>
            <a:off x="5069109" y="40985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3" name="New picture"/>
          <p:cNvPicPr/>
          <p:nvPr/>
        </p:nvPicPr>
        <p:blipFill>
          <a:blip r:embed="rId723"/>
          <a:srcRect/>
          <a:stretch>
            <a:fillRect/>
          </a:stretch>
        </p:blipFill>
        <p:spPr>
          <a:xfrm>
            <a:off x="5145596" y="4087749"/>
            <a:ext cx="70199" cy="82391"/>
          </a:xfrm>
          <a:prstGeom prst="rect"/>
          <a:ln w="0">
            <a:noFill/>
          </a:ln>
        </p:spPr>
      </p:pic>
      <p:sp>
        <p:nvSpPr>
          <p:cNvPr id="1194" name="New shape"/>
          <p:cNvSpPr/>
          <p:nvPr/>
        </p:nvSpPr>
        <p:spPr>
          <a:xfrm>
            <a:off x="5157788" y="409689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5" name="New picture"/>
          <p:cNvPicPr/>
          <p:nvPr/>
        </p:nvPicPr>
        <p:blipFill>
          <a:blip r:embed="rId724"/>
          <a:srcRect/>
          <a:stretch>
            <a:fillRect/>
          </a:stretch>
        </p:blipFill>
        <p:spPr>
          <a:xfrm>
            <a:off x="5224938" y="4066413"/>
            <a:ext cx="48863" cy="103822"/>
          </a:xfrm>
          <a:prstGeom prst="rect"/>
          <a:ln w="0">
            <a:noFill/>
          </a:ln>
        </p:spPr>
      </p:pic>
      <p:sp>
        <p:nvSpPr>
          <p:cNvPr id="1196" name="New shape"/>
          <p:cNvSpPr/>
          <p:nvPr/>
        </p:nvSpPr>
        <p:spPr>
          <a:xfrm>
            <a:off x="5290566" y="40893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7" name="New picture"/>
          <p:cNvPicPr/>
          <p:nvPr/>
        </p:nvPicPr>
        <p:blipFill>
          <a:blip r:embed="rId725"/>
          <a:srcRect/>
          <a:stretch>
            <a:fillRect/>
          </a:stretch>
        </p:blipFill>
        <p:spPr>
          <a:xfrm>
            <a:off x="5289042" y="4055745"/>
            <a:ext cx="16764" cy="15335"/>
          </a:xfrm>
          <a:prstGeom prst="rect"/>
          <a:ln w="0">
            <a:noFill/>
          </a:ln>
        </p:spPr>
      </p:pic>
      <p:pic>
        <p:nvPicPr>
          <p:cNvPr id="1198" name="New picture"/>
          <p:cNvPicPr/>
          <p:nvPr/>
        </p:nvPicPr>
        <p:blipFill>
          <a:blip r:embed="rId726"/>
          <a:srcRect/>
          <a:stretch>
            <a:fillRect/>
          </a:stretch>
        </p:blipFill>
        <p:spPr>
          <a:xfrm>
            <a:off x="5319617" y="4066508"/>
            <a:ext cx="47339" cy="103822"/>
          </a:xfrm>
          <a:prstGeom prst="rect"/>
          <a:ln w="0">
            <a:noFill/>
          </a:ln>
        </p:spPr>
      </p:pic>
      <p:pic>
        <p:nvPicPr>
          <p:cNvPr id="1199" name="New picture"/>
          <p:cNvPicPr/>
          <p:nvPr/>
        </p:nvPicPr>
        <p:blipFill>
          <a:blip r:embed="rId727"/>
          <a:srcRect/>
          <a:stretch>
            <a:fillRect/>
          </a:stretch>
        </p:blipFill>
        <p:spPr>
          <a:xfrm>
            <a:off x="5423345" y="4087844"/>
            <a:ext cx="76391" cy="117539"/>
          </a:xfrm>
          <a:prstGeom prst="rect"/>
          <a:ln w="0">
            <a:noFill/>
          </a:ln>
        </p:spPr>
      </p:pic>
      <p:sp>
        <p:nvSpPr>
          <p:cNvPr id="1200" name="New shape"/>
          <p:cNvSpPr/>
          <p:nvPr/>
        </p:nvSpPr>
        <p:spPr>
          <a:xfrm>
            <a:off x="5438584" y="40985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1" name="New picture"/>
          <p:cNvPicPr/>
          <p:nvPr/>
        </p:nvPicPr>
        <p:blipFill>
          <a:blip r:embed="rId728"/>
          <a:srcRect/>
          <a:stretch>
            <a:fillRect/>
          </a:stretch>
        </p:blipFill>
        <p:spPr>
          <a:xfrm>
            <a:off x="5513546" y="4087844"/>
            <a:ext cx="65627" cy="82391"/>
          </a:xfrm>
          <a:prstGeom prst="rect"/>
          <a:ln w="0">
            <a:noFill/>
          </a:ln>
        </p:spPr>
      </p:pic>
      <p:sp>
        <p:nvSpPr>
          <p:cNvPr id="1202" name="New shape"/>
          <p:cNvSpPr/>
          <p:nvPr/>
        </p:nvSpPr>
        <p:spPr>
          <a:xfrm>
            <a:off x="5527262" y="412899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3" name="New picture"/>
          <p:cNvPicPr/>
          <p:nvPr/>
        </p:nvPicPr>
        <p:blipFill>
          <a:blip r:embed="rId729"/>
          <a:srcRect/>
          <a:stretch>
            <a:fillRect/>
          </a:stretch>
        </p:blipFill>
        <p:spPr>
          <a:xfrm>
            <a:off x="5594414" y="4087844"/>
            <a:ext cx="58102" cy="82391"/>
          </a:xfrm>
          <a:prstGeom prst="rect"/>
          <a:ln w="0">
            <a:noFill/>
          </a:ln>
        </p:spPr>
      </p:pic>
      <p:pic>
        <p:nvPicPr>
          <p:cNvPr id="1204" name="New picture"/>
          <p:cNvPicPr/>
          <p:nvPr/>
        </p:nvPicPr>
        <p:blipFill>
          <a:blip r:embed="rId730"/>
          <a:srcRect/>
          <a:stretch>
            <a:fillRect/>
          </a:stretch>
        </p:blipFill>
        <p:spPr>
          <a:xfrm>
            <a:off x="5708904" y="4087844"/>
            <a:ext cx="76391" cy="117443"/>
          </a:xfrm>
          <a:prstGeom prst="rect"/>
          <a:ln w="0">
            <a:noFill/>
          </a:ln>
        </p:spPr>
      </p:pic>
      <p:sp>
        <p:nvSpPr>
          <p:cNvPr id="1205" name="New shape"/>
          <p:cNvSpPr/>
          <p:nvPr/>
        </p:nvSpPr>
        <p:spPr>
          <a:xfrm>
            <a:off x="5724144" y="40985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6" name="New picture"/>
          <p:cNvPicPr/>
          <p:nvPr/>
        </p:nvPicPr>
        <p:blipFill>
          <a:blip r:embed="rId731"/>
          <a:srcRect/>
          <a:stretch>
            <a:fillRect/>
          </a:stretch>
        </p:blipFill>
        <p:spPr>
          <a:xfrm>
            <a:off x="5800630" y="4087844"/>
            <a:ext cx="77819" cy="82391"/>
          </a:xfrm>
          <a:prstGeom prst="rect"/>
          <a:ln w="0">
            <a:noFill/>
          </a:ln>
        </p:spPr>
      </p:pic>
      <p:sp>
        <p:nvSpPr>
          <p:cNvPr id="1207" name="New shape"/>
          <p:cNvSpPr/>
          <p:nvPr/>
        </p:nvSpPr>
        <p:spPr>
          <a:xfrm>
            <a:off x="5814346" y="409851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8" name="New picture"/>
          <p:cNvPicPr/>
          <p:nvPr/>
        </p:nvPicPr>
        <p:blipFill>
          <a:blip r:embed="rId732"/>
          <a:srcRect/>
          <a:stretch>
            <a:fillRect/>
          </a:stretch>
        </p:blipFill>
        <p:spPr>
          <a:xfrm>
            <a:off x="5898356" y="4089368"/>
            <a:ext cx="70199" cy="80867"/>
          </a:xfrm>
          <a:prstGeom prst="rect"/>
          <a:ln w="0">
            <a:noFill/>
          </a:ln>
        </p:spPr>
      </p:pic>
      <p:pic>
        <p:nvPicPr>
          <p:cNvPr id="1209" name="New picture"/>
          <p:cNvPicPr/>
          <p:nvPr/>
        </p:nvPicPr>
        <p:blipFill>
          <a:blip r:embed="rId733"/>
          <a:srcRect/>
          <a:stretch>
            <a:fillRect/>
          </a:stretch>
        </p:blipFill>
        <p:spPr>
          <a:xfrm>
            <a:off x="5993035" y="4087844"/>
            <a:ext cx="41148" cy="79343"/>
          </a:xfrm>
          <a:prstGeom prst="rect"/>
          <a:ln w="0">
            <a:noFill/>
          </a:ln>
        </p:spPr>
      </p:pic>
      <p:sp>
        <p:nvSpPr>
          <p:cNvPr id="1210" name="New shape"/>
          <p:cNvSpPr/>
          <p:nvPr/>
        </p:nvSpPr>
        <p:spPr>
          <a:xfrm>
            <a:off x="6088380" y="40584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11" name="New shape"/>
          <p:cNvSpPr/>
          <p:nvPr/>
        </p:nvSpPr>
        <p:spPr>
          <a:xfrm>
            <a:off x="6124289" y="4058793"/>
            <a:ext cx="10763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2" name="New picture"/>
          <p:cNvPicPr/>
          <p:nvPr/>
        </p:nvPicPr>
        <p:blipFill>
          <a:blip r:embed="rId734"/>
          <a:srcRect/>
          <a:stretch>
            <a:fillRect/>
          </a:stretch>
        </p:blipFill>
        <p:spPr>
          <a:xfrm>
            <a:off x="6160960" y="4058793"/>
            <a:ext cx="68771" cy="108395"/>
          </a:xfrm>
          <a:prstGeom prst="rect"/>
          <a:ln w="0">
            <a:noFill/>
          </a:ln>
        </p:spPr>
      </p:pic>
      <p:pic>
        <p:nvPicPr>
          <p:cNvPr id="1213" name="New picture"/>
          <p:cNvPicPr/>
          <p:nvPr/>
        </p:nvPicPr>
        <p:blipFill>
          <a:blip r:embed="rId735"/>
          <a:srcRect/>
          <a:stretch>
            <a:fillRect/>
          </a:stretch>
        </p:blipFill>
        <p:spPr>
          <a:xfrm>
            <a:off x="6249543" y="4087844"/>
            <a:ext cx="77915" cy="82391"/>
          </a:xfrm>
          <a:prstGeom prst="rect"/>
          <a:ln w="0">
            <a:noFill/>
          </a:ln>
        </p:spPr>
      </p:pic>
      <p:sp>
        <p:nvSpPr>
          <p:cNvPr id="1214" name="New shape"/>
          <p:cNvSpPr/>
          <p:nvPr/>
        </p:nvSpPr>
        <p:spPr>
          <a:xfrm>
            <a:off x="6263259" y="409851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5" name="New picture"/>
          <p:cNvPicPr/>
          <p:nvPr/>
        </p:nvPicPr>
        <p:blipFill>
          <a:blip r:embed="rId736"/>
          <a:srcRect/>
          <a:stretch>
            <a:fillRect/>
          </a:stretch>
        </p:blipFill>
        <p:spPr>
          <a:xfrm>
            <a:off x="6347269" y="4087844"/>
            <a:ext cx="120586" cy="79343"/>
          </a:xfrm>
          <a:prstGeom prst="rect"/>
          <a:ln w="0">
            <a:noFill/>
          </a:ln>
        </p:spPr>
      </p:pic>
      <p:pic>
        <p:nvPicPr>
          <p:cNvPr id="1216" name="New picture"/>
          <p:cNvPicPr/>
          <p:nvPr/>
        </p:nvPicPr>
        <p:blipFill>
          <a:blip r:embed="rId737"/>
          <a:srcRect/>
          <a:stretch>
            <a:fillRect/>
          </a:stretch>
        </p:blipFill>
        <p:spPr>
          <a:xfrm>
            <a:off x="6492335" y="4087844"/>
            <a:ext cx="120682" cy="79343"/>
          </a:xfrm>
          <a:prstGeom prst="rect"/>
          <a:ln w="0">
            <a:noFill/>
          </a:ln>
        </p:spPr>
      </p:pic>
      <p:pic>
        <p:nvPicPr>
          <p:cNvPr id="1217" name="New picture"/>
          <p:cNvPicPr/>
          <p:nvPr/>
        </p:nvPicPr>
        <p:blipFill>
          <a:blip r:embed="rId738"/>
          <a:srcRect/>
          <a:stretch>
            <a:fillRect/>
          </a:stretch>
        </p:blipFill>
        <p:spPr>
          <a:xfrm>
            <a:off x="6632925" y="4087844"/>
            <a:ext cx="71724" cy="82391"/>
          </a:xfrm>
          <a:prstGeom prst="rect"/>
          <a:ln w="0">
            <a:noFill/>
          </a:ln>
        </p:spPr>
      </p:pic>
      <p:sp>
        <p:nvSpPr>
          <p:cNvPr id="1218" name="New shape"/>
          <p:cNvSpPr/>
          <p:nvPr/>
        </p:nvSpPr>
        <p:spPr>
          <a:xfrm>
            <a:off x="6646641" y="40969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9" name="New picture"/>
          <p:cNvPicPr/>
          <p:nvPr/>
        </p:nvPicPr>
        <p:blipFill>
          <a:blip r:embed="rId739"/>
          <a:srcRect/>
          <a:stretch>
            <a:fillRect/>
          </a:stretch>
        </p:blipFill>
        <p:spPr>
          <a:xfrm>
            <a:off x="677418" y="4287679"/>
            <a:ext cx="76390" cy="111442"/>
          </a:xfrm>
          <a:prstGeom prst="rect"/>
          <a:ln w="0">
            <a:noFill/>
          </a:ln>
        </p:spPr>
      </p:pic>
      <p:sp>
        <p:nvSpPr>
          <p:cNvPr id="1220" name="New shape"/>
          <p:cNvSpPr/>
          <p:nvPr/>
        </p:nvSpPr>
        <p:spPr>
          <a:xfrm>
            <a:off x="691134" y="43273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1" name="New picture"/>
          <p:cNvPicPr/>
          <p:nvPr/>
        </p:nvPicPr>
        <p:blipFill>
          <a:blip r:embed="rId740"/>
          <a:srcRect/>
          <a:stretch>
            <a:fillRect/>
          </a:stretch>
        </p:blipFill>
        <p:spPr>
          <a:xfrm>
            <a:off x="772096" y="4316730"/>
            <a:ext cx="65627" cy="82391"/>
          </a:xfrm>
          <a:prstGeom prst="rect"/>
          <a:ln w="0">
            <a:noFill/>
          </a:ln>
        </p:spPr>
      </p:pic>
      <p:sp>
        <p:nvSpPr>
          <p:cNvPr id="1222" name="New shape"/>
          <p:cNvSpPr/>
          <p:nvPr/>
        </p:nvSpPr>
        <p:spPr>
          <a:xfrm>
            <a:off x="785812" y="435797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3" name="New picture"/>
          <p:cNvPicPr/>
          <p:nvPr/>
        </p:nvPicPr>
        <p:blipFill>
          <a:blip r:embed="rId741"/>
          <a:srcRect/>
          <a:stretch>
            <a:fillRect/>
          </a:stretch>
        </p:blipFill>
        <p:spPr>
          <a:xfrm>
            <a:off x="860679" y="4316730"/>
            <a:ext cx="70295" cy="79343"/>
          </a:xfrm>
          <a:prstGeom prst="rect"/>
          <a:ln w="0">
            <a:noFill/>
          </a:ln>
        </p:spPr>
      </p:pic>
      <p:pic>
        <p:nvPicPr>
          <p:cNvPr id="1224" name="New picture"/>
          <p:cNvPicPr/>
          <p:nvPr/>
        </p:nvPicPr>
        <p:blipFill>
          <a:blip r:embed="rId742"/>
          <a:srcRect/>
          <a:stretch>
            <a:fillRect/>
          </a:stretch>
        </p:blipFill>
        <p:spPr>
          <a:xfrm>
            <a:off x="946213" y="4316730"/>
            <a:ext cx="58007" cy="82391"/>
          </a:xfrm>
          <a:prstGeom prst="rect"/>
          <a:ln w="0">
            <a:noFill/>
          </a:ln>
        </p:spPr>
      </p:pic>
      <p:sp>
        <p:nvSpPr>
          <p:cNvPr id="1225" name="New shape"/>
          <p:cNvSpPr/>
          <p:nvPr/>
        </p:nvSpPr>
        <p:spPr>
          <a:xfrm>
            <a:off x="1063752" y="42885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6" name="New picture"/>
          <p:cNvPicPr/>
          <p:nvPr/>
        </p:nvPicPr>
        <p:blipFill>
          <a:blip r:embed="rId743"/>
          <a:srcRect/>
          <a:stretch>
            <a:fillRect/>
          </a:stretch>
        </p:blipFill>
        <p:spPr>
          <a:xfrm>
            <a:off x="1097375" y="4316825"/>
            <a:ext cx="71723" cy="82391"/>
          </a:xfrm>
          <a:prstGeom prst="rect"/>
          <a:ln w="0">
            <a:noFill/>
          </a:ln>
        </p:spPr>
      </p:pic>
      <p:sp>
        <p:nvSpPr>
          <p:cNvPr id="1227" name="New shape"/>
          <p:cNvSpPr/>
          <p:nvPr/>
        </p:nvSpPr>
        <p:spPr>
          <a:xfrm>
            <a:off x="1109567" y="43259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8" name="New picture"/>
          <p:cNvPicPr/>
          <p:nvPr/>
        </p:nvPicPr>
        <p:blipFill>
          <a:blip r:embed="rId744"/>
          <a:srcRect/>
          <a:stretch>
            <a:fillRect/>
          </a:stretch>
        </p:blipFill>
        <p:spPr>
          <a:xfrm>
            <a:off x="1227201" y="4316730"/>
            <a:ext cx="122111" cy="79343"/>
          </a:xfrm>
          <a:prstGeom prst="rect"/>
          <a:ln w="0">
            <a:noFill/>
          </a:ln>
        </p:spPr>
      </p:pic>
      <p:pic>
        <p:nvPicPr>
          <p:cNvPr id="1229" name="New picture"/>
          <p:cNvPicPr/>
          <p:nvPr/>
        </p:nvPicPr>
        <p:blipFill>
          <a:blip r:embed="rId745"/>
          <a:srcRect/>
          <a:stretch>
            <a:fillRect/>
          </a:stretch>
        </p:blipFill>
        <p:spPr>
          <a:xfrm>
            <a:off x="1369123" y="4316730"/>
            <a:ext cx="77915" cy="82391"/>
          </a:xfrm>
          <a:prstGeom prst="rect"/>
          <a:ln w="0">
            <a:noFill/>
          </a:ln>
        </p:spPr>
      </p:pic>
      <p:sp>
        <p:nvSpPr>
          <p:cNvPr id="1230" name="New shape"/>
          <p:cNvSpPr/>
          <p:nvPr/>
        </p:nvSpPr>
        <p:spPr>
          <a:xfrm>
            <a:off x="1381411" y="432739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1" name="New picture"/>
          <p:cNvPicPr/>
          <p:nvPr/>
        </p:nvPicPr>
        <p:blipFill>
          <a:blip r:embed="rId746"/>
          <a:srcRect/>
          <a:stretch>
            <a:fillRect/>
          </a:stretch>
        </p:blipFill>
        <p:spPr>
          <a:xfrm>
            <a:off x="1466945" y="4316730"/>
            <a:ext cx="68675" cy="79343"/>
          </a:xfrm>
          <a:prstGeom prst="rect"/>
          <a:ln w="0">
            <a:noFill/>
          </a:ln>
        </p:spPr>
      </p:pic>
      <p:pic>
        <p:nvPicPr>
          <p:cNvPr id="1232" name="New picture"/>
          <p:cNvPicPr/>
          <p:nvPr/>
        </p:nvPicPr>
        <p:blipFill>
          <a:blip r:embed="rId747"/>
          <a:srcRect/>
          <a:stretch>
            <a:fillRect/>
          </a:stretch>
        </p:blipFill>
        <p:spPr>
          <a:xfrm>
            <a:off x="1555433" y="4287774"/>
            <a:ext cx="76390" cy="111347"/>
          </a:xfrm>
          <a:prstGeom prst="rect"/>
          <a:ln w="0">
            <a:noFill/>
          </a:ln>
        </p:spPr>
      </p:pic>
      <p:sp>
        <p:nvSpPr>
          <p:cNvPr id="1233" name="New shape"/>
          <p:cNvSpPr/>
          <p:nvPr/>
        </p:nvSpPr>
        <p:spPr>
          <a:xfrm>
            <a:off x="1569244" y="43273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4" name="New picture"/>
          <p:cNvPicPr/>
          <p:nvPr/>
        </p:nvPicPr>
        <p:blipFill>
          <a:blip r:embed="rId748"/>
          <a:srcRect/>
          <a:stretch>
            <a:fillRect/>
          </a:stretch>
        </p:blipFill>
        <p:spPr>
          <a:xfrm>
            <a:off x="1651635" y="4316730"/>
            <a:ext cx="70295" cy="82391"/>
          </a:xfrm>
          <a:prstGeom prst="rect"/>
          <a:ln w="0">
            <a:noFill/>
          </a:ln>
        </p:spPr>
      </p:pic>
      <p:sp>
        <p:nvSpPr>
          <p:cNvPr id="1235" name="New shape"/>
          <p:cNvSpPr/>
          <p:nvPr/>
        </p:nvSpPr>
        <p:spPr>
          <a:xfrm>
            <a:off x="1663922" y="432587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6" name="New picture"/>
          <p:cNvPicPr/>
          <p:nvPr/>
        </p:nvPicPr>
        <p:blipFill>
          <a:blip r:embed="rId749"/>
          <a:srcRect/>
          <a:stretch>
            <a:fillRect/>
          </a:stretch>
        </p:blipFill>
        <p:spPr>
          <a:xfrm>
            <a:off x="1776888" y="4287774"/>
            <a:ext cx="74867" cy="111442"/>
          </a:xfrm>
          <a:prstGeom prst="rect"/>
          <a:ln w="0">
            <a:noFill/>
          </a:ln>
        </p:spPr>
      </p:pic>
      <p:sp>
        <p:nvSpPr>
          <p:cNvPr id="1237" name="New shape"/>
          <p:cNvSpPr/>
          <p:nvPr/>
        </p:nvSpPr>
        <p:spPr>
          <a:xfrm>
            <a:off x="1790605" y="4327493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8" name="New picture"/>
          <p:cNvPicPr/>
          <p:nvPr/>
        </p:nvPicPr>
        <p:blipFill>
          <a:blip r:embed="rId750"/>
          <a:srcRect/>
          <a:stretch>
            <a:fillRect/>
          </a:stretch>
        </p:blipFill>
        <p:spPr>
          <a:xfrm>
            <a:off x="1876139" y="4318254"/>
            <a:ext cx="70199" cy="80962"/>
          </a:xfrm>
          <a:prstGeom prst="rect"/>
          <a:ln w="0">
            <a:noFill/>
          </a:ln>
        </p:spPr>
      </p:pic>
      <p:pic>
        <p:nvPicPr>
          <p:cNvPr id="1239" name="New picture"/>
          <p:cNvPicPr/>
          <p:nvPr/>
        </p:nvPicPr>
        <p:blipFill>
          <a:blip r:embed="rId751"/>
          <a:srcRect/>
          <a:stretch>
            <a:fillRect/>
          </a:stretch>
        </p:blipFill>
        <p:spPr>
          <a:xfrm>
            <a:off x="2010537" y="4316730"/>
            <a:ext cx="120682" cy="79343"/>
          </a:xfrm>
          <a:prstGeom prst="rect"/>
          <a:ln w="0">
            <a:noFill/>
          </a:ln>
        </p:spPr>
      </p:pic>
      <p:pic>
        <p:nvPicPr>
          <p:cNvPr id="1240" name="New picture"/>
          <p:cNvPicPr/>
          <p:nvPr/>
        </p:nvPicPr>
        <p:blipFill>
          <a:blip r:embed="rId752"/>
          <a:srcRect/>
          <a:stretch>
            <a:fillRect/>
          </a:stretch>
        </p:blipFill>
        <p:spPr>
          <a:xfrm>
            <a:off x="2147983" y="4316730"/>
            <a:ext cx="65627" cy="82391"/>
          </a:xfrm>
          <a:prstGeom prst="rect"/>
          <a:ln w="0">
            <a:noFill/>
          </a:ln>
        </p:spPr>
      </p:pic>
      <p:sp>
        <p:nvSpPr>
          <p:cNvPr id="1241" name="New shape"/>
          <p:cNvSpPr/>
          <p:nvPr/>
        </p:nvSpPr>
        <p:spPr>
          <a:xfrm>
            <a:off x="2161699" y="435797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2" name="New picture"/>
          <p:cNvPicPr/>
          <p:nvPr/>
        </p:nvPicPr>
        <p:blipFill>
          <a:blip r:embed="rId753"/>
          <a:srcRect/>
          <a:stretch>
            <a:fillRect/>
          </a:stretch>
        </p:blipFill>
        <p:spPr>
          <a:xfrm>
            <a:off x="2233422" y="4316730"/>
            <a:ext cx="64199" cy="82391"/>
          </a:xfrm>
          <a:prstGeom prst="rect"/>
          <a:ln w="0">
            <a:noFill/>
          </a:ln>
        </p:spPr>
      </p:pic>
      <p:pic>
        <p:nvPicPr>
          <p:cNvPr id="1243" name="New picture"/>
          <p:cNvPicPr/>
          <p:nvPr/>
        </p:nvPicPr>
        <p:blipFill>
          <a:blip r:embed="rId754"/>
          <a:srcRect/>
          <a:stretch>
            <a:fillRect/>
          </a:stretch>
        </p:blipFill>
        <p:spPr>
          <a:xfrm>
            <a:off x="2315908" y="4287774"/>
            <a:ext cx="68675" cy="108395"/>
          </a:xfrm>
          <a:prstGeom prst="rect"/>
          <a:ln w="0">
            <a:noFill/>
          </a:ln>
        </p:spPr>
      </p:pic>
      <p:sp>
        <p:nvSpPr>
          <p:cNvPr id="1244" name="New shape"/>
          <p:cNvSpPr/>
          <p:nvPr/>
        </p:nvSpPr>
        <p:spPr>
          <a:xfrm>
            <a:off x="2409063" y="43182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5" name="New picture"/>
          <p:cNvPicPr/>
          <p:nvPr/>
        </p:nvPicPr>
        <p:blipFill>
          <a:blip r:embed="rId755"/>
          <a:srcRect/>
          <a:stretch>
            <a:fillRect/>
          </a:stretch>
        </p:blipFill>
        <p:spPr>
          <a:xfrm>
            <a:off x="2407539" y="4284631"/>
            <a:ext cx="16764" cy="15335"/>
          </a:xfrm>
          <a:prstGeom prst="rect"/>
          <a:ln w="0">
            <a:noFill/>
          </a:ln>
        </p:spPr>
      </p:pic>
      <p:pic>
        <p:nvPicPr>
          <p:cNvPr id="1246" name="New picture"/>
          <p:cNvPicPr/>
          <p:nvPr/>
        </p:nvPicPr>
        <p:blipFill>
          <a:blip r:embed="rId756"/>
          <a:srcRect/>
          <a:stretch>
            <a:fillRect/>
          </a:stretch>
        </p:blipFill>
        <p:spPr>
          <a:xfrm>
            <a:off x="2447258" y="4316635"/>
            <a:ext cx="70294" cy="79343"/>
          </a:xfrm>
          <a:prstGeom prst="rect"/>
          <a:ln w="0">
            <a:noFill/>
          </a:ln>
        </p:spPr>
      </p:pic>
      <p:pic>
        <p:nvPicPr>
          <p:cNvPr id="1247" name="New picture"/>
          <p:cNvPicPr/>
          <p:nvPr/>
        </p:nvPicPr>
        <p:blipFill>
          <a:blip r:embed="rId757"/>
          <a:srcRect/>
          <a:stretch>
            <a:fillRect/>
          </a:stretch>
        </p:blipFill>
        <p:spPr>
          <a:xfrm>
            <a:off x="2537365" y="4316730"/>
            <a:ext cx="71723" cy="82391"/>
          </a:xfrm>
          <a:prstGeom prst="rect"/>
          <a:ln w="0">
            <a:noFill/>
          </a:ln>
        </p:spPr>
      </p:pic>
      <p:sp>
        <p:nvSpPr>
          <p:cNvPr id="1248" name="New shape"/>
          <p:cNvSpPr/>
          <p:nvPr/>
        </p:nvSpPr>
        <p:spPr>
          <a:xfrm>
            <a:off x="2549557" y="432587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49" name="New shape"/>
          <p:cNvSpPr/>
          <p:nvPr/>
        </p:nvSpPr>
        <p:spPr>
          <a:xfrm>
            <a:off x="2668524" y="42885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0" name="New picture"/>
          <p:cNvPicPr/>
          <p:nvPr/>
        </p:nvPicPr>
        <p:blipFill>
          <a:blip r:embed="rId758"/>
          <a:srcRect/>
          <a:stretch>
            <a:fillRect/>
          </a:stretch>
        </p:blipFill>
        <p:spPr>
          <a:xfrm>
            <a:off x="2702242" y="4316730"/>
            <a:ext cx="71818" cy="82391"/>
          </a:xfrm>
          <a:prstGeom prst="rect"/>
          <a:ln w="0">
            <a:noFill/>
          </a:ln>
        </p:spPr>
      </p:pic>
      <p:sp>
        <p:nvSpPr>
          <p:cNvPr id="1251" name="New shape"/>
          <p:cNvSpPr/>
          <p:nvPr/>
        </p:nvSpPr>
        <p:spPr>
          <a:xfrm>
            <a:off x="2716054" y="4325874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2" name="New picture"/>
          <p:cNvPicPr/>
          <p:nvPr/>
        </p:nvPicPr>
        <p:blipFill>
          <a:blip r:embed="rId759"/>
          <a:srcRect/>
          <a:stretch>
            <a:fillRect/>
          </a:stretch>
        </p:blipFill>
        <p:spPr>
          <a:xfrm>
            <a:off x="2787777" y="4316730"/>
            <a:ext cx="65627" cy="82391"/>
          </a:xfrm>
          <a:prstGeom prst="rect"/>
          <a:ln w="0">
            <a:noFill/>
          </a:ln>
        </p:spPr>
      </p:pic>
      <p:sp>
        <p:nvSpPr>
          <p:cNvPr id="1253" name="New shape"/>
          <p:cNvSpPr/>
          <p:nvPr/>
        </p:nvSpPr>
        <p:spPr>
          <a:xfrm>
            <a:off x="2801493" y="435797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4" name="New picture"/>
          <p:cNvPicPr/>
          <p:nvPr/>
        </p:nvPicPr>
        <p:blipFill>
          <a:blip r:embed="rId760"/>
          <a:srcRect/>
          <a:stretch>
            <a:fillRect/>
          </a:stretch>
        </p:blipFill>
        <p:spPr>
          <a:xfrm>
            <a:off x="2877884" y="4316730"/>
            <a:ext cx="42672" cy="79343"/>
          </a:xfrm>
          <a:prstGeom prst="rect"/>
          <a:ln w="0">
            <a:noFill/>
          </a:ln>
        </p:spPr>
      </p:pic>
      <p:pic>
        <p:nvPicPr>
          <p:cNvPr id="1255" name="New picture"/>
          <p:cNvPicPr/>
          <p:nvPr/>
        </p:nvPicPr>
        <p:blipFill>
          <a:blip r:embed="rId761"/>
          <a:srcRect/>
          <a:stretch>
            <a:fillRect/>
          </a:stretch>
        </p:blipFill>
        <p:spPr>
          <a:xfrm>
            <a:off x="2932843" y="4316730"/>
            <a:ext cx="70294" cy="79343"/>
          </a:xfrm>
          <a:prstGeom prst="rect"/>
          <a:ln w="0">
            <a:noFill/>
          </a:ln>
        </p:spPr>
      </p:pic>
      <p:sp>
        <p:nvSpPr>
          <p:cNvPr id="1256" name="New shape"/>
          <p:cNvSpPr/>
          <p:nvPr/>
        </p:nvSpPr>
        <p:spPr>
          <a:xfrm>
            <a:off x="3027521" y="43182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7" name="New picture"/>
          <p:cNvPicPr/>
          <p:nvPr/>
        </p:nvPicPr>
        <p:blipFill>
          <a:blip r:embed="rId762"/>
          <a:srcRect/>
          <a:stretch>
            <a:fillRect/>
          </a:stretch>
        </p:blipFill>
        <p:spPr>
          <a:xfrm>
            <a:off x="3025997" y="4284726"/>
            <a:ext cx="16764" cy="15240"/>
          </a:xfrm>
          <a:prstGeom prst="rect"/>
          <a:ln w="0">
            <a:noFill/>
          </a:ln>
        </p:spPr>
      </p:pic>
      <p:pic>
        <p:nvPicPr>
          <p:cNvPr id="1258" name="New picture"/>
          <p:cNvPicPr/>
          <p:nvPr/>
        </p:nvPicPr>
        <p:blipFill>
          <a:blip r:embed="rId763"/>
          <a:srcRect/>
          <a:stretch>
            <a:fillRect/>
          </a:stretch>
        </p:blipFill>
        <p:spPr>
          <a:xfrm>
            <a:off x="3067240" y="4316730"/>
            <a:ext cx="68675" cy="79343"/>
          </a:xfrm>
          <a:prstGeom prst="rect"/>
          <a:ln w="0">
            <a:noFill/>
          </a:ln>
        </p:spPr>
      </p:pic>
      <p:pic>
        <p:nvPicPr>
          <p:cNvPr id="1259" name="New picture"/>
          <p:cNvPicPr/>
          <p:nvPr/>
        </p:nvPicPr>
        <p:blipFill>
          <a:blip r:embed="rId764"/>
          <a:srcRect/>
          <a:stretch>
            <a:fillRect/>
          </a:stretch>
        </p:blipFill>
        <p:spPr>
          <a:xfrm>
            <a:off x="3151251" y="4316730"/>
            <a:ext cx="77819" cy="119062"/>
          </a:xfrm>
          <a:prstGeom prst="rect"/>
          <a:ln w="0">
            <a:noFill/>
          </a:ln>
        </p:spPr>
      </p:pic>
      <p:sp>
        <p:nvSpPr>
          <p:cNvPr id="1260" name="New shape"/>
          <p:cNvSpPr/>
          <p:nvPr/>
        </p:nvSpPr>
        <p:spPr>
          <a:xfrm>
            <a:off x="3168015" y="4325874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61" name="New shape"/>
          <p:cNvSpPr/>
          <p:nvPr/>
        </p:nvSpPr>
        <p:spPr>
          <a:xfrm>
            <a:off x="3163443" y="4396073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2" name="New picture"/>
          <p:cNvPicPr/>
          <p:nvPr/>
        </p:nvPicPr>
        <p:blipFill>
          <a:blip r:embed="rId765"/>
          <a:srcRect/>
          <a:stretch>
            <a:fillRect/>
          </a:stretch>
        </p:blipFill>
        <p:spPr>
          <a:xfrm>
            <a:off x="3241262" y="4380833"/>
            <a:ext cx="16859" cy="16764"/>
          </a:xfrm>
          <a:prstGeom prst="rect"/>
          <a:ln w="0">
            <a:noFill/>
          </a:ln>
        </p:spPr>
      </p:pic>
      <p:pic>
        <p:nvPicPr>
          <p:cNvPr id="1263" name="New picture"/>
          <p:cNvPicPr/>
          <p:nvPr/>
        </p:nvPicPr>
        <p:blipFill>
          <a:blip r:embed="rId766"/>
          <a:srcRect/>
          <a:stretch>
            <a:fillRect/>
          </a:stretch>
        </p:blipFill>
        <p:spPr>
          <a:xfrm>
            <a:off x="678942" y="4661631"/>
            <a:ext cx="154210" cy="234982"/>
          </a:xfrm>
          <a:prstGeom prst="rect"/>
          <a:ln w="0">
            <a:noFill/>
          </a:ln>
        </p:spPr>
      </p:pic>
      <p:sp>
        <p:nvSpPr>
          <p:cNvPr id="1264" name="New shape"/>
          <p:cNvSpPr/>
          <p:nvPr/>
        </p:nvSpPr>
        <p:spPr>
          <a:xfrm>
            <a:off x="854583" y="4852416"/>
            <a:ext cx="3971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5" name="New picture"/>
          <p:cNvPicPr/>
          <p:nvPr/>
        </p:nvPicPr>
        <p:blipFill>
          <a:blip r:embed="rId767"/>
          <a:srcRect/>
          <a:stretch>
            <a:fillRect/>
          </a:stretch>
        </p:blipFill>
        <p:spPr>
          <a:xfrm>
            <a:off x="1002697" y="4748593"/>
            <a:ext cx="42767" cy="111442"/>
          </a:xfrm>
          <a:prstGeom prst="rect"/>
          <a:ln w="0">
            <a:noFill/>
          </a:ln>
        </p:spPr>
      </p:pic>
      <p:pic>
        <p:nvPicPr>
          <p:cNvPr id="1266" name="New picture"/>
          <p:cNvPicPr/>
          <p:nvPr/>
        </p:nvPicPr>
        <p:blipFill>
          <a:blip r:embed="rId768"/>
          <a:srcRect/>
          <a:stretch>
            <a:fillRect/>
          </a:stretch>
        </p:blipFill>
        <p:spPr>
          <a:xfrm>
            <a:off x="1063752" y="4748593"/>
            <a:ext cx="42767" cy="111442"/>
          </a:xfrm>
          <a:prstGeom prst="rect"/>
          <a:ln w="0">
            <a:noFill/>
          </a:ln>
        </p:spPr>
      </p:pic>
      <p:pic>
        <p:nvPicPr>
          <p:cNvPr id="1267" name="New picture"/>
          <p:cNvPicPr/>
          <p:nvPr/>
        </p:nvPicPr>
        <p:blipFill>
          <a:blip r:embed="rId769"/>
          <a:srcRect/>
          <a:stretch>
            <a:fillRect/>
          </a:stretch>
        </p:blipFill>
        <p:spPr>
          <a:xfrm>
            <a:off x="1208818" y="4666202"/>
            <a:ext cx="116110" cy="225838"/>
          </a:xfrm>
          <a:prstGeom prst="rect"/>
          <a:ln w="0">
            <a:noFill/>
          </a:ln>
        </p:spPr>
      </p:pic>
      <p:pic>
        <p:nvPicPr>
          <p:cNvPr id="1268" name="New picture"/>
          <p:cNvPicPr/>
          <p:nvPr/>
        </p:nvPicPr>
        <p:blipFill>
          <a:blip r:embed="rId770"/>
          <a:srcRect/>
          <a:stretch>
            <a:fillRect/>
          </a:stretch>
        </p:blipFill>
        <p:spPr>
          <a:xfrm>
            <a:off x="1343215" y="4722685"/>
            <a:ext cx="151162" cy="175451"/>
          </a:xfrm>
          <a:prstGeom prst="rect"/>
          <a:ln w="0">
            <a:noFill/>
          </a:ln>
        </p:spPr>
      </p:pic>
      <p:pic>
        <p:nvPicPr>
          <p:cNvPr id="1269" name="New picture"/>
          <p:cNvPicPr/>
          <p:nvPr/>
        </p:nvPicPr>
        <p:blipFill>
          <a:blip r:embed="rId771"/>
          <a:srcRect/>
          <a:stretch>
            <a:fillRect/>
          </a:stretch>
        </p:blipFill>
        <p:spPr>
          <a:xfrm>
            <a:off x="1517333" y="4716589"/>
            <a:ext cx="151162" cy="175451"/>
          </a:xfrm>
          <a:prstGeom prst="rect"/>
          <a:ln w="0">
            <a:noFill/>
          </a:ln>
        </p:spPr>
      </p:pic>
      <p:pic>
        <p:nvPicPr>
          <p:cNvPr id="1270" name="New picture"/>
          <p:cNvPicPr/>
          <p:nvPr/>
        </p:nvPicPr>
        <p:blipFill>
          <a:blip r:embed="rId772"/>
          <a:srcRect/>
          <a:stretch>
            <a:fillRect/>
          </a:stretch>
        </p:blipFill>
        <p:spPr>
          <a:xfrm>
            <a:off x="1685258" y="4666202"/>
            <a:ext cx="178689" cy="231934"/>
          </a:xfrm>
          <a:prstGeom prst="rect"/>
          <a:ln w="0">
            <a:noFill/>
          </a:ln>
        </p:spPr>
      </p:pic>
      <p:sp>
        <p:nvSpPr>
          <p:cNvPr id="1271" name="New shape"/>
          <p:cNvSpPr/>
          <p:nvPr/>
        </p:nvSpPr>
        <p:spPr>
          <a:xfrm>
            <a:off x="1726502" y="4754689"/>
            <a:ext cx="99250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2" name="New picture"/>
          <p:cNvPicPr/>
          <p:nvPr/>
        </p:nvPicPr>
        <p:blipFill>
          <a:blip r:embed="rId773"/>
          <a:srcRect/>
          <a:stretch>
            <a:fillRect/>
          </a:stretch>
        </p:blipFill>
        <p:spPr>
          <a:xfrm>
            <a:off x="1874615" y="4716589"/>
            <a:ext cx="180213" cy="181547"/>
          </a:xfrm>
          <a:prstGeom prst="rect"/>
          <a:ln w="0">
            <a:noFill/>
          </a:ln>
        </p:spPr>
      </p:pic>
      <p:sp>
        <p:nvSpPr>
          <p:cNvPr id="1273" name="New shape"/>
          <p:cNvSpPr/>
          <p:nvPr/>
        </p:nvSpPr>
        <p:spPr>
          <a:xfrm>
            <a:off x="1915858" y="4754689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4" name="New picture"/>
          <p:cNvPicPr/>
          <p:nvPr/>
        </p:nvPicPr>
        <p:blipFill>
          <a:blip r:embed="rId774"/>
          <a:srcRect/>
          <a:stretch>
            <a:fillRect/>
          </a:stretch>
        </p:blipFill>
        <p:spPr>
          <a:xfrm>
            <a:off x="2076164" y="4716589"/>
            <a:ext cx="253460" cy="175451"/>
          </a:xfrm>
          <a:prstGeom prst="rect"/>
          <a:ln w="0">
            <a:noFill/>
          </a:ln>
        </p:spPr>
      </p:pic>
      <p:pic>
        <p:nvPicPr>
          <p:cNvPr id="1275" name="New picture"/>
          <p:cNvPicPr/>
          <p:nvPr/>
        </p:nvPicPr>
        <p:blipFill>
          <a:blip r:embed="rId775"/>
          <a:srcRect/>
          <a:stretch>
            <a:fillRect/>
          </a:stretch>
        </p:blipFill>
        <p:spPr>
          <a:xfrm>
            <a:off x="2346484" y="4716590"/>
            <a:ext cx="175546" cy="181546"/>
          </a:xfrm>
          <a:prstGeom prst="rect"/>
          <a:ln w="0">
            <a:noFill/>
          </a:ln>
        </p:spPr>
      </p:pic>
      <p:sp>
        <p:nvSpPr>
          <p:cNvPr id="1276" name="New shape"/>
          <p:cNvSpPr/>
          <p:nvPr/>
        </p:nvSpPr>
        <p:spPr>
          <a:xfrm>
            <a:off x="2387727" y="4754690"/>
            <a:ext cx="93155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7" name="New picture"/>
          <p:cNvPicPr/>
          <p:nvPr/>
        </p:nvPicPr>
        <p:blipFill>
          <a:blip r:embed="rId776"/>
          <a:srcRect/>
          <a:stretch>
            <a:fillRect/>
          </a:stretch>
        </p:blipFill>
        <p:spPr>
          <a:xfrm>
            <a:off x="2538889" y="4716589"/>
            <a:ext cx="151162" cy="175451"/>
          </a:xfrm>
          <a:prstGeom prst="rect"/>
          <a:ln w="0">
            <a:noFill/>
          </a:ln>
        </p:spPr>
      </p:pic>
      <p:pic>
        <p:nvPicPr>
          <p:cNvPr id="1278" name="New picture"/>
          <p:cNvPicPr/>
          <p:nvPr/>
        </p:nvPicPr>
        <p:blipFill>
          <a:blip r:embed="rId777"/>
          <a:srcRect/>
          <a:stretch>
            <a:fillRect/>
          </a:stretch>
        </p:blipFill>
        <p:spPr>
          <a:xfrm>
            <a:off x="2702242" y="4666202"/>
            <a:ext cx="85535" cy="225838"/>
          </a:xfrm>
          <a:prstGeom prst="rect"/>
          <a:ln w="0">
            <a:noFill/>
          </a:ln>
        </p:spPr>
      </p:pic>
      <p:pic>
        <p:nvPicPr>
          <p:cNvPr id="1279" name="New picture"/>
          <p:cNvPicPr/>
          <p:nvPr/>
        </p:nvPicPr>
        <p:blipFill>
          <a:blip r:embed="rId778"/>
          <a:srcRect/>
          <a:stretch>
            <a:fillRect/>
          </a:stretch>
        </p:blipFill>
        <p:spPr>
          <a:xfrm>
            <a:off x="2786253" y="4716589"/>
            <a:ext cx="178689" cy="181547"/>
          </a:xfrm>
          <a:prstGeom prst="rect"/>
          <a:ln w="0">
            <a:noFill/>
          </a:ln>
        </p:spPr>
      </p:pic>
      <p:sp>
        <p:nvSpPr>
          <p:cNvPr id="1280" name="New shape"/>
          <p:cNvSpPr/>
          <p:nvPr/>
        </p:nvSpPr>
        <p:spPr>
          <a:xfrm>
            <a:off x="2827496" y="4754689"/>
            <a:ext cx="99250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81" name="New shape"/>
          <p:cNvSpPr/>
          <p:nvPr/>
        </p:nvSpPr>
        <p:spPr>
          <a:xfrm>
            <a:off x="2986278" y="4666202"/>
            <a:ext cx="41244" cy="22583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2" name="New picture"/>
          <p:cNvPicPr/>
          <p:nvPr/>
        </p:nvPicPr>
        <p:blipFill>
          <a:blip r:embed="rId779"/>
          <a:srcRect/>
          <a:stretch>
            <a:fillRect/>
          </a:stretch>
        </p:blipFill>
        <p:spPr>
          <a:xfrm>
            <a:off x="3039713" y="4716590"/>
            <a:ext cx="122206" cy="181546"/>
          </a:xfrm>
          <a:prstGeom prst="rect"/>
          <a:ln w="0">
            <a:noFill/>
          </a:ln>
        </p:spPr>
      </p:pic>
      <p:pic>
        <p:nvPicPr>
          <p:cNvPr id="1283" name="New picture"/>
          <p:cNvPicPr/>
          <p:nvPr/>
        </p:nvPicPr>
        <p:blipFill>
          <a:blip r:embed="rId780"/>
          <a:srcRect/>
          <a:stretch>
            <a:fillRect/>
          </a:stretch>
        </p:blipFill>
        <p:spPr>
          <a:xfrm>
            <a:off x="3242786" y="4716589"/>
            <a:ext cx="180213" cy="181547"/>
          </a:xfrm>
          <a:prstGeom prst="rect"/>
          <a:ln w="0">
            <a:noFill/>
          </a:ln>
        </p:spPr>
      </p:pic>
      <p:sp>
        <p:nvSpPr>
          <p:cNvPr id="1284" name="New shape"/>
          <p:cNvSpPr/>
          <p:nvPr/>
        </p:nvSpPr>
        <p:spPr>
          <a:xfrm>
            <a:off x="3282505" y="4754689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5" name="New picture"/>
          <p:cNvPicPr/>
          <p:nvPr/>
        </p:nvPicPr>
        <p:blipFill>
          <a:blip r:embed="rId781"/>
          <a:srcRect/>
          <a:stretch>
            <a:fillRect/>
          </a:stretch>
        </p:blipFill>
        <p:spPr>
          <a:xfrm>
            <a:off x="3424523" y="4661630"/>
            <a:ext cx="80962" cy="230410"/>
          </a:xfrm>
          <a:prstGeom prst="rect"/>
          <a:ln w="0">
            <a:noFill/>
          </a:ln>
        </p:spPr>
      </p:pic>
      <p:pic>
        <p:nvPicPr>
          <p:cNvPr id="1286" name="New picture"/>
          <p:cNvPicPr/>
          <p:nvPr/>
        </p:nvPicPr>
        <p:blipFill>
          <a:blip r:embed="rId782"/>
          <a:srcRect/>
          <a:stretch>
            <a:fillRect/>
          </a:stretch>
        </p:blipFill>
        <p:spPr>
          <a:xfrm>
            <a:off x="3591020" y="4666202"/>
            <a:ext cx="236696" cy="225838"/>
          </a:xfrm>
          <a:prstGeom prst="rect"/>
          <a:ln w="0">
            <a:noFill/>
          </a:ln>
        </p:spPr>
      </p:pic>
      <p:pic>
        <p:nvPicPr>
          <p:cNvPr id="1287" name="New picture"/>
          <p:cNvPicPr/>
          <p:nvPr/>
        </p:nvPicPr>
        <p:blipFill>
          <a:blip r:embed="rId783"/>
          <a:srcRect/>
          <a:stretch>
            <a:fillRect/>
          </a:stretch>
        </p:blipFill>
        <p:spPr>
          <a:xfrm>
            <a:off x="3846004" y="4716589"/>
            <a:ext cx="178689" cy="181547"/>
          </a:xfrm>
          <a:prstGeom prst="rect"/>
          <a:ln w="0">
            <a:noFill/>
          </a:ln>
        </p:spPr>
      </p:pic>
      <p:sp>
        <p:nvSpPr>
          <p:cNvPr id="1288" name="New shape"/>
          <p:cNvSpPr/>
          <p:nvPr/>
        </p:nvSpPr>
        <p:spPr>
          <a:xfrm>
            <a:off x="3887248" y="4754689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9" name="New picture"/>
          <p:cNvPicPr/>
          <p:nvPr/>
        </p:nvPicPr>
        <p:blipFill>
          <a:blip r:embed="rId784"/>
          <a:srcRect/>
          <a:stretch>
            <a:fillRect/>
          </a:stretch>
        </p:blipFill>
        <p:spPr>
          <a:xfrm>
            <a:off x="4041457" y="4716590"/>
            <a:ext cx="174117" cy="181546"/>
          </a:xfrm>
          <a:prstGeom prst="rect"/>
          <a:ln w="0">
            <a:noFill/>
          </a:ln>
        </p:spPr>
      </p:pic>
      <p:pic>
        <p:nvPicPr>
          <p:cNvPr id="1290" name="New picture"/>
          <p:cNvPicPr/>
          <p:nvPr/>
        </p:nvPicPr>
        <p:blipFill>
          <a:blip r:embed="rId785"/>
          <a:srcRect/>
          <a:stretch>
            <a:fillRect/>
          </a:stretch>
        </p:blipFill>
        <p:spPr>
          <a:xfrm>
            <a:off x="4232339" y="4666202"/>
            <a:ext cx="149638" cy="225838"/>
          </a:xfrm>
          <a:prstGeom prst="rect"/>
          <a:ln w="0">
            <a:noFill/>
          </a:ln>
        </p:spPr>
      </p:pic>
      <p:sp>
        <p:nvSpPr>
          <p:cNvPr id="1291" name="New shape"/>
          <p:cNvSpPr/>
          <p:nvPr/>
        </p:nvSpPr>
        <p:spPr>
          <a:xfrm>
            <a:off x="4404932" y="4666202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92" name="New shape"/>
          <p:cNvSpPr/>
          <p:nvPr/>
        </p:nvSpPr>
        <p:spPr>
          <a:xfrm>
            <a:off x="4404932" y="4722685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3" name="New picture"/>
          <p:cNvPicPr/>
          <p:nvPr/>
        </p:nvPicPr>
        <p:blipFill>
          <a:blip r:embed="rId786"/>
          <a:srcRect/>
          <a:stretch>
            <a:fillRect/>
          </a:stretch>
        </p:blipFill>
        <p:spPr>
          <a:xfrm>
            <a:off x="4469035" y="4716589"/>
            <a:ext cx="151162" cy="175451"/>
          </a:xfrm>
          <a:prstGeom prst="rect"/>
          <a:ln w="0">
            <a:noFill/>
          </a:ln>
        </p:spPr>
      </p:pic>
      <p:pic>
        <p:nvPicPr>
          <p:cNvPr id="1294" name="New picture"/>
          <p:cNvPicPr/>
          <p:nvPr/>
        </p:nvPicPr>
        <p:blipFill>
          <a:blip r:embed="rId787"/>
          <a:srcRect/>
          <a:stretch>
            <a:fillRect/>
          </a:stretch>
        </p:blipFill>
        <p:spPr>
          <a:xfrm>
            <a:off x="4635437" y="4716590"/>
            <a:ext cx="177165" cy="181546"/>
          </a:xfrm>
          <a:prstGeom prst="rect"/>
          <a:ln w="0">
            <a:noFill/>
          </a:ln>
        </p:spPr>
      </p:pic>
      <p:sp>
        <p:nvSpPr>
          <p:cNvPr id="1295" name="New shape"/>
          <p:cNvSpPr/>
          <p:nvPr/>
        </p:nvSpPr>
        <p:spPr>
          <a:xfrm>
            <a:off x="4678204" y="4754690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6" name="New picture"/>
          <p:cNvPicPr/>
          <p:nvPr/>
        </p:nvPicPr>
        <p:blipFill>
          <a:blip r:embed="rId788"/>
          <a:srcRect/>
          <a:stretch>
            <a:fillRect/>
          </a:stretch>
        </p:blipFill>
        <p:spPr>
          <a:xfrm>
            <a:off x="4910328" y="4666202"/>
            <a:ext cx="111442" cy="225837"/>
          </a:xfrm>
          <a:prstGeom prst="rect"/>
          <a:ln w="0">
            <a:noFill/>
          </a:ln>
        </p:spPr>
      </p:pic>
      <p:pic>
        <p:nvPicPr>
          <p:cNvPr id="1297" name="New picture"/>
          <p:cNvPicPr/>
          <p:nvPr/>
        </p:nvPicPr>
        <p:blipFill>
          <a:blip r:embed="rId789"/>
          <a:srcRect/>
          <a:stretch>
            <a:fillRect/>
          </a:stretch>
        </p:blipFill>
        <p:spPr>
          <a:xfrm>
            <a:off x="5023390" y="4716590"/>
            <a:ext cx="175546" cy="181546"/>
          </a:xfrm>
          <a:prstGeom prst="rect"/>
          <a:ln w="0">
            <a:noFill/>
          </a:ln>
        </p:spPr>
      </p:pic>
      <p:sp>
        <p:nvSpPr>
          <p:cNvPr id="1298" name="New shape"/>
          <p:cNvSpPr/>
          <p:nvPr/>
        </p:nvSpPr>
        <p:spPr>
          <a:xfrm>
            <a:off x="5064633" y="4754690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9" name="New picture"/>
          <p:cNvPicPr/>
          <p:nvPr/>
        </p:nvPicPr>
        <p:blipFill>
          <a:blip r:embed="rId790"/>
          <a:srcRect/>
          <a:stretch>
            <a:fillRect/>
          </a:stretch>
        </p:blipFill>
        <p:spPr>
          <a:xfrm>
            <a:off x="5206555" y="4716589"/>
            <a:ext cx="180213" cy="181547"/>
          </a:xfrm>
          <a:prstGeom prst="rect"/>
          <a:ln w="0">
            <a:noFill/>
          </a:ln>
        </p:spPr>
      </p:pic>
      <p:sp>
        <p:nvSpPr>
          <p:cNvPr id="1300" name="New shape"/>
          <p:cNvSpPr/>
          <p:nvPr/>
        </p:nvSpPr>
        <p:spPr>
          <a:xfrm>
            <a:off x="5247798" y="4754689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1" name="New picture"/>
          <p:cNvPicPr/>
          <p:nvPr/>
        </p:nvPicPr>
        <p:blipFill>
          <a:blip r:embed="rId791"/>
          <a:srcRect/>
          <a:stretch>
            <a:fillRect/>
          </a:stretch>
        </p:blipFill>
        <p:spPr>
          <a:xfrm>
            <a:off x="5409724" y="4716589"/>
            <a:ext cx="77819" cy="175451"/>
          </a:xfrm>
          <a:prstGeom prst="rect"/>
          <a:ln w="0">
            <a:noFill/>
          </a:ln>
        </p:spPr>
      </p:pic>
      <p:pic>
        <p:nvPicPr>
          <p:cNvPr id="1302" name="New picture"/>
          <p:cNvPicPr/>
          <p:nvPr/>
        </p:nvPicPr>
        <p:blipFill>
          <a:blip r:embed="rId792"/>
          <a:srcRect/>
          <a:stretch>
            <a:fillRect/>
          </a:stretch>
        </p:blipFill>
        <p:spPr>
          <a:xfrm>
            <a:off x="5496783" y="4716589"/>
            <a:ext cx="151162" cy="175451"/>
          </a:xfrm>
          <a:prstGeom prst="rect"/>
          <a:ln w="0">
            <a:noFill/>
          </a:ln>
        </p:spPr>
      </p:pic>
      <p:sp>
        <p:nvSpPr>
          <p:cNvPr id="1303" name="New shape"/>
          <p:cNvSpPr/>
          <p:nvPr/>
        </p:nvSpPr>
        <p:spPr>
          <a:xfrm>
            <a:off x="5670804" y="4666202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04" name="New shape"/>
          <p:cNvSpPr/>
          <p:nvPr/>
        </p:nvSpPr>
        <p:spPr>
          <a:xfrm>
            <a:off x="5670804" y="4722685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5" name="New picture"/>
          <p:cNvPicPr/>
          <p:nvPr/>
        </p:nvPicPr>
        <p:blipFill>
          <a:blip r:embed="rId793"/>
          <a:srcRect/>
          <a:stretch>
            <a:fillRect/>
          </a:stretch>
        </p:blipFill>
        <p:spPr>
          <a:xfrm>
            <a:off x="5734811" y="4716589"/>
            <a:ext cx="149733" cy="175451"/>
          </a:xfrm>
          <a:prstGeom prst="rect"/>
          <a:ln w="0">
            <a:noFill/>
          </a:ln>
        </p:spPr>
      </p:pic>
      <p:pic>
        <p:nvPicPr>
          <p:cNvPr id="1306" name="New picture"/>
          <p:cNvPicPr/>
          <p:nvPr/>
        </p:nvPicPr>
        <p:blipFill>
          <a:blip r:embed="rId794"/>
          <a:srcRect/>
          <a:stretch>
            <a:fillRect/>
          </a:stretch>
        </p:blipFill>
        <p:spPr>
          <a:xfrm>
            <a:off x="5901405" y="4716589"/>
            <a:ext cx="180213" cy="244126"/>
          </a:xfrm>
          <a:prstGeom prst="rect"/>
          <a:ln w="0">
            <a:noFill/>
          </a:ln>
        </p:spPr>
      </p:pic>
      <p:sp>
        <p:nvSpPr>
          <p:cNvPr id="1307" name="New shape"/>
          <p:cNvSpPr/>
          <p:nvPr/>
        </p:nvSpPr>
        <p:spPr>
          <a:xfrm>
            <a:off x="5942648" y="4754689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8" name="New picture"/>
          <p:cNvPicPr/>
          <p:nvPr/>
        </p:nvPicPr>
        <p:blipFill>
          <a:blip r:embed="rId795"/>
          <a:srcRect/>
          <a:stretch>
            <a:fillRect/>
          </a:stretch>
        </p:blipFill>
        <p:spPr>
          <a:xfrm>
            <a:off x="6164008" y="4661630"/>
            <a:ext cx="80962" cy="230410"/>
          </a:xfrm>
          <a:prstGeom prst="rect"/>
          <a:ln w="0">
            <a:noFill/>
          </a:ln>
        </p:spPr>
      </p:pic>
      <p:pic>
        <p:nvPicPr>
          <p:cNvPr id="1309" name="New picture"/>
          <p:cNvPicPr/>
          <p:nvPr/>
        </p:nvPicPr>
        <p:blipFill>
          <a:blip r:embed="rId796"/>
          <a:srcRect/>
          <a:stretch>
            <a:fillRect/>
          </a:stretch>
        </p:blipFill>
        <p:spPr>
          <a:xfrm>
            <a:off x="6243447" y="4716589"/>
            <a:ext cx="180213" cy="181547"/>
          </a:xfrm>
          <a:prstGeom prst="rect"/>
          <a:ln w="0">
            <a:noFill/>
          </a:ln>
        </p:spPr>
      </p:pic>
      <p:sp>
        <p:nvSpPr>
          <p:cNvPr id="1310" name="New shape"/>
          <p:cNvSpPr/>
          <p:nvPr/>
        </p:nvSpPr>
        <p:spPr>
          <a:xfrm>
            <a:off x="6284690" y="4754689"/>
            <a:ext cx="97727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1" name="New picture"/>
          <p:cNvPicPr/>
          <p:nvPr/>
        </p:nvPicPr>
        <p:blipFill>
          <a:blip r:embed="rId797"/>
          <a:srcRect/>
          <a:stretch>
            <a:fillRect/>
          </a:stretch>
        </p:blipFill>
        <p:spPr>
          <a:xfrm>
            <a:off x="6440424" y="4716589"/>
            <a:ext cx="77819" cy="175451"/>
          </a:xfrm>
          <a:prstGeom prst="rect"/>
          <a:ln w="0">
            <a:noFill/>
          </a:ln>
        </p:spPr>
      </p:pic>
      <p:pic>
        <p:nvPicPr>
          <p:cNvPr id="1312" name="New picture"/>
          <p:cNvPicPr/>
          <p:nvPr/>
        </p:nvPicPr>
        <p:blipFill>
          <a:blip r:embed="rId798"/>
          <a:srcRect/>
          <a:stretch>
            <a:fillRect/>
          </a:stretch>
        </p:blipFill>
        <p:spPr>
          <a:xfrm>
            <a:off x="692658" y="5009579"/>
            <a:ext cx="143542" cy="225838"/>
          </a:xfrm>
          <a:prstGeom prst="rect"/>
          <a:ln w="0">
            <a:noFill/>
          </a:ln>
        </p:spPr>
      </p:pic>
      <p:sp>
        <p:nvSpPr>
          <p:cNvPr id="1313" name="New shape"/>
          <p:cNvSpPr/>
          <p:nvPr/>
        </p:nvSpPr>
        <p:spPr>
          <a:xfrm>
            <a:off x="733901" y="5049203"/>
            <a:ext cx="61150" cy="610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4" name="New picture"/>
          <p:cNvPicPr/>
          <p:nvPr/>
        </p:nvPicPr>
        <p:blipFill>
          <a:blip r:embed="rId799"/>
          <a:srcRect/>
          <a:stretch>
            <a:fillRect/>
          </a:stretch>
        </p:blipFill>
        <p:spPr>
          <a:xfrm>
            <a:off x="851535" y="5059966"/>
            <a:ext cx="77819" cy="175451"/>
          </a:xfrm>
          <a:prstGeom prst="rect"/>
          <a:ln w="0">
            <a:noFill/>
          </a:ln>
        </p:spPr>
      </p:pic>
      <p:pic>
        <p:nvPicPr>
          <p:cNvPr id="1315" name="New picture"/>
          <p:cNvPicPr/>
          <p:nvPr/>
        </p:nvPicPr>
        <p:blipFill>
          <a:blip r:embed="rId800"/>
          <a:srcRect/>
          <a:stretch>
            <a:fillRect/>
          </a:stretch>
        </p:blipFill>
        <p:spPr>
          <a:xfrm>
            <a:off x="921830" y="5059966"/>
            <a:ext cx="175546" cy="181546"/>
          </a:xfrm>
          <a:prstGeom prst="rect"/>
          <a:ln w="0">
            <a:noFill/>
          </a:ln>
        </p:spPr>
      </p:pic>
      <p:sp>
        <p:nvSpPr>
          <p:cNvPr id="1316" name="New shape"/>
          <p:cNvSpPr/>
          <p:nvPr/>
        </p:nvSpPr>
        <p:spPr>
          <a:xfrm>
            <a:off x="963073" y="5098066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7" name="New picture"/>
          <p:cNvPicPr/>
          <p:nvPr/>
        </p:nvPicPr>
        <p:blipFill>
          <a:blip r:embed="rId801"/>
          <a:srcRect/>
          <a:stretch>
            <a:fillRect/>
          </a:stretch>
        </p:blipFill>
        <p:spPr>
          <a:xfrm>
            <a:off x="1108043" y="5009579"/>
            <a:ext cx="178689" cy="231934"/>
          </a:xfrm>
          <a:prstGeom prst="rect"/>
          <a:ln w="0">
            <a:noFill/>
          </a:ln>
        </p:spPr>
      </p:pic>
      <p:sp>
        <p:nvSpPr>
          <p:cNvPr id="1318" name="New shape"/>
          <p:cNvSpPr/>
          <p:nvPr/>
        </p:nvSpPr>
        <p:spPr>
          <a:xfrm>
            <a:off x="1149286" y="5098066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19" name="New shape"/>
          <p:cNvSpPr/>
          <p:nvPr/>
        </p:nvSpPr>
        <p:spPr>
          <a:xfrm>
            <a:off x="1306544" y="5009483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20" name="New shape"/>
          <p:cNvSpPr/>
          <p:nvPr/>
        </p:nvSpPr>
        <p:spPr>
          <a:xfrm>
            <a:off x="1306544" y="5065967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1" name="New picture"/>
          <p:cNvPicPr/>
          <p:nvPr/>
        </p:nvPicPr>
        <p:blipFill>
          <a:blip r:embed="rId802"/>
          <a:srcRect/>
          <a:stretch>
            <a:fillRect/>
          </a:stretch>
        </p:blipFill>
        <p:spPr>
          <a:xfrm>
            <a:off x="1364647" y="5059871"/>
            <a:ext cx="175546" cy="181546"/>
          </a:xfrm>
          <a:prstGeom prst="rect"/>
          <a:ln w="0">
            <a:noFill/>
          </a:ln>
        </p:spPr>
      </p:pic>
      <p:pic>
        <p:nvPicPr>
          <p:cNvPr id="1322" name="New picture"/>
          <p:cNvPicPr/>
          <p:nvPr/>
        </p:nvPicPr>
        <p:blipFill>
          <a:blip r:embed="rId803"/>
          <a:srcRect/>
          <a:stretch>
            <a:fillRect/>
          </a:stretch>
        </p:blipFill>
        <p:spPr>
          <a:xfrm>
            <a:off x="1546289" y="5009579"/>
            <a:ext cx="84010" cy="225838"/>
          </a:xfrm>
          <a:prstGeom prst="rect"/>
          <a:ln w="0">
            <a:noFill/>
          </a:ln>
        </p:spPr>
      </p:pic>
      <p:sp>
        <p:nvSpPr>
          <p:cNvPr id="1323" name="New shape"/>
          <p:cNvSpPr/>
          <p:nvPr/>
        </p:nvSpPr>
        <p:spPr>
          <a:xfrm>
            <a:off x="1637919" y="5009483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24" name="New shape"/>
          <p:cNvSpPr/>
          <p:nvPr/>
        </p:nvSpPr>
        <p:spPr>
          <a:xfrm>
            <a:off x="1637919" y="5065967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5" name="New picture"/>
          <p:cNvPicPr/>
          <p:nvPr/>
        </p:nvPicPr>
        <p:blipFill>
          <a:blip r:embed="rId804"/>
          <a:srcRect/>
          <a:stretch>
            <a:fillRect/>
          </a:stretch>
        </p:blipFill>
        <p:spPr>
          <a:xfrm>
            <a:off x="1685258" y="5066062"/>
            <a:ext cx="169545" cy="169354"/>
          </a:xfrm>
          <a:prstGeom prst="rect"/>
          <a:ln w="0">
            <a:noFill/>
          </a:ln>
        </p:spPr>
      </p:pic>
      <p:pic>
        <p:nvPicPr>
          <p:cNvPr id="1326" name="New picture"/>
          <p:cNvPicPr/>
          <p:nvPr/>
        </p:nvPicPr>
        <p:blipFill>
          <a:blip r:embed="rId805"/>
          <a:srcRect/>
          <a:stretch>
            <a:fillRect/>
          </a:stretch>
        </p:blipFill>
        <p:spPr>
          <a:xfrm>
            <a:off x="1856327" y="5059966"/>
            <a:ext cx="177070" cy="181546"/>
          </a:xfrm>
          <a:prstGeom prst="rect"/>
          <a:ln w="0">
            <a:noFill/>
          </a:ln>
        </p:spPr>
      </p:pic>
      <p:sp>
        <p:nvSpPr>
          <p:cNvPr id="1327" name="New shape"/>
          <p:cNvSpPr/>
          <p:nvPr/>
        </p:nvSpPr>
        <p:spPr>
          <a:xfrm>
            <a:off x="1897475" y="5098066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8" name="New picture"/>
          <p:cNvPicPr/>
          <p:nvPr/>
        </p:nvPicPr>
        <p:blipFill>
          <a:blip r:embed="rId806"/>
          <a:srcRect/>
          <a:stretch>
            <a:fillRect/>
          </a:stretch>
        </p:blipFill>
        <p:spPr>
          <a:xfrm>
            <a:off x="2128075" y="5009579"/>
            <a:ext cx="180213" cy="225838"/>
          </a:xfrm>
          <a:prstGeom prst="rect"/>
          <a:ln w="0">
            <a:noFill/>
          </a:ln>
        </p:spPr>
      </p:pic>
      <p:sp>
        <p:nvSpPr>
          <p:cNvPr id="1329" name="New shape"/>
          <p:cNvSpPr/>
          <p:nvPr/>
        </p:nvSpPr>
        <p:spPr>
          <a:xfrm>
            <a:off x="2169319" y="5049203"/>
            <a:ext cx="97727" cy="14811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0" name="New picture"/>
          <p:cNvPicPr/>
          <p:nvPr/>
        </p:nvPicPr>
        <p:blipFill>
          <a:blip r:embed="rId807"/>
          <a:srcRect/>
          <a:stretch>
            <a:fillRect/>
          </a:stretch>
        </p:blipFill>
        <p:spPr>
          <a:xfrm>
            <a:off x="2320480" y="5059966"/>
            <a:ext cx="178689" cy="181547"/>
          </a:xfrm>
          <a:prstGeom prst="rect"/>
          <a:ln w="0">
            <a:noFill/>
          </a:ln>
        </p:spPr>
      </p:pic>
      <p:sp>
        <p:nvSpPr>
          <p:cNvPr id="1331" name="New shape"/>
          <p:cNvSpPr/>
          <p:nvPr/>
        </p:nvSpPr>
        <p:spPr>
          <a:xfrm>
            <a:off x="2361724" y="5098066"/>
            <a:ext cx="99250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2" name="New picture"/>
          <p:cNvPicPr/>
          <p:nvPr/>
        </p:nvPicPr>
        <p:blipFill>
          <a:blip r:embed="rId808"/>
          <a:srcRect/>
          <a:stretch>
            <a:fillRect/>
          </a:stretch>
        </p:blipFill>
        <p:spPr>
          <a:xfrm>
            <a:off x="2511457" y="5009579"/>
            <a:ext cx="84011" cy="225838"/>
          </a:xfrm>
          <a:prstGeom prst="rect"/>
          <a:ln w="0">
            <a:noFill/>
          </a:ln>
        </p:spPr>
      </p:pic>
      <p:pic>
        <p:nvPicPr>
          <p:cNvPr id="1333" name="New picture"/>
          <p:cNvPicPr/>
          <p:nvPr/>
        </p:nvPicPr>
        <p:blipFill>
          <a:blip r:embed="rId809"/>
          <a:srcRect/>
          <a:stretch>
            <a:fillRect/>
          </a:stretch>
        </p:blipFill>
        <p:spPr>
          <a:xfrm>
            <a:off x="2595372" y="5059966"/>
            <a:ext cx="178689" cy="181547"/>
          </a:xfrm>
          <a:prstGeom prst="rect"/>
          <a:ln w="0">
            <a:noFill/>
          </a:ln>
        </p:spPr>
      </p:pic>
      <p:sp>
        <p:nvSpPr>
          <p:cNvPr id="1334" name="New shape"/>
          <p:cNvSpPr/>
          <p:nvPr/>
        </p:nvSpPr>
        <p:spPr>
          <a:xfrm>
            <a:off x="2635091" y="5098066"/>
            <a:ext cx="100774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5" name="New picture"/>
          <p:cNvPicPr/>
          <p:nvPr/>
        </p:nvPicPr>
        <p:blipFill>
          <a:blip r:embed="rId810"/>
          <a:srcRect/>
          <a:stretch>
            <a:fillRect/>
          </a:stretch>
        </p:blipFill>
        <p:spPr>
          <a:xfrm>
            <a:off x="2856452" y="5009579"/>
            <a:ext cx="221456" cy="225838"/>
          </a:xfrm>
          <a:prstGeom prst="rect"/>
          <a:ln w="0">
            <a:noFill/>
          </a:ln>
        </p:spPr>
      </p:pic>
      <p:sp>
        <p:nvSpPr>
          <p:cNvPr id="1336" name="New shape"/>
          <p:cNvSpPr/>
          <p:nvPr/>
        </p:nvSpPr>
        <p:spPr>
          <a:xfrm>
            <a:off x="2940463" y="5069110"/>
            <a:ext cx="51911" cy="686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7" name="New picture"/>
          <p:cNvPicPr/>
          <p:nvPr/>
        </p:nvPicPr>
        <p:blipFill>
          <a:blip r:embed="rId811"/>
          <a:srcRect/>
          <a:stretch>
            <a:fillRect/>
          </a:stretch>
        </p:blipFill>
        <p:spPr>
          <a:xfrm>
            <a:off x="3088482" y="5059966"/>
            <a:ext cx="149733" cy="175451"/>
          </a:xfrm>
          <a:prstGeom prst="rect"/>
          <a:ln w="0">
            <a:noFill/>
          </a:ln>
        </p:spPr>
      </p:pic>
      <p:pic>
        <p:nvPicPr>
          <p:cNvPr id="1338" name="New picture"/>
          <p:cNvPicPr/>
          <p:nvPr/>
        </p:nvPicPr>
        <p:blipFill>
          <a:blip r:embed="rId812"/>
          <a:srcRect/>
          <a:stretch>
            <a:fillRect/>
          </a:stretch>
        </p:blipFill>
        <p:spPr>
          <a:xfrm>
            <a:off x="3253549" y="5059966"/>
            <a:ext cx="178594" cy="181547"/>
          </a:xfrm>
          <a:prstGeom prst="rect"/>
          <a:ln w="0">
            <a:noFill/>
          </a:ln>
        </p:spPr>
      </p:pic>
      <p:sp>
        <p:nvSpPr>
          <p:cNvPr id="1339" name="New shape"/>
          <p:cNvSpPr/>
          <p:nvPr/>
        </p:nvSpPr>
        <p:spPr>
          <a:xfrm>
            <a:off x="3293269" y="5098066"/>
            <a:ext cx="100774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40" name="New shape"/>
          <p:cNvSpPr/>
          <p:nvPr/>
        </p:nvSpPr>
        <p:spPr>
          <a:xfrm>
            <a:off x="3453574" y="5009579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1" name="New picture"/>
          <p:cNvPicPr/>
          <p:nvPr/>
        </p:nvPicPr>
        <p:blipFill>
          <a:blip r:embed="rId813"/>
          <a:srcRect/>
          <a:stretch>
            <a:fillRect/>
          </a:stretch>
        </p:blipFill>
        <p:spPr>
          <a:xfrm>
            <a:off x="3502437" y="5066062"/>
            <a:ext cx="172498" cy="225838"/>
          </a:xfrm>
          <a:prstGeom prst="rect"/>
          <a:ln w="0">
            <a:noFill/>
          </a:ln>
        </p:spPr>
      </p:pic>
      <p:pic>
        <p:nvPicPr>
          <p:cNvPr id="1342" name="New picture"/>
          <p:cNvPicPr/>
          <p:nvPr/>
        </p:nvPicPr>
        <p:blipFill>
          <a:blip r:embed="rId814"/>
          <a:srcRect/>
          <a:stretch>
            <a:fillRect/>
          </a:stretch>
        </p:blipFill>
        <p:spPr>
          <a:xfrm>
            <a:off x="3675031" y="5009579"/>
            <a:ext cx="84010" cy="225838"/>
          </a:xfrm>
          <a:prstGeom prst="rect"/>
          <a:ln w="0">
            <a:noFill/>
          </a:ln>
        </p:spPr>
      </p:pic>
      <p:sp>
        <p:nvSpPr>
          <p:cNvPr id="1343" name="New shape"/>
          <p:cNvSpPr/>
          <p:nvPr/>
        </p:nvSpPr>
        <p:spPr>
          <a:xfrm>
            <a:off x="3766566" y="5009483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44" name="New shape"/>
          <p:cNvSpPr/>
          <p:nvPr/>
        </p:nvSpPr>
        <p:spPr>
          <a:xfrm>
            <a:off x="3766566" y="5065967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5" name="New picture"/>
          <p:cNvPicPr/>
          <p:nvPr/>
        </p:nvPicPr>
        <p:blipFill>
          <a:blip r:embed="rId815"/>
          <a:srcRect/>
          <a:stretch>
            <a:fillRect/>
          </a:stretch>
        </p:blipFill>
        <p:spPr>
          <a:xfrm>
            <a:off x="3824668" y="5059966"/>
            <a:ext cx="175546" cy="181546"/>
          </a:xfrm>
          <a:prstGeom prst="rect"/>
          <a:ln w="0">
            <a:noFill/>
          </a:ln>
        </p:spPr>
      </p:pic>
      <p:pic>
        <p:nvPicPr>
          <p:cNvPr id="1346" name="New picture"/>
          <p:cNvPicPr/>
          <p:nvPr/>
        </p:nvPicPr>
        <p:blipFill>
          <a:blip r:embed="rId816"/>
          <a:srcRect/>
          <a:stretch>
            <a:fillRect/>
          </a:stretch>
        </p:blipFill>
        <p:spPr>
          <a:xfrm>
            <a:off x="4004786" y="5059966"/>
            <a:ext cx="123730" cy="181546"/>
          </a:xfrm>
          <a:prstGeom prst="rect"/>
          <a:ln w="0">
            <a:noFill/>
          </a:ln>
        </p:spPr>
      </p:pic>
      <p:sp>
        <p:nvSpPr>
          <p:cNvPr id="1347" name="New shape"/>
          <p:cNvSpPr/>
          <p:nvPr/>
        </p:nvSpPr>
        <p:spPr>
          <a:xfrm>
            <a:off x="4146804" y="5066062"/>
            <a:ext cx="39719" cy="4114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48" name="New shape"/>
          <p:cNvSpPr/>
          <p:nvPr/>
        </p:nvSpPr>
        <p:spPr>
          <a:xfrm>
            <a:off x="4146804" y="5195793"/>
            <a:ext cx="3971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9" name="New picture"/>
          <p:cNvPicPr/>
          <p:nvPr/>
        </p:nvPicPr>
        <p:blipFill>
          <a:blip r:embed="rId817"/>
          <a:srcRect/>
          <a:stretch>
            <a:fillRect/>
          </a:stretch>
        </p:blipFill>
        <p:spPr>
          <a:xfrm>
            <a:off x="4278154" y="5009579"/>
            <a:ext cx="221456" cy="225838"/>
          </a:xfrm>
          <a:prstGeom prst="rect"/>
          <a:ln w="0">
            <a:noFill/>
          </a:ln>
        </p:spPr>
      </p:pic>
      <p:sp>
        <p:nvSpPr>
          <p:cNvPr id="1350" name="New shape"/>
          <p:cNvSpPr/>
          <p:nvPr/>
        </p:nvSpPr>
        <p:spPr>
          <a:xfrm>
            <a:off x="4362164" y="5069110"/>
            <a:ext cx="51912" cy="686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51" name="New shape"/>
          <p:cNvSpPr/>
          <p:nvPr/>
        </p:nvSpPr>
        <p:spPr>
          <a:xfrm>
            <a:off x="4508753" y="5009579"/>
            <a:ext cx="41244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2" name="New picture"/>
          <p:cNvPicPr/>
          <p:nvPr/>
        </p:nvPicPr>
        <p:blipFill>
          <a:blip r:embed="rId818"/>
          <a:srcRect/>
          <a:stretch>
            <a:fillRect/>
          </a:stretch>
        </p:blipFill>
        <p:spPr>
          <a:xfrm>
            <a:off x="4566761" y="5059966"/>
            <a:ext cx="180213" cy="244126"/>
          </a:xfrm>
          <a:prstGeom prst="rect"/>
          <a:ln w="0">
            <a:noFill/>
          </a:ln>
        </p:spPr>
      </p:pic>
      <p:sp>
        <p:nvSpPr>
          <p:cNvPr id="1353" name="New shape"/>
          <p:cNvSpPr/>
          <p:nvPr/>
        </p:nvSpPr>
        <p:spPr>
          <a:xfrm>
            <a:off x="4606480" y="5098066"/>
            <a:ext cx="99251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4" name="New picture"/>
          <p:cNvPicPr/>
          <p:nvPr/>
        </p:nvPicPr>
        <p:blipFill>
          <a:blip r:embed="rId819"/>
          <a:srcRect/>
          <a:stretch>
            <a:fillRect/>
          </a:stretch>
        </p:blipFill>
        <p:spPr>
          <a:xfrm>
            <a:off x="4756118" y="5059965"/>
            <a:ext cx="180213" cy="181547"/>
          </a:xfrm>
          <a:prstGeom prst="rect"/>
          <a:ln w="0">
            <a:noFill/>
          </a:ln>
        </p:spPr>
      </p:pic>
      <p:sp>
        <p:nvSpPr>
          <p:cNvPr id="1355" name="New shape"/>
          <p:cNvSpPr/>
          <p:nvPr/>
        </p:nvSpPr>
        <p:spPr>
          <a:xfrm>
            <a:off x="4797361" y="5098065"/>
            <a:ext cx="97727" cy="10534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6" name="New picture"/>
          <p:cNvPicPr/>
          <p:nvPr/>
        </p:nvPicPr>
        <p:blipFill>
          <a:blip r:embed="rId820"/>
          <a:srcRect/>
          <a:stretch>
            <a:fillRect/>
          </a:stretch>
        </p:blipFill>
        <p:spPr>
          <a:xfrm>
            <a:off x="4953095" y="5059966"/>
            <a:ext cx="77819" cy="175451"/>
          </a:xfrm>
          <a:prstGeom prst="rect"/>
          <a:ln w="0">
            <a:noFill/>
          </a:ln>
        </p:spPr>
      </p:pic>
      <p:sp>
        <p:nvSpPr>
          <p:cNvPr id="1357" name="New shape"/>
          <p:cNvSpPr/>
          <p:nvPr/>
        </p:nvSpPr>
        <p:spPr>
          <a:xfrm>
            <a:off x="5038630" y="5009483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58" name="New shape"/>
          <p:cNvSpPr/>
          <p:nvPr/>
        </p:nvSpPr>
        <p:spPr>
          <a:xfrm>
            <a:off x="5038630" y="5065967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9" name="New picture"/>
          <p:cNvPicPr/>
          <p:nvPr/>
        </p:nvPicPr>
        <p:blipFill>
          <a:blip r:embed="rId821"/>
          <a:srcRect/>
          <a:stretch>
            <a:fillRect/>
          </a:stretch>
        </p:blipFill>
        <p:spPr>
          <a:xfrm>
            <a:off x="5091970" y="5009579"/>
            <a:ext cx="85535" cy="225838"/>
          </a:xfrm>
          <a:prstGeom prst="rect"/>
          <a:ln w="0">
            <a:noFill/>
          </a:ln>
        </p:spPr>
      </p:pic>
      <p:pic>
        <p:nvPicPr>
          <p:cNvPr id="1360" name="New picture"/>
          <p:cNvPicPr/>
          <p:nvPr/>
        </p:nvPicPr>
        <p:blipFill>
          <a:blip r:embed="rId822"/>
          <a:srcRect/>
          <a:stretch>
            <a:fillRect/>
          </a:stretch>
        </p:blipFill>
        <p:spPr>
          <a:xfrm>
            <a:off x="5185220" y="5009579"/>
            <a:ext cx="149638" cy="225838"/>
          </a:xfrm>
          <a:prstGeom prst="rect"/>
          <a:ln w="0">
            <a:noFill/>
          </a:ln>
        </p:spPr>
      </p:pic>
      <p:pic>
        <p:nvPicPr>
          <p:cNvPr id="1361" name="New picture"/>
          <p:cNvPicPr/>
          <p:nvPr/>
        </p:nvPicPr>
        <p:blipFill>
          <a:blip r:embed="rId823"/>
          <a:srcRect/>
          <a:stretch>
            <a:fillRect/>
          </a:stretch>
        </p:blipFill>
        <p:spPr>
          <a:xfrm>
            <a:off x="5357718" y="5059966"/>
            <a:ext cx="255079" cy="175451"/>
          </a:xfrm>
          <a:prstGeom prst="rect"/>
          <a:ln w="0">
            <a:noFill/>
          </a:ln>
        </p:spPr>
      </p:pic>
      <p:pic>
        <p:nvPicPr>
          <p:cNvPr id="1362" name="New picture"/>
          <p:cNvPicPr/>
          <p:nvPr/>
        </p:nvPicPr>
        <p:blipFill>
          <a:blip r:embed="rId824"/>
          <a:srcRect/>
          <a:stretch>
            <a:fillRect/>
          </a:stretch>
        </p:blipFill>
        <p:spPr>
          <a:xfrm>
            <a:off x="5624988" y="5059966"/>
            <a:ext cx="123730" cy="181546"/>
          </a:xfrm>
          <a:prstGeom prst="rect"/>
          <a:ln w="0">
            <a:noFill/>
          </a:ln>
        </p:spPr>
      </p:pic>
      <p:pic>
        <p:nvPicPr>
          <p:cNvPr id="1363" name="New picture"/>
          <p:cNvPicPr/>
          <p:nvPr/>
        </p:nvPicPr>
        <p:blipFill>
          <a:blip r:embed="rId825"/>
          <a:srcRect/>
          <a:stretch>
            <a:fillRect/>
          </a:stretch>
        </p:blipFill>
        <p:spPr>
          <a:xfrm>
            <a:off x="5767007" y="5195793"/>
            <a:ext cx="39719" cy="82391"/>
          </a:xfrm>
          <a:prstGeom prst="rect"/>
          <a:ln w="0">
            <a:noFill/>
          </a:ln>
        </p:spPr>
      </p:pic>
      <p:pic>
        <p:nvPicPr>
          <p:cNvPr id="1364" name="New picture"/>
          <p:cNvPicPr/>
          <p:nvPr/>
        </p:nvPicPr>
        <p:blipFill>
          <a:blip r:embed="rId826"/>
          <a:srcRect/>
          <a:stretch>
            <a:fillRect/>
          </a:stretch>
        </p:blipFill>
        <p:spPr>
          <a:xfrm>
            <a:off x="672846" y="5343811"/>
            <a:ext cx="271844" cy="225838"/>
          </a:xfrm>
          <a:prstGeom prst="rect"/>
          <a:ln w="0">
            <a:noFill/>
          </a:ln>
        </p:spPr>
      </p:pic>
      <p:pic>
        <p:nvPicPr>
          <p:cNvPr id="1365" name="New picture"/>
          <p:cNvPicPr/>
          <p:nvPr/>
        </p:nvPicPr>
        <p:blipFill>
          <a:blip r:embed="rId827"/>
          <a:srcRect/>
          <a:stretch>
            <a:fillRect/>
          </a:stretch>
        </p:blipFill>
        <p:spPr>
          <a:xfrm>
            <a:off x="927830" y="5394103"/>
            <a:ext cx="180213" cy="181642"/>
          </a:xfrm>
          <a:prstGeom prst="rect"/>
          <a:ln w="0">
            <a:noFill/>
          </a:ln>
        </p:spPr>
      </p:pic>
      <p:sp>
        <p:nvSpPr>
          <p:cNvPr id="1366" name="New shape"/>
          <p:cNvSpPr/>
          <p:nvPr/>
        </p:nvSpPr>
        <p:spPr>
          <a:xfrm>
            <a:off x="969074" y="5432298"/>
            <a:ext cx="99251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7" name="New picture"/>
          <p:cNvPicPr/>
          <p:nvPr/>
        </p:nvPicPr>
        <p:blipFill>
          <a:blip r:embed="rId828"/>
          <a:srcRect/>
          <a:stretch>
            <a:fillRect/>
          </a:stretch>
        </p:blipFill>
        <p:spPr>
          <a:xfrm>
            <a:off x="1124807" y="5394103"/>
            <a:ext cx="77914" cy="175546"/>
          </a:xfrm>
          <a:prstGeom prst="rect"/>
          <a:ln w="0">
            <a:noFill/>
          </a:ln>
        </p:spPr>
      </p:pic>
      <p:pic>
        <p:nvPicPr>
          <p:cNvPr id="1368" name="New picture"/>
          <p:cNvPicPr/>
          <p:nvPr/>
        </p:nvPicPr>
        <p:blipFill>
          <a:blip r:embed="rId829"/>
          <a:srcRect/>
          <a:stretch>
            <a:fillRect/>
          </a:stretch>
        </p:blipFill>
        <p:spPr>
          <a:xfrm>
            <a:off x="1219486" y="5343811"/>
            <a:ext cx="149638" cy="225838"/>
          </a:xfrm>
          <a:prstGeom prst="rect"/>
          <a:ln w="0">
            <a:noFill/>
          </a:ln>
        </p:spPr>
      </p:pic>
      <p:pic>
        <p:nvPicPr>
          <p:cNvPr id="1369" name="New picture"/>
          <p:cNvPicPr/>
          <p:nvPr/>
        </p:nvPicPr>
        <p:blipFill>
          <a:blip r:embed="rId830"/>
          <a:srcRect/>
          <a:stretch>
            <a:fillRect/>
          </a:stretch>
        </p:blipFill>
        <p:spPr>
          <a:xfrm>
            <a:off x="1363028" y="5394103"/>
            <a:ext cx="175641" cy="181642"/>
          </a:xfrm>
          <a:prstGeom prst="rect"/>
          <a:ln w="0">
            <a:noFill/>
          </a:ln>
        </p:spPr>
      </p:pic>
      <p:sp>
        <p:nvSpPr>
          <p:cNvPr id="1370" name="New shape"/>
          <p:cNvSpPr/>
          <p:nvPr/>
        </p:nvSpPr>
        <p:spPr>
          <a:xfrm>
            <a:off x="1404271" y="5432298"/>
            <a:ext cx="93154" cy="3810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1" name="New picture"/>
          <p:cNvPicPr/>
          <p:nvPr/>
        </p:nvPicPr>
        <p:blipFill>
          <a:blip r:embed="rId831"/>
          <a:srcRect/>
          <a:stretch>
            <a:fillRect/>
          </a:stretch>
        </p:blipFill>
        <p:spPr>
          <a:xfrm>
            <a:off x="1549336" y="5343811"/>
            <a:ext cx="178689" cy="231934"/>
          </a:xfrm>
          <a:prstGeom prst="rect"/>
          <a:ln w="0">
            <a:noFill/>
          </a:ln>
        </p:spPr>
      </p:pic>
      <p:sp>
        <p:nvSpPr>
          <p:cNvPr id="1372" name="New shape"/>
          <p:cNvSpPr/>
          <p:nvPr/>
        </p:nvSpPr>
        <p:spPr>
          <a:xfrm>
            <a:off x="1589056" y="5432298"/>
            <a:ext cx="100774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3" name="New picture"/>
          <p:cNvPicPr/>
          <p:nvPr/>
        </p:nvPicPr>
        <p:blipFill>
          <a:blip r:embed="rId832"/>
          <a:srcRect/>
          <a:stretch>
            <a:fillRect/>
          </a:stretch>
        </p:blipFill>
        <p:spPr>
          <a:xfrm>
            <a:off x="1825752" y="5343811"/>
            <a:ext cx="120682" cy="225838"/>
          </a:xfrm>
          <a:prstGeom prst="rect"/>
          <a:ln w="0">
            <a:noFill/>
          </a:ln>
        </p:spPr>
      </p:pic>
      <p:pic>
        <p:nvPicPr>
          <p:cNvPr id="1374" name="New picture"/>
          <p:cNvPicPr/>
          <p:nvPr/>
        </p:nvPicPr>
        <p:blipFill>
          <a:blip r:embed="rId833"/>
          <a:srcRect/>
          <a:stretch>
            <a:fillRect/>
          </a:stretch>
        </p:blipFill>
        <p:spPr>
          <a:xfrm>
            <a:off x="1957102" y="5400198"/>
            <a:ext cx="167926" cy="169450"/>
          </a:xfrm>
          <a:prstGeom prst="rect"/>
          <a:ln w="0">
            <a:noFill/>
          </a:ln>
        </p:spPr>
      </p:pic>
      <p:pic>
        <p:nvPicPr>
          <p:cNvPr id="1375" name="New picture"/>
          <p:cNvPicPr/>
          <p:nvPr/>
        </p:nvPicPr>
        <p:blipFill>
          <a:blip r:embed="rId834"/>
          <a:srcRect/>
          <a:stretch>
            <a:fillRect/>
          </a:stretch>
        </p:blipFill>
        <p:spPr>
          <a:xfrm>
            <a:off x="2118932" y="5394103"/>
            <a:ext cx="180213" cy="181642"/>
          </a:xfrm>
          <a:prstGeom prst="rect"/>
          <a:ln w="0">
            <a:noFill/>
          </a:ln>
        </p:spPr>
      </p:pic>
      <p:sp>
        <p:nvSpPr>
          <p:cNvPr id="1376" name="New shape"/>
          <p:cNvSpPr/>
          <p:nvPr/>
        </p:nvSpPr>
        <p:spPr>
          <a:xfrm>
            <a:off x="2160175" y="5432298"/>
            <a:ext cx="99251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7" name="New picture"/>
          <p:cNvPicPr/>
          <p:nvPr/>
        </p:nvPicPr>
        <p:blipFill>
          <a:blip r:embed="rId835"/>
          <a:srcRect/>
          <a:stretch>
            <a:fillRect/>
          </a:stretch>
        </p:blipFill>
        <p:spPr>
          <a:xfrm>
            <a:off x="2318956" y="5394103"/>
            <a:ext cx="255080" cy="175546"/>
          </a:xfrm>
          <a:prstGeom prst="rect"/>
          <a:ln w="0">
            <a:noFill/>
          </a:ln>
        </p:spPr>
      </p:pic>
      <p:pic>
        <p:nvPicPr>
          <p:cNvPr id="1378" name="New picture"/>
          <p:cNvPicPr/>
          <p:nvPr/>
        </p:nvPicPr>
        <p:blipFill>
          <a:blip r:embed="rId836"/>
          <a:srcRect/>
          <a:stretch>
            <a:fillRect/>
          </a:stretch>
        </p:blipFill>
        <p:spPr>
          <a:xfrm>
            <a:off x="2595372" y="5394103"/>
            <a:ext cx="177165" cy="232029"/>
          </a:xfrm>
          <a:prstGeom prst="rect"/>
          <a:ln w="0">
            <a:noFill/>
          </a:ln>
        </p:spPr>
      </p:pic>
      <p:sp>
        <p:nvSpPr>
          <p:cNvPr id="1379" name="New shape"/>
          <p:cNvSpPr/>
          <p:nvPr/>
        </p:nvSpPr>
        <p:spPr>
          <a:xfrm>
            <a:off x="2633567" y="5432298"/>
            <a:ext cx="99251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80" name="New shape"/>
          <p:cNvSpPr/>
          <p:nvPr/>
        </p:nvSpPr>
        <p:spPr>
          <a:xfrm>
            <a:off x="2789301" y="5343811"/>
            <a:ext cx="41243" cy="225837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1" name="New picture"/>
          <p:cNvPicPr/>
          <p:nvPr/>
        </p:nvPicPr>
        <p:blipFill>
          <a:blip r:embed="rId837"/>
          <a:srcRect/>
          <a:stretch>
            <a:fillRect/>
          </a:stretch>
        </p:blipFill>
        <p:spPr>
          <a:xfrm>
            <a:off x="2845784" y="5394103"/>
            <a:ext cx="177165" cy="181642"/>
          </a:xfrm>
          <a:prstGeom prst="rect"/>
          <a:ln w="0">
            <a:noFill/>
          </a:ln>
        </p:spPr>
      </p:pic>
      <p:sp>
        <p:nvSpPr>
          <p:cNvPr id="1382" name="New shape"/>
          <p:cNvSpPr/>
          <p:nvPr/>
        </p:nvSpPr>
        <p:spPr>
          <a:xfrm>
            <a:off x="2887027" y="5432298"/>
            <a:ext cx="94678" cy="3810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3" name="New picture"/>
          <p:cNvPicPr/>
          <p:nvPr/>
        </p:nvPicPr>
        <p:blipFill>
          <a:blip r:embed="rId838"/>
          <a:srcRect/>
          <a:stretch>
            <a:fillRect/>
          </a:stretch>
        </p:blipFill>
        <p:spPr>
          <a:xfrm>
            <a:off x="3027521" y="5394103"/>
            <a:ext cx="123730" cy="181642"/>
          </a:xfrm>
          <a:prstGeom prst="rect"/>
          <a:ln w="0">
            <a:noFill/>
          </a:ln>
        </p:spPr>
      </p:pic>
      <p:pic>
        <p:nvPicPr>
          <p:cNvPr id="1384" name="New picture"/>
          <p:cNvPicPr/>
          <p:nvPr/>
        </p:nvPicPr>
        <p:blipFill>
          <a:blip r:embed="rId839"/>
          <a:srcRect/>
          <a:stretch>
            <a:fillRect/>
          </a:stretch>
        </p:blipFill>
        <p:spPr>
          <a:xfrm>
            <a:off x="3169539" y="5528404"/>
            <a:ext cx="41243" cy="83915"/>
          </a:xfrm>
          <a:prstGeom prst="rect"/>
          <a:ln w="0">
            <a:noFill/>
          </a:ln>
        </p:spPr>
      </p:pic>
      <p:pic>
        <p:nvPicPr>
          <p:cNvPr id="1385" name="New picture"/>
          <p:cNvPicPr/>
          <p:nvPr/>
        </p:nvPicPr>
        <p:blipFill>
          <a:blip r:embed="rId840"/>
          <a:srcRect/>
          <a:stretch>
            <a:fillRect/>
          </a:stretch>
        </p:blipFill>
        <p:spPr>
          <a:xfrm>
            <a:off x="3306985" y="5394103"/>
            <a:ext cx="178689" cy="181642"/>
          </a:xfrm>
          <a:prstGeom prst="rect"/>
          <a:ln w="0">
            <a:noFill/>
          </a:ln>
        </p:spPr>
      </p:pic>
      <p:sp>
        <p:nvSpPr>
          <p:cNvPr id="1386" name="New shape"/>
          <p:cNvSpPr/>
          <p:nvPr/>
        </p:nvSpPr>
        <p:spPr>
          <a:xfrm>
            <a:off x="3348228" y="5432298"/>
            <a:ext cx="99251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7" name="New picture"/>
          <p:cNvPicPr/>
          <p:nvPr/>
        </p:nvPicPr>
        <p:blipFill>
          <a:blip r:embed="rId841"/>
          <a:srcRect/>
          <a:stretch>
            <a:fillRect/>
          </a:stretch>
        </p:blipFill>
        <p:spPr>
          <a:xfrm>
            <a:off x="3507010" y="5394103"/>
            <a:ext cx="151162" cy="175546"/>
          </a:xfrm>
          <a:prstGeom prst="rect"/>
          <a:ln w="0">
            <a:noFill/>
          </a:ln>
        </p:spPr>
      </p:pic>
      <p:pic>
        <p:nvPicPr>
          <p:cNvPr id="1388" name="New picture"/>
          <p:cNvPicPr/>
          <p:nvPr/>
        </p:nvPicPr>
        <p:blipFill>
          <a:blip r:embed="rId842"/>
          <a:srcRect/>
          <a:stretch>
            <a:fillRect/>
          </a:stretch>
        </p:blipFill>
        <p:spPr>
          <a:xfrm>
            <a:off x="3674935" y="5343811"/>
            <a:ext cx="178689" cy="231934"/>
          </a:xfrm>
          <a:prstGeom prst="rect"/>
          <a:ln w="0">
            <a:noFill/>
          </a:ln>
        </p:spPr>
      </p:pic>
      <p:sp>
        <p:nvSpPr>
          <p:cNvPr id="1389" name="New shape"/>
          <p:cNvSpPr/>
          <p:nvPr/>
        </p:nvSpPr>
        <p:spPr>
          <a:xfrm>
            <a:off x="3716179" y="5432298"/>
            <a:ext cx="99251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0" name="New picture"/>
          <p:cNvPicPr/>
          <p:nvPr/>
        </p:nvPicPr>
        <p:blipFill>
          <a:blip r:embed="rId843"/>
          <a:srcRect/>
          <a:stretch>
            <a:fillRect/>
          </a:stretch>
        </p:blipFill>
        <p:spPr>
          <a:xfrm>
            <a:off x="3943731" y="5339239"/>
            <a:ext cx="222980" cy="234982"/>
          </a:xfrm>
          <a:prstGeom prst="rect"/>
          <a:ln w="0">
            <a:noFill/>
          </a:ln>
        </p:spPr>
      </p:pic>
      <p:pic>
        <p:nvPicPr>
          <p:cNvPr id="1391" name="New picture"/>
          <p:cNvPicPr/>
          <p:nvPr/>
        </p:nvPicPr>
        <p:blipFill>
          <a:blip r:embed="rId844"/>
          <a:srcRect/>
          <a:stretch>
            <a:fillRect/>
          </a:stretch>
        </p:blipFill>
        <p:spPr>
          <a:xfrm>
            <a:off x="4169759" y="5394103"/>
            <a:ext cx="178594" cy="181642"/>
          </a:xfrm>
          <a:prstGeom prst="rect"/>
          <a:ln w="0">
            <a:noFill/>
          </a:ln>
        </p:spPr>
      </p:pic>
      <p:sp>
        <p:nvSpPr>
          <p:cNvPr id="1392" name="New shape"/>
          <p:cNvSpPr/>
          <p:nvPr/>
        </p:nvSpPr>
        <p:spPr>
          <a:xfrm>
            <a:off x="4209478" y="5432298"/>
            <a:ext cx="100774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3" name="New picture"/>
          <p:cNvPicPr/>
          <p:nvPr/>
        </p:nvPicPr>
        <p:blipFill>
          <a:blip r:embed="rId845"/>
          <a:srcRect/>
          <a:stretch>
            <a:fillRect/>
          </a:stretch>
        </p:blipFill>
        <p:spPr>
          <a:xfrm>
            <a:off x="4359116" y="5394103"/>
            <a:ext cx="122110" cy="181642"/>
          </a:xfrm>
          <a:prstGeom prst="rect"/>
          <a:ln w="0">
            <a:noFill/>
          </a:ln>
        </p:spPr>
      </p:pic>
      <p:pic>
        <p:nvPicPr>
          <p:cNvPr id="1394" name="New picture"/>
          <p:cNvPicPr/>
          <p:nvPr/>
        </p:nvPicPr>
        <p:blipFill>
          <a:blip r:embed="rId846"/>
          <a:srcRect/>
          <a:stretch>
            <a:fillRect/>
          </a:stretch>
        </p:blipFill>
        <p:spPr>
          <a:xfrm>
            <a:off x="4487323" y="5394103"/>
            <a:ext cx="177165" cy="181642"/>
          </a:xfrm>
          <a:prstGeom prst="rect"/>
          <a:ln w="0">
            <a:noFill/>
          </a:ln>
        </p:spPr>
      </p:pic>
      <p:sp>
        <p:nvSpPr>
          <p:cNvPr id="1395" name="New shape"/>
          <p:cNvSpPr/>
          <p:nvPr/>
        </p:nvSpPr>
        <p:spPr>
          <a:xfrm>
            <a:off x="4528566" y="5432298"/>
            <a:ext cx="94678" cy="3810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6" name="New picture"/>
          <p:cNvPicPr/>
          <p:nvPr/>
        </p:nvPicPr>
        <p:blipFill>
          <a:blip r:embed="rId847"/>
          <a:srcRect/>
          <a:stretch>
            <a:fillRect/>
          </a:stretch>
        </p:blipFill>
        <p:spPr>
          <a:xfrm>
            <a:off x="4743926" y="5339239"/>
            <a:ext cx="146590" cy="234982"/>
          </a:xfrm>
          <a:prstGeom prst="rect"/>
          <a:ln w="0">
            <a:noFill/>
          </a:ln>
        </p:spPr>
      </p:pic>
      <p:pic>
        <p:nvPicPr>
          <p:cNvPr id="1397" name="New picture"/>
          <p:cNvPicPr/>
          <p:nvPr/>
        </p:nvPicPr>
        <p:blipFill>
          <a:blip r:embed="rId848"/>
          <a:srcRect/>
          <a:stretch>
            <a:fillRect/>
          </a:stretch>
        </p:blipFill>
        <p:spPr>
          <a:xfrm>
            <a:off x="4894993" y="5343811"/>
            <a:ext cx="85535" cy="225838"/>
          </a:xfrm>
          <a:prstGeom prst="rect"/>
          <a:ln w="0">
            <a:noFill/>
          </a:ln>
        </p:spPr>
      </p:pic>
      <p:pic>
        <p:nvPicPr>
          <p:cNvPr id="1398" name="New picture"/>
          <p:cNvPicPr/>
          <p:nvPr/>
        </p:nvPicPr>
        <p:blipFill>
          <a:blip r:embed="rId849"/>
          <a:srcRect/>
          <a:stretch>
            <a:fillRect/>
          </a:stretch>
        </p:blipFill>
        <p:spPr>
          <a:xfrm>
            <a:off x="4986719" y="5400199"/>
            <a:ext cx="151162" cy="175546"/>
          </a:xfrm>
          <a:prstGeom prst="rect"/>
          <a:ln w="0">
            <a:noFill/>
          </a:ln>
        </p:spPr>
      </p:pic>
      <p:pic>
        <p:nvPicPr>
          <p:cNvPr id="1399" name="New picture"/>
          <p:cNvPicPr/>
          <p:nvPr/>
        </p:nvPicPr>
        <p:blipFill>
          <a:blip r:embed="rId850"/>
          <a:srcRect/>
          <a:stretch>
            <a:fillRect/>
          </a:stretch>
        </p:blipFill>
        <p:spPr>
          <a:xfrm>
            <a:off x="5154644" y="5343811"/>
            <a:ext cx="178689" cy="231934"/>
          </a:xfrm>
          <a:prstGeom prst="rect"/>
          <a:ln w="0">
            <a:noFill/>
          </a:ln>
        </p:spPr>
      </p:pic>
      <p:sp>
        <p:nvSpPr>
          <p:cNvPr id="1400" name="New shape"/>
          <p:cNvSpPr/>
          <p:nvPr/>
        </p:nvSpPr>
        <p:spPr>
          <a:xfrm>
            <a:off x="5195888" y="5432298"/>
            <a:ext cx="100774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01" name="New shape"/>
          <p:cNvSpPr/>
          <p:nvPr/>
        </p:nvSpPr>
        <p:spPr>
          <a:xfrm>
            <a:off x="5353145" y="5343811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02" name="New shape"/>
          <p:cNvSpPr/>
          <p:nvPr/>
        </p:nvSpPr>
        <p:spPr>
          <a:xfrm>
            <a:off x="5353145" y="5400294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3" name="New picture"/>
          <p:cNvPicPr/>
          <p:nvPr/>
        </p:nvPicPr>
        <p:blipFill>
          <a:blip r:embed="rId851"/>
          <a:srcRect/>
          <a:stretch>
            <a:fillRect/>
          </a:stretch>
        </p:blipFill>
        <p:spPr>
          <a:xfrm>
            <a:off x="5409723" y="5394103"/>
            <a:ext cx="177070" cy="181642"/>
          </a:xfrm>
          <a:prstGeom prst="rect"/>
          <a:ln w="0">
            <a:noFill/>
          </a:ln>
        </p:spPr>
      </p:pic>
      <p:sp>
        <p:nvSpPr>
          <p:cNvPr id="1404" name="New shape"/>
          <p:cNvSpPr/>
          <p:nvPr/>
        </p:nvSpPr>
        <p:spPr>
          <a:xfrm>
            <a:off x="5450872" y="5432298"/>
            <a:ext cx="94678" cy="3810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5" name="New picture"/>
          <p:cNvPicPr/>
          <p:nvPr/>
        </p:nvPicPr>
        <p:blipFill>
          <a:blip r:embed="rId852"/>
          <a:srcRect/>
          <a:stretch>
            <a:fillRect/>
          </a:stretch>
        </p:blipFill>
        <p:spPr>
          <a:xfrm>
            <a:off x="5592890" y="5394103"/>
            <a:ext cx="122206" cy="181642"/>
          </a:xfrm>
          <a:prstGeom prst="rect"/>
          <a:ln w="0">
            <a:noFill/>
          </a:ln>
        </p:spPr>
      </p:pic>
      <p:pic>
        <p:nvPicPr>
          <p:cNvPr id="1406" name="New picture"/>
          <p:cNvPicPr/>
          <p:nvPr/>
        </p:nvPicPr>
        <p:blipFill>
          <a:blip r:embed="rId853"/>
          <a:srcRect/>
          <a:stretch>
            <a:fillRect/>
          </a:stretch>
        </p:blipFill>
        <p:spPr>
          <a:xfrm>
            <a:off x="5805202" y="5426201"/>
            <a:ext cx="42767" cy="109918"/>
          </a:xfrm>
          <a:prstGeom prst="rect"/>
          <a:ln w="0">
            <a:noFill/>
          </a:ln>
        </p:spPr>
      </p:pic>
      <p:pic>
        <p:nvPicPr>
          <p:cNvPr id="1407" name="New picture"/>
          <p:cNvPicPr/>
          <p:nvPr/>
        </p:nvPicPr>
        <p:blipFill>
          <a:blip r:embed="rId854"/>
          <a:srcRect/>
          <a:stretch>
            <a:fillRect/>
          </a:stretch>
        </p:blipFill>
        <p:spPr>
          <a:xfrm>
            <a:off x="5866257" y="5426201"/>
            <a:ext cx="42767" cy="109918"/>
          </a:xfrm>
          <a:prstGeom prst="rect"/>
          <a:ln w="0">
            <a:noFill/>
          </a:ln>
        </p:spPr>
      </p:pic>
      <p:pic>
        <p:nvPicPr>
          <p:cNvPr id="1408" name="New picture"/>
          <p:cNvPicPr/>
          <p:nvPr/>
        </p:nvPicPr>
        <p:blipFill>
          <a:blip r:embed="rId855"/>
          <a:srcRect/>
          <a:stretch>
            <a:fillRect/>
          </a:stretch>
        </p:blipFill>
        <p:spPr>
          <a:xfrm>
            <a:off x="6008275" y="5394103"/>
            <a:ext cx="177165" cy="232029"/>
          </a:xfrm>
          <a:prstGeom prst="rect"/>
          <a:ln w="0">
            <a:noFill/>
          </a:ln>
        </p:spPr>
      </p:pic>
      <p:sp>
        <p:nvSpPr>
          <p:cNvPr id="1409" name="New shape"/>
          <p:cNvSpPr/>
          <p:nvPr/>
        </p:nvSpPr>
        <p:spPr>
          <a:xfrm>
            <a:off x="6046470" y="5432298"/>
            <a:ext cx="99251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0" name="New picture"/>
          <p:cNvPicPr/>
          <p:nvPr/>
        </p:nvPicPr>
        <p:blipFill>
          <a:blip r:embed="rId856"/>
          <a:srcRect/>
          <a:stretch>
            <a:fillRect/>
          </a:stretch>
        </p:blipFill>
        <p:spPr>
          <a:xfrm>
            <a:off x="6194584" y="5394103"/>
            <a:ext cx="178689" cy="181642"/>
          </a:xfrm>
          <a:prstGeom prst="rect"/>
          <a:ln w="0">
            <a:noFill/>
          </a:ln>
        </p:spPr>
      </p:pic>
      <p:sp>
        <p:nvSpPr>
          <p:cNvPr id="1411" name="New shape"/>
          <p:cNvSpPr/>
          <p:nvPr/>
        </p:nvSpPr>
        <p:spPr>
          <a:xfrm>
            <a:off x="6234303" y="5432298"/>
            <a:ext cx="100774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2" name="New picture"/>
          <p:cNvPicPr/>
          <p:nvPr/>
        </p:nvPicPr>
        <p:blipFill>
          <a:blip r:embed="rId857"/>
          <a:srcRect/>
          <a:stretch>
            <a:fillRect/>
          </a:stretch>
        </p:blipFill>
        <p:spPr>
          <a:xfrm>
            <a:off x="6397657" y="5394103"/>
            <a:ext cx="77915" cy="175546"/>
          </a:xfrm>
          <a:prstGeom prst="rect"/>
          <a:ln w="0">
            <a:noFill/>
          </a:ln>
        </p:spPr>
      </p:pic>
      <p:pic>
        <p:nvPicPr>
          <p:cNvPr id="1413" name="New picture"/>
          <p:cNvPicPr/>
          <p:nvPr/>
        </p:nvPicPr>
        <p:blipFill>
          <a:blip r:embed="rId858"/>
          <a:srcRect/>
          <a:stretch>
            <a:fillRect/>
          </a:stretch>
        </p:blipFill>
        <p:spPr>
          <a:xfrm>
            <a:off x="671322" y="5677948"/>
            <a:ext cx="123730" cy="230505"/>
          </a:xfrm>
          <a:prstGeom prst="rect"/>
          <a:ln w="0">
            <a:noFill/>
          </a:ln>
        </p:spPr>
      </p:pic>
      <p:pic>
        <p:nvPicPr>
          <p:cNvPr id="1414" name="New picture"/>
          <p:cNvPicPr/>
          <p:nvPr/>
        </p:nvPicPr>
        <p:blipFill>
          <a:blip r:embed="rId859"/>
          <a:srcRect/>
          <a:stretch>
            <a:fillRect/>
          </a:stretch>
        </p:blipFill>
        <p:spPr>
          <a:xfrm>
            <a:off x="814959" y="5728335"/>
            <a:ext cx="180118" cy="180118"/>
          </a:xfrm>
          <a:prstGeom prst="rect"/>
          <a:ln w="0">
            <a:noFill/>
          </a:ln>
        </p:spPr>
      </p:pic>
      <p:sp>
        <p:nvSpPr>
          <p:cNvPr id="1415" name="New shape"/>
          <p:cNvSpPr/>
          <p:nvPr/>
        </p:nvSpPr>
        <p:spPr>
          <a:xfrm>
            <a:off x="856107" y="5765005"/>
            <a:ext cx="99346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6" name="New picture"/>
          <p:cNvPicPr/>
          <p:nvPr/>
        </p:nvPicPr>
        <p:blipFill>
          <a:blip r:embed="rId860"/>
          <a:srcRect/>
          <a:stretch>
            <a:fillRect/>
          </a:stretch>
        </p:blipFill>
        <p:spPr>
          <a:xfrm>
            <a:off x="1010317" y="5677947"/>
            <a:ext cx="149638" cy="225933"/>
          </a:xfrm>
          <a:prstGeom prst="rect"/>
          <a:ln w="0">
            <a:noFill/>
          </a:ln>
        </p:spPr>
      </p:pic>
      <p:pic>
        <p:nvPicPr>
          <p:cNvPr id="1417" name="New picture"/>
          <p:cNvPicPr/>
          <p:nvPr/>
        </p:nvPicPr>
        <p:blipFill>
          <a:blip r:embed="rId861"/>
          <a:srcRect/>
          <a:stretch>
            <a:fillRect/>
          </a:stretch>
        </p:blipFill>
        <p:spPr>
          <a:xfrm>
            <a:off x="1182910" y="5728335"/>
            <a:ext cx="151162" cy="175546"/>
          </a:xfrm>
          <a:prstGeom prst="rect"/>
          <a:ln w="0">
            <a:noFill/>
          </a:ln>
        </p:spPr>
      </p:pic>
      <p:pic>
        <p:nvPicPr>
          <p:cNvPr id="1418" name="New picture"/>
          <p:cNvPicPr/>
          <p:nvPr/>
        </p:nvPicPr>
        <p:blipFill>
          <a:blip r:embed="rId862"/>
          <a:srcRect/>
          <a:stretch>
            <a:fillRect/>
          </a:stretch>
        </p:blipFill>
        <p:spPr>
          <a:xfrm>
            <a:off x="1436370" y="5677947"/>
            <a:ext cx="180213" cy="225933"/>
          </a:xfrm>
          <a:prstGeom prst="rect"/>
          <a:ln w="0">
            <a:noFill/>
          </a:ln>
        </p:spPr>
      </p:pic>
      <p:sp>
        <p:nvSpPr>
          <p:cNvPr id="1419" name="New shape"/>
          <p:cNvSpPr/>
          <p:nvPr/>
        </p:nvSpPr>
        <p:spPr>
          <a:xfrm>
            <a:off x="1477613" y="5716143"/>
            <a:ext cx="97726" cy="14801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20" name="New shape"/>
          <p:cNvSpPr/>
          <p:nvPr/>
        </p:nvSpPr>
        <p:spPr>
          <a:xfrm>
            <a:off x="1642491" y="5862638"/>
            <a:ext cx="41243" cy="4124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1" name="New picture"/>
          <p:cNvPicPr/>
          <p:nvPr/>
        </p:nvPicPr>
        <p:blipFill>
          <a:blip r:embed="rId863"/>
          <a:srcRect/>
          <a:stretch>
            <a:fillRect/>
          </a:stretch>
        </p:blipFill>
        <p:spPr>
          <a:xfrm>
            <a:off x="1799749" y="5677947"/>
            <a:ext cx="161925" cy="225933"/>
          </a:xfrm>
          <a:prstGeom prst="rect"/>
          <a:ln w="0">
            <a:noFill/>
          </a:ln>
        </p:spPr>
      </p:pic>
      <p:pic>
        <p:nvPicPr>
          <p:cNvPr id="1422" name="New picture"/>
          <p:cNvPicPr/>
          <p:nvPr/>
        </p:nvPicPr>
        <p:blipFill>
          <a:blip r:embed="rId864"/>
          <a:srcRect/>
          <a:stretch>
            <a:fillRect/>
          </a:stretch>
        </p:blipFill>
        <p:spPr>
          <a:xfrm>
            <a:off x="1946434" y="5728431"/>
            <a:ext cx="177070" cy="180022"/>
          </a:xfrm>
          <a:prstGeom prst="rect"/>
          <a:ln w="0">
            <a:noFill/>
          </a:ln>
        </p:spPr>
      </p:pic>
      <p:sp>
        <p:nvSpPr>
          <p:cNvPr id="1423" name="New shape"/>
          <p:cNvSpPr/>
          <p:nvPr/>
        </p:nvSpPr>
        <p:spPr>
          <a:xfrm>
            <a:off x="1987677" y="5765007"/>
            <a:ext cx="94679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24" name="New shape"/>
          <p:cNvSpPr/>
          <p:nvPr/>
        </p:nvSpPr>
        <p:spPr>
          <a:xfrm>
            <a:off x="2140363" y="5677947"/>
            <a:ext cx="39624" cy="22593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25" name="New shape"/>
          <p:cNvSpPr/>
          <p:nvPr/>
        </p:nvSpPr>
        <p:spPr>
          <a:xfrm>
            <a:off x="2202942" y="5677947"/>
            <a:ext cx="41243" cy="22593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6" name="New picture"/>
          <p:cNvPicPr/>
          <p:nvPr/>
        </p:nvPicPr>
        <p:blipFill>
          <a:blip r:embed="rId865"/>
          <a:srcRect/>
          <a:stretch>
            <a:fillRect/>
          </a:stretch>
        </p:blipFill>
        <p:spPr>
          <a:xfrm>
            <a:off x="2259425" y="5728335"/>
            <a:ext cx="177165" cy="180118"/>
          </a:xfrm>
          <a:prstGeom prst="rect"/>
          <a:ln w="0">
            <a:noFill/>
          </a:ln>
        </p:spPr>
      </p:pic>
      <p:sp>
        <p:nvSpPr>
          <p:cNvPr id="1427" name="New shape"/>
          <p:cNvSpPr/>
          <p:nvPr/>
        </p:nvSpPr>
        <p:spPr>
          <a:xfrm>
            <a:off x="2302192" y="5765007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8" name="New picture"/>
          <p:cNvPicPr/>
          <p:nvPr/>
        </p:nvPicPr>
        <p:blipFill>
          <a:blip r:embed="rId866"/>
          <a:srcRect/>
          <a:stretch>
            <a:fillRect/>
          </a:stretch>
        </p:blipFill>
        <p:spPr>
          <a:xfrm>
            <a:off x="2453354" y="5678043"/>
            <a:ext cx="149638" cy="225838"/>
          </a:xfrm>
          <a:prstGeom prst="rect"/>
          <a:ln w="0">
            <a:noFill/>
          </a:ln>
        </p:spPr>
      </p:pic>
      <p:pic>
        <p:nvPicPr>
          <p:cNvPr id="1429" name="New picture"/>
          <p:cNvPicPr/>
          <p:nvPr/>
        </p:nvPicPr>
        <p:blipFill>
          <a:blip r:embed="rId867"/>
          <a:srcRect/>
          <a:stretch>
            <a:fillRect/>
          </a:stretch>
        </p:blipFill>
        <p:spPr>
          <a:xfrm>
            <a:off x="2619851" y="5728335"/>
            <a:ext cx="177070" cy="180118"/>
          </a:xfrm>
          <a:prstGeom prst="rect"/>
          <a:ln w="0">
            <a:noFill/>
          </a:ln>
        </p:spPr>
      </p:pic>
      <p:sp>
        <p:nvSpPr>
          <p:cNvPr id="1430" name="New shape"/>
          <p:cNvSpPr/>
          <p:nvPr/>
        </p:nvSpPr>
        <p:spPr>
          <a:xfrm>
            <a:off x="2660999" y="5765007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1" name="New picture"/>
          <p:cNvPicPr/>
          <p:nvPr/>
        </p:nvPicPr>
        <p:blipFill>
          <a:blip r:embed="rId868"/>
          <a:srcRect/>
          <a:stretch>
            <a:fillRect/>
          </a:stretch>
        </p:blipFill>
        <p:spPr>
          <a:xfrm>
            <a:off x="2815304" y="5728335"/>
            <a:ext cx="77819" cy="175546"/>
          </a:xfrm>
          <a:prstGeom prst="rect"/>
          <a:ln w="0">
            <a:noFill/>
          </a:ln>
        </p:spPr>
      </p:pic>
      <p:pic>
        <p:nvPicPr>
          <p:cNvPr id="1432" name="New picture"/>
          <p:cNvPicPr/>
          <p:nvPr/>
        </p:nvPicPr>
        <p:blipFill>
          <a:blip r:embed="rId869"/>
          <a:srcRect/>
          <a:stretch>
            <a:fillRect/>
          </a:stretch>
        </p:blipFill>
        <p:spPr>
          <a:xfrm>
            <a:off x="2909983" y="5862637"/>
            <a:ext cx="39624" cy="83915"/>
          </a:xfrm>
          <a:prstGeom prst="rect"/>
          <a:ln w="0">
            <a:noFill/>
          </a:ln>
        </p:spPr>
      </p:pic>
      <p:pic>
        <p:nvPicPr>
          <p:cNvPr id="1433" name="New picture"/>
          <p:cNvPicPr/>
          <p:nvPr/>
        </p:nvPicPr>
        <p:blipFill>
          <a:blip r:embed="rId870"/>
          <a:srcRect/>
          <a:stretch>
            <a:fillRect/>
          </a:stretch>
        </p:blipFill>
        <p:spPr>
          <a:xfrm>
            <a:off x="3059621" y="5677947"/>
            <a:ext cx="148114" cy="225933"/>
          </a:xfrm>
          <a:prstGeom prst="rect"/>
          <a:ln w="0">
            <a:noFill/>
          </a:ln>
        </p:spPr>
      </p:pic>
      <p:sp>
        <p:nvSpPr>
          <p:cNvPr id="1434" name="New shape"/>
          <p:cNvSpPr/>
          <p:nvPr/>
        </p:nvSpPr>
        <p:spPr>
          <a:xfrm>
            <a:off x="3102388" y="5716143"/>
            <a:ext cx="48863" cy="4886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35" name="New shape"/>
          <p:cNvSpPr/>
          <p:nvPr/>
        </p:nvSpPr>
        <p:spPr>
          <a:xfrm>
            <a:off x="3102388" y="5804630"/>
            <a:ext cx="62579" cy="5953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6" name="New picture"/>
          <p:cNvPicPr/>
          <p:nvPr/>
        </p:nvPicPr>
        <p:blipFill>
          <a:blip r:embed="rId871"/>
          <a:srcRect/>
          <a:stretch>
            <a:fillRect/>
          </a:stretch>
        </p:blipFill>
        <p:spPr>
          <a:xfrm>
            <a:off x="3226022" y="5728335"/>
            <a:ext cx="77915" cy="175546"/>
          </a:xfrm>
          <a:prstGeom prst="rect"/>
          <a:ln w="0">
            <a:noFill/>
          </a:ln>
        </p:spPr>
      </p:pic>
      <p:sp>
        <p:nvSpPr>
          <p:cNvPr id="1437" name="New shape"/>
          <p:cNvSpPr/>
          <p:nvPr/>
        </p:nvSpPr>
        <p:spPr>
          <a:xfrm>
            <a:off x="3310033" y="5678043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38" name="New shape"/>
          <p:cNvSpPr/>
          <p:nvPr/>
        </p:nvSpPr>
        <p:spPr>
          <a:xfrm>
            <a:off x="3310033" y="5734527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9" name="New picture"/>
          <p:cNvPicPr/>
          <p:nvPr/>
        </p:nvPicPr>
        <p:blipFill>
          <a:blip r:embed="rId872"/>
          <a:srcRect/>
          <a:stretch>
            <a:fillRect/>
          </a:stretch>
        </p:blipFill>
        <p:spPr>
          <a:xfrm>
            <a:off x="3366516" y="5728335"/>
            <a:ext cx="178689" cy="180118"/>
          </a:xfrm>
          <a:prstGeom prst="rect"/>
          <a:ln w="0">
            <a:noFill/>
          </a:ln>
        </p:spPr>
      </p:pic>
      <p:sp>
        <p:nvSpPr>
          <p:cNvPr id="1440" name="New shape"/>
          <p:cNvSpPr/>
          <p:nvPr/>
        </p:nvSpPr>
        <p:spPr>
          <a:xfrm>
            <a:off x="3407759" y="5765006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1" name="New picture"/>
          <p:cNvPicPr/>
          <p:nvPr/>
        </p:nvPicPr>
        <p:blipFill>
          <a:blip r:embed="rId873"/>
          <a:srcRect/>
          <a:stretch>
            <a:fillRect/>
          </a:stretch>
        </p:blipFill>
        <p:spPr>
          <a:xfrm>
            <a:off x="3567969" y="5728335"/>
            <a:ext cx="149733" cy="175546"/>
          </a:xfrm>
          <a:prstGeom prst="rect"/>
          <a:ln w="0">
            <a:noFill/>
          </a:ln>
        </p:spPr>
      </p:pic>
      <p:pic>
        <p:nvPicPr>
          <p:cNvPr id="1442" name="New picture"/>
          <p:cNvPicPr/>
          <p:nvPr/>
        </p:nvPicPr>
        <p:blipFill>
          <a:blip r:embed="rId874"/>
          <a:srcRect/>
          <a:stretch>
            <a:fillRect/>
          </a:stretch>
        </p:blipFill>
        <p:spPr>
          <a:xfrm>
            <a:off x="3818477" y="5678043"/>
            <a:ext cx="236696" cy="225838"/>
          </a:xfrm>
          <a:prstGeom prst="rect"/>
          <a:ln w="0">
            <a:noFill/>
          </a:ln>
        </p:spPr>
      </p:pic>
      <p:pic>
        <p:nvPicPr>
          <p:cNvPr id="1443" name="New picture"/>
          <p:cNvPicPr/>
          <p:nvPr/>
        </p:nvPicPr>
        <p:blipFill>
          <a:blip r:embed="rId875"/>
          <a:srcRect/>
          <a:stretch>
            <a:fillRect/>
          </a:stretch>
        </p:blipFill>
        <p:spPr>
          <a:xfrm>
            <a:off x="4073557" y="5728335"/>
            <a:ext cx="178594" cy="180118"/>
          </a:xfrm>
          <a:prstGeom prst="rect"/>
          <a:ln w="0">
            <a:noFill/>
          </a:ln>
        </p:spPr>
      </p:pic>
      <p:sp>
        <p:nvSpPr>
          <p:cNvPr id="1444" name="New shape"/>
          <p:cNvSpPr/>
          <p:nvPr/>
        </p:nvSpPr>
        <p:spPr>
          <a:xfrm>
            <a:off x="4114800" y="5765006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5" name="New picture"/>
          <p:cNvPicPr/>
          <p:nvPr/>
        </p:nvPicPr>
        <p:blipFill>
          <a:blip r:embed="rId876"/>
          <a:srcRect/>
          <a:stretch>
            <a:fillRect/>
          </a:stretch>
        </p:blipFill>
        <p:spPr>
          <a:xfrm>
            <a:off x="4269010" y="5728335"/>
            <a:ext cx="174022" cy="180118"/>
          </a:xfrm>
          <a:prstGeom prst="rect"/>
          <a:ln w="0">
            <a:noFill/>
          </a:ln>
        </p:spPr>
      </p:pic>
      <p:pic>
        <p:nvPicPr>
          <p:cNvPr id="1446" name="New picture"/>
          <p:cNvPicPr/>
          <p:nvPr/>
        </p:nvPicPr>
        <p:blipFill>
          <a:blip r:embed="rId877"/>
          <a:srcRect/>
          <a:stretch>
            <a:fillRect/>
          </a:stretch>
        </p:blipFill>
        <p:spPr>
          <a:xfrm>
            <a:off x="4540758" y="5677947"/>
            <a:ext cx="183261" cy="225933"/>
          </a:xfrm>
          <a:prstGeom prst="rect"/>
          <a:ln w="0">
            <a:noFill/>
          </a:ln>
        </p:spPr>
      </p:pic>
      <p:pic>
        <p:nvPicPr>
          <p:cNvPr id="1447" name="New picture"/>
          <p:cNvPicPr/>
          <p:nvPr/>
        </p:nvPicPr>
        <p:blipFill>
          <a:blip r:embed="rId878"/>
          <a:srcRect/>
          <a:stretch>
            <a:fillRect/>
          </a:stretch>
        </p:blipFill>
        <p:spPr>
          <a:xfrm>
            <a:off x="4743926" y="5728335"/>
            <a:ext cx="178594" cy="180118"/>
          </a:xfrm>
          <a:prstGeom prst="rect"/>
          <a:ln w="0">
            <a:noFill/>
          </a:ln>
        </p:spPr>
      </p:pic>
      <p:sp>
        <p:nvSpPr>
          <p:cNvPr id="1448" name="New shape"/>
          <p:cNvSpPr/>
          <p:nvPr/>
        </p:nvSpPr>
        <p:spPr>
          <a:xfrm>
            <a:off x="4783645" y="5765006"/>
            <a:ext cx="100774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9" name="New picture"/>
          <p:cNvPicPr/>
          <p:nvPr/>
        </p:nvPicPr>
        <p:blipFill>
          <a:blip r:embed="rId879"/>
          <a:srcRect/>
          <a:stretch>
            <a:fillRect/>
          </a:stretch>
        </p:blipFill>
        <p:spPr>
          <a:xfrm>
            <a:off x="4943951" y="5728335"/>
            <a:ext cx="254984" cy="175546"/>
          </a:xfrm>
          <a:prstGeom prst="rect"/>
          <a:ln w="0">
            <a:noFill/>
          </a:ln>
        </p:spPr>
      </p:pic>
      <p:pic>
        <p:nvPicPr>
          <p:cNvPr id="1450" name="New picture"/>
          <p:cNvPicPr/>
          <p:nvPr/>
        </p:nvPicPr>
        <p:blipFill>
          <a:blip r:embed="rId880"/>
          <a:srcRect/>
          <a:stretch>
            <a:fillRect/>
          </a:stretch>
        </p:blipFill>
        <p:spPr>
          <a:xfrm>
            <a:off x="5214176" y="5728335"/>
            <a:ext cx="177165" cy="180118"/>
          </a:xfrm>
          <a:prstGeom prst="rect"/>
          <a:ln w="0">
            <a:noFill/>
          </a:ln>
        </p:spPr>
      </p:pic>
      <p:sp>
        <p:nvSpPr>
          <p:cNvPr id="1451" name="New shape"/>
          <p:cNvSpPr/>
          <p:nvPr/>
        </p:nvSpPr>
        <p:spPr>
          <a:xfrm>
            <a:off x="5255420" y="5765007"/>
            <a:ext cx="94678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2" name="New picture"/>
          <p:cNvPicPr/>
          <p:nvPr/>
        </p:nvPicPr>
        <p:blipFill>
          <a:blip r:embed="rId881"/>
          <a:srcRect/>
          <a:stretch>
            <a:fillRect/>
          </a:stretch>
        </p:blipFill>
        <p:spPr>
          <a:xfrm>
            <a:off x="5400580" y="5728335"/>
            <a:ext cx="177070" cy="180118"/>
          </a:xfrm>
          <a:prstGeom prst="rect"/>
          <a:ln w="0">
            <a:noFill/>
          </a:ln>
        </p:spPr>
      </p:pic>
      <p:sp>
        <p:nvSpPr>
          <p:cNvPr id="1453" name="New shape"/>
          <p:cNvSpPr/>
          <p:nvPr/>
        </p:nvSpPr>
        <p:spPr>
          <a:xfrm>
            <a:off x="5441728" y="5765007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4" name="New picture"/>
          <p:cNvPicPr/>
          <p:nvPr/>
        </p:nvPicPr>
        <p:blipFill>
          <a:blip r:embed="rId882"/>
          <a:srcRect/>
          <a:stretch>
            <a:fillRect/>
          </a:stretch>
        </p:blipFill>
        <p:spPr>
          <a:xfrm>
            <a:off x="5661660" y="5728431"/>
            <a:ext cx="177070" cy="180022"/>
          </a:xfrm>
          <a:prstGeom prst="rect"/>
          <a:ln w="0">
            <a:noFill/>
          </a:ln>
        </p:spPr>
      </p:pic>
      <p:sp>
        <p:nvSpPr>
          <p:cNvPr id="1455" name="New shape"/>
          <p:cNvSpPr/>
          <p:nvPr/>
        </p:nvSpPr>
        <p:spPr>
          <a:xfrm>
            <a:off x="5702904" y="5765007"/>
            <a:ext cx="94678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6" name="New picture"/>
          <p:cNvPicPr/>
          <p:nvPr/>
        </p:nvPicPr>
        <p:blipFill>
          <a:blip r:embed="rId883"/>
          <a:srcRect/>
          <a:stretch>
            <a:fillRect/>
          </a:stretch>
        </p:blipFill>
        <p:spPr>
          <a:xfrm>
            <a:off x="5844921" y="5678043"/>
            <a:ext cx="85534" cy="225838"/>
          </a:xfrm>
          <a:prstGeom prst="rect"/>
          <a:ln w="0">
            <a:noFill/>
          </a:ln>
        </p:spPr>
      </p:pic>
      <p:pic>
        <p:nvPicPr>
          <p:cNvPr id="1457" name="New picture"/>
          <p:cNvPicPr/>
          <p:nvPr/>
        </p:nvPicPr>
        <p:blipFill>
          <a:blip r:embed="rId884"/>
          <a:srcRect/>
          <a:stretch>
            <a:fillRect/>
          </a:stretch>
        </p:blipFill>
        <p:spPr>
          <a:xfrm>
            <a:off x="5999131" y="5677947"/>
            <a:ext cx="221361" cy="225933"/>
          </a:xfrm>
          <a:prstGeom prst="rect"/>
          <a:ln w="0">
            <a:noFill/>
          </a:ln>
        </p:spPr>
      </p:pic>
      <p:sp>
        <p:nvSpPr>
          <p:cNvPr id="1458" name="New shape"/>
          <p:cNvSpPr/>
          <p:nvPr/>
        </p:nvSpPr>
        <p:spPr>
          <a:xfrm>
            <a:off x="6083141" y="5735955"/>
            <a:ext cx="51911" cy="7019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9" name="New picture"/>
          <p:cNvPicPr/>
          <p:nvPr/>
        </p:nvPicPr>
        <p:blipFill>
          <a:blip r:embed="rId885"/>
          <a:srcRect/>
          <a:stretch>
            <a:fillRect/>
          </a:stretch>
        </p:blipFill>
        <p:spPr>
          <a:xfrm>
            <a:off x="6215919" y="5728335"/>
            <a:ext cx="180213" cy="180118"/>
          </a:xfrm>
          <a:prstGeom prst="rect"/>
          <a:ln w="0">
            <a:noFill/>
          </a:ln>
        </p:spPr>
      </p:pic>
      <p:sp>
        <p:nvSpPr>
          <p:cNvPr id="1460" name="New shape"/>
          <p:cNvSpPr/>
          <p:nvPr/>
        </p:nvSpPr>
        <p:spPr>
          <a:xfrm>
            <a:off x="6257163" y="5765006"/>
            <a:ext cx="97727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61" name="New shape"/>
          <p:cNvSpPr/>
          <p:nvPr/>
        </p:nvSpPr>
        <p:spPr>
          <a:xfrm>
            <a:off x="6409849" y="5678043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62" name="New shape"/>
          <p:cNvSpPr/>
          <p:nvPr/>
        </p:nvSpPr>
        <p:spPr>
          <a:xfrm>
            <a:off x="6409849" y="5734527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3" name="New picture"/>
          <p:cNvPicPr/>
          <p:nvPr/>
        </p:nvPicPr>
        <p:blipFill>
          <a:blip r:embed="rId886"/>
          <a:srcRect/>
          <a:stretch>
            <a:fillRect/>
          </a:stretch>
        </p:blipFill>
        <p:spPr>
          <a:xfrm>
            <a:off x="6461760" y="5673375"/>
            <a:ext cx="80962" cy="230505"/>
          </a:xfrm>
          <a:prstGeom prst="rect"/>
          <a:ln w="0">
            <a:noFill/>
          </a:ln>
        </p:spPr>
      </p:pic>
      <p:pic>
        <p:nvPicPr>
          <p:cNvPr id="1464" name="New picture"/>
          <p:cNvPicPr/>
          <p:nvPr/>
        </p:nvPicPr>
        <p:blipFill>
          <a:blip r:embed="rId887"/>
          <a:srcRect/>
          <a:stretch>
            <a:fillRect/>
          </a:stretch>
        </p:blipFill>
        <p:spPr>
          <a:xfrm>
            <a:off x="6542723" y="5728335"/>
            <a:ext cx="177165" cy="180118"/>
          </a:xfrm>
          <a:prstGeom prst="rect"/>
          <a:ln w="0">
            <a:noFill/>
          </a:ln>
        </p:spPr>
      </p:pic>
      <p:sp>
        <p:nvSpPr>
          <p:cNvPr id="1465" name="New shape"/>
          <p:cNvSpPr/>
          <p:nvPr/>
        </p:nvSpPr>
        <p:spPr>
          <a:xfrm>
            <a:off x="6585490" y="5765007"/>
            <a:ext cx="93155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6" name="New picture"/>
          <p:cNvPicPr/>
          <p:nvPr/>
        </p:nvPicPr>
        <p:blipFill>
          <a:blip r:embed="rId888"/>
          <a:srcRect/>
          <a:stretch>
            <a:fillRect/>
          </a:stretch>
        </p:blipFill>
        <p:spPr>
          <a:xfrm>
            <a:off x="689610" y="6012180"/>
            <a:ext cx="181737" cy="225838"/>
          </a:xfrm>
          <a:prstGeom prst="rect"/>
          <a:ln w="0">
            <a:noFill/>
          </a:ln>
        </p:spPr>
      </p:pic>
      <p:sp>
        <p:nvSpPr>
          <p:cNvPr id="1467" name="New shape"/>
          <p:cNvSpPr/>
          <p:nvPr/>
        </p:nvSpPr>
        <p:spPr>
          <a:xfrm>
            <a:off x="730853" y="6050375"/>
            <a:ext cx="97726" cy="14801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68" name="New shape"/>
          <p:cNvSpPr/>
          <p:nvPr/>
        </p:nvSpPr>
        <p:spPr>
          <a:xfrm>
            <a:off x="888111" y="6012180"/>
            <a:ext cx="41243" cy="9001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9" name="New picture"/>
          <p:cNvPicPr/>
          <p:nvPr/>
        </p:nvPicPr>
        <p:blipFill>
          <a:blip r:embed="rId889"/>
          <a:srcRect/>
          <a:stretch>
            <a:fillRect/>
          </a:stretch>
        </p:blipFill>
        <p:spPr>
          <a:xfrm>
            <a:off x="933926" y="6012180"/>
            <a:ext cx="221456" cy="225838"/>
          </a:xfrm>
          <a:prstGeom prst="rect"/>
          <a:ln w="0">
            <a:noFill/>
          </a:ln>
        </p:spPr>
      </p:pic>
      <p:sp>
        <p:nvSpPr>
          <p:cNvPr id="1470" name="New shape"/>
          <p:cNvSpPr/>
          <p:nvPr/>
        </p:nvSpPr>
        <p:spPr>
          <a:xfrm>
            <a:off x="1017937" y="6070188"/>
            <a:ext cx="51911" cy="7019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1" name="New picture"/>
          <p:cNvPicPr/>
          <p:nvPr/>
        </p:nvPicPr>
        <p:blipFill>
          <a:blip r:embed="rId890"/>
          <a:srcRect/>
          <a:stretch>
            <a:fillRect/>
          </a:stretch>
        </p:blipFill>
        <p:spPr>
          <a:xfrm>
            <a:off x="1167575" y="6062472"/>
            <a:ext cx="77914" cy="175546"/>
          </a:xfrm>
          <a:prstGeom prst="rect"/>
          <a:ln w="0">
            <a:noFill/>
          </a:ln>
        </p:spPr>
      </p:pic>
      <p:pic>
        <p:nvPicPr>
          <p:cNvPr id="1472" name="New picture"/>
          <p:cNvPicPr/>
          <p:nvPr/>
        </p:nvPicPr>
        <p:blipFill>
          <a:blip r:embed="rId891"/>
          <a:srcRect/>
          <a:stretch>
            <a:fillRect/>
          </a:stretch>
        </p:blipFill>
        <p:spPr>
          <a:xfrm>
            <a:off x="1240822" y="6062472"/>
            <a:ext cx="174117" cy="180118"/>
          </a:xfrm>
          <a:prstGeom prst="rect"/>
          <a:ln w="0">
            <a:noFill/>
          </a:ln>
        </p:spPr>
      </p:pic>
      <p:pic>
        <p:nvPicPr>
          <p:cNvPr id="1473" name="New picture"/>
          <p:cNvPicPr/>
          <p:nvPr/>
        </p:nvPicPr>
        <p:blipFill>
          <a:blip r:embed="rId892"/>
          <a:srcRect/>
          <a:stretch>
            <a:fillRect/>
          </a:stretch>
        </p:blipFill>
        <p:spPr>
          <a:xfrm>
            <a:off x="1416463" y="6068664"/>
            <a:ext cx="172593" cy="225838"/>
          </a:xfrm>
          <a:prstGeom prst="rect"/>
          <a:ln w="0">
            <a:noFill/>
          </a:ln>
        </p:spPr>
      </p:pic>
      <p:pic>
        <p:nvPicPr>
          <p:cNvPr id="1474" name="New picture"/>
          <p:cNvPicPr/>
          <p:nvPr/>
        </p:nvPicPr>
        <p:blipFill>
          <a:blip r:embed="rId893"/>
          <a:srcRect/>
          <a:stretch>
            <a:fillRect/>
          </a:stretch>
        </p:blipFill>
        <p:spPr>
          <a:xfrm>
            <a:off x="668274" y="6498907"/>
            <a:ext cx="105347" cy="112966"/>
          </a:xfrm>
          <a:prstGeom prst="rect"/>
          <a:ln w="0">
            <a:noFill/>
          </a:ln>
        </p:spPr>
      </p:pic>
      <p:sp>
        <p:nvSpPr>
          <p:cNvPr id="1475" name="New shape"/>
          <p:cNvSpPr/>
          <p:nvPr/>
        </p:nvSpPr>
        <p:spPr>
          <a:xfrm>
            <a:off x="671322" y="6500432"/>
            <a:ext cx="99250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6" name="New shape"/>
          <p:cNvSpPr/>
          <p:nvPr/>
        </p:nvSpPr>
        <p:spPr>
          <a:xfrm>
            <a:off x="698849" y="6514243"/>
            <a:ext cx="42672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7" name="New shape"/>
          <p:cNvSpPr/>
          <p:nvPr/>
        </p:nvSpPr>
        <p:spPr>
          <a:xfrm>
            <a:off x="695706" y="6506623"/>
            <a:ext cx="50482" cy="686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8" name="New shape"/>
          <p:cNvSpPr/>
          <p:nvPr/>
        </p:nvSpPr>
        <p:spPr>
          <a:xfrm>
            <a:off x="671322" y="6500432"/>
            <a:ext cx="99250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9" name="New shape"/>
          <p:cNvSpPr/>
          <p:nvPr/>
        </p:nvSpPr>
        <p:spPr>
          <a:xfrm>
            <a:off x="698849" y="6514243"/>
            <a:ext cx="42672" cy="579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0" name="New picture"/>
          <p:cNvPicPr/>
          <p:nvPr/>
        </p:nvPicPr>
        <p:blipFill>
          <a:blip r:embed="rId894"/>
          <a:srcRect/>
          <a:stretch>
            <a:fillRect/>
          </a:stretch>
        </p:blipFill>
        <p:spPr>
          <a:xfrm>
            <a:off x="779716" y="6529482"/>
            <a:ext cx="74867" cy="83916"/>
          </a:xfrm>
          <a:prstGeom prst="rect"/>
          <a:ln w="0">
            <a:noFill/>
          </a:ln>
        </p:spPr>
      </p:pic>
      <p:sp>
        <p:nvSpPr>
          <p:cNvPr id="1481" name="New shape"/>
          <p:cNvSpPr/>
          <p:nvPr/>
        </p:nvSpPr>
        <p:spPr>
          <a:xfrm>
            <a:off x="782764" y="6531008"/>
            <a:ext cx="7029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82" name="New shape"/>
          <p:cNvSpPr/>
          <p:nvPr/>
        </p:nvSpPr>
        <p:spPr>
          <a:xfrm>
            <a:off x="782764" y="6531008"/>
            <a:ext cx="70294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3" name="New picture"/>
          <p:cNvPicPr/>
          <p:nvPr/>
        </p:nvPicPr>
        <p:blipFill>
          <a:blip r:embed="rId895"/>
          <a:srcRect/>
          <a:stretch>
            <a:fillRect/>
          </a:stretch>
        </p:blipFill>
        <p:spPr>
          <a:xfrm>
            <a:off x="863727" y="6505099"/>
            <a:ext cx="53435" cy="108299"/>
          </a:xfrm>
          <a:prstGeom prst="rect"/>
          <a:ln w="0">
            <a:noFill/>
          </a:ln>
        </p:spPr>
      </p:pic>
      <p:sp>
        <p:nvSpPr>
          <p:cNvPr id="1484" name="New shape"/>
          <p:cNvSpPr/>
          <p:nvPr/>
        </p:nvSpPr>
        <p:spPr>
          <a:xfrm>
            <a:off x="866775" y="6508147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85" name="New shape"/>
          <p:cNvSpPr/>
          <p:nvPr/>
        </p:nvSpPr>
        <p:spPr>
          <a:xfrm>
            <a:off x="866775" y="6508147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6" name="New picture"/>
          <p:cNvPicPr/>
          <p:nvPr/>
        </p:nvPicPr>
        <p:blipFill>
          <a:blip r:embed="rId896"/>
          <a:srcRect/>
          <a:stretch>
            <a:fillRect/>
          </a:stretch>
        </p:blipFill>
        <p:spPr>
          <a:xfrm>
            <a:off x="921734" y="6526434"/>
            <a:ext cx="76390" cy="86964"/>
          </a:xfrm>
          <a:prstGeom prst="rect"/>
          <a:ln w="0">
            <a:noFill/>
          </a:ln>
        </p:spPr>
      </p:pic>
      <p:sp>
        <p:nvSpPr>
          <p:cNvPr id="1487" name="New shape"/>
          <p:cNvSpPr/>
          <p:nvPr/>
        </p:nvSpPr>
        <p:spPr>
          <a:xfrm>
            <a:off x="927830" y="6532530"/>
            <a:ext cx="67246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88" name="New shape"/>
          <p:cNvSpPr/>
          <p:nvPr/>
        </p:nvSpPr>
        <p:spPr>
          <a:xfrm>
            <a:off x="938593" y="6541674"/>
            <a:ext cx="44196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89" name="New shape"/>
          <p:cNvSpPr/>
          <p:nvPr/>
        </p:nvSpPr>
        <p:spPr>
          <a:xfrm>
            <a:off x="935450" y="6537103"/>
            <a:ext cx="50482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0" name="New shape"/>
          <p:cNvSpPr/>
          <p:nvPr/>
        </p:nvSpPr>
        <p:spPr>
          <a:xfrm>
            <a:off x="924782" y="6529482"/>
            <a:ext cx="71818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1" name="New shape"/>
          <p:cNvSpPr/>
          <p:nvPr/>
        </p:nvSpPr>
        <p:spPr>
          <a:xfrm>
            <a:off x="938593" y="6538626"/>
            <a:ext cx="44196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2" name="New picture"/>
          <p:cNvPicPr/>
          <p:nvPr/>
        </p:nvPicPr>
        <p:blipFill>
          <a:blip r:embed="rId897"/>
          <a:srcRect/>
          <a:stretch>
            <a:fillRect/>
          </a:stretch>
        </p:blipFill>
        <p:spPr>
          <a:xfrm>
            <a:off x="1013365" y="6529482"/>
            <a:ext cx="74866" cy="83916"/>
          </a:xfrm>
          <a:prstGeom prst="rect"/>
          <a:ln w="0">
            <a:noFill/>
          </a:ln>
        </p:spPr>
      </p:pic>
      <p:sp>
        <p:nvSpPr>
          <p:cNvPr id="1493" name="New shape"/>
          <p:cNvSpPr/>
          <p:nvPr/>
        </p:nvSpPr>
        <p:spPr>
          <a:xfrm>
            <a:off x="1016413" y="6531008"/>
            <a:ext cx="6877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4" name="New shape"/>
          <p:cNvSpPr/>
          <p:nvPr/>
        </p:nvSpPr>
        <p:spPr>
          <a:xfrm>
            <a:off x="1016413" y="6531008"/>
            <a:ext cx="68771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5" name="New picture"/>
          <p:cNvPicPr/>
          <p:nvPr/>
        </p:nvPicPr>
        <p:blipFill>
          <a:blip r:embed="rId898"/>
          <a:srcRect/>
          <a:stretch>
            <a:fillRect/>
          </a:stretch>
        </p:blipFill>
        <p:spPr>
          <a:xfrm>
            <a:off x="1106519" y="6526529"/>
            <a:ext cx="48863" cy="85439"/>
          </a:xfrm>
          <a:prstGeom prst="rect"/>
          <a:ln w="0">
            <a:noFill/>
          </a:ln>
        </p:spPr>
      </p:pic>
      <p:sp>
        <p:nvSpPr>
          <p:cNvPr id="1496" name="New shape"/>
          <p:cNvSpPr/>
          <p:nvPr/>
        </p:nvSpPr>
        <p:spPr>
          <a:xfrm>
            <a:off x="1109567" y="6529577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7" name="New shape"/>
          <p:cNvSpPr/>
          <p:nvPr/>
        </p:nvSpPr>
        <p:spPr>
          <a:xfrm>
            <a:off x="1109567" y="6529577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8" name="New picture"/>
          <p:cNvPicPr/>
          <p:nvPr/>
        </p:nvPicPr>
        <p:blipFill>
          <a:blip r:embed="rId899"/>
          <a:srcRect/>
          <a:stretch>
            <a:fillRect/>
          </a:stretch>
        </p:blipFill>
        <p:spPr>
          <a:xfrm>
            <a:off x="1153859" y="6526434"/>
            <a:ext cx="64103" cy="86964"/>
          </a:xfrm>
          <a:prstGeom prst="rect"/>
          <a:ln w="0">
            <a:noFill/>
          </a:ln>
        </p:spPr>
      </p:pic>
      <p:sp>
        <p:nvSpPr>
          <p:cNvPr id="1499" name="New shape"/>
          <p:cNvSpPr/>
          <p:nvPr/>
        </p:nvSpPr>
        <p:spPr>
          <a:xfrm>
            <a:off x="1156907" y="6532530"/>
            <a:ext cx="56483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00" name="New shape"/>
          <p:cNvSpPr/>
          <p:nvPr/>
        </p:nvSpPr>
        <p:spPr>
          <a:xfrm>
            <a:off x="1156907" y="6529482"/>
            <a:ext cx="58007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1" name="New picture"/>
          <p:cNvPicPr/>
          <p:nvPr/>
        </p:nvPicPr>
        <p:blipFill>
          <a:blip r:embed="rId900"/>
          <a:srcRect/>
          <a:stretch>
            <a:fillRect/>
          </a:stretch>
        </p:blipFill>
        <p:spPr>
          <a:xfrm>
            <a:off x="1269873" y="6590538"/>
            <a:ext cx="21431" cy="22861"/>
          </a:xfrm>
          <a:prstGeom prst="rect"/>
          <a:ln w="0">
            <a:noFill/>
          </a:ln>
        </p:spPr>
      </p:pic>
      <p:sp>
        <p:nvSpPr>
          <p:cNvPr id="1502" name="New shape"/>
          <p:cNvSpPr/>
          <p:nvPr/>
        </p:nvSpPr>
        <p:spPr>
          <a:xfrm>
            <a:off x="1274540" y="6596635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3" name="New picture"/>
          <p:cNvPicPr/>
          <p:nvPr/>
        </p:nvPicPr>
        <p:blipFill>
          <a:blip r:embed="rId901"/>
          <a:srcRect/>
          <a:stretch>
            <a:fillRect/>
          </a:stretch>
        </p:blipFill>
        <p:spPr>
          <a:xfrm>
            <a:off x="1269873" y="6535579"/>
            <a:ext cx="22955" cy="21336"/>
          </a:xfrm>
          <a:prstGeom prst="rect"/>
          <a:ln w="0">
            <a:noFill/>
          </a:ln>
        </p:spPr>
      </p:pic>
      <p:sp>
        <p:nvSpPr>
          <p:cNvPr id="1504" name="New shape"/>
          <p:cNvSpPr/>
          <p:nvPr/>
        </p:nvSpPr>
        <p:spPr>
          <a:xfrm>
            <a:off x="1274540" y="6540151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05" name="New shape"/>
          <p:cNvSpPr/>
          <p:nvPr/>
        </p:nvSpPr>
        <p:spPr>
          <a:xfrm>
            <a:off x="1272921" y="6593587"/>
            <a:ext cx="16859" cy="1676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06" name="New shape"/>
          <p:cNvSpPr/>
          <p:nvPr/>
        </p:nvSpPr>
        <p:spPr>
          <a:xfrm>
            <a:off x="1272921" y="6537103"/>
            <a:ext cx="16859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7" name="New picture"/>
          <p:cNvPicPr/>
          <p:nvPr/>
        </p:nvPicPr>
        <p:blipFill>
          <a:blip r:embed="rId902"/>
          <a:srcRect/>
          <a:stretch>
            <a:fillRect/>
          </a:stretch>
        </p:blipFill>
        <p:spPr>
          <a:xfrm>
            <a:off x="1341692" y="6500431"/>
            <a:ext cx="50387" cy="111442"/>
          </a:xfrm>
          <a:prstGeom prst="rect"/>
          <a:ln w="0">
            <a:noFill/>
          </a:ln>
        </p:spPr>
      </p:pic>
      <p:pic>
        <p:nvPicPr>
          <p:cNvPr id="1508" name="New picture"/>
          <p:cNvPicPr/>
          <p:nvPr/>
        </p:nvPicPr>
        <p:blipFill>
          <a:blip r:embed="rId903"/>
          <a:srcRect/>
          <a:stretch>
            <a:fillRect/>
          </a:stretch>
        </p:blipFill>
        <p:spPr>
          <a:xfrm>
            <a:off x="1413415" y="6529483"/>
            <a:ext cx="77915" cy="82486"/>
          </a:xfrm>
          <a:prstGeom prst="rect"/>
          <a:ln w="0">
            <a:noFill/>
          </a:ln>
        </p:spPr>
      </p:pic>
      <p:sp>
        <p:nvSpPr>
          <p:cNvPr id="1509" name="New shape"/>
          <p:cNvSpPr/>
          <p:nvPr/>
        </p:nvSpPr>
        <p:spPr>
          <a:xfrm>
            <a:off x="1425702" y="6540246"/>
            <a:ext cx="51911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0" name="New picture"/>
          <p:cNvPicPr/>
          <p:nvPr/>
        </p:nvPicPr>
        <p:blipFill>
          <a:blip r:embed="rId904"/>
          <a:srcRect/>
          <a:stretch>
            <a:fillRect/>
          </a:stretch>
        </p:blipFill>
        <p:spPr>
          <a:xfrm>
            <a:off x="1512665" y="6500526"/>
            <a:ext cx="67246" cy="108300"/>
          </a:xfrm>
          <a:prstGeom prst="rect"/>
          <a:ln w="0">
            <a:noFill/>
          </a:ln>
        </p:spPr>
      </p:pic>
      <p:pic>
        <p:nvPicPr>
          <p:cNvPr id="1511" name="New picture"/>
          <p:cNvPicPr/>
          <p:nvPr/>
        </p:nvPicPr>
        <p:blipFill>
          <a:blip r:embed="rId905"/>
          <a:srcRect/>
          <a:stretch>
            <a:fillRect/>
          </a:stretch>
        </p:blipFill>
        <p:spPr>
          <a:xfrm>
            <a:off x="1604296" y="6529577"/>
            <a:ext cx="70295" cy="79343"/>
          </a:xfrm>
          <a:prstGeom prst="rect"/>
          <a:ln w="0">
            <a:noFill/>
          </a:ln>
        </p:spPr>
      </p:pic>
      <p:pic>
        <p:nvPicPr>
          <p:cNvPr id="1512" name="New picture"/>
          <p:cNvPicPr/>
          <p:nvPr/>
        </p:nvPicPr>
        <p:blipFill>
          <a:blip r:embed="rId906"/>
          <a:srcRect/>
          <a:stretch>
            <a:fillRect/>
          </a:stretch>
        </p:blipFill>
        <p:spPr>
          <a:xfrm>
            <a:off x="1740217" y="6500526"/>
            <a:ext cx="90107" cy="108300"/>
          </a:xfrm>
          <a:prstGeom prst="rect"/>
          <a:ln w="0">
            <a:noFill/>
          </a:ln>
        </p:spPr>
      </p:pic>
      <p:sp>
        <p:nvSpPr>
          <p:cNvPr id="1513" name="New shape"/>
          <p:cNvSpPr/>
          <p:nvPr/>
        </p:nvSpPr>
        <p:spPr>
          <a:xfrm>
            <a:off x="1754029" y="6512719"/>
            <a:ext cx="62579" cy="854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4" name="New picture"/>
          <p:cNvPicPr/>
          <p:nvPr/>
        </p:nvPicPr>
        <p:blipFill>
          <a:blip r:embed="rId907"/>
          <a:srcRect/>
          <a:stretch>
            <a:fillRect/>
          </a:stretch>
        </p:blipFill>
        <p:spPr>
          <a:xfrm>
            <a:off x="1847088" y="6593587"/>
            <a:ext cx="16764" cy="16763"/>
          </a:xfrm>
          <a:prstGeom prst="rect"/>
          <a:ln w="0">
            <a:noFill/>
          </a:ln>
        </p:spPr>
      </p:pic>
      <p:pic>
        <p:nvPicPr>
          <p:cNvPr id="1515" name="New picture"/>
          <p:cNvPicPr/>
          <p:nvPr/>
        </p:nvPicPr>
        <p:blipFill>
          <a:blip r:embed="rId908"/>
          <a:srcRect/>
          <a:stretch>
            <a:fillRect/>
          </a:stretch>
        </p:blipFill>
        <p:spPr>
          <a:xfrm>
            <a:off x="1929574" y="6500526"/>
            <a:ext cx="80962" cy="108300"/>
          </a:xfrm>
          <a:prstGeom prst="rect"/>
          <a:ln w="0">
            <a:noFill/>
          </a:ln>
        </p:spPr>
      </p:pic>
      <p:pic>
        <p:nvPicPr>
          <p:cNvPr id="1516" name="New picture"/>
          <p:cNvPicPr/>
          <p:nvPr/>
        </p:nvPicPr>
        <p:blipFill>
          <a:blip r:embed="rId909"/>
          <a:srcRect/>
          <a:stretch>
            <a:fillRect/>
          </a:stretch>
        </p:blipFill>
        <p:spPr>
          <a:xfrm>
            <a:off x="2013490" y="6529482"/>
            <a:ext cx="70295" cy="82391"/>
          </a:xfrm>
          <a:prstGeom prst="rect"/>
          <a:ln w="0">
            <a:noFill/>
          </a:ln>
        </p:spPr>
      </p:pic>
      <p:sp>
        <p:nvSpPr>
          <p:cNvPr id="1517" name="New shape"/>
          <p:cNvSpPr/>
          <p:nvPr/>
        </p:nvSpPr>
        <p:spPr>
          <a:xfrm>
            <a:off x="2025777" y="653862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18" name="New shape"/>
          <p:cNvSpPr/>
          <p:nvPr/>
        </p:nvSpPr>
        <p:spPr>
          <a:xfrm>
            <a:off x="2104644" y="6499860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19" name="New shape"/>
          <p:cNvSpPr/>
          <p:nvPr/>
        </p:nvSpPr>
        <p:spPr>
          <a:xfrm>
            <a:off x="2144268" y="6499860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0" name="New picture"/>
          <p:cNvPicPr/>
          <p:nvPr/>
        </p:nvPicPr>
        <p:blipFill>
          <a:blip r:embed="rId910"/>
          <a:srcRect/>
          <a:stretch>
            <a:fillRect/>
          </a:stretch>
        </p:blipFill>
        <p:spPr>
          <a:xfrm>
            <a:off x="2178558" y="6529482"/>
            <a:ext cx="71723" cy="82391"/>
          </a:xfrm>
          <a:prstGeom prst="rect"/>
          <a:ln w="0">
            <a:noFill/>
          </a:ln>
        </p:spPr>
      </p:pic>
      <p:sp>
        <p:nvSpPr>
          <p:cNvPr id="1521" name="New shape"/>
          <p:cNvSpPr/>
          <p:nvPr/>
        </p:nvSpPr>
        <p:spPr>
          <a:xfrm>
            <a:off x="2192274" y="653862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2" name="New picture"/>
          <p:cNvPicPr/>
          <p:nvPr/>
        </p:nvPicPr>
        <p:blipFill>
          <a:blip r:embed="rId911"/>
          <a:srcRect/>
          <a:stretch>
            <a:fillRect/>
          </a:stretch>
        </p:blipFill>
        <p:spPr>
          <a:xfrm>
            <a:off x="2271618" y="6500526"/>
            <a:ext cx="68770" cy="108300"/>
          </a:xfrm>
          <a:prstGeom prst="rect"/>
          <a:ln w="0">
            <a:noFill/>
          </a:ln>
        </p:spPr>
      </p:pic>
      <p:pic>
        <p:nvPicPr>
          <p:cNvPr id="1523" name="New picture"/>
          <p:cNvPicPr/>
          <p:nvPr/>
        </p:nvPicPr>
        <p:blipFill>
          <a:blip r:embed="rId912"/>
          <a:srcRect/>
          <a:stretch>
            <a:fillRect/>
          </a:stretch>
        </p:blipFill>
        <p:spPr>
          <a:xfrm>
            <a:off x="2360200" y="6529483"/>
            <a:ext cx="70295" cy="82486"/>
          </a:xfrm>
          <a:prstGeom prst="rect"/>
          <a:ln w="0">
            <a:noFill/>
          </a:ln>
        </p:spPr>
      </p:pic>
      <p:sp>
        <p:nvSpPr>
          <p:cNvPr id="1524" name="New shape"/>
          <p:cNvSpPr/>
          <p:nvPr/>
        </p:nvSpPr>
        <p:spPr>
          <a:xfrm>
            <a:off x="2372392" y="653862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5" name="New picture"/>
          <p:cNvPicPr/>
          <p:nvPr/>
        </p:nvPicPr>
        <p:blipFill>
          <a:blip r:embed="rId913"/>
          <a:srcRect/>
          <a:stretch>
            <a:fillRect/>
          </a:stretch>
        </p:blipFill>
        <p:spPr>
          <a:xfrm>
            <a:off x="2450306" y="6529482"/>
            <a:ext cx="42767" cy="79343"/>
          </a:xfrm>
          <a:prstGeom prst="rect"/>
          <a:ln w="0">
            <a:noFill/>
          </a:ln>
        </p:spPr>
      </p:pic>
      <p:pic>
        <p:nvPicPr>
          <p:cNvPr id="1526" name="New picture"/>
          <p:cNvPicPr/>
          <p:nvPr/>
        </p:nvPicPr>
        <p:blipFill>
          <a:blip r:embed="rId914"/>
          <a:srcRect/>
          <a:stretch>
            <a:fillRect/>
          </a:stretch>
        </p:blipFill>
        <p:spPr>
          <a:xfrm>
            <a:off x="2490026" y="6593587"/>
            <a:ext cx="21336" cy="42767"/>
          </a:xfrm>
          <a:prstGeom prst="rect"/>
          <a:ln w="0">
            <a:noFill/>
          </a:ln>
        </p:spPr>
      </p:pic>
      <p:pic>
        <p:nvPicPr>
          <p:cNvPr id="1527" name="New picture"/>
          <p:cNvPicPr/>
          <p:nvPr/>
        </p:nvPicPr>
        <p:blipFill>
          <a:blip r:embed="rId915"/>
          <a:srcRect/>
          <a:stretch>
            <a:fillRect/>
          </a:stretch>
        </p:blipFill>
        <p:spPr>
          <a:xfrm>
            <a:off x="2577084" y="6500526"/>
            <a:ext cx="74771" cy="108299"/>
          </a:xfrm>
          <a:prstGeom prst="rect"/>
          <a:ln w="0">
            <a:noFill/>
          </a:ln>
        </p:spPr>
      </p:pic>
      <p:sp>
        <p:nvSpPr>
          <p:cNvPr id="1528" name="New shape"/>
          <p:cNvSpPr/>
          <p:nvPr/>
        </p:nvSpPr>
        <p:spPr>
          <a:xfrm>
            <a:off x="2590800" y="6511195"/>
            <a:ext cx="42767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29" name="New shape"/>
          <p:cNvSpPr/>
          <p:nvPr/>
        </p:nvSpPr>
        <p:spPr>
          <a:xfrm>
            <a:off x="2590800" y="6558533"/>
            <a:ext cx="47339" cy="3962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0" name="New picture"/>
          <p:cNvPicPr/>
          <p:nvPr/>
        </p:nvPicPr>
        <p:blipFill>
          <a:blip r:embed="rId916"/>
          <a:srcRect/>
          <a:stretch>
            <a:fillRect/>
          </a:stretch>
        </p:blipFill>
        <p:spPr>
          <a:xfrm>
            <a:off x="2671762" y="6529577"/>
            <a:ext cx="42672" cy="79343"/>
          </a:xfrm>
          <a:prstGeom prst="rect"/>
          <a:ln w="0">
            <a:noFill/>
          </a:ln>
        </p:spPr>
      </p:pic>
      <p:sp>
        <p:nvSpPr>
          <p:cNvPr id="1531" name="New shape"/>
          <p:cNvSpPr/>
          <p:nvPr/>
        </p:nvSpPr>
        <p:spPr>
          <a:xfrm>
            <a:off x="2728245" y="653100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2" name="New picture"/>
          <p:cNvPicPr/>
          <p:nvPr/>
        </p:nvPicPr>
        <p:blipFill>
          <a:blip r:embed="rId917"/>
          <a:srcRect/>
          <a:stretch>
            <a:fillRect/>
          </a:stretch>
        </p:blipFill>
        <p:spPr>
          <a:xfrm>
            <a:off x="2726722" y="6497479"/>
            <a:ext cx="16764" cy="15240"/>
          </a:xfrm>
          <a:prstGeom prst="rect"/>
          <a:ln w="0">
            <a:noFill/>
          </a:ln>
        </p:spPr>
      </p:pic>
      <p:pic>
        <p:nvPicPr>
          <p:cNvPr id="1533" name="New picture"/>
          <p:cNvPicPr/>
          <p:nvPr/>
        </p:nvPicPr>
        <p:blipFill>
          <a:blip r:embed="rId918"/>
          <a:srcRect/>
          <a:stretch>
            <a:fillRect/>
          </a:stretch>
        </p:blipFill>
        <p:spPr>
          <a:xfrm>
            <a:off x="2760250" y="6529482"/>
            <a:ext cx="67151" cy="82391"/>
          </a:xfrm>
          <a:prstGeom prst="rect"/>
          <a:ln w="0">
            <a:noFill/>
          </a:ln>
        </p:spPr>
      </p:pic>
      <p:sp>
        <p:nvSpPr>
          <p:cNvPr id="1534" name="New shape"/>
          <p:cNvSpPr/>
          <p:nvPr/>
        </p:nvSpPr>
        <p:spPr>
          <a:xfrm>
            <a:off x="2773966" y="657072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5" name="New picture"/>
          <p:cNvPicPr/>
          <p:nvPr/>
        </p:nvPicPr>
        <p:blipFill>
          <a:blip r:embed="rId919"/>
          <a:srcRect/>
          <a:stretch>
            <a:fillRect/>
          </a:stretch>
        </p:blipFill>
        <p:spPr>
          <a:xfrm>
            <a:off x="2850356" y="6529482"/>
            <a:ext cx="68675" cy="79439"/>
          </a:xfrm>
          <a:prstGeom prst="rect"/>
          <a:ln w="0">
            <a:noFill/>
          </a:ln>
        </p:spPr>
      </p:pic>
      <p:pic>
        <p:nvPicPr>
          <p:cNvPr id="1536" name="New picture"/>
          <p:cNvPicPr/>
          <p:nvPr/>
        </p:nvPicPr>
        <p:blipFill>
          <a:blip r:embed="rId920"/>
          <a:srcRect/>
          <a:stretch>
            <a:fillRect/>
          </a:stretch>
        </p:blipFill>
        <p:spPr>
          <a:xfrm>
            <a:off x="2984659" y="6500431"/>
            <a:ext cx="114586" cy="108395"/>
          </a:xfrm>
          <a:prstGeom prst="rect"/>
          <a:ln w="0">
            <a:noFill/>
          </a:ln>
        </p:spPr>
      </p:pic>
      <p:pic>
        <p:nvPicPr>
          <p:cNvPr id="1537" name="New picture"/>
          <p:cNvPicPr/>
          <p:nvPr/>
        </p:nvPicPr>
        <p:blipFill>
          <a:blip r:embed="rId921"/>
          <a:srcRect/>
          <a:stretch>
            <a:fillRect/>
          </a:stretch>
        </p:blipFill>
        <p:spPr>
          <a:xfrm>
            <a:off x="3119152" y="6529482"/>
            <a:ext cx="65723" cy="82391"/>
          </a:xfrm>
          <a:prstGeom prst="rect"/>
          <a:ln w="0">
            <a:noFill/>
          </a:ln>
        </p:spPr>
      </p:pic>
      <p:sp>
        <p:nvSpPr>
          <p:cNvPr id="1538" name="New shape"/>
          <p:cNvSpPr/>
          <p:nvPr/>
        </p:nvSpPr>
        <p:spPr>
          <a:xfrm>
            <a:off x="3132868" y="657072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9" name="New picture"/>
          <p:cNvPicPr/>
          <p:nvPr/>
        </p:nvPicPr>
        <p:blipFill>
          <a:blip r:embed="rId922"/>
          <a:srcRect/>
          <a:stretch>
            <a:fillRect/>
          </a:stretch>
        </p:blipFill>
        <p:spPr>
          <a:xfrm>
            <a:off x="3203163" y="6529483"/>
            <a:ext cx="65627" cy="82486"/>
          </a:xfrm>
          <a:prstGeom prst="rect"/>
          <a:ln w="0">
            <a:noFill/>
          </a:ln>
        </p:spPr>
      </p:pic>
      <p:pic>
        <p:nvPicPr>
          <p:cNvPr id="1540" name="New picture"/>
          <p:cNvPicPr/>
          <p:nvPr/>
        </p:nvPicPr>
        <p:blipFill>
          <a:blip r:embed="rId923"/>
          <a:srcRect/>
          <a:stretch>
            <a:fillRect/>
          </a:stretch>
        </p:blipFill>
        <p:spPr>
          <a:xfrm>
            <a:off x="3326797" y="6500526"/>
            <a:ext cx="90107" cy="108300"/>
          </a:xfrm>
          <a:prstGeom prst="rect"/>
          <a:ln w="0">
            <a:noFill/>
          </a:ln>
        </p:spPr>
      </p:pic>
      <p:pic>
        <p:nvPicPr>
          <p:cNvPr id="1541" name="New picture"/>
          <p:cNvPicPr/>
          <p:nvPr/>
        </p:nvPicPr>
        <p:blipFill>
          <a:blip r:embed="rId924"/>
          <a:srcRect/>
          <a:stretch>
            <a:fillRect/>
          </a:stretch>
        </p:blipFill>
        <p:spPr>
          <a:xfrm>
            <a:off x="3438335" y="6529482"/>
            <a:ext cx="65627" cy="82486"/>
          </a:xfrm>
          <a:prstGeom prst="rect"/>
          <a:ln w="0">
            <a:noFill/>
          </a:ln>
        </p:spPr>
      </p:pic>
      <p:sp>
        <p:nvSpPr>
          <p:cNvPr id="1542" name="New shape"/>
          <p:cNvSpPr/>
          <p:nvPr/>
        </p:nvSpPr>
        <p:spPr>
          <a:xfrm>
            <a:off x="3450527" y="6570725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3" name="New picture"/>
          <p:cNvPicPr/>
          <p:nvPr/>
        </p:nvPicPr>
        <p:blipFill>
          <a:blip r:embed="rId925"/>
          <a:srcRect/>
          <a:stretch>
            <a:fillRect/>
          </a:stretch>
        </p:blipFill>
        <p:spPr>
          <a:xfrm>
            <a:off x="3526822" y="6529577"/>
            <a:ext cx="120682" cy="79343"/>
          </a:xfrm>
          <a:prstGeom prst="rect"/>
          <a:ln w="0">
            <a:noFill/>
          </a:ln>
        </p:spPr>
      </p:pic>
      <p:pic>
        <p:nvPicPr>
          <p:cNvPr id="1544" name="New picture"/>
          <p:cNvPicPr/>
          <p:nvPr/>
        </p:nvPicPr>
        <p:blipFill>
          <a:blip r:embed="rId926"/>
          <a:srcRect/>
          <a:stretch>
            <a:fillRect/>
          </a:stretch>
        </p:blipFill>
        <p:spPr>
          <a:xfrm>
            <a:off x="3667411" y="6529578"/>
            <a:ext cx="71723" cy="82391"/>
          </a:xfrm>
          <a:prstGeom prst="rect"/>
          <a:ln w="0">
            <a:noFill/>
          </a:ln>
        </p:spPr>
      </p:pic>
      <p:sp>
        <p:nvSpPr>
          <p:cNvPr id="1545" name="New shape"/>
          <p:cNvSpPr/>
          <p:nvPr/>
        </p:nvSpPr>
        <p:spPr>
          <a:xfrm>
            <a:off x="3681126" y="653872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6" name="New picture"/>
          <p:cNvPicPr/>
          <p:nvPr/>
        </p:nvPicPr>
        <p:blipFill>
          <a:blip r:embed="rId927"/>
          <a:srcRect/>
          <a:stretch>
            <a:fillRect/>
          </a:stretch>
        </p:blipFill>
        <p:spPr>
          <a:xfrm>
            <a:off x="3754374" y="6529483"/>
            <a:ext cx="70295" cy="82486"/>
          </a:xfrm>
          <a:prstGeom prst="rect"/>
          <a:ln w="0">
            <a:noFill/>
          </a:ln>
        </p:spPr>
      </p:pic>
      <p:sp>
        <p:nvSpPr>
          <p:cNvPr id="1547" name="New shape"/>
          <p:cNvSpPr/>
          <p:nvPr/>
        </p:nvSpPr>
        <p:spPr>
          <a:xfrm>
            <a:off x="3766565" y="653862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8" name="New picture"/>
          <p:cNvPicPr/>
          <p:nvPr/>
        </p:nvPicPr>
        <p:blipFill>
          <a:blip r:embed="rId928"/>
          <a:srcRect/>
          <a:stretch>
            <a:fillRect/>
          </a:stretch>
        </p:blipFill>
        <p:spPr>
          <a:xfrm>
            <a:off x="3879532" y="6529482"/>
            <a:ext cx="71818" cy="82391"/>
          </a:xfrm>
          <a:prstGeom prst="rect"/>
          <a:ln w="0">
            <a:noFill/>
          </a:ln>
        </p:spPr>
      </p:pic>
      <p:sp>
        <p:nvSpPr>
          <p:cNvPr id="1549" name="New shape"/>
          <p:cNvSpPr/>
          <p:nvPr/>
        </p:nvSpPr>
        <p:spPr>
          <a:xfrm>
            <a:off x="3893344" y="653862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0" name="New picture"/>
          <p:cNvPicPr/>
          <p:nvPr/>
        </p:nvPicPr>
        <p:blipFill>
          <a:blip r:embed="rId929"/>
          <a:srcRect/>
          <a:stretch>
            <a:fillRect/>
          </a:stretch>
        </p:blipFill>
        <p:spPr>
          <a:xfrm>
            <a:off x="3960590" y="6508051"/>
            <a:ext cx="47339" cy="103822"/>
          </a:xfrm>
          <a:prstGeom prst="rect"/>
          <a:ln w="0">
            <a:noFill/>
          </a:ln>
        </p:spPr>
      </p:pic>
      <p:pic>
        <p:nvPicPr>
          <p:cNvPr id="1551" name="New picture"/>
          <p:cNvPicPr/>
          <p:nvPr/>
        </p:nvPicPr>
        <p:blipFill>
          <a:blip r:embed="rId930"/>
          <a:srcRect/>
          <a:stretch>
            <a:fillRect/>
          </a:stretch>
        </p:blipFill>
        <p:spPr>
          <a:xfrm>
            <a:off x="4053650" y="6500431"/>
            <a:ext cx="99251" cy="108394"/>
          </a:xfrm>
          <a:prstGeom prst="rect"/>
          <a:ln w="0">
            <a:noFill/>
          </a:ln>
        </p:spPr>
      </p:pic>
      <p:sp>
        <p:nvSpPr>
          <p:cNvPr id="1552" name="New shape"/>
          <p:cNvSpPr/>
          <p:nvPr/>
        </p:nvSpPr>
        <p:spPr>
          <a:xfrm>
            <a:off x="4081177" y="6514243"/>
            <a:ext cx="42672" cy="579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3" name="New picture"/>
          <p:cNvPicPr/>
          <p:nvPr/>
        </p:nvPicPr>
        <p:blipFill>
          <a:blip r:embed="rId931"/>
          <a:srcRect/>
          <a:stretch>
            <a:fillRect/>
          </a:stretch>
        </p:blipFill>
        <p:spPr>
          <a:xfrm>
            <a:off x="4160520" y="6529483"/>
            <a:ext cx="77915" cy="82486"/>
          </a:xfrm>
          <a:prstGeom prst="rect"/>
          <a:ln w="0">
            <a:noFill/>
          </a:ln>
        </p:spPr>
      </p:pic>
      <p:sp>
        <p:nvSpPr>
          <p:cNvPr id="1554" name="New shape"/>
          <p:cNvSpPr/>
          <p:nvPr/>
        </p:nvSpPr>
        <p:spPr>
          <a:xfrm>
            <a:off x="4172807" y="6540246"/>
            <a:ext cx="51912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55" name="New shape"/>
          <p:cNvSpPr/>
          <p:nvPr/>
        </p:nvSpPr>
        <p:spPr>
          <a:xfrm>
            <a:off x="4259866" y="653100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6" name="New picture"/>
          <p:cNvPicPr/>
          <p:nvPr/>
        </p:nvPicPr>
        <p:blipFill>
          <a:blip r:embed="rId932"/>
          <a:srcRect/>
          <a:stretch>
            <a:fillRect/>
          </a:stretch>
        </p:blipFill>
        <p:spPr>
          <a:xfrm>
            <a:off x="4256818" y="6497383"/>
            <a:ext cx="16859" cy="15335"/>
          </a:xfrm>
          <a:prstGeom prst="rect"/>
          <a:ln w="0">
            <a:noFill/>
          </a:ln>
        </p:spPr>
      </p:pic>
      <p:pic>
        <p:nvPicPr>
          <p:cNvPr id="1557" name="New picture"/>
          <p:cNvPicPr/>
          <p:nvPr/>
        </p:nvPicPr>
        <p:blipFill>
          <a:blip r:embed="rId933"/>
          <a:srcRect/>
          <a:stretch>
            <a:fillRect/>
          </a:stretch>
        </p:blipFill>
        <p:spPr>
          <a:xfrm>
            <a:off x="4287298" y="6499003"/>
            <a:ext cx="53435" cy="109824"/>
          </a:xfrm>
          <a:prstGeom prst="rect"/>
          <a:ln w="0">
            <a:noFill/>
          </a:ln>
        </p:spPr>
      </p:pic>
      <p:pic>
        <p:nvPicPr>
          <p:cNvPr id="1558" name="New picture"/>
          <p:cNvPicPr/>
          <p:nvPr/>
        </p:nvPicPr>
        <p:blipFill>
          <a:blip r:embed="rId934"/>
          <a:srcRect/>
          <a:stretch>
            <a:fillRect/>
          </a:stretch>
        </p:blipFill>
        <p:spPr>
          <a:xfrm>
            <a:off x="4343781" y="6529482"/>
            <a:ext cx="70295" cy="82391"/>
          </a:xfrm>
          <a:prstGeom prst="rect"/>
          <a:ln w="0">
            <a:noFill/>
          </a:ln>
        </p:spPr>
      </p:pic>
      <p:sp>
        <p:nvSpPr>
          <p:cNvPr id="1559" name="New shape"/>
          <p:cNvSpPr/>
          <p:nvPr/>
        </p:nvSpPr>
        <p:spPr>
          <a:xfrm>
            <a:off x="4356068" y="653862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0" name="New picture"/>
          <p:cNvPicPr/>
          <p:nvPr/>
        </p:nvPicPr>
        <p:blipFill>
          <a:blip r:embed="rId935"/>
          <a:srcRect/>
          <a:stretch>
            <a:fillRect/>
          </a:stretch>
        </p:blipFill>
        <p:spPr>
          <a:xfrm>
            <a:off x="4475131" y="6500526"/>
            <a:ext cx="91630" cy="108300"/>
          </a:xfrm>
          <a:prstGeom prst="rect"/>
          <a:ln w="0">
            <a:noFill/>
          </a:ln>
        </p:spPr>
      </p:pic>
      <p:sp>
        <p:nvSpPr>
          <p:cNvPr id="1561" name="New shape"/>
          <p:cNvSpPr/>
          <p:nvPr/>
        </p:nvSpPr>
        <p:spPr>
          <a:xfrm>
            <a:off x="4488847" y="6512719"/>
            <a:ext cx="64199" cy="854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62" name="New shape"/>
          <p:cNvSpPr/>
          <p:nvPr/>
        </p:nvSpPr>
        <p:spPr>
          <a:xfrm>
            <a:off x="4585049" y="6500526"/>
            <a:ext cx="10763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3" name="New picture"/>
          <p:cNvPicPr/>
          <p:nvPr/>
        </p:nvPicPr>
        <p:blipFill>
          <a:blip r:embed="rId936"/>
          <a:srcRect/>
          <a:stretch>
            <a:fillRect/>
          </a:stretch>
        </p:blipFill>
        <p:spPr>
          <a:xfrm>
            <a:off x="4603432" y="6500526"/>
            <a:ext cx="99251" cy="108299"/>
          </a:xfrm>
          <a:prstGeom prst="rect"/>
          <a:ln w="0">
            <a:noFill/>
          </a:ln>
        </p:spPr>
      </p:pic>
      <p:sp>
        <p:nvSpPr>
          <p:cNvPr id="1564" name="New shape"/>
          <p:cNvSpPr/>
          <p:nvPr/>
        </p:nvSpPr>
        <p:spPr>
          <a:xfrm>
            <a:off x="4630864" y="6514243"/>
            <a:ext cx="42768" cy="5800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5" name="New picture"/>
          <p:cNvPicPr/>
          <p:nvPr/>
        </p:nvPicPr>
        <p:blipFill>
          <a:blip r:embed="rId937"/>
          <a:srcRect/>
          <a:stretch>
            <a:fillRect/>
          </a:stretch>
        </p:blipFill>
        <p:spPr>
          <a:xfrm>
            <a:off x="4714875" y="6529577"/>
            <a:ext cx="42767" cy="79343"/>
          </a:xfrm>
          <a:prstGeom prst="rect"/>
          <a:ln w="0">
            <a:noFill/>
          </a:ln>
        </p:spPr>
      </p:pic>
      <p:pic>
        <p:nvPicPr>
          <p:cNvPr id="1566" name="New picture"/>
          <p:cNvPicPr/>
          <p:nvPr/>
        </p:nvPicPr>
        <p:blipFill>
          <a:blip r:embed="rId938"/>
          <a:srcRect/>
          <a:stretch>
            <a:fillRect/>
          </a:stretch>
        </p:blipFill>
        <p:spPr>
          <a:xfrm>
            <a:off x="4763738" y="6529482"/>
            <a:ext cx="64198" cy="82391"/>
          </a:xfrm>
          <a:prstGeom prst="rect"/>
          <a:ln w="0">
            <a:noFill/>
          </a:ln>
        </p:spPr>
      </p:pic>
      <p:pic>
        <p:nvPicPr>
          <p:cNvPr id="1567" name="New picture"/>
          <p:cNvPicPr/>
          <p:nvPr/>
        </p:nvPicPr>
        <p:blipFill>
          <a:blip r:embed="rId939"/>
          <a:srcRect/>
          <a:stretch>
            <a:fillRect/>
          </a:stretch>
        </p:blipFill>
        <p:spPr>
          <a:xfrm>
            <a:off x="4833938" y="6531102"/>
            <a:ext cx="70295" cy="117539"/>
          </a:xfrm>
          <a:prstGeom prst="rect"/>
          <a:ln w="0">
            <a:noFill/>
          </a:ln>
        </p:spPr>
      </p:pic>
      <p:pic>
        <p:nvPicPr>
          <p:cNvPr id="1568" name="New picture"/>
          <p:cNvPicPr/>
          <p:nvPr/>
        </p:nvPicPr>
        <p:blipFill>
          <a:blip r:embed="rId940"/>
          <a:srcRect/>
          <a:stretch>
            <a:fillRect/>
          </a:stretch>
        </p:blipFill>
        <p:spPr>
          <a:xfrm>
            <a:off x="671322" y="6724937"/>
            <a:ext cx="80962" cy="118967"/>
          </a:xfrm>
          <a:prstGeom prst="rect"/>
          <a:ln w="0">
            <a:noFill/>
          </a:ln>
        </p:spPr>
      </p:pic>
      <p:sp>
        <p:nvSpPr>
          <p:cNvPr id="1569" name="New shape"/>
          <p:cNvSpPr/>
          <p:nvPr/>
        </p:nvSpPr>
        <p:spPr>
          <a:xfrm>
            <a:off x="674370" y="6729507"/>
            <a:ext cx="73343" cy="1083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70" name="New shape"/>
          <p:cNvSpPr/>
          <p:nvPr/>
        </p:nvSpPr>
        <p:spPr>
          <a:xfrm>
            <a:off x="674370" y="6727985"/>
            <a:ext cx="74867" cy="1128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1" name="New picture"/>
          <p:cNvPicPr/>
          <p:nvPr/>
        </p:nvPicPr>
        <p:blipFill>
          <a:blip r:embed="rId941"/>
          <a:srcRect/>
          <a:stretch>
            <a:fillRect/>
          </a:stretch>
        </p:blipFill>
        <p:spPr>
          <a:xfrm>
            <a:off x="767525" y="6758463"/>
            <a:ext cx="16764" cy="82391"/>
          </a:xfrm>
          <a:prstGeom prst="rect"/>
          <a:ln w="0">
            <a:noFill/>
          </a:ln>
        </p:spPr>
      </p:pic>
      <p:sp>
        <p:nvSpPr>
          <p:cNvPr id="1572" name="New shape"/>
          <p:cNvSpPr/>
          <p:nvPr/>
        </p:nvSpPr>
        <p:spPr>
          <a:xfrm>
            <a:off x="769049" y="675998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3" name="New picture"/>
          <p:cNvPicPr/>
          <p:nvPr/>
        </p:nvPicPr>
        <p:blipFill>
          <a:blip r:embed="rId942"/>
          <a:srcRect/>
          <a:stretch>
            <a:fillRect/>
          </a:stretch>
        </p:blipFill>
        <p:spPr>
          <a:xfrm>
            <a:off x="764477" y="6723413"/>
            <a:ext cx="21336" cy="21336"/>
          </a:xfrm>
          <a:prstGeom prst="rect"/>
          <a:ln w="0">
            <a:noFill/>
          </a:ln>
        </p:spPr>
      </p:pic>
      <p:sp>
        <p:nvSpPr>
          <p:cNvPr id="1574" name="New shape"/>
          <p:cNvSpPr/>
          <p:nvPr/>
        </p:nvSpPr>
        <p:spPr>
          <a:xfrm>
            <a:off x="769049" y="6727985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75" name="New shape"/>
          <p:cNvSpPr/>
          <p:nvPr/>
        </p:nvSpPr>
        <p:spPr>
          <a:xfrm>
            <a:off x="769049" y="675998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76" name="New shape"/>
          <p:cNvSpPr/>
          <p:nvPr/>
        </p:nvSpPr>
        <p:spPr>
          <a:xfrm>
            <a:off x="767525" y="6726461"/>
            <a:ext cx="16764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7" name="New picture"/>
          <p:cNvPicPr/>
          <p:nvPr/>
        </p:nvPicPr>
        <p:blipFill>
          <a:blip r:embed="rId943"/>
          <a:srcRect/>
          <a:stretch>
            <a:fillRect/>
          </a:stretch>
        </p:blipFill>
        <p:spPr>
          <a:xfrm>
            <a:off x="795052" y="6734080"/>
            <a:ext cx="53435" cy="108299"/>
          </a:xfrm>
          <a:prstGeom prst="rect"/>
          <a:ln w="0">
            <a:noFill/>
          </a:ln>
        </p:spPr>
      </p:pic>
      <p:sp>
        <p:nvSpPr>
          <p:cNvPr id="1578" name="New shape"/>
          <p:cNvSpPr/>
          <p:nvPr/>
        </p:nvSpPr>
        <p:spPr>
          <a:xfrm>
            <a:off x="798100" y="6737128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79" name="New shape"/>
          <p:cNvSpPr/>
          <p:nvPr/>
        </p:nvSpPr>
        <p:spPr>
          <a:xfrm>
            <a:off x="798100" y="6737128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0" name="New picture"/>
          <p:cNvPicPr/>
          <p:nvPr/>
        </p:nvPicPr>
        <p:blipFill>
          <a:blip r:embed="rId944"/>
          <a:srcRect/>
          <a:stretch>
            <a:fillRect/>
          </a:stretch>
        </p:blipFill>
        <p:spPr>
          <a:xfrm>
            <a:off x="853059" y="6755320"/>
            <a:ext cx="76295" cy="86964"/>
          </a:xfrm>
          <a:prstGeom prst="rect"/>
          <a:ln w="0">
            <a:noFill/>
          </a:ln>
        </p:spPr>
      </p:pic>
      <p:sp>
        <p:nvSpPr>
          <p:cNvPr id="1581" name="New shape"/>
          <p:cNvSpPr/>
          <p:nvPr/>
        </p:nvSpPr>
        <p:spPr>
          <a:xfrm>
            <a:off x="857631" y="6761417"/>
            <a:ext cx="68675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2" name="New shape"/>
          <p:cNvSpPr/>
          <p:nvPr/>
        </p:nvSpPr>
        <p:spPr>
          <a:xfrm>
            <a:off x="868299" y="6770560"/>
            <a:ext cx="45815" cy="229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3" name="New shape"/>
          <p:cNvSpPr/>
          <p:nvPr/>
        </p:nvSpPr>
        <p:spPr>
          <a:xfrm>
            <a:off x="866775" y="6765989"/>
            <a:ext cx="50387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4" name="New shape"/>
          <p:cNvSpPr/>
          <p:nvPr/>
        </p:nvSpPr>
        <p:spPr>
          <a:xfrm>
            <a:off x="856107" y="6758369"/>
            <a:ext cx="70199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5" name="New shape"/>
          <p:cNvSpPr/>
          <p:nvPr/>
        </p:nvSpPr>
        <p:spPr>
          <a:xfrm>
            <a:off x="868299" y="676751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6" name="New picture"/>
          <p:cNvPicPr/>
          <p:nvPr/>
        </p:nvPicPr>
        <p:blipFill>
          <a:blip r:embed="rId945"/>
          <a:srcRect/>
          <a:stretch>
            <a:fillRect/>
          </a:stretch>
        </p:blipFill>
        <p:spPr>
          <a:xfrm>
            <a:off x="984313" y="6819519"/>
            <a:ext cx="21431" cy="22861"/>
          </a:xfrm>
          <a:prstGeom prst="rect"/>
          <a:ln w="0">
            <a:noFill/>
          </a:ln>
        </p:spPr>
      </p:pic>
      <p:sp>
        <p:nvSpPr>
          <p:cNvPr id="1587" name="New shape"/>
          <p:cNvSpPr/>
          <p:nvPr/>
        </p:nvSpPr>
        <p:spPr>
          <a:xfrm>
            <a:off x="988981" y="6825615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8" name="New picture"/>
          <p:cNvPicPr/>
          <p:nvPr/>
        </p:nvPicPr>
        <p:blipFill>
          <a:blip r:embed="rId946"/>
          <a:srcRect/>
          <a:stretch>
            <a:fillRect/>
          </a:stretch>
        </p:blipFill>
        <p:spPr>
          <a:xfrm>
            <a:off x="984313" y="6764560"/>
            <a:ext cx="21431" cy="21431"/>
          </a:xfrm>
          <a:prstGeom prst="rect"/>
          <a:ln w="0">
            <a:noFill/>
          </a:ln>
        </p:spPr>
      </p:pic>
      <p:sp>
        <p:nvSpPr>
          <p:cNvPr id="1589" name="New shape"/>
          <p:cNvSpPr/>
          <p:nvPr/>
        </p:nvSpPr>
        <p:spPr>
          <a:xfrm>
            <a:off x="988981" y="6769132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90" name="New shape"/>
          <p:cNvSpPr/>
          <p:nvPr/>
        </p:nvSpPr>
        <p:spPr>
          <a:xfrm>
            <a:off x="985933" y="6822567"/>
            <a:ext cx="16764" cy="1676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91" name="New shape"/>
          <p:cNvSpPr/>
          <p:nvPr/>
        </p:nvSpPr>
        <p:spPr>
          <a:xfrm>
            <a:off x="985933" y="6766083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92" name="New shape"/>
          <p:cNvSpPr/>
          <p:nvPr/>
        </p:nvSpPr>
        <p:spPr>
          <a:xfrm>
            <a:off x="1054608" y="6847332"/>
            <a:ext cx="580644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3" name="New picture"/>
          <p:cNvPicPr/>
          <p:nvPr/>
        </p:nvPicPr>
        <p:blipFill>
          <a:blip r:embed="rId947"/>
          <a:srcRect/>
          <a:stretch>
            <a:fillRect/>
          </a:stretch>
        </p:blipFill>
        <p:spPr>
          <a:xfrm>
            <a:off x="1056132" y="6729318"/>
            <a:ext cx="99250" cy="108394"/>
          </a:xfrm>
          <a:prstGeom prst="rect"/>
          <a:ln w="0">
            <a:noFill/>
          </a:ln>
        </p:spPr>
      </p:pic>
      <p:sp>
        <p:nvSpPr>
          <p:cNvPr id="1594" name="New shape"/>
          <p:cNvSpPr/>
          <p:nvPr/>
        </p:nvSpPr>
        <p:spPr>
          <a:xfrm>
            <a:off x="1083659" y="6743129"/>
            <a:ext cx="42672" cy="57912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5" name="New picture"/>
          <p:cNvPicPr/>
          <p:nvPr/>
        </p:nvPicPr>
        <p:blipFill>
          <a:blip r:embed="rId948"/>
          <a:srcRect/>
          <a:stretch>
            <a:fillRect/>
          </a:stretch>
        </p:blipFill>
        <p:spPr>
          <a:xfrm>
            <a:off x="1167574" y="6758463"/>
            <a:ext cx="120682" cy="79343"/>
          </a:xfrm>
          <a:prstGeom prst="rect"/>
          <a:ln w="0">
            <a:noFill/>
          </a:ln>
        </p:spPr>
      </p:pic>
      <p:pic>
        <p:nvPicPr>
          <p:cNvPr id="1596" name="New picture"/>
          <p:cNvPicPr/>
          <p:nvPr/>
        </p:nvPicPr>
        <p:blipFill>
          <a:blip r:embed="rId949"/>
          <a:srcRect/>
          <a:stretch>
            <a:fillRect/>
          </a:stretch>
        </p:blipFill>
        <p:spPr>
          <a:xfrm>
            <a:off x="1306544" y="6758369"/>
            <a:ext cx="65723" cy="82391"/>
          </a:xfrm>
          <a:prstGeom prst="rect"/>
          <a:ln w="0">
            <a:noFill/>
          </a:ln>
        </p:spPr>
      </p:pic>
      <p:sp>
        <p:nvSpPr>
          <p:cNvPr id="1597" name="New shape"/>
          <p:cNvSpPr/>
          <p:nvPr/>
        </p:nvSpPr>
        <p:spPr>
          <a:xfrm>
            <a:off x="1318736" y="6799612"/>
            <a:ext cx="39719" cy="30480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8" name="New picture"/>
          <p:cNvPicPr/>
          <p:nvPr/>
        </p:nvPicPr>
        <p:blipFill>
          <a:blip r:embed="rId950"/>
          <a:srcRect/>
          <a:stretch>
            <a:fillRect/>
          </a:stretch>
        </p:blipFill>
        <p:spPr>
          <a:xfrm>
            <a:off x="1387507" y="6759987"/>
            <a:ext cx="59531" cy="77819"/>
          </a:xfrm>
          <a:prstGeom prst="rect"/>
          <a:ln w="0">
            <a:noFill/>
          </a:ln>
        </p:spPr>
      </p:pic>
      <p:pic>
        <p:nvPicPr>
          <p:cNvPr id="1599" name="New picture"/>
          <p:cNvPicPr/>
          <p:nvPr/>
        </p:nvPicPr>
        <p:blipFill>
          <a:blip r:embed="rId951"/>
          <a:srcRect/>
          <a:stretch>
            <a:fillRect/>
          </a:stretch>
        </p:blipFill>
        <p:spPr>
          <a:xfrm>
            <a:off x="1454658" y="6758463"/>
            <a:ext cx="77915" cy="82391"/>
          </a:xfrm>
          <a:prstGeom prst="rect"/>
          <a:ln w="0">
            <a:noFill/>
          </a:ln>
        </p:spPr>
      </p:pic>
      <p:sp>
        <p:nvSpPr>
          <p:cNvPr id="1600" name="New shape"/>
          <p:cNvSpPr/>
          <p:nvPr/>
        </p:nvSpPr>
        <p:spPr>
          <a:xfrm>
            <a:off x="1468469" y="6769131"/>
            <a:ext cx="50387" cy="61055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1" name="New picture"/>
          <p:cNvPicPr/>
          <p:nvPr/>
        </p:nvPicPr>
        <p:blipFill>
          <a:blip r:embed="rId952"/>
          <a:srcRect/>
          <a:stretch>
            <a:fillRect/>
          </a:stretch>
        </p:blipFill>
        <p:spPr>
          <a:xfrm>
            <a:off x="1552384" y="6758463"/>
            <a:ext cx="70295" cy="79343"/>
          </a:xfrm>
          <a:prstGeom prst="rect"/>
          <a:ln w="0">
            <a:noFill/>
          </a:ln>
        </p:spPr>
      </p:pic>
      <p:pic>
        <p:nvPicPr>
          <p:cNvPr id="1602" name="New picture"/>
          <p:cNvPicPr/>
          <p:nvPr/>
        </p:nvPicPr>
        <p:blipFill>
          <a:blip r:embed="rId953"/>
          <a:srcRect/>
          <a:stretch>
            <a:fillRect/>
          </a:stretch>
        </p:blipFill>
        <p:spPr>
          <a:xfrm>
            <a:off x="677418" y="7109461"/>
            <a:ext cx="93155" cy="112871"/>
          </a:xfrm>
          <a:prstGeom prst="rect"/>
          <a:ln w="0">
            <a:noFill/>
          </a:ln>
        </p:spPr>
      </p:pic>
      <p:pic>
        <p:nvPicPr>
          <p:cNvPr id="1603" name="New picture"/>
          <p:cNvPicPr/>
          <p:nvPr/>
        </p:nvPicPr>
        <p:blipFill>
          <a:blip r:embed="rId954"/>
          <a:srcRect/>
          <a:stretch>
            <a:fillRect/>
          </a:stretch>
        </p:blipFill>
        <p:spPr>
          <a:xfrm>
            <a:off x="776764" y="7140035"/>
            <a:ext cx="71723" cy="82391"/>
          </a:xfrm>
          <a:prstGeom prst="rect"/>
          <a:ln w="0">
            <a:noFill/>
          </a:ln>
        </p:spPr>
      </p:pic>
      <p:sp>
        <p:nvSpPr>
          <p:cNvPr id="1604" name="New shape"/>
          <p:cNvSpPr/>
          <p:nvPr/>
        </p:nvSpPr>
        <p:spPr>
          <a:xfrm>
            <a:off x="790480" y="7149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05" name="New shape"/>
          <p:cNvSpPr/>
          <p:nvPr/>
        </p:nvSpPr>
        <p:spPr>
          <a:xfrm>
            <a:off x="908304" y="71109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06" name="New shape"/>
          <p:cNvSpPr/>
          <p:nvPr/>
        </p:nvSpPr>
        <p:spPr>
          <a:xfrm>
            <a:off x="947738" y="714146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7" name="New picture"/>
          <p:cNvPicPr/>
          <p:nvPr/>
        </p:nvPicPr>
        <p:blipFill>
          <a:blip r:embed="rId955"/>
          <a:srcRect/>
          <a:stretch>
            <a:fillRect/>
          </a:stretch>
        </p:blipFill>
        <p:spPr>
          <a:xfrm>
            <a:off x="946214" y="7107937"/>
            <a:ext cx="16764" cy="15240"/>
          </a:xfrm>
          <a:prstGeom prst="rect"/>
          <a:ln w="0">
            <a:noFill/>
          </a:ln>
        </p:spPr>
      </p:pic>
      <p:pic>
        <p:nvPicPr>
          <p:cNvPr id="1608" name="New picture"/>
          <p:cNvPicPr/>
          <p:nvPr/>
        </p:nvPicPr>
        <p:blipFill>
          <a:blip r:embed="rId956"/>
          <a:srcRect/>
          <a:stretch>
            <a:fillRect/>
          </a:stretch>
        </p:blipFill>
        <p:spPr>
          <a:xfrm>
            <a:off x="975170" y="7141465"/>
            <a:ext cx="73343" cy="77819"/>
          </a:xfrm>
          <a:prstGeom prst="rect"/>
          <a:ln w="0">
            <a:noFill/>
          </a:ln>
        </p:spPr>
      </p:pic>
      <p:pic>
        <p:nvPicPr>
          <p:cNvPr id="1609" name="New picture"/>
          <p:cNvPicPr/>
          <p:nvPr/>
        </p:nvPicPr>
        <p:blipFill>
          <a:blip r:embed="rId957"/>
          <a:srcRect/>
          <a:stretch>
            <a:fillRect/>
          </a:stretch>
        </p:blipFill>
        <p:spPr>
          <a:xfrm>
            <a:off x="1060704" y="7139939"/>
            <a:ext cx="42767" cy="79343"/>
          </a:xfrm>
          <a:prstGeom prst="rect"/>
          <a:ln w="0">
            <a:noFill/>
          </a:ln>
        </p:spPr>
      </p:pic>
      <p:pic>
        <p:nvPicPr>
          <p:cNvPr id="1610" name="New picture"/>
          <p:cNvPicPr/>
          <p:nvPr/>
        </p:nvPicPr>
        <p:blipFill>
          <a:blip r:embed="rId958"/>
          <a:srcRect/>
          <a:stretch>
            <a:fillRect/>
          </a:stretch>
        </p:blipFill>
        <p:spPr>
          <a:xfrm>
            <a:off x="1109567" y="7139939"/>
            <a:ext cx="71818" cy="82391"/>
          </a:xfrm>
          <a:prstGeom prst="rect"/>
          <a:ln w="0">
            <a:noFill/>
          </a:ln>
        </p:spPr>
      </p:pic>
      <p:sp>
        <p:nvSpPr>
          <p:cNvPr id="1611" name="New shape"/>
          <p:cNvSpPr/>
          <p:nvPr/>
        </p:nvSpPr>
        <p:spPr>
          <a:xfrm>
            <a:off x="1123283" y="7149084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2" name="New picture"/>
          <p:cNvPicPr/>
          <p:nvPr/>
        </p:nvPicPr>
        <p:blipFill>
          <a:blip r:embed="rId959"/>
          <a:srcRect/>
          <a:stretch>
            <a:fillRect/>
          </a:stretch>
        </p:blipFill>
        <p:spPr>
          <a:xfrm>
            <a:off x="1234821" y="7139939"/>
            <a:ext cx="65723" cy="82391"/>
          </a:xfrm>
          <a:prstGeom prst="rect"/>
          <a:ln w="0">
            <a:noFill/>
          </a:ln>
        </p:spPr>
      </p:pic>
      <p:sp>
        <p:nvSpPr>
          <p:cNvPr id="1613" name="New shape"/>
          <p:cNvSpPr/>
          <p:nvPr/>
        </p:nvSpPr>
        <p:spPr>
          <a:xfrm>
            <a:off x="1248537" y="718118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4" name="New picture"/>
          <p:cNvPicPr/>
          <p:nvPr/>
        </p:nvPicPr>
        <p:blipFill>
          <a:blip r:embed="rId960"/>
          <a:srcRect/>
          <a:stretch>
            <a:fillRect/>
          </a:stretch>
        </p:blipFill>
        <p:spPr>
          <a:xfrm>
            <a:off x="1324927" y="7110984"/>
            <a:ext cx="74771" cy="111443"/>
          </a:xfrm>
          <a:prstGeom prst="rect"/>
          <a:ln w="0">
            <a:noFill/>
          </a:ln>
        </p:spPr>
      </p:pic>
      <p:sp>
        <p:nvSpPr>
          <p:cNvPr id="1615" name="New shape"/>
          <p:cNvSpPr/>
          <p:nvPr/>
        </p:nvSpPr>
        <p:spPr>
          <a:xfrm>
            <a:off x="1338643" y="715070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6" name="New picture"/>
          <p:cNvPicPr/>
          <p:nvPr/>
        </p:nvPicPr>
        <p:blipFill>
          <a:blip r:embed="rId961"/>
          <a:srcRect/>
          <a:stretch>
            <a:fillRect/>
          </a:stretch>
        </p:blipFill>
        <p:spPr>
          <a:xfrm>
            <a:off x="1414939" y="7139939"/>
            <a:ext cx="77915" cy="82391"/>
          </a:xfrm>
          <a:prstGeom prst="rect"/>
          <a:ln w="0">
            <a:noFill/>
          </a:ln>
        </p:spPr>
      </p:pic>
      <p:sp>
        <p:nvSpPr>
          <p:cNvPr id="1617" name="New shape"/>
          <p:cNvSpPr/>
          <p:nvPr/>
        </p:nvSpPr>
        <p:spPr>
          <a:xfrm>
            <a:off x="1428750" y="715060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8" name="New picture"/>
          <p:cNvPicPr/>
          <p:nvPr/>
        </p:nvPicPr>
        <p:blipFill>
          <a:blip r:embed="rId962"/>
          <a:srcRect/>
          <a:stretch>
            <a:fillRect/>
          </a:stretch>
        </p:blipFill>
        <p:spPr>
          <a:xfrm>
            <a:off x="1512761" y="7139939"/>
            <a:ext cx="42767" cy="79343"/>
          </a:xfrm>
          <a:prstGeom prst="rect"/>
          <a:ln w="0">
            <a:noFill/>
          </a:ln>
        </p:spPr>
      </p:pic>
      <p:pic>
        <p:nvPicPr>
          <p:cNvPr id="1619" name="New picture"/>
          <p:cNvPicPr/>
          <p:nvPr/>
        </p:nvPicPr>
        <p:blipFill>
          <a:blip r:embed="rId963"/>
          <a:srcRect/>
          <a:stretch>
            <a:fillRect/>
          </a:stretch>
        </p:blipFill>
        <p:spPr>
          <a:xfrm>
            <a:off x="1561529" y="7110983"/>
            <a:ext cx="74866" cy="111347"/>
          </a:xfrm>
          <a:prstGeom prst="rect"/>
          <a:ln w="0">
            <a:noFill/>
          </a:ln>
        </p:spPr>
      </p:pic>
      <p:sp>
        <p:nvSpPr>
          <p:cNvPr id="1620" name="New shape"/>
          <p:cNvSpPr/>
          <p:nvPr/>
        </p:nvSpPr>
        <p:spPr>
          <a:xfrm>
            <a:off x="1573721" y="715060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1" name="New picture"/>
          <p:cNvPicPr/>
          <p:nvPr/>
        </p:nvPicPr>
        <p:blipFill>
          <a:blip r:embed="rId964"/>
          <a:srcRect/>
          <a:stretch>
            <a:fillRect/>
          </a:stretch>
        </p:blipFill>
        <p:spPr>
          <a:xfrm>
            <a:off x="1656302" y="7140035"/>
            <a:ext cx="70199" cy="82391"/>
          </a:xfrm>
          <a:prstGeom prst="rect"/>
          <a:ln w="0">
            <a:noFill/>
          </a:ln>
        </p:spPr>
      </p:pic>
      <p:sp>
        <p:nvSpPr>
          <p:cNvPr id="1622" name="New shape"/>
          <p:cNvSpPr/>
          <p:nvPr/>
        </p:nvSpPr>
        <p:spPr>
          <a:xfrm>
            <a:off x="1668494" y="7149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3" name="New picture"/>
          <p:cNvPicPr/>
          <p:nvPr/>
        </p:nvPicPr>
        <p:blipFill>
          <a:blip r:embed="rId965"/>
          <a:srcRect/>
          <a:stretch>
            <a:fillRect/>
          </a:stretch>
        </p:blipFill>
        <p:spPr>
          <a:xfrm>
            <a:off x="1776984" y="7118508"/>
            <a:ext cx="47339" cy="103822"/>
          </a:xfrm>
          <a:prstGeom prst="rect"/>
          <a:ln w="0">
            <a:noFill/>
          </a:ln>
        </p:spPr>
      </p:pic>
      <p:pic>
        <p:nvPicPr>
          <p:cNvPr id="1624" name="New picture"/>
          <p:cNvPicPr/>
          <p:nvPr/>
        </p:nvPicPr>
        <p:blipFill>
          <a:blip r:embed="rId966"/>
          <a:srcRect/>
          <a:stretch>
            <a:fillRect/>
          </a:stretch>
        </p:blipFill>
        <p:spPr>
          <a:xfrm>
            <a:off x="1834896" y="7139939"/>
            <a:ext cx="77914" cy="82391"/>
          </a:xfrm>
          <a:prstGeom prst="rect"/>
          <a:ln w="0">
            <a:noFill/>
          </a:ln>
        </p:spPr>
      </p:pic>
      <p:sp>
        <p:nvSpPr>
          <p:cNvPr id="1625" name="New shape"/>
          <p:cNvSpPr/>
          <p:nvPr/>
        </p:nvSpPr>
        <p:spPr>
          <a:xfrm>
            <a:off x="1848707" y="715060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6" name="New picture"/>
          <p:cNvPicPr/>
          <p:nvPr/>
        </p:nvPicPr>
        <p:blipFill>
          <a:blip r:embed="rId967"/>
          <a:srcRect/>
          <a:stretch>
            <a:fillRect/>
          </a:stretch>
        </p:blipFill>
        <p:spPr>
          <a:xfrm>
            <a:off x="1932622" y="7141465"/>
            <a:ext cx="70295" cy="80867"/>
          </a:xfrm>
          <a:prstGeom prst="rect"/>
          <a:ln w="0">
            <a:noFill/>
          </a:ln>
        </p:spPr>
      </p:pic>
      <p:pic>
        <p:nvPicPr>
          <p:cNvPr id="1627" name="New picture"/>
          <p:cNvPicPr/>
          <p:nvPr/>
        </p:nvPicPr>
        <p:blipFill>
          <a:blip r:embed="rId968"/>
          <a:srcRect/>
          <a:stretch>
            <a:fillRect/>
          </a:stretch>
        </p:blipFill>
        <p:spPr>
          <a:xfrm>
            <a:off x="2016633" y="7118604"/>
            <a:ext cx="47339" cy="103727"/>
          </a:xfrm>
          <a:prstGeom prst="rect"/>
          <a:ln w="0">
            <a:noFill/>
          </a:ln>
        </p:spPr>
      </p:pic>
      <p:pic>
        <p:nvPicPr>
          <p:cNvPr id="1628" name="New picture"/>
          <p:cNvPicPr/>
          <p:nvPr/>
        </p:nvPicPr>
        <p:blipFill>
          <a:blip r:embed="rId969"/>
          <a:srcRect/>
          <a:stretch>
            <a:fillRect/>
          </a:stretch>
        </p:blipFill>
        <p:spPr>
          <a:xfrm>
            <a:off x="2074640" y="7139939"/>
            <a:ext cx="71818" cy="82391"/>
          </a:xfrm>
          <a:prstGeom prst="rect"/>
          <a:ln w="0">
            <a:noFill/>
          </a:ln>
        </p:spPr>
      </p:pic>
      <p:sp>
        <p:nvSpPr>
          <p:cNvPr id="1629" name="New shape"/>
          <p:cNvSpPr/>
          <p:nvPr/>
        </p:nvSpPr>
        <p:spPr>
          <a:xfrm>
            <a:off x="2088356" y="714908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0" name="New picture"/>
          <p:cNvPicPr/>
          <p:nvPr/>
        </p:nvPicPr>
        <p:blipFill>
          <a:blip r:embed="rId970"/>
          <a:srcRect/>
          <a:stretch>
            <a:fillRect/>
          </a:stretch>
        </p:blipFill>
        <p:spPr>
          <a:xfrm>
            <a:off x="2157126" y="7139941"/>
            <a:ext cx="58007" cy="82391"/>
          </a:xfrm>
          <a:prstGeom prst="rect"/>
          <a:ln w="0">
            <a:noFill/>
          </a:ln>
        </p:spPr>
      </p:pic>
      <p:sp>
        <p:nvSpPr>
          <p:cNvPr id="1631" name="New shape"/>
          <p:cNvSpPr/>
          <p:nvPr/>
        </p:nvSpPr>
        <p:spPr>
          <a:xfrm>
            <a:off x="2273808" y="71109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2" name="New picture"/>
          <p:cNvPicPr/>
          <p:nvPr/>
        </p:nvPicPr>
        <p:blipFill>
          <a:blip r:embed="rId971"/>
          <a:srcRect/>
          <a:stretch>
            <a:fillRect/>
          </a:stretch>
        </p:blipFill>
        <p:spPr>
          <a:xfrm>
            <a:off x="2308289" y="7139939"/>
            <a:ext cx="70199" cy="82391"/>
          </a:xfrm>
          <a:prstGeom prst="rect"/>
          <a:ln w="0">
            <a:noFill/>
          </a:ln>
        </p:spPr>
      </p:pic>
      <p:sp>
        <p:nvSpPr>
          <p:cNvPr id="1633" name="New shape"/>
          <p:cNvSpPr/>
          <p:nvPr/>
        </p:nvSpPr>
        <p:spPr>
          <a:xfrm>
            <a:off x="2320480" y="714908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4" name="New picture"/>
          <p:cNvPicPr/>
          <p:nvPr/>
        </p:nvPicPr>
        <p:blipFill>
          <a:blip r:embed="rId972"/>
          <a:srcRect/>
          <a:stretch>
            <a:fillRect/>
          </a:stretch>
        </p:blipFill>
        <p:spPr>
          <a:xfrm>
            <a:off x="2390775" y="7139941"/>
            <a:ext cx="58007" cy="82391"/>
          </a:xfrm>
          <a:prstGeom prst="rect"/>
          <a:ln w="0">
            <a:noFill/>
          </a:ln>
        </p:spPr>
      </p:pic>
      <p:pic>
        <p:nvPicPr>
          <p:cNvPr id="1635" name="New picture"/>
          <p:cNvPicPr/>
          <p:nvPr/>
        </p:nvPicPr>
        <p:blipFill>
          <a:blip r:embed="rId973"/>
          <a:srcRect/>
          <a:stretch>
            <a:fillRect/>
          </a:stretch>
        </p:blipFill>
        <p:spPr>
          <a:xfrm>
            <a:off x="2506789" y="7139939"/>
            <a:ext cx="68675" cy="79343"/>
          </a:xfrm>
          <a:prstGeom prst="rect"/>
          <a:ln w="0">
            <a:noFill/>
          </a:ln>
        </p:spPr>
      </p:pic>
      <p:pic>
        <p:nvPicPr>
          <p:cNvPr id="1636" name="New picture"/>
          <p:cNvPicPr/>
          <p:nvPr/>
        </p:nvPicPr>
        <p:blipFill>
          <a:blip r:embed="rId974"/>
          <a:srcRect/>
          <a:stretch>
            <a:fillRect/>
          </a:stretch>
        </p:blipFill>
        <p:spPr>
          <a:xfrm>
            <a:off x="2595467" y="7139939"/>
            <a:ext cx="77819" cy="82391"/>
          </a:xfrm>
          <a:prstGeom prst="rect"/>
          <a:ln w="0">
            <a:noFill/>
          </a:ln>
        </p:spPr>
      </p:pic>
      <p:sp>
        <p:nvSpPr>
          <p:cNvPr id="1637" name="New shape"/>
          <p:cNvSpPr/>
          <p:nvPr/>
        </p:nvSpPr>
        <p:spPr>
          <a:xfrm>
            <a:off x="2609183" y="715060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8" name="New picture"/>
          <p:cNvPicPr/>
          <p:nvPr/>
        </p:nvPicPr>
        <p:blipFill>
          <a:blip r:embed="rId975"/>
          <a:srcRect/>
          <a:stretch>
            <a:fillRect/>
          </a:stretch>
        </p:blipFill>
        <p:spPr>
          <a:xfrm>
            <a:off x="2682430" y="7118508"/>
            <a:ext cx="48863" cy="103822"/>
          </a:xfrm>
          <a:prstGeom prst="rect"/>
          <a:ln w="0">
            <a:noFill/>
          </a:ln>
        </p:spPr>
      </p:pic>
      <p:sp>
        <p:nvSpPr>
          <p:cNvPr id="1639" name="New shape"/>
          <p:cNvSpPr/>
          <p:nvPr/>
        </p:nvSpPr>
        <p:spPr>
          <a:xfrm>
            <a:off x="2748058" y="714146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0" name="New picture"/>
          <p:cNvPicPr/>
          <p:nvPr/>
        </p:nvPicPr>
        <p:blipFill>
          <a:blip r:embed="rId976"/>
          <a:srcRect/>
          <a:stretch>
            <a:fillRect/>
          </a:stretch>
        </p:blipFill>
        <p:spPr>
          <a:xfrm>
            <a:off x="2746534" y="7107841"/>
            <a:ext cx="16764" cy="15335"/>
          </a:xfrm>
          <a:prstGeom prst="rect"/>
          <a:ln w="0">
            <a:noFill/>
          </a:ln>
        </p:spPr>
      </p:pic>
      <p:pic>
        <p:nvPicPr>
          <p:cNvPr id="1641" name="New picture"/>
          <p:cNvPicPr/>
          <p:nvPr/>
        </p:nvPicPr>
        <p:blipFill>
          <a:blip r:embed="rId977"/>
          <a:srcRect/>
          <a:stretch>
            <a:fillRect/>
          </a:stretch>
        </p:blipFill>
        <p:spPr>
          <a:xfrm>
            <a:off x="2783205" y="7139939"/>
            <a:ext cx="77914" cy="82391"/>
          </a:xfrm>
          <a:prstGeom prst="rect"/>
          <a:ln w="0">
            <a:noFill/>
          </a:ln>
        </p:spPr>
      </p:pic>
      <p:sp>
        <p:nvSpPr>
          <p:cNvPr id="1642" name="New shape"/>
          <p:cNvSpPr/>
          <p:nvPr/>
        </p:nvSpPr>
        <p:spPr>
          <a:xfrm>
            <a:off x="2795397" y="715060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3" name="New picture"/>
          <p:cNvPicPr/>
          <p:nvPr/>
        </p:nvPicPr>
        <p:blipFill>
          <a:blip r:embed="rId978"/>
          <a:srcRect/>
          <a:stretch>
            <a:fillRect/>
          </a:stretch>
        </p:blipFill>
        <p:spPr>
          <a:xfrm>
            <a:off x="2880932" y="7139939"/>
            <a:ext cx="68675" cy="79343"/>
          </a:xfrm>
          <a:prstGeom prst="rect"/>
          <a:ln w="0">
            <a:noFill/>
          </a:ln>
        </p:spPr>
      </p:pic>
      <p:pic>
        <p:nvPicPr>
          <p:cNvPr id="1644" name="New picture"/>
          <p:cNvPicPr/>
          <p:nvPr/>
        </p:nvPicPr>
        <p:blipFill>
          <a:blip r:embed="rId979"/>
          <a:srcRect/>
          <a:stretch>
            <a:fillRect/>
          </a:stretch>
        </p:blipFill>
        <p:spPr>
          <a:xfrm>
            <a:off x="2966370" y="7139941"/>
            <a:ext cx="58102" cy="82391"/>
          </a:xfrm>
          <a:prstGeom prst="rect"/>
          <a:ln w="0">
            <a:noFill/>
          </a:ln>
        </p:spPr>
      </p:pic>
      <p:pic>
        <p:nvPicPr>
          <p:cNvPr id="1645" name="New picture"/>
          <p:cNvPicPr/>
          <p:nvPr/>
        </p:nvPicPr>
        <p:blipFill>
          <a:blip r:embed="rId980"/>
          <a:srcRect/>
          <a:stretch>
            <a:fillRect/>
          </a:stretch>
        </p:blipFill>
        <p:spPr>
          <a:xfrm>
            <a:off x="3071812" y="7109461"/>
            <a:ext cx="53435" cy="109824"/>
          </a:xfrm>
          <a:prstGeom prst="rect"/>
          <a:ln w="0">
            <a:noFill/>
          </a:ln>
        </p:spPr>
      </p:pic>
      <p:pic>
        <p:nvPicPr>
          <p:cNvPr id="1646" name="New picture"/>
          <p:cNvPicPr/>
          <p:nvPr/>
        </p:nvPicPr>
        <p:blipFill>
          <a:blip r:embed="rId981"/>
          <a:srcRect/>
          <a:stretch>
            <a:fillRect/>
          </a:stretch>
        </p:blipFill>
        <p:spPr>
          <a:xfrm>
            <a:off x="3128295" y="7139939"/>
            <a:ext cx="77914" cy="82391"/>
          </a:xfrm>
          <a:prstGeom prst="rect"/>
          <a:ln w="0">
            <a:noFill/>
          </a:ln>
        </p:spPr>
      </p:pic>
      <p:sp>
        <p:nvSpPr>
          <p:cNvPr id="1647" name="New shape"/>
          <p:cNvSpPr/>
          <p:nvPr/>
        </p:nvSpPr>
        <p:spPr>
          <a:xfrm>
            <a:off x="3140487" y="715060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8" name="New picture"/>
          <p:cNvPicPr/>
          <p:nvPr/>
        </p:nvPicPr>
        <p:blipFill>
          <a:blip r:embed="rId982"/>
          <a:srcRect/>
          <a:stretch>
            <a:fillRect/>
          </a:stretch>
        </p:blipFill>
        <p:spPr>
          <a:xfrm>
            <a:off x="3226022" y="7139939"/>
            <a:ext cx="68770" cy="79343"/>
          </a:xfrm>
          <a:prstGeom prst="rect"/>
          <a:ln w="0">
            <a:noFill/>
          </a:ln>
        </p:spPr>
      </p:pic>
      <p:pic>
        <p:nvPicPr>
          <p:cNvPr id="1649" name="New picture"/>
          <p:cNvPicPr/>
          <p:nvPr/>
        </p:nvPicPr>
        <p:blipFill>
          <a:blip r:embed="rId983"/>
          <a:srcRect/>
          <a:stretch>
            <a:fillRect/>
          </a:stretch>
        </p:blipFill>
        <p:spPr>
          <a:xfrm>
            <a:off x="3314605" y="7110983"/>
            <a:ext cx="76391" cy="111347"/>
          </a:xfrm>
          <a:prstGeom prst="rect"/>
          <a:ln w="0">
            <a:noFill/>
          </a:ln>
        </p:spPr>
      </p:pic>
      <p:sp>
        <p:nvSpPr>
          <p:cNvPr id="1650" name="New shape"/>
          <p:cNvSpPr/>
          <p:nvPr/>
        </p:nvSpPr>
        <p:spPr>
          <a:xfrm>
            <a:off x="3328416" y="715060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1" name="New picture"/>
          <p:cNvPicPr/>
          <p:nvPr/>
        </p:nvPicPr>
        <p:blipFill>
          <a:blip r:embed="rId984"/>
          <a:srcRect/>
          <a:stretch>
            <a:fillRect/>
          </a:stretch>
        </p:blipFill>
        <p:spPr>
          <a:xfrm>
            <a:off x="3409283" y="7139940"/>
            <a:ext cx="65627" cy="82486"/>
          </a:xfrm>
          <a:prstGeom prst="rect"/>
          <a:ln w="0">
            <a:noFill/>
          </a:ln>
        </p:spPr>
      </p:pic>
      <p:sp>
        <p:nvSpPr>
          <p:cNvPr id="1652" name="New shape"/>
          <p:cNvSpPr/>
          <p:nvPr/>
        </p:nvSpPr>
        <p:spPr>
          <a:xfrm>
            <a:off x="3421475" y="7181183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3" name="New picture"/>
          <p:cNvPicPr/>
          <p:nvPr/>
        </p:nvPicPr>
        <p:blipFill>
          <a:blip r:embed="rId985"/>
          <a:srcRect/>
          <a:stretch>
            <a:fillRect/>
          </a:stretch>
        </p:blipFill>
        <p:spPr>
          <a:xfrm>
            <a:off x="3497866" y="7139939"/>
            <a:ext cx="120586" cy="79343"/>
          </a:xfrm>
          <a:prstGeom prst="rect"/>
          <a:ln w="0">
            <a:noFill/>
          </a:ln>
        </p:spPr>
      </p:pic>
      <p:pic>
        <p:nvPicPr>
          <p:cNvPr id="1654" name="New picture"/>
          <p:cNvPicPr/>
          <p:nvPr/>
        </p:nvPicPr>
        <p:blipFill>
          <a:blip r:embed="rId986"/>
          <a:srcRect/>
          <a:stretch>
            <a:fillRect/>
          </a:stretch>
        </p:blipFill>
        <p:spPr>
          <a:xfrm>
            <a:off x="3638360" y="7140035"/>
            <a:ext cx="71723" cy="82391"/>
          </a:xfrm>
          <a:prstGeom prst="rect"/>
          <a:ln w="0">
            <a:noFill/>
          </a:ln>
        </p:spPr>
      </p:pic>
      <p:sp>
        <p:nvSpPr>
          <p:cNvPr id="1655" name="New shape"/>
          <p:cNvSpPr/>
          <p:nvPr/>
        </p:nvSpPr>
        <p:spPr>
          <a:xfrm>
            <a:off x="3652076" y="7149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6" name="New picture"/>
          <p:cNvPicPr/>
          <p:nvPr/>
        </p:nvPicPr>
        <p:blipFill>
          <a:blip r:embed="rId987"/>
          <a:srcRect/>
          <a:stretch>
            <a:fillRect/>
          </a:stretch>
        </p:blipFill>
        <p:spPr>
          <a:xfrm>
            <a:off x="3729990" y="7139845"/>
            <a:ext cx="68771" cy="79343"/>
          </a:xfrm>
          <a:prstGeom prst="rect"/>
          <a:ln w="0">
            <a:noFill/>
          </a:ln>
        </p:spPr>
      </p:pic>
      <p:pic>
        <p:nvPicPr>
          <p:cNvPr id="1657" name="New picture"/>
          <p:cNvPicPr/>
          <p:nvPr/>
        </p:nvPicPr>
        <p:blipFill>
          <a:blip r:embed="rId988"/>
          <a:srcRect/>
          <a:stretch>
            <a:fillRect/>
          </a:stretch>
        </p:blipFill>
        <p:spPr>
          <a:xfrm>
            <a:off x="3812381" y="7118604"/>
            <a:ext cx="48863" cy="103727"/>
          </a:xfrm>
          <a:prstGeom prst="rect"/>
          <a:ln w="0">
            <a:noFill/>
          </a:ln>
        </p:spPr>
      </p:pic>
      <p:pic>
        <p:nvPicPr>
          <p:cNvPr id="1658" name="New picture"/>
          <p:cNvPicPr/>
          <p:nvPr/>
        </p:nvPicPr>
        <p:blipFill>
          <a:blip r:embed="rId989"/>
          <a:srcRect/>
          <a:stretch>
            <a:fillRect/>
          </a:stretch>
        </p:blipFill>
        <p:spPr>
          <a:xfrm>
            <a:off x="3872008" y="7139939"/>
            <a:ext cx="65627" cy="82391"/>
          </a:xfrm>
          <a:prstGeom prst="rect"/>
          <a:ln w="0">
            <a:noFill/>
          </a:ln>
        </p:spPr>
      </p:pic>
      <p:sp>
        <p:nvSpPr>
          <p:cNvPr id="1659" name="New shape"/>
          <p:cNvSpPr/>
          <p:nvPr/>
        </p:nvSpPr>
        <p:spPr>
          <a:xfrm>
            <a:off x="3885724" y="718118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60" name="New shape"/>
          <p:cNvSpPr/>
          <p:nvPr/>
        </p:nvSpPr>
        <p:spPr>
          <a:xfrm>
            <a:off x="3962400" y="71109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1" name="New picture"/>
          <p:cNvPicPr/>
          <p:nvPr/>
        </p:nvPicPr>
        <p:blipFill>
          <a:blip r:embed="rId990"/>
          <a:srcRect/>
          <a:stretch>
            <a:fillRect/>
          </a:stretch>
        </p:blipFill>
        <p:spPr>
          <a:xfrm>
            <a:off x="3995738" y="7140035"/>
            <a:ext cx="71723" cy="82391"/>
          </a:xfrm>
          <a:prstGeom prst="rect"/>
          <a:ln w="0">
            <a:noFill/>
          </a:ln>
        </p:spPr>
      </p:pic>
      <p:sp>
        <p:nvSpPr>
          <p:cNvPr id="1662" name="New shape"/>
          <p:cNvSpPr/>
          <p:nvPr/>
        </p:nvSpPr>
        <p:spPr>
          <a:xfrm>
            <a:off x="4009453" y="7149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3" name="New picture"/>
          <p:cNvPicPr/>
          <p:nvPr/>
        </p:nvPicPr>
        <p:blipFill>
          <a:blip r:embed="rId991"/>
          <a:srcRect/>
          <a:stretch>
            <a:fillRect/>
          </a:stretch>
        </p:blipFill>
        <p:spPr>
          <a:xfrm>
            <a:off x="4078129" y="7139941"/>
            <a:ext cx="58007" cy="82391"/>
          </a:xfrm>
          <a:prstGeom prst="rect"/>
          <a:ln w="0">
            <a:noFill/>
          </a:ln>
        </p:spPr>
      </p:pic>
      <p:pic>
        <p:nvPicPr>
          <p:cNvPr id="1664" name="New picture"/>
          <p:cNvPicPr/>
          <p:nvPr/>
        </p:nvPicPr>
        <p:blipFill>
          <a:blip r:embed="rId992"/>
          <a:srcRect/>
          <a:stretch>
            <a:fillRect/>
          </a:stretch>
        </p:blipFill>
        <p:spPr>
          <a:xfrm>
            <a:off x="4189666" y="7110984"/>
            <a:ext cx="74771" cy="111443"/>
          </a:xfrm>
          <a:prstGeom prst="rect"/>
          <a:ln w="0">
            <a:noFill/>
          </a:ln>
        </p:spPr>
      </p:pic>
      <p:sp>
        <p:nvSpPr>
          <p:cNvPr id="1665" name="New shape"/>
          <p:cNvSpPr/>
          <p:nvPr/>
        </p:nvSpPr>
        <p:spPr>
          <a:xfrm>
            <a:off x="4203382" y="7150703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6" name="New picture"/>
          <p:cNvPicPr/>
          <p:nvPr/>
        </p:nvPicPr>
        <p:blipFill>
          <a:blip r:embed="rId993"/>
          <a:srcRect/>
          <a:stretch>
            <a:fillRect/>
          </a:stretch>
        </p:blipFill>
        <p:spPr>
          <a:xfrm>
            <a:off x="4288822" y="7141464"/>
            <a:ext cx="70199" cy="80962"/>
          </a:xfrm>
          <a:prstGeom prst="rect"/>
          <a:ln w="0">
            <a:noFill/>
          </a:ln>
        </p:spPr>
      </p:pic>
      <p:pic>
        <p:nvPicPr>
          <p:cNvPr id="1667" name="New picture"/>
          <p:cNvPicPr/>
          <p:nvPr/>
        </p:nvPicPr>
        <p:blipFill>
          <a:blip r:embed="rId994"/>
          <a:srcRect/>
          <a:stretch>
            <a:fillRect/>
          </a:stretch>
        </p:blipFill>
        <p:spPr>
          <a:xfrm>
            <a:off x="4423220" y="7139939"/>
            <a:ext cx="120682" cy="79343"/>
          </a:xfrm>
          <a:prstGeom prst="rect"/>
          <a:ln w="0">
            <a:noFill/>
          </a:ln>
        </p:spPr>
      </p:pic>
      <p:pic>
        <p:nvPicPr>
          <p:cNvPr id="1668" name="New picture"/>
          <p:cNvPicPr/>
          <p:nvPr/>
        </p:nvPicPr>
        <p:blipFill>
          <a:blip r:embed="rId995"/>
          <a:srcRect/>
          <a:stretch>
            <a:fillRect/>
          </a:stretch>
        </p:blipFill>
        <p:spPr>
          <a:xfrm>
            <a:off x="4560665" y="7139939"/>
            <a:ext cx="65627" cy="82391"/>
          </a:xfrm>
          <a:prstGeom prst="rect"/>
          <a:ln w="0">
            <a:noFill/>
          </a:ln>
        </p:spPr>
      </p:pic>
      <p:sp>
        <p:nvSpPr>
          <p:cNvPr id="1669" name="New shape"/>
          <p:cNvSpPr/>
          <p:nvPr/>
        </p:nvSpPr>
        <p:spPr>
          <a:xfrm>
            <a:off x="4574381" y="718118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0" name="New picture"/>
          <p:cNvPicPr/>
          <p:nvPr/>
        </p:nvPicPr>
        <p:blipFill>
          <a:blip r:embed="rId996"/>
          <a:srcRect/>
          <a:stretch>
            <a:fillRect/>
          </a:stretch>
        </p:blipFill>
        <p:spPr>
          <a:xfrm>
            <a:off x="4646104" y="7139939"/>
            <a:ext cx="64198" cy="82391"/>
          </a:xfrm>
          <a:prstGeom prst="rect"/>
          <a:ln w="0">
            <a:noFill/>
          </a:ln>
        </p:spPr>
      </p:pic>
      <p:pic>
        <p:nvPicPr>
          <p:cNvPr id="1671" name="New picture"/>
          <p:cNvPicPr/>
          <p:nvPr/>
        </p:nvPicPr>
        <p:blipFill>
          <a:blip r:embed="rId997"/>
          <a:srcRect/>
          <a:stretch>
            <a:fillRect/>
          </a:stretch>
        </p:blipFill>
        <p:spPr>
          <a:xfrm>
            <a:off x="4728591" y="7110985"/>
            <a:ext cx="68675" cy="108394"/>
          </a:xfrm>
          <a:prstGeom prst="rect"/>
          <a:ln w="0">
            <a:noFill/>
          </a:ln>
        </p:spPr>
      </p:pic>
      <p:sp>
        <p:nvSpPr>
          <p:cNvPr id="1672" name="New shape"/>
          <p:cNvSpPr/>
          <p:nvPr/>
        </p:nvSpPr>
        <p:spPr>
          <a:xfrm>
            <a:off x="4821841" y="714146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3" name="New picture"/>
          <p:cNvPicPr/>
          <p:nvPr/>
        </p:nvPicPr>
        <p:blipFill>
          <a:blip r:embed="rId998"/>
          <a:srcRect/>
          <a:stretch>
            <a:fillRect/>
          </a:stretch>
        </p:blipFill>
        <p:spPr>
          <a:xfrm>
            <a:off x="4820317" y="7107841"/>
            <a:ext cx="16764" cy="15335"/>
          </a:xfrm>
          <a:prstGeom prst="rect"/>
          <a:ln w="0">
            <a:noFill/>
          </a:ln>
        </p:spPr>
      </p:pic>
      <p:pic>
        <p:nvPicPr>
          <p:cNvPr id="1674" name="New picture"/>
          <p:cNvPicPr/>
          <p:nvPr/>
        </p:nvPicPr>
        <p:blipFill>
          <a:blip r:embed="rId999"/>
          <a:srcRect/>
          <a:stretch>
            <a:fillRect/>
          </a:stretch>
        </p:blipFill>
        <p:spPr>
          <a:xfrm>
            <a:off x="4859845" y="7139939"/>
            <a:ext cx="70295" cy="79343"/>
          </a:xfrm>
          <a:prstGeom prst="rect"/>
          <a:ln w="0">
            <a:noFill/>
          </a:ln>
        </p:spPr>
      </p:pic>
      <p:pic>
        <p:nvPicPr>
          <p:cNvPr id="1675" name="New picture"/>
          <p:cNvPicPr/>
          <p:nvPr/>
        </p:nvPicPr>
        <p:blipFill>
          <a:blip r:embed="rId1000"/>
          <a:srcRect/>
          <a:stretch>
            <a:fillRect/>
          </a:stretch>
        </p:blipFill>
        <p:spPr>
          <a:xfrm>
            <a:off x="4950047" y="7139939"/>
            <a:ext cx="71723" cy="82391"/>
          </a:xfrm>
          <a:prstGeom prst="rect"/>
          <a:ln w="0">
            <a:noFill/>
          </a:ln>
        </p:spPr>
      </p:pic>
      <p:sp>
        <p:nvSpPr>
          <p:cNvPr id="1676" name="New shape"/>
          <p:cNvSpPr/>
          <p:nvPr/>
        </p:nvSpPr>
        <p:spPr>
          <a:xfrm>
            <a:off x="4963763" y="7149084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77" name="New shape"/>
          <p:cNvSpPr/>
          <p:nvPr/>
        </p:nvSpPr>
        <p:spPr>
          <a:xfrm>
            <a:off x="5081016" y="71109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8" name="New picture"/>
          <p:cNvPicPr/>
          <p:nvPr/>
        </p:nvPicPr>
        <p:blipFill>
          <a:blip r:embed="rId1001"/>
          <a:srcRect/>
          <a:stretch>
            <a:fillRect/>
          </a:stretch>
        </p:blipFill>
        <p:spPr>
          <a:xfrm>
            <a:off x="5114924" y="7139939"/>
            <a:ext cx="71818" cy="82391"/>
          </a:xfrm>
          <a:prstGeom prst="rect"/>
          <a:ln w="0">
            <a:noFill/>
          </a:ln>
        </p:spPr>
      </p:pic>
      <p:sp>
        <p:nvSpPr>
          <p:cNvPr id="1679" name="New shape"/>
          <p:cNvSpPr/>
          <p:nvPr/>
        </p:nvSpPr>
        <p:spPr>
          <a:xfrm>
            <a:off x="5128736" y="71490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0" name="New picture"/>
          <p:cNvPicPr/>
          <p:nvPr/>
        </p:nvPicPr>
        <p:blipFill>
          <a:blip r:embed="rId1002"/>
          <a:srcRect/>
          <a:stretch>
            <a:fillRect/>
          </a:stretch>
        </p:blipFill>
        <p:spPr>
          <a:xfrm>
            <a:off x="5200459" y="7139939"/>
            <a:ext cx="65627" cy="82391"/>
          </a:xfrm>
          <a:prstGeom prst="rect"/>
          <a:ln w="0">
            <a:noFill/>
          </a:ln>
        </p:spPr>
      </p:pic>
      <p:sp>
        <p:nvSpPr>
          <p:cNvPr id="1681" name="New shape"/>
          <p:cNvSpPr/>
          <p:nvPr/>
        </p:nvSpPr>
        <p:spPr>
          <a:xfrm>
            <a:off x="5214175" y="718118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2" name="New picture"/>
          <p:cNvPicPr/>
          <p:nvPr/>
        </p:nvPicPr>
        <p:blipFill>
          <a:blip r:embed="rId1003"/>
          <a:srcRect/>
          <a:stretch>
            <a:fillRect/>
          </a:stretch>
        </p:blipFill>
        <p:spPr>
          <a:xfrm>
            <a:off x="5290566" y="7139939"/>
            <a:ext cx="42672" cy="79343"/>
          </a:xfrm>
          <a:prstGeom prst="rect"/>
          <a:ln w="0">
            <a:noFill/>
          </a:ln>
        </p:spPr>
      </p:pic>
      <p:pic>
        <p:nvPicPr>
          <p:cNvPr id="1683" name="New picture"/>
          <p:cNvPicPr/>
          <p:nvPr/>
        </p:nvPicPr>
        <p:blipFill>
          <a:blip r:embed="rId1004"/>
          <a:srcRect/>
          <a:stretch>
            <a:fillRect/>
          </a:stretch>
        </p:blipFill>
        <p:spPr>
          <a:xfrm>
            <a:off x="5345525" y="7139939"/>
            <a:ext cx="70295" cy="79343"/>
          </a:xfrm>
          <a:prstGeom prst="rect"/>
          <a:ln w="0">
            <a:noFill/>
          </a:ln>
        </p:spPr>
      </p:pic>
      <p:sp>
        <p:nvSpPr>
          <p:cNvPr id="1684" name="New shape"/>
          <p:cNvSpPr/>
          <p:nvPr/>
        </p:nvSpPr>
        <p:spPr>
          <a:xfrm>
            <a:off x="5440204" y="714146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5" name="New picture"/>
          <p:cNvPicPr/>
          <p:nvPr/>
        </p:nvPicPr>
        <p:blipFill>
          <a:blip r:embed="rId1005"/>
          <a:srcRect/>
          <a:stretch>
            <a:fillRect/>
          </a:stretch>
        </p:blipFill>
        <p:spPr>
          <a:xfrm>
            <a:off x="5438680" y="7107937"/>
            <a:ext cx="16764" cy="15240"/>
          </a:xfrm>
          <a:prstGeom prst="rect"/>
          <a:ln w="0">
            <a:noFill/>
          </a:ln>
        </p:spPr>
      </p:pic>
      <p:pic>
        <p:nvPicPr>
          <p:cNvPr id="1686" name="New picture"/>
          <p:cNvPicPr/>
          <p:nvPr/>
        </p:nvPicPr>
        <p:blipFill>
          <a:blip r:embed="rId1006"/>
          <a:srcRect/>
          <a:stretch>
            <a:fillRect/>
          </a:stretch>
        </p:blipFill>
        <p:spPr>
          <a:xfrm>
            <a:off x="5479923" y="7139939"/>
            <a:ext cx="68675" cy="79343"/>
          </a:xfrm>
          <a:prstGeom prst="rect"/>
          <a:ln w="0">
            <a:noFill/>
          </a:ln>
        </p:spPr>
      </p:pic>
      <p:pic>
        <p:nvPicPr>
          <p:cNvPr id="1687" name="New picture"/>
          <p:cNvPicPr/>
          <p:nvPr/>
        </p:nvPicPr>
        <p:blipFill>
          <a:blip r:embed="rId1007"/>
          <a:srcRect/>
          <a:stretch>
            <a:fillRect/>
          </a:stretch>
        </p:blipFill>
        <p:spPr>
          <a:xfrm>
            <a:off x="5563934" y="7139940"/>
            <a:ext cx="77819" cy="119062"/>
          </a:xfrm>
          <a:prstGeom prst="rect"/>
          <a:ln w="0">
            <a:noFill/>
          </a:ln>
        </p:spPr>
      </p:pic>
      <p:sp>
        <p:nvSpPr>
          <p:cNvPr id="1688" name="New shape"/>
          <p:cNvSpPr/>
          <p:nvPr/>
        </p:nvSpPr>
        <p:spPr>
          <a:xfrm>
            <a:off x="5580698" y="7149085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89" name="New shape"/>
          <p:cNvSpPr/>
          <p:nvPr/>
        </p:nvSpPr>
        <p:spPr>
          <a:xfrm>
            <a:off x="5577649" y="7219283"/>
            <a:ext cx="50387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0" name="New picture"/>
          <p:cNvPicPr/>
          <p:nvPr/>
        </p:nvPicPr>
        <p:blipFill>
          <a:blip r:embed="rId1008"/>
          <a:srcRect/>
          <a:stretch>
            <a:fillRect/>
          </a:stretch>
        </p:blipFill>
        <p:spPr>
          <a:xfrm>
            <a:off x="5650992" y="7204139"/>
            <a:ext cx="21336" cy="42672"/>
          </a:xfrm>
          <a:prstGeom prst="rect"/>
          <a:ln w="0">
            <a:noFill/>
          </a:ln>
        </p:spPr>
      </p:pic>
      <p:pic>
        <p:nvPicPr>
          <p:cNvPr id="1691" name="New picture"/>
          <p:cNvPicPr/>
          <p:nvPr/>
        </p:nvPicPr>
        <p:blipFill>
          <a:blip r:embed="rId1009"/>
          <a:srcRect/>
          <a:stretch>
            <a:fillRect/>
          </a:stretch>
        </p:blipFill>
        <p:spPr>
          <a:xfrm>
            <a:off x="5731955" y="7139939"/>
            <a:ext cx="70199" cy="82391"/>
          </a:xfrm>
          <a:prstGeom prst="rect"/>
          <a:ln w="0">
            <a:noFill/>
          </a:ln>
        </p:spPr>
      </p:pic>
      <p:sp>
        <p:nvSpPr>
          <p:cNvPr id="1692" name="New shape"/>
          <p:cNvSpPr/>
          <p:nvPr/>
        </p:nvSpPr>
        <p:spPr>
          <a:xfrm>
            <a:off x="5744146" y="714908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3" name="New picture"/>
          <p:cNvPicPr/>
          <p:nvPr/>
        </p:nvPicPr>
        <p:blipFill>
          <a:blip r:embed="rId1010"/>
          <a:srcRect/>
          <a:stretch>
            <a:fillRect/>
          </a:stretch>
        </p:blipFill>
        <p:spPr>
          <a:xfrm>
            <a:off x="5821966" y="7139939"/>
            <a:ext cx="70295" cy="79343"/>
          </a:xfrm>
          <a:prstGeom prst="rect"/>
          <a:ln w="0">
            <a:noFill/>
          </a:ln>
        </p:spPr>
      </p:pic>
      <p:pic>
        <p:nvPicPr>
          <p:cNvPr id="1694" name="New picture"/>
          <p:cNvPicPr/>
          <p:nvPr/>
        </p:nvPicPr>
        <p:blipFill>
          <a:blip r:embed="rId1011"/>
          <a:srcRect/>
          <a:stretch>
            <a:fillRect/>
          </a:stretch>
        </p:blipFill>
        <p:spPr>
          <a:xfrm>
            <a:off x="5956364" y="7139940"/>
            <a:ext cx="74771" cy="117539"/>
          </a:xfrm>
          <a:prstGeom prst="rect"/>
          <a:ln w="0">
            <a:noFill/>
          </a:ln>
        </p:spPr>
      </p:pic>
      <p:sp>
        <p:nvSpPr>
          <p:cNvPr id="1695" name="New shape"/>
          <p:cNvSpPr/>
          <p:nvPr/>
        </p:nvSpPr>
        <p:spPr>
          <a:xfrm>
            <a:off x="5970080" y="715060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6" name="New picture"/>
          <p:cNvPicPr/>
          <p:nvPr/>
        </p:nvPicPr>
        <p:blipFill>
          <a:blip r:embed="rId1012"/>
          <a:srcRect/>
          <a:stretch>
            <a:fillRect/>
          </a:stretch>
        </p:blipFill>
        <p:spPr>
          <a:xfrm>
            <a:off x="6050947" y="7139939"/>
            <a:ext cx="42767" cy="79343"/>
          </a:xfrm>
          <a:prstGeom prst="rect"/>
          <a:ln w="0">
            <a:noFill/>
          </a:ln>
        </p:spPr>
      </p:pic>
      <p:pic>
        <p:nvPicPr>
          <p:cNvPr id="1697" name="New picture"/>
          <p:cNvPicPr/>
          <p:nvPr/>
        </p:nvPicPr>
        <p:blipFill>
          <a:blip r:embed="rId1013"/>
          <a:srcRect/>
          <a:stretch>
            <a:fillRect/>
          </a:stretch>
        </p:blipFill>
        <p:spPr>
          <a:xfrm>
            <a:off x="6099906" y="7139939"/>
            <a:ext cx="70199" cy="82391"/>
          </a:xfrm>
          <a:prstGeom prst="rect"/>
          <a:ln w="0">
            <a:noFill/>
          </a:ln>
        </p:spPr>
      </p:pic>
      <p:sp>
        <p:nvSpPr>
          <p:cNvPr id="1698" name="New shape"/>
          <p:cNvSpPr/>
          <p:nvPr/>
        </p:nvSpPr>
        <p:spPr>
          <a:xfrm>
            <a:off x="6112097" y="714908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99" name="New shape"/>
          <p:cNvSpPr/>
          <p:nvPr/>
        </p:nvSpPr>
        <p:spPr>
          <a:xfrm>
            <a:off x="6122766" y="710488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0" name="New picture"/>
          <p:cNvPicPr/>
          <p:nvPr/>
        </p:nvPicPr>
        <p:blipFill>
          <a:blip r:embed="rId1014"/>
          <a:srcRect/>
          <a:stretch>
            <a:fillRect/>
          </a:stretch>
        </p:blipFill>
        <p:spPr>
          <a:xfrm>
            <a:off x="6182392" y="7139941"/>
            <a:ext cx="58007" cy="82391"/>
          </a:xfrm>
          <a:prstGeom prst="rect"/>
          <a:ln w="0">
            <a:noFill/>
          </a:ln>
        </p:spPr>
      </p:pic>
      <p:pic>
        <p:nvPicPr>
          <p:cNvPr id="1701" name="New picture"/>
          <p:cNvPicPr/>
          <p:nvPr/>
        </p:nvPicPr>
        <p:blipFill>
          <a:blip r:embed="rId1015"/>
          <a:srcRect/>
          <a:stretch>
            <a:fillRect/>
          </a:stretch>
        </p:blipFill>
        <p:spPr>
          <a:xfrm>
            <a:off x="6254114" y="7139939"/>
            <a:ext cx="70295" cy="82391"/>
          </a:xfrm>
          <a:prstGeom prst="rect"/>
          <a:ln w="0">
            <a:noFill/>
          </a:ln>
        </p:spPr>
      </p:pic>
      <p:sp>
        <p:nvSpPr>
          <p:cNvPr id="1702" name="New shape"/>
          <p:cNvSpPr/>
          <p:nvPr/>
        </p:nvSpPr>
        <p:spPr>
          <a:xfrm>
            <a:off x="6266307" y="71490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3" name="New picture"/>
          <p:cNvPicPr/>
          <p:nvPr/>
        </p:nvPicPr>
        <p:blipFill>
          <a:blip r:embed="rId1016"/>
          <a:srcRect/>
          <a:stretch>
            <a:fillRect/>
          </a:stretch>
        </p:blipFill>
        <p:spPr>
          <a:xfrm>
            <a:off x="6344221" y="7139939"/>
            <a:ext cx="70295" cy="79343"/>
          </a:xfrm>
          <a:prstGeom prst="rect"/>
          <a:ln w="0">
            <a:noFill/>
          </a:ln>
        </p:spPr>
      </p:pic>
      <p:pic>
        <p:nvPicPr>
          <p:cNvPr id="1704" name="New picture"/>
          <p:cNvPicPr/>
          <p:nvPr/>
        </p:nvPicPr>
        <p:blipFill>
          <a:blip r:embed="rId1017"/>
          <a:srcRect/>
          <a:stretch>
            <a:fillRect/>
          </a:stretch>
        </p:blipFill>
        <p:spPr>
          <a:xfrm>
            <a:off x="6428232" y="7118508"/>
            <a:ext cx="47339" cy="103822"/>
          </a:xfrm>
          <a:prstGeom prst="rect"/>
          <a:ln w="0">
            <a:noFill/>
          </a:ln>
        </p:spPr>
      </p:pic>
      <p:pic>
        <p:nvPicPr>
          <p:cNvPr id="1705" name="New picture"/>
          <p:cNvPicPr/>
          <p:nvPr/>
        </p:nvPicPr>
        <p:blipFill>
          <a:blip r:embed="rId1018"/>
          <a:srcRect/>
          <a:stretch>
            <a:fillRect/>
          </a:stretch>
        </p:blipFill>
        <p:spPr>
          <a:xfrm>
            <a:off x="6486239" y="7139939"/>
            <a:ext cx="65627" cy="82391"/>
          </a:xfrm>
          <a:prstGeom prst="rect"/>
          <a:ln w="0">
            <a:noFill/>
          </a:ln>
        </p:spPr>
      </p:pic>
      <p:sp>
        <p:nvSpPr>
          <p:cNvPr id="1706" name="New shape"/>
          <p:cNvSpPr/>
          <p:nvPr/>
        </p:nvSpPr>
        <p:spPr>
          <a:xfrm>
            <a:off x="6499954" y="7181183"/>
            <a:ext cx="38196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7" name="New picture"/>
          <p:cNvPicPr/>
          <p:nvPr/>
        </p:nvPicPr>
        <p:blipFill>
          <a:blip r:embed="rId1019"/>
          <a:srcRect/>
          <a:stretch>
            <a:fillRect/>
          </a:stretch>
        </p:blipFill>
        <p:spPr>
          <a:xfrm>
            <a:off x="6576346" y="7139939"/>
            <a:ext cx="68770" cy="79343"/>
          </a:xfrm>
          <a:prstGeom prst="rect"/>
          <a:ln w="0">
            <a:noFill/>
          </a:ln>
        </p:spPr>
      </p:pic>
      <p:pic>
        <p:nvPicPr>
          <p:cNvPr id="1708" name="New picture"/>
          <p:cNvPicPr/>
          <p:nvPr/>
        </p:nvPicPr>
        <p:blipFill>
          <a:blip r:embed="rId1020"/>
          <a:srcRect/>
          <a:stretch>
            <a:fillRect/>
          </a:stretch>
        </p:blipFill>
        <p:spPr>
          <a:xfrm>
            <a:off x="6658832" y="7118508"/>
            <a:ext cx="47339" cy="103822"/>
          </a:xfrm>
          <a:prstGeom prst="rect"/>
          <a:ln w="0">
            <a:noFill/>
          </a:ln>
        </p:spPr>
      </p:pic>
      <p:pic>
        <p:nvPicPr>
          <p:cNvPr id="1709" name="New picture"/>
          <p:cNvPicPr/>
          <p:nvPr/>
        </p:nvPicPr>
        <p:blipFill>
          <a:blip r:embed="rId1021"/>
          <a:srcRect/>
          <a:stretch>
            <a:fillRect/>
          </a:stretch>
        </p:blipFill>
        <p:spPr>
          <a:xfrm>
            <a:off x="677418" y="7368825"/>
            <a:ext cx="65722" cy="82391"/>
          </a:xfrm>
          <a:prstGeom prst="rect"/>
          <a:ln w="0">
            <a:noFill/>
          </a:ln>
        </p:spPr>
      </p:pic>
      <p:sp>
        <p:nvSpPr>
          <p:cNvPr id="1710" name="New shape"/>
          <p:cNvSpPr/>
          <p:nvPr/>
        </p:nvSpPr>
        <p:spPr>
          <a:xfrm>
            <a:off x="689610" y="7410069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1" name="New picture"/>
          <p:cNvPicPr/>
          <p:nvPr/>
        </p:nvPicPr>
        <p:blipFill>
          <a:blip r:embed="rId1022"/>
          <a:srcRect/>
          <a:stretch>
            <a:fillRect/>
          </a:stretch>
        </p:blipFill>
        <p:spPr>
          <a:xfrm>
            <a:off x="766000" y="7370350"/>
            <a:ext cx="68675" cy="80867"/>
          </a:xfrm>
          <a:prstGeom prst="rect"/>
          <a:ln w="0">
            <a:noFill/>
          </a:ln>
        </p:spPr>
      </p:pic>
      <p:pic>
        <p:nvPicPr>
          <p:cNvPr id="1712" name="New picture"/>
          <p:cNvPicPr/>
          <p:nvPr/>
        </p:nvPicPr>
        <p:blipFill>
          <a:blip r:embed="rId1023"/>
          <a:srcRect/>
          <a:stretch>
            <a:fillRect/>
          </a:stretch>
        </p:blipFill>
        <p:spPr>
          <a:xfrm>
            <a:off x="848487" y="7368826"/>
            <a:ext cx="58007" cy="82391"/>
          </a:xfrm>
          <a:prstGeom prst="rect"/>
          <a:ln w="0">
            <a:noFill/>
          </a:ln>
        </p:spPr>
      </p:pic>
      <p:pic>
        <p:nvPicPr>
          <p:cNvPr id="1713" name="New picture"/>
          <p:cNvPicPr/>
          <p:nvPr/>
        </p:nvPicPr>
        <p:blipFill>
          <a:blip r:embed="rId1024"/>
          <a:srcRect/>
          <a:stretch>
            <a:fillRect/>
          </a:stretch>
        </p:blipFill>
        <p:spPr>
          <a:xfrm>
            <a:off x="917067" y="7368826"/>
            <a:ext cx="58103" cy="82391"/>
          </a:xfrm>
          <a:prstGeom prst="rect"/>
          <a:ln w="0">
            <a:noFill/>
          </a:ln>
        </p:spPr>
      </p:pic>
      <p:sp>
        <p:nvSpPr>
          <p:cNvPr id="1714" name="New shape"/>
          <p:cNvSpPr/>
          <p:nvPr/>
        </p:nvSpPr>
        <p:spPr>
          <a:xfrm>
            <a:off x="993553" y="737035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5" name="New picture"/>
          <p:cNvPicPr/>
          <p:nvPr/>
        </p:nvPicPr>
        <p:blipFill>
          <a:blip r:embed="rId1025"/>
          <a:srcRect/>
          <a:stretch>
            <a:fillRect/>
          </a:stretch>
        </p:blipFill>
        <p:spPr>
          <a:xfrm>
            <a:off x="992029" y="7336822"/>
            <a:ext cx="16764" cy="15240"/>
          </a:xfrm>
          <a:prstGeom prst="rect"/>
          <a:ln w="0">
            <a:noFill/>
          </a:ln>
        </p:spPr>
      </p:pic>
      <p:pic>
        <p:nvPicPr>
          <p:cNvPr id="1716" name="New picture"/>
          <p:cNvPicPr/>
          <p:nvPr/>
        </p:nvPicPr>
        <p:blipFill>
          <a:blip r:embed="rId1026"/>
          <a:srcRect/>
          <a:stretch>
            <a:fillRect/>
          </a:stretch>
        </p:blipFill>
        <p:spPr>
          <a:xfrm>
            <a:off x="1072896" y="7339870"/>
            <a:ext cx="74866" cy="111347"/>
          </a:xfrm>
          <a:prstGeom prst="rect"/>
          <a:ln w="0">
            <a:noFill/>
          </a:ln>
        </p:spPr>
      </p:pic>
      <p:sp>
        <p:nvSpPr>
          <p:cNvPr id="1717" name="New shape"/>
          <p:cNvSpPr/>
          <p:nvPr/>
        </p:nvSpPr>
        <p:spPr>
          <a:xfrm>
            <a:off x="1086707" y="737949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18" name="New shape"/>
          <p:cNvSpPr/>
          <p:nvPr/>
        </p:nvSpPr>
        <p:spPr>
          <a:xfrm>
            <a:off x="1167670" y="737035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9" name="New picture"/>
          <p:cNvPicPr/>
          <p:nvPr/>
        </p:nvPicPr>
        <p:blipFill>
          <a:blip r:embed="rId1027"/>
          <a:srcRect/>
          <a:stretch>
            <a:fillRect/>
          </a:stretch>
        </p:blipFill>
        <p:spPr>
          <a:xfrm>
            <a:off x="1166146" y="7336822"/>
            <a:ext cx="16764" cy="15240"/>
          </a:xfrm>
          <a:prstGeom prst="rect"/>
          <a:ln w="0">
            <a:noFill/>
          </a:ln>
        </p:spPr>
      </p:pic>
      <p:pic>
        <p:nvPicPr>
          <p:cNvPr id="1720" name="New picture"/>
          <p:cNvPicPr/>
          <p:nvPr/>
        </p:nvPicPr>
        <p:blipFill>
          <a:blip r:embed="rId1028"/>
          <a:srcRect/>
          <a:stretch>
            <a:fillRect/>
          </a:stretch>
        </p:blipFill>
        <p:spPr>
          <a:xfrm>
            <a:off x="1202722" y="7368826"/>
            <a:ext cx="70199" cy="82391"/>
          </a:xfrm>
          <a:prstGeom prst="rect"/>
          <a:ln w="0">
            <a:noFill/>
          </a:ln>
        </p:spPr>
      </p:pic>
      <p:sp>
        <p:nvSpPr>
          <p:cNvPr id="1721" name="New shape"/>
          <p:cNvSpPr/>
          <p:nvPr/>
        </p:nvSpPr>
        <p:spPr>
          <a:xfrm>
            <a:off x="1214914" y="737797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2" name="New picture"/>
          <p:cNvPicPr/>
          <p:nvPr/>
        </p:nvPicPr>
        <p:blipFill>
          <a:blip r:embed="rId1029"/>
          <a:srcRect/>
          <a:stretch>
            <a:fillRect/>
          </a:stretch>
        </p:blipFill>
        <p:spPr>
          <a:xfrm>
            <a:off x="1292828" y="7368921"/>
            <a:ext cx="70295" cy="79343"/>
          </a:xfrm>
          <a:prstGeom prst="rect"/>
          <a:ln w="0">
            <a:noFill/>
          </a:ln>
        </p:spPr>
      </p:pic>
      <p:sp>
        <p:nvSpPr>
          <p:cNvPr id="1723" name="New shape"/>
          <p:cNvSpPr/>
          <p:nvPr/>
        </p:nvSpPr>
        <p:spPr>
          <a:xfrm>
            <a:off x="1427988" y="7339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24" name="New shape"/>
          <p:cNvSpPr/>
          <p:nvPr/>
        </p:nvSpPr>
        <p:spPr>
          <a:xfrm>
            <a:off x="1463802" y="7339870"/>
            <a:ext cx="10763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5" name="New picture"/>
          <p:cNvPicPr/>
          <p:nvPr/>
        </p:nvPicPr>
        <p:blipFill>
          <a:blip r:embed="rId1030"/>
          <a:srcRect/>
          <a:stretch>
            <a:fillRect/>
          </a:stretch>
        </p:blipFill>
        <p:spPr>
          <a:xfrm>
            <a:off x="1491329" y="7368825"/>
            <a:ext cx="65627" cy="82391"/>
          </a:xfrm>
          <a:prstGeom prst="rect"/>
          <a:ln w="0">
            <a:noFill/>
          </a:ln>
        </p:spPr>
      </p:pic>
      <p:sp>
        <p:nvSpPr>
          <p:cNvPr id="1726" name="New shape"/>
          <p:cNvSpPr/>
          <p:nvPr/>
        </p:nvSpPr>
        <p:spPr>
          <a:xfrm>
            <a:off x="1505045" y="7410069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7" name="New picture"/>
          <p:cNvPicPr/>
          <p:nvPr/>
        </p:nvPicPr>
        <p:blipFill>
          <a:blip r:embed="rId1031"/>
          <a:srcRect/>
          <a:stretch>
            <a:fillRect/>
          </a:stretch>
        </p:blipFill>
        <p:spPr>
          <a:xfrm>
            <a:off x="1572292" y="7368826"/>
            <a:ext cx="58007" cy="82391"/>
          </a:xfrm>
          <a:prstGeom prst="rect"/>
          <a:ln w="0">
            <a:noFill/>
          </a:ln>
        </p:spPr>
      </p:pic>
      <p:pic>
        <p:nvPicPr>
          <p:cNvPr id="1728" name="New picture"/>
          <p:cNvPicPr/>
          <p:nvPr/>
        </p:nvPicPr>
        <p:blipFill>
          <a:blip r:embed="rId1032"/>
          <a:srcRect/>
          <a:stretch>
            <a:fillRect/>
          </a:stretch>
        </p:blipFill>
        <p:spPr>
          <a:xfrm>
            <a:off x="1648587" y="7368826"/>
            <a:ext cx="74867" cy="117539"/>
          </a:xfrm>
          <a:prstGeom prst="rect"/>
          <a:ln w="0">
            <a:noFill/>
          </a:ln>
        </p:spPr>
      </p:pic>
      <p:sp>
        <p:nvSpPr>
          <p:cNvPr id="1729" name="New shape"/>
          <p:cNvSpPr/>
          <p:nvPr/>
        </p:nvSpPr>
        <p:spPr>
          <a:xfrm>
            <a:off x="1662399" y="737949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0" name="New picture"/>
          <p:cNvPicPr/>
          <p:nvPr/>
        </p:nvPicPr>
        <p:blipFill>
          <a:blip r:embed="rId1033"/>
          <a:srcRect/>
          <a:stretch>
            <a:fillRect/>
          </a:stretch>
        </p:blipFill>
        <p:spPr>
          <a:xfrm>
            <a:off x="1738788" y="7368921"/>
            <a:ext cx="71723" cy="82391"/>
          </a:xfrm>
          <a:prstGeom prst="rect"/>
          <a:ln w="0">
            <a:noFill/>
          </a:ln>
        </p:spPr>
      </p:pic>
      <p:sp>
        <p:nvSpPr>
          <p:cNvPr id="1731" name="New shape"/>
          <p:cNvSpPr/>
          <p:nvPr/>
        </p:nvSpPr>
        <p:spPr>
          <a:xfrm>
            <a:off x="1752505" y="737806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2" name="New picture"/>
          <p:cNvPicPr/>
          <p:nvPr/>
        </p:nvPicPr>
        <p:blipFill>
          <a:blip r:embed="rId1034"/>
          <a:srcRect/>
          <a:stretch>
            <a:fillRect/>
          </a:stretch>
        </p:blipFill>
        <p:spPr>
          <a:xfrm>
            <a:off x="1825752" y="7368826"/>
            <a:ext cx="64103" cy="82391"/>
          </a:xfrm>
          <a:prstGeom prst="rect"/>
          <a:ln w="0">
            <a:noFill/>
          </a:ln>
        </p:spPr>
      </p:pic>
      <p:pic>
        <p:nvPicPr>
          <p:cNvPr id="1733" name="New picture"/>
          <p:cNvPicPr/>
          <p:nvPr/>
        </p:nvPicPr>
        <p:blipFill>
          <a:blip r:embed="rId1035"/>
          <a:srcRect/>
          <a:stretch>
            <a:fillRect/>
          </a:stretch>
        </p:blipFill>
        <p:spPr>
          <a:xfrm>
            <a:off x="1900618" y="7347393"/>
            <a:ext cx="47339" cy="103822"/>
          </a:xfrm>
          <a:prstGeom prst="rect"/>
          <a:ln w="0">
            <a:noFill/>
          </a:ln>
        </p:spPr>
      </p:pic>
      <p:pic>
        <p:nvPicPr>
          <p:cNvPr id="1734" name="New picture"/>
          <p:cNvPicPr/>
          <p:nvPr/>
        </p:nvPicPr>
        <p:blipFill>
          <a:blip r:embed="rId1036"/>
          <a:srcRect/>
          <a:stretch>
            <a:fillRect/>
          </a:stretch>
        </p:blipFill>
        <p:spPr>
          <a:xfrm>
            <a:off x="1993678" y="7347490"/>
            <a:ext cx="48863" cy="103727"/>
          </a:xfrm>
          <a:prstGeom prst="rect"/>
          <a:ln w="0">
            <a:noFill/>
          </a:ln>
        </p:spPr>
      </p:pic>
      <p:pic>
        <p:nvPicPr>
          <p:cNvPr id="1735" name="New picture"/>
          <p:cNvPicPr/>
          <p:nvPr/>
        </p:nvPicPr>
        <p:blipFill>
          <a:blip r:embed="rId1037"/>
          <a:srcRect/>
          <a:stretch>
            <a:fillRect/>
          </a:stretch>
        </p:blipFill>
        <p:spPr>
          <a:xfrm>
            <a:off x="2060924" y="7339870"/>
            <a:ext cx="67151" cy="108300"/>
          </a:xfrm>
          <a:prstGeom prst="rect"/>
          <a:ln w="0">
            <a:noFill/>
          </a:ln>
        </p:spPr>
      </p:pic>
      <p:pic>
        <p:nvPicPr>
          <p:cNvPr id="1736" name="New picture"/>
          <p:cNvPicPr/>
          <p:nvPr/>
        </p:nvPicPr>
        <p:blipFill>
          <a:blip r:embed="rId1038"/>
          <a:srcRect/>
          <a:stretch>
            <a:fillRect/>
          </a:stretch>
        </p:blipFill>
        <p:spPr>
          <a:xfrm>
            <a:off x="2147982" y="7368826"/>
            <a:ext cx="71723" cy="82391"/>
          </a:xfrm>
          <a:prstGeom prst="rect"/>
          <a:ln w="0">
            <a:noFill/>
          </a:ln>
        </p:spPr>
      </p:pic>
      <p:sp>
        <p:nvSpPr>
          <p:cNvPr id="1737" name="New shape"/>
          <p:cNvSpPr/>
          <p:nvPr/>
        </p:nvSpPr>
        <p:spPr>
          <a:xfrm>
            <a:off x="2161699" y="737797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38" name="New shape"/>
          <p:cNvSpPr/>
          <p:nvPr/>
        </p:nvSpPr>
        <p:spPr>
          <a:xfrm>
            <a:off x="2172367" y="7333774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9" name="New picture"/>
          <p:cNvPicPr/>
          <p:nvPr/>
        </p:nvPicPr>
        <p:blipFill>
          <a:blip r:embed="rId1039"/>
          <a:srcRect/>
          <a:stretch>
            <a:fillRect/>
          </a:stretch>
        </p:blipFill>
        <p:spPr>
          <a:xfrm>
            <a:off x="2234946" y="7368826"/>
            <a:ext cx="77914" cy="82391"/>
          </a:xfrm>
          <a:prstGeom prst="rect"/>
          <a:ln w="0">
            <a:noFill/>
          </a:ln>
        </p:spPr>
      </p:pic>
      <p:sp>
        <p:nvSpPr>
          <p:cNvPr id="1740" name="New shape"/>
          <p:cNvSpPr/>
          <p:nvPr/>
        </p:nvSpPr>
        <p:spPr>
          <a:xfrm>
            <a:off x="2248662" y="737949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1" name="New picture"/>
          <p:cNvPicPr/>
          <p:nvPr/>
        </p:nvPicPr>
        <p:blipFill>
          <a:blip r:embed="rId1040"/>
          <a:srcRect/>
          <a:stretch>
            <a:fillRect/>
          </a:stretch>
        </p:blipFill>
        <p:spPr>
          <a:xfrm>
            <a:off x="2332768" y="7368921"/>
            <a:ext cx="42767" cy="79343"/>
          </a:xfrm>
          <a:prstGeom prst="rect"/>
          <a:ln w="0">
            <a:noFill/>
          </a:ln>
        </p:spPr>
      </p:pic>
      <p:sp>
        <p:nvSpPr>
          <p:cNvPr id="1742" name="New shape"/>
          <p:cNvSpPr/>
          <p:nvPr/>
        </p:nvSpPr>
        <p:spPr>
          <a:xfrm>
            <a:off x="2389251" y="737035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3" name="New picture"/>
          <p:cNvPicPr/>
          <p:nvPr/>
        </p:nvPicPr>
        <p:blipFill>
          <a:blip r:embed="rId1041"/>
          <a:srcRect/>
          <a:stretch>
            <a:fillRect/>
          </a:stretch>
        </p:blipFill>
        <p:spPr>
          <a:xfrm>
            <a:off x="2387727" y="7336822"/>
            <a:ext cx="16764" cy="15240"/>
          </a:xfrm>
          <a:prstGeom prst="rect"/>
          <a:ln w="0">
            <a:noFill/>
          </a:ln>
        </p:spPr>
      </p:pic>
      <p:pic>
        <p:nvPicPr>
          <p:cNvPr id="1744" name="New picture"/>
          <p:cNvPicPr/>
          <p:nvPr/>
        </p:nvPicPr>
        <p:blipFill>
          <a:blip r:embed="rId1042"/>
          <a:srcRect/>
          <a:stretch>
            <a:fillRect/>
          </a:stretch>
        </p:blipFill>
        <p:spPr>
          <a:xfrm>
            <a:off x="2424303" y="7368825"/>
            <a:ext cx="73342" cy="117539"/>
          </a:xfrm>
          <a:prstGeom prst="rect"/>
          <a:ln w="0">
            <a:noFill/>
          </a:ln>
        </p:spPr>
      </p:pic>
      <p:sp>
        <p:nvSpPr>
          <p:cNvPr id="1745" name="New shape"/>
          <p:cNvSpPr/>
          <p:nvPr/>
        </p:nvSpPr>
        <p:spPr>
          <a:xfrm>
            <a:off x="2436590" y="7379492"/>
            <a:ext cx="48863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6" name="New picture"/>
          <p:cNvPicPr/>
          <p:nvPr/>
        </p:nvPicPr>
        <p:blipFill>
          <a:blip r:embed="rId1043"/>
          <a:srcRect/>
          <a:stretch>
            <a:fillRect/>
          </a:stretch>
        </p:blipFill>
        <p:spPr>
          <a:xfrm>
            <a:off x="2523649" y="7370350"/>
            <a:ext cx="70199" cy="80867"/>
          </a:xfrm>
          <a:prstGeom prst="rect"/>
          <a:ln w="0">
            <a:noFill/>
          </a:ln>
        </p:spPr>
      </p:pic>
      <p:pic>
        <p:nvPicPr>
          <p:cNvPr id="1747" name="New picture"/>
          <p:cNvPicPr/>
          <p:nvPr/>
        </p:nvPicPr>
        <p:blipFill>
          <a:blip r:embed="rId1044"/>
          <a:srcRect/>
          <a:stretch>
            <a:fillRect/>
          </a:stretch>
        </p:blipFill>
        <p:spPr>
          <a:xfrm>
            <a:off x="2613755" y="7368921"/>
            <a:ext cx="70199" cy="82391"/>
          </a:xfrm>
          <a:prstGeom prst="rect"/>
          <a:ln w="0">
            <a:noFill/>
          </a:ln>
        </p:spPr>
      </p:pic>
      <p:sp>
        <p:nvSpPr>
          <p:cNvPr id="1748" name="New shape"/>
          <p:cNvSpPr/>
          <p:nvPr/>
        </p:nvSpPr>
        <p:spPr>
          <a:xfrm>
            <a:off x="2625947" y="737806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9" name="New picture"/>
          <p:cNvPicPr/>
          <p:nvPr/>
        </p:nvPicPr>
        <p:blipFill>
          <a:blip r:embed="rId1045"/>
          <a:srcRect/>
          <a:stretch>
            <a:fillRect/>
          </a:stretch>
        </p:blipFill>
        <p:spPr>
          <a:xfrm>
            <a:off x="2738913" y="7368825"/>
            <a:ext cx="74867" cy="117539"/>
          </a:xfrm>
          <a:prstGeom prst="rect"/>
          <a:ln w="0">
            <a:noFill/>
          </a:ln>
        </p:spPr>
      </p:pic>
      <p:sp>
        <p:nvSpPr>
          <p:cNvPr id="1750" name="New shape"/>
          <p:cNvSpPr/>
          <p:nvPr/>
        </p:nvSpPr>
        <p:spPr>
          <a:xfrm>
            <a:off x="2752630" y="7379492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1" name="New picture"/>
          <p:cNvPicPr/>
          <p:nvPr/>
        </p:nvPicPr>
        <p:blipFill>
          <a:blip r:embed="rId1046"/>
          <a:srcRect/>
          <a:stretch>
            <a:fillRect/>
          </a:stretch>
        </p:blipFill>
        <p:spPr>
          <a:xfrm>
            <a:off x="2838164" y="7370350"/>
            <a:ext cx="70295" cy="80867"/>
          </a:xfrm>
          <a:prstGeom prst="rect"/>
          <a:ln w="0">
            <a:noFill/>
          </a:ln>
        </p:spPr>
      </p:pic>
      <p:pic>
        <p:nvPicPr>
          <p:cNvPr id="1752" name="New picture"/>
          <p:cNvPicPr/>
          <p:nvPr/>
        </p:nvPicPr>
        <p:blipFill>
          <a:blip r:embed="rId1047"/>
          <a:srcRect/>
          <a:stretch>
            <a:fillRect/>
          </a:stretch>
        </p:blipFill>
        <p:spPr>
          <a:xfrm>
            <a:off x="2928271" y="7368826"/>
            <a:ext cx="71723" cy="82391"/>
          </a:xfrm>
          <a:prstGeom prst="rect"/>
          <a:ln w="0">
            <a:noFill/>
          </a:ln>
        </p:spPr>
      </p:pic>
      <p:sp>
        <p:nvSpPr>
          <p:cNvPr id="1753" name="New shape"/>
          <p:cNvSpPr/>
          <p:nvPr/>
        </p:nvSpPr>
        <p:spPr>
          <a:xfrm>
            <a:off x="2941987" y="7377970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54" name="New shape"/>
          <p:cNvSpPr/>
          <p:nvPr/>
        </p:nvSpPr>
        <p:spPr>
          <a:xfrm>
            <a:off x="3060192" y="7339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5" name="New picture"/>
          <p:cNvPicPr/>
          <p:nvPr/>
        </p:nvPicPr>
        <p:blipFill>
          <a:blip r:embed="rId1048"/>
          <a:srcRect/>
          <a:stretch>
            <a:fillRect/>
          </a:stretch>
        </p:blipFill>
        <p:spPr>
          <a:xfrm>
            <a:off x="3093148" y="7368826"/>
            <a:ext cx="71818" cy="82391"/>
          </a:xfrm>
          <a:prstGeom prst="rect"/>
          <a:ln w="0">
            <a:noFill/>
          </a:ln>
        </p:spPr>
      </p:pic>
      <p:sp>
        <p:nvSpPr>
          <p:cNvPr id="1756" name="New shape"/>
          <p:cNvSpPr/>
          <p:nvPr/>
        </p:nvSpPr>
        <p:spPr>
          <a:xfrm>
            <a:off x="3106960" y="7377970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7" name="New picture"/>
          <p:cNvPicPr/>
          <p:nvPr/>
        </p:nvPicPr>
        <p:blipFill>
          <a:blip r:embed="rId1049"/>
          <a:srcRect/>
          <a:stretch>
            <a:fillRect/>
          </a:stretch>
        </p:blipFill>
        <p:spPr>
          <a:xfrm>
            <a:off x="3177159" y="7368826"/>
            <a:ext cx="56483" cy="82391"/>
          </a:xfrm>
          <a:prstGeom prst="rect"/>
          <a:ln w="0">
            <a:noFill/>
          </a:ln>
        </p:spPr>
      </p:pic>
      <p:pic>
        <p:nvPicPr>
          <p:cNvPr id="1758" name="New picture"/>
          <p:cNvPicPr/>
          <p:nvPr/>
        </p:nvPicPr>
        <p:blipFill>
          <a:blip r:embed="rId1050"/>
          <a:srcRect/>
          <a:stretch>
            <a:fillRect/>
          </a:stretch>
        </p:blipFill>
        <p:spPr>
          <a:xfrm>
            <a:off x="3285554" y="7368825"/>
            <a:ext cx="67151" cy="82391"/>
          </a:xfrm>
          <a:prstGeom prst="rect"/>
          <a:ln w="0">
            <a:noFill/>
          </a:ln>
        </p:spPr>
      </p:pic>
      <p:sp>
        <p:nvSpPr>
          <p:cNvPr id="1759" name="New shape"/>
          <p:cNvSpPr/>
          <p:nvPr/>
        </p:nvSpPr>
        <p:spPr>
          <a:xfrm>
            <a:off x="3299270" y="7410069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0" name="New picture"/>
          <p:cNvPicPr/>
          <p:nvPr/>
        </p:nvPicPr>
        <p:blipFill>
          <a:blip r:embed="rId1051"/>
          <a:srcRect/>
          <a:stretch>
            <a:fillRect/>
          </a:stretch>
        </p:blipFill>
        <p:spPr>
          <a:xfrm>
            <a:off x="3375660" y="7368826"/>
            <a:ext cx="74866" cy="117539"/>
          </a:xfrm>
          <a:prstGeom prst="rect"/>
          <a:ln w="0">
            <a:noFill/>
          </a:ln>
        </p:spPr>
      </p:pic>
      <p:sp>
        <p:nvSpPr>
          <p:cNvPr id="1761" name="New shape"/>
          <p:cNvSpPr/>
          <p:nvPr/>
        </p:nvSpPr>
        <p:spPr>
          <a:xfrm>
            <a:off x="3389471" y="737949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2" name="New picture"/>
          <p:cNvPicPr/>
          <p:nvPr/>
        </p:nvPicPr>
        <p:blipFill>
          <a:blip r:embed="rId1052"/>
          <a:srcRect/>
          <a:stretch>
            <a:fillRect/>
          </a:stretch>
        </p:blipFill>
        <p:spPr>
          <a:xfrm>
            <a:off x="3470338" y="7368826"/>
            <a:ext cx="76391" cy="117539"/>
          </a:xfrm>
          <a:prstGeom prst="rect"/>
          <a:ln w="0">
            <a:noFill/>
          </a:ln>
        </p:spPr>
      </p:pic>
      <p:sp>
        <p:nvSpPr>
          <p:cNvPr id="1763" name="New shape"/>
          <p:cNvSpPr/>
          <p:nvPr/>
        </p:nvSpPr>
        <p:spPr>
          <a:xfrm>
            <a:off x="3484149" y="737949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64" name="New shape"/>
          <p:cNvSpPr/>
          <p:nvPr/>
        </p:nvSpPr>
        <p:spPr>
          <a:xfrm>
            <a:off x="3566160" y="7339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65" name="New shape"/>
          <p:cNvSpPr/>
          <p:nvPr/>
        </p:nvSpPr>
        <p:spPr>
          <a:xfrm>
            <a:off x="3606260" y="737035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6" name="New picture"/>
          <p:cNvPicPr/>
          <p:nvPr/>
        </p:nvPicPr>
        <p:blipFill>
          <a:blip r:embed="rId1053"/>
          <a:srcRect/>
          <a:stretch>
            <a:fillRect/>
          </a:stretch>
        </p:blipFill>
        <p:spPr>
          <a:xfrm>
            <a:off x="3604640" y="7336822"/>
            <a:ext cx="16859" cy="15240"/>
          </a:xfrm>
          <a:prstGeom prst="rect"/>
          <a:ln w="0">
            <a:noFill/>
          </a:ln>
        </p:spPr>
      </p:pic>
      <p:pic>
        <p:nvPicPr>
          <p:cNvPr id="1767" name="New picture"/>
          <p:cNvPicPr/>
          <p:nvPr/>
        </p:nvPicPr>
        <p:blipFill>
          <a:blip r:embed="rId1054"/>
          <a:srcRect/>
          <a:stretch>
            <a:fillRect/>
          </a:stretch>
        </p:blipFill>
        <p:spPr>
          <a:xfrm>
            <a:off x="3639883" y="7368826"/>
            <a:ext cx="65627" cy="82391"/>
          </a:xfrm>
          <a:prstGeom prst="rect"/>
          <a:ln w="0">
            <a:noFill/>
          </a:ln>
        </p:spPr>
      </p:pic>
      <p:pic>
        <p:nvPicPr>
          <p:cNvPr id="1768" name="New picture"/>
          <p:cNvPicPr/>
          <p:nvPr/>
        </p:nvPicPr>
        <p:blipFill>
          <a:blip r:embed="rId1055"/>
          <a:srcRect/>
          <a:stretch>
            <a:fillRect/>
          </a:stretch>
        </p:blipFill>
        <p:spPr>
          <a:xfrm>
            <a:off x="3716179" y="7368825"/>
            <a:ext cx="65627" cy="82391"/>
          </a:xfrm>
          <a:prstGeom prst="rect"/>
          <a:ln w="0">
            <a:noFill/>
          </a:ln>
        </p:spPr>
      </p:pic>
      <p:sp>
        <p:nvSpPr>
          <p:cNvPr id="1769" name="New shape"/>
          <p:cNvSpPr/>
          <p:nvPr/>
        </p:nvSpPr>
        <p:spPr>
          <a:xfrm>
            <a:off x="3729894" y="7410069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0" name="New picture"/>
          <p:cNvPicPr/>
          <p:nvPr/>
        </p:nvPicPr>
        <p:blipFill>
          <a:blip r:embed="rId1056"/>
          <a:srcRect/>
          <a:stretch>
            <a:fillRect/>
          </a:stretch>
        </p:blipFill>
        <p:spPr>
          <a:xfrm>
            <a:off x="3794093" y="7347490"/>
            <a:ext cx="48863" cy="103727"/>
          </a:xfrm>
          <a:prstGeom prst="rect"/>
          <a:ln w="0">
            <a:noFill/>
          </a:ln>
        </p:spPr>
      </p:pic>
      <p:sp>
        <p:nvSpPr>
          <p:cNvPr id="1771" name="New shape"/>
          <p:cNvSpPr/>
          <p:nvPr/>
        </p:nvSpPr>
        <p:spPr>
          <a:xfrm>
            <a:off x="3859816" y="737035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2" name="New picture"/>
          <p:cNvPicPr/>
          <p:nvPr/>
        </p:nvPicPr>
        <p:blipFill>
          <a:blip r:embed="rId1057"/>
          <a:srcRect/>
          <a:stretch>
            <a:fillRect/>
          </a:stretch>
        </p:blipFill>
        <p:spPr>
          <a:xfrm>
            <a:off x="3858292" y="7336822"/>
            <a:ext cx="16764" cy="15240"/>
          </a:xfrm>
          <a:prstGeom prst="rect"/>
          <a:ln w="0">
            <a:noFill/>
          </a:ln>
        </p:spPr>
      </p:pic>
      <p:pic>
        <p:nvPicPr>
          <p:cNvPr id="1773" name="New picture"/>
          <p:cNvPicPr/>
          <p:nvPr/>
        </p:nvPicPr>
        <p:blipFill>
          <a:blip r:embed="rId1058"/>
          <a:srcRect/>
          <a:stretch>
            <a:fillRect/>
          </a:stretch>
        </p:blipFill>
        <p:spPr>
          <a:xfrm>
            <a:off x="3894868" y="7368826"/>
            <a:ext cx="77915" cy="82486"/>
          </a:xfrm>
          <a:prstGeom prst="rect"/>
          <a:ln w="0">
            <a:noFill/>
          </a:ln>
        </p:spPr>
      </p:pic>
      <p:sp>
        <p:nvSpPr>
          <p:cNvPr id="1774" name="New shape"/>
          <p:cNvSpPr/>
          <p:nvPr/>
        </p:nvSpPr>
        <p:spPr>
          <a:xfrm>
            <a:off x="3907155" y="7379589"/>
            <a:ext cx="51912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5" name="New picture"/>
          <p:cNvPicPr/>
          <p:nvPr/>
        </p:nvPicPr>
        <p:blipFill>
          <a:blip r:embed="rId1059"/>
          <a:srcRect/>
          <a:stretch>
            <a:fillRect/>
          </a:stretch>
        </p:blipFill>
        <p:spPr>
          <a:xfrm>
            <a:off x="3992594" y="7368825"/>
            <a:ext cx="68771" cy="79343"/>
          </a:xfrm>
          <a:prstGeom prst="rect"/>
          <a:ln w="0">
            <a:noFill/>
          </a:ln>
        </p:spPr>
      </p:pic>
      <p:pic>
        <p:nvPicPr>
          <p:cNvPr id="1776" name="New picture"/>
          <p:cNvPicPr/>
          <p:nvPr/>
        </p:nvPicPr>
        <p:blipFill>
          <a:blip r:embed="rId1060"/>
          <a:srcRect/>
          <a:stretch>
            <a:fillRect/>
          </a:stretch>
        </p:blipFill>
        <p:spPr>
          <a:xfrm>
            <a:off x="4078129" y="7368826"/>
            <a:ext cx="58007" cy="82391"/>
          </a:xfrm>
          <a:prstGeom prst="rect"/>
          <a:ln w="0">
            <a:noFill/>
          </a:ln>
        </p:spPr>
      </p:pic>
      <p:pic>
        <p:nvPicPr>
          <p:cNvPr id="1777" name="New picture"/>
          <p:cNvPicPr/>
          <p:nvPr/>
        </p:nvPicPr>
        <p:blipFill>
          <a:blip r:embed="rId1061"/>
          <a:srcRect/>
          <a:stretch>
            <a:fillRect/>
          </a:stretch>
        </p:blipFill>
        <p:spPr>
          <a:xfrm>
            <a:off x="4194239" y="7368826"/>
            <a:ext cx="74771" cy="117539"/>
          </a:xfrm>
          <a:prstGeom prst="rect"/>
          <a:ln w="0">
            <a:noFill/>
          </a:ln>
        </p:spPr>
      </p:pic>
      <p:sp>
        <p:nvSpPr>
          <p:cNvPr id="1778" name="New shape"/>
          <p:cNvSpPr/>
          <p:nvPr/>
        </p:nvSpPr>
        <p:spPr>
          <a:xfrm>
            <a:off x="4207955" y="737949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9" name="New picture"/>
          <p:cNvPicPr/>
          <p:nvPr/>
        </p:nvPicPr>
        <p:blipFill>
          <a:blip r:embed="rId1062"/>
          <a:srcRect/>
          <a:stretch>
            <a:fillRect/>
          </a:stretch>
        </p:blipFill>
        <p:spPr>
          <a:xfrm>
            <a:off x="4288822" y="7368825"/>
            <a:ext cx="42767" cy="79343"/>
          </a:xfrm>
          <a:prstGeom prst="rect"/>
          <a:ln w="0">
            <a:noFill/>
          </a:ln>
        </p:spPr>
      </p:pic>
      <p:pic>
        <p:nvPicPr>
          <p:cNvPr id="1780" name="New picture"/>
          <p:cNvPicPr/>
          <p:nvPr/>
        </p:nvPicPr>
        <p:blipFill>
          <a:blip r:embed="rId1063"/>
          <a:srcRect/>
          <a:stretch>
            <a:fillRect/>
          </a:stretch>
        </p:blipFill>
        <p:spPr>
          <a:xfrm>
            <a:off x="4336161" y="7368825"/>
            <a:ext cx="65627" cy="82486"/>
          </a:xfrm>
          <a:prstGeom prst="rect"/>
          <a:ln w="0">
            <a:noFill/>
          </a:ln>
        </p:spPr>
      </p:pic>
      <p:sp>
        <p:nvSpPr>
          <p:cNvPr id="1781" name="New shape"/>
          <p:cNvSpPr/>
          <p:nvPr/>
        </p:nvSpPr>
        <p:spPr>
          <a:xfrm>
            <a:off x="4348353" y="7410069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2" name="New picture"/>
          <p:cNvPicPr/>
          <p:nvPr/>
        </p:nvPicPr>
        <p:blipFill>
          <a:blip r:embed="rId1064"/>
          <a:srcRect/>
          <a:stretch>
            <a:fillRect/>
          </a:stretch>
        </p:blipFill>
        <p:spPr>
          <a:xfrm>
            <a:off x="4414075" y="7347490"/>
            <a:ext cx="47339" cy="103822"/>
          </a:xfrm>
          <a:prstGeom prst="rect"/>
          <a:ln w="0">
            <a:noFill/>
          </a:ln>
        </p:spPr>
      </p:pic>
      <p:sp>
        <p:nvSpPr>
          <p:cNvPr id="1783" name="New shape"/>
          <p:cNvSpPr/>
          <p:nvPr/>
        </p:nvSpPr>
        <p:spPr>
          <a:xfrm>
            <a:off x="4479703" y="7370350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4" name="New picture"/>
          <p:cNvPicPr/>
          <p:nvPr/>
        </p:nvPicPr>
        <p:blipFill>
          <a:blip r:embed="rId1065"/>
          <a:srcRect/>
          <a:stretch>
            <a:fillRect/>
          </a:stretch>
        </p:blipFill>
        <p:spPr>
          <a:xfrm>
            <a:off x="4478179" y="7336822"/>
            <a:ext cx="16859" cy="15240"/>
          </a:xfrm>
          <a:prstGeom prst="rect"/>
          <a:ln w="0">
            <a:noFill/>
          </a:ln>
        </p:spPr>
      </p:pic>
      <p:pic>
        <p:nvPicPr>
          <p:cNvPr id="1785" name="New picture"/>
          <p:cNvPicPr/>
          <p:nvPr/>
        </p:nvPicPr>
        <p:blipFill>
          <a:blip r:embed="rId1066"/>
          <a:srcRect/>
          <a:stretch>
            <a:fillRect/>
          </a:stretch>
        </p:blipFill>
        <p:spPr>
          <a:xfrm>
            <a:off x="4513231" y="7368825"/>
            <a:ext cx="74866" cy="117539"/>
          </a:xfrm>
          <a:prstGeom prst="rect"/>
          <a:ln w="0">
            <a:noFill/>
          </a:ln>
        </p:spPr>
      </p:pic>
      <p:sp>
        <p:nvSpPr>
          <p:cNvPr id="1786" name="New shape"/>
          <p:cNvSpPr/>
          <p:nvPr/>
        </p:nvSpPr>
        <p:spPr>
          <a:xfrm>
            <a:off x="4526947" y="7379492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7" name="New picture"/>
          <p:cNvPicPr/>
          <p:nvPr/>
        </p:nvPicPr>
        <p:blipFill>
          <a:blip r:embed="rId1067"/>
          <a:srcRect/>
          <a:stretch>
            <a:fillRect/>
          </a:stretch>
        </p:blipFill>
        <p:spPr>
          <a:xfrm>
            <a:off x="4612577" y="7370350"/>
            <a:ext cx="70199" cy="80867"/>
          </a:xfrm>
          <a:prstGeom prst="rect"/>
          <a:ln w="0">
            <a:noFill/>
          </a:ln>
        </p:spPr>
      </p:pic>
      <p:pic>
        <p:nvPicPr>
          <p:cNvPr id="1788" name="New picture"/>
          <p:cNvPicPr/>
          <p:nvPr/>
        </p:nvPicPr>
        <p:blipFill>
          <a:blip r:embed="rId1068"/>
          <a:srcRect/>
          <a:stretch>
            <a:fillRect/>
          </a:stretch>
        </p:blipFill>
        <p:spPr>
          <a:xfrm>
            <a:off x="4702587" y="7368826"/>
            <a:ext cx="71818" cy="82391"/>
          </a:xfrm>
          <a:prstGeom prst="rect"/>
          <a:ln w="0">
            <a:noFill/>
          </a:ln>
        </p:spPr>
      </p:pic>
      <p:sp>
        <p:nvSpPr>
          <p:cNvPr id="1789" name="New shape"/>
          <p:cNvSpPr/>
          <p:nvPr/>
        </p:nvSpPr>
        <p:spPr>
          <a:xfrm>
            <a:off x="4716304" y="7377970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0" name="New picture"/>
          <p:cNvPicPr/>
          <p:nvPr/>
        </p:nvPicPr>
        <p:blipFill>
          <a:blip r:embed="rId1069"/>
          <a:srcRect/>
          <a:stretch>
            <a:fillRect/>
          </a:stretch>
        </p:blipFill>
        <p:spPr>
          <a:xfrm>
            <a:off x="4785075" y="7368826"/>
            <a:ext cx="58102" cy="82391"/>
          </a:xfrm>
          <a:prstGeom prst="rect"/>
          <a:ln w="0">
            <a:noFill/>
          </a:ln>
        </p:spPr>
      </p:pic>
      <p:pic>
        <p:nvPicPr>
          <p:cNvPr id="1791" name="New picture"/>
          <p:cNvPicPr/>
          <p:nvPr/>
        </p:nvPicPr>
        <p:blipFill>
          <a:blip r:embed="rId1070"/>
          <a:srcRect/>
          <a:stretch>
            <a:fillRect/>
          </a:stretch>
        </p:blipFill>
        <p:spPr>
          <a:xfrm>
            <a:off x="4861465" y="7432929"/>
            <a:ext cx="16859" cy="16763"/>
          </a:xfrm>
          <a:prstGeom prst="rect"/>
          <a:ln w="0">
            <a:noFill/>
          </a:ln>
        </p:spPr>
      </p:pic>
      <p:pic>
        <p:nvPicPr>
          <p:cNvPr id="1792" name="New picture"/>
          <p:cNvPicPr/>
          <p:nvPr/>
        </p:nvPicPr>
        <p:blipFill>
          <a:blip r:embed="rId1071"/>
          <a:srcRect/>
          <a:stretch>
            <a:fillRect/>
          </a:stretch>
        </p:blipFill>
        <p:spPr>
          <a:xfrm>
            <a:off x="4937855" y="7339870"/>
            <a:ext cx="39719" cy="108300"/>
          </a:xfrm>
          <a:prstGeom prst="rect"/>
          <a:ln w="0">
            <a:noFill/>
          </a:ln>
        </p:spPr>
      </p:pic>
      <p:sp>
        <p:nvSpPr>
          <p:cNvPr id="1793" name="New shape"/>
          <p:cNvSpPr/>
          <p:nvPr/>
        </p:nvSpPr>
        <p:spPr>
          <a:xfrm>
            <a:off x="4998720" y="7339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4" name="New picture"/>
          <p:cNvPicPr/>
          <p:nvPr/>
        </p:nvPicPr>
        <p:blipFill>
          <a:blip r:embed="rId1072"/>
          <a:srcRect/>
          <a:stretch>
            <a:fillRect/>
          </a:stretch>
        </p:blipFill>
        <p:spPr>
          <a:xfrm>
            <a:off x="5076730" y="7368921"/>
            <a:ext cx="74866" cy="117443"/>
          </a:xfrm>
          <a:prstGeom prst="rect"/>
          <a:ln w="0">
            <a:noFill/>
          </a:ln>
        </p:spPr>
      </p:pic>
      <p:sp>
        <p:nvSpPr>
          <p:cNvPr id="1795" name="New shape"/>
          <p:cNvSpPr/>
          <p:nvPr/>
        </p:nvSpPr>
        <p:spPr>
          <a:xfrm>
            <a:off x="5090540" y="737958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6" name="New picture"/>
          <p:cNvPicPr/>
          <p:nvPr/>
        </p:nvPicPr>
        <p:blipFill>
          <a:blip r:embed="rId1073"/>
          <a:srcRect/>
          <a:stretch>
            <a:fillRect/>
          </a:stretch>
        </p:blipFill>
        <p:spPr>
          <a:xfrm>
            <a:off x="5171408" y="7368921"/>
            <a:ext cx="42767" cy="79343"/>
          </a:xfrm>
          <a:prstGeom prst="rect"/>
          <a:ln w="0">
            <a:noFill/>
          </a:ln>
        </p:spPr>
      </p:pic>
      <p:pic>
        <p:nvPicPr>
          <p:cNvPr id="1797" name="New picture"/>
          <p:cNvPicPr/>
          <p:nvPr/>
        </p:nvPicPr>
        <p:blipFill>
          <a:blip r:embed="rId1074"/>
          <a:srcRect/>
          <a:stretch>
            <a:fillRect/>
          </a:stretch>
        </p:blipFill>
        <p:spPr>
          <a:xfrm>
            <a:off x="5220271" y="7368826"/>
            <a:ext cx="77915" cy="82391"/>
          </a:xfrm>
          <a:prstGeom prst="rect"/>
          <a:ln w="0">
            <a:noFill/>
          </a:ln>
        </p:spPr>
      </p:pic>
      <p:sp>
        <p:nvSpPr>
          <p:cNvPr id="1798" name="New shape"/>
          <p:cNvSpPr/>
          <p:nvPr/>
        </p:nvSpPr>
        <p:spPr>
          <a:xfrm>
            <a:off x="5233988" y="737949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9" name="New picture"/>
          <p:cNvPicPr/>
          <p:nvPr/>
        </p:nvPicPr>
        <p:blipFill>
          <a:blip r:embed="rId1075"/>
          <a:srcRect/>
          <a:stretch>
            <a:fillRect/>
          </a:stretch>
        </p:blipFill>
        <p:spPr>
          <a:xfrm>
            <a:off x="5317998" y="7368826"/>
            <a:ext cx="76391" cy="117539"/>
          </a:xfrm>
          <a:prstGeom prst="rect"/>
          <a:ln w="0">
            <a:noFill/>
          </a:ln>
        </p:spPr>
      </p:pic>
      <p:sp>
        <p:nvSpPr>
          <p:cNvPr id="1800" name="New shape"/>
          <p:cNvSpPr/>
          <p:nvPr/>
        </p:nvSpPr>
        <p:spPr>
          <a:xfrm>
            <a:off x="5331809" y="737949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1" name="New picture"/>
          <p:cNvPicPr/>
          <p:nvPr/>
        </p:nvPicPr>
        <p:blipFill>
          <a:blip r:embed="rId1076"/>
          <a:srcRect/>
          <a:stretch>
            <a:fillRect/>
          </a:stretch>
        </p:blipFill>
        <p:spPr>
          <a:xfrm>
            <a:off x="5409628" y="7368826"/>
            <a:ext cx="77915" cy="82391"/>
          </a:xfrm>
          <a:prstGeom prst="rect"/>
          <a:ln w="0">
            <a:noFill/>
          </a:ln>
        </p:spPr>
      </p:pic>
      <p:sp>
        <p:nvSpPr>
          <p:cNvPr id="1802" name="New shape"/>
          <p:cNvSpPr/>
          <p:nvPr/>
        </p:nvSpPr>
        <p:spPr>
          <a:xfrm>
            <a:off x="5421916" y="7379495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3" name="New picture"/>
          <p:cNvPicPr/>
          <p:nvPr/>
        </p:nvPicPr>
        <p:blipFill>
          <a:blip r:embed="rId1077"/>
          <a:srcRect/>
          <a:stretch>
            <a:fillRect/>
          </a:stretch>
        </p:blipFill>
        <p:spPr>
          <a:xfrm>
            <a:off x="5498212" y="7368826"/>
            <a:ext cx="58102" cy="82391"/>
          </a:xfrm>
          <a:prstGeom prst="rect"/>
          <a:ln w="0">
            <a:noFill/>
          </a:ln>
        </p:spPr>
      </p:pic>
      <p:pic>
        <p:nvPicPr>
          <p:cNvPr id="1804" name="New picture"/>
          <p:cNvPicPr/>
          <p:nvPr/>
        </p:nvPicPr>
        <p:blipFill>
          <a:blip r:embed="rId1078"/>
          <a:srcRect/>
          <a:stretch>
            <a:fillRect/>
          </a:stretch>
        </p:blipFill>
        <p:spPr>
          <a:xfrm>
            <a:off x="5570030" y="7368921"/>
            <a:ext cx="71723" cy="82391"/>
          </a:xfrm>
          <a:prstGeom prst="rect"/>
          <a:ln w="0">
            <a:noFill/>
          </a:ln>
        </p:spPr>
      </p:pic>
      <p:sp>
        <p:nvSpPr>
          <p:cNvPr id="1805" name="New shape"/>
          <p:cNvSpPr/>
          <p:nvPr/>
        </p:nvSpPr>
        <p:spPr>
          <a:xfrm>
            <a:off x="5583745" y="737806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6" name="New picture"/>
          <p:cNvPicPr/>
          <p:nvPr/>
        </p:nvPicPr>
        <p:blipFill>
          <a:blip r:embed="rId1079"/>
          <a:srcRect/>
          <a:stretch>
            <a:fillRect/>
          </a:stretch>
        </p:blipFill>
        <p:spPr>
          <a:xfrm>
            <a:off x="5696807" y="7339870"/>
            <a:ext cx="74771" cy="111347"/>
          </a:xfrm>
          <a:prstGeom prst="rect"/>
          <a:ln w="0">
            <a:noFill/>
          </a:ln>
        </p:spPr>
      </p:pic>
      <p:sp>
        <p:nvSpPr>
          <p:cNvPr id="1807" name="New shape"/>
          <p:cNvSpPr/>
          <p:nvPr/>
        </p:nvSpPr>
        <p:spPr>
          <a:xfrm>
            <a:off x="5709000" y="737949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8" name="New picture"/>
          <p:cNvPicPr/>
          <p:nvPr/>
        </p:nvPicPr>
        <p:blipFill>
          <a:blip r:embed="rId1080"/>
          <a:srcRect/>
          <a:stretch>
            <a:fillRect/>
          </a:stretch>
        </p:blipFill>
        <p:spPr>
          <a:xfrm>
            <a:off x="5791486" y="7368826"/>
            <a:ext cx="70199" cy="82391"/>
          </a:xfrm>
          <a:prstGeom prst="rect"/>
          <a:ln w="0">
            <a:noFill/>
          </a:ln>
        </p:spPr>
      </p:pic>
      <p:sp>
        <p:nvSpPr>
          <p:cNvPr id="1809" name="New shape"/>
          <p:cNvSpPr/>
          <p:nvPr/>
        </p:nvSpPr>
        <p:spPr>
          <a:xfrm>
            <a:off x="5803678" y="737797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0" name="New picture"/>
          <p:cNvPicPr/>
          <p:nvPr/>
        </p:nvPicPr>
        <p:blipFill>
          <a:blip r:embed="rId1081"/>
          <a:srcRect/>
          <a:stretch>
            <a:fillRect/>
          </a:stretch>
        </p:blipFill>
        <p:spPr>
          <a:xfrm>
            <a:off x="5873877" y="7368826"/>
            <a:ext cx="58007" cy="82391"/>
          </a:xfrm>
          <a:prstGeom prst="rect"/>
          <a:ln w="0">
            <a:noFill/>
          </a:ln>
        </p:spPr>
      </p:pic>
      <p:pic>
        <p:nvPicPr>
          <p:cNvPr id="1811" name="New picture"/>
          <p:cNvPicPr/>
          <p:nvPr/>
        </p:nvPicPr>
        <p:blipFill>
          <a:blip r:embed="rId1082"/>
          <a:srcRect/>
          <a:stretch>
            <a:fillRect/>
          </a:stretch>
        </p:blipFill>
        <p:spPr>
          <a:xfrm>
            <a:off x="5985319" y="7368826"/>
            <a:ext cx="70295" cy="82391"/>
          </a:xfrm>
          <a:prstGeom prst="rect"/>
          <a:ln w="0">
            <a:noFill/>
          </a:ln>
        </p:spPr>
      </p:pic>
      <p:sp>
        <p:nvSpPr>
          <p:cNvPr id="1812" name="New shape"/>
          <p:cNvSpPr/>
          <p:nvPr/>
        </p:nvSpPr>
        <p:spPr>
          <a:xfrm>
            <a:off x="5997607" y="737797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3" name="New picture"/>
          <p:cNvPicPr/>
          <p:nvPr/>
        </p:nvPicPr>
        <p:blipFill>
          <a:blip r:embed="rId1083"/>
          <a:srcRect/>
          <a:stretch>
            <a:fillRect/>
          </a:stretch>
        </p:blipFill>
        <p:spPr>
          <a:xfrm>
            <a:off x="6061710" y="7370350"/>
            <a:ext cx="76391" cy="77819"/>
          </a:xfrm>
          <a:prstGeom prst="rect"/>
          <a:ln w="0">
            <a:noFill/>
          </a:ln>
        </p:spPr>
      </p:pic>
      <p:pic>
        <p:nvPicPr>
          <p:cNvPr id="1814" name="New picture"/>
          <p:cNvPicPr/>
          <p:nvPr/>
        </p:nvPicPr>
        <p:blipFill>
          <a:blip r:embed="rId1084"/>
          <a:srcRect/>
          <a:stretch>
            <a:fillRect/>
          </a:stretch>
        </p:blipFill>
        <p:spPr>
          <a:xfrm>
            <a:off x="6144197" y="7368826"/>
            <a:ext cx="70199" cy="82391"/>
          </a:xfrm>
          <a:prstGeom prst="rect"/>
          <a:ln w="0">
            <a:noFill/>
          </a:ln>
        </p:spPr>
      </p:pic>
      <p:sp>
        <p:nvSpPr>
          <p:cNvPr id="1815" name="New shape"/>
          <p:cNvSpPr/>
          <p:nvPr/>
        </p:nvSpPr>
        <p:spPr>
          <a:xfrm>
            <a:off x="6156389" y="737797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6" name="New picture"/>
          <p:cNvPicPr/>
          <p:nvPr/>
        </p:nvPicPr>
        <p:blipFill>
          <a:blip r:embed="rId1085"/>
          <a:srcRect/>
          <a:stretch>
            <a:fillRect/>
          </a:stretch>
        </p:blipFill>
        <p:spPr>
          <a:xfrm>
            <a:off x="6234303" y="7368921"/>
            <a:ext cx="120682" cy="79343"/>
          </a:xfrm>
          <a:prstGeom prst="rect"/>
          <a:ln w="0">
            <a:noFill/>
          </a:ln>
        </p:spPr>
      </p:pic>
      <p:pic>
        <p:nvPicPr>
          <p:cNvPr id="1817" name="New picture"/>
          <p:cNvPicPr/>
          <p:nvPr/>
        </p:nvPicPr>
        <p:blipFill>
          <a:blip r:embed="rId1086"/>
          <a:srcRect/>
          <a:stretch>
            <a:fillRect/>
          </a:stretch>
        </p:blipFill>
        <p:spPr>
          <a:xfrm>
            <a:off x="6379369" y="7368826"/>
            <a:ext cx="76295" cy="117539"/>
          </a:xfrm>
          <a:prstGeom prst="rect"/>
          <a:ln w="0">
            <a:noFill/>
          </a:ln>
        </p:spPr>
      </p:pic>
      <p:sp>
        <p:nvSpPr>
          <p:cNvPr id="1818" name="New shape"/>
          <p:cNvSpPr/>
          <p:nvPr/>
        </p:nvSpPr>
        <p:spPr>
          <a:xfrm>
            <a:off x="6394609" y="737949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19" name="New shape"/>
          <p:cNvSpPr/>
          <p:nvPr/>
        </p:nvSpPr>
        <p:spPr>
          <a:xfrm>
            <a:off x="6475476" y="7339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0" name="New picture"/>
          <p:cNvPicPr/>
          <p:nvPr/>
        </p:nvPicPr>
        <p:blipFill>
          <a:blip r:embed="rId1087"/>
          <a:srcRect/>
          <a:stretch>
            <a:fillRect/>
          </a:stretch>
        </p:blipFill>
        <p:spPr>
          <a:xfrm>
            <a:off x="6510717" y="7368921"/>
            <a:ext cx="70200" cy="82391"/>
          </a:xfrm>
          <a:prstGeom prst="rect"/>
          <a:ln w="0">
            <a:noFill/>
          </a:ln>
        </p:spPr>
      </p:pic>
      <p:sp>
        <p:nvSpPr>
          <p:cNvPr id="1821" name="New shape"/>
          <p:cNvSpPr/>
          <p:nvPr/>
        </p:nvSpPr>
        <p:spPr>
          <a:xfrm>
            <a:off x="6522910" y="737806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2" name="New picture"/>
          <p:cNvPicPr/>
          <p:nvPr/>
        </p:nvPicPr>
        <p:blipFill>
          <a:blip r:embed="rId1088"/>
          <a:srcRect/>
          <a:stretch>
            <a:fillRect/>
          </a:stretch>
        </p:blipFill>
        <p:spPr>
          <a:xfrm>
            <a:off x="6593015" y="7368826"/>
            <a:ext cx="58103" cy="82391"/>
          </a:xfrm>
          <a:prstGeom prst="rect"/>
          <a:ln w="0">
            <a:noFill/>
          </a:ln>
        </p:spPr>
      </p:pic>
      <p:pic>
        <p:nvPicPr>
          <p:cNvPr id="1823" name="New picture"/>
          <p:cNvPicPr/>
          <p:nvPr/>
        </p:nvPicPr>
        <p:blipFill>
          <a:blip r:embed="rId1089"/>
          <a:srcRect/>
          <a:stretch>
            <a:fillRect/>
          </a:stretch>
        </p:blipFill>
        <p:spPr>
          <a:xfrm>
            <a:off x="677418" y="7597711"/>
            <a:ext cx="64103" cy="82486"/>
          </a:xfrm>
          <a:prstGeom prst="rect"/>
          <a:ln w="0">
            <a:noFill/>
          </a:ln>
        </p:spPr>
      </p:pic>
      <p:pic>
        <p:nvPicPr>
          <p:cNvPr id="1824" name="New picture"/>
          <p:cNvPicPr/>
          <p:nvPr/>
        </p:nvPicPr>
        <p:blipFill>
          <a:blip r:embed="rId1090"/>
          <a:srcRect/>
          <a:stretch>
            <a:fillRect/>
          </a:stretch>
        </p:blipFill>
        <p:spPr>
          <a:xfrm>
            <a:off x="752285" y="7597711"/>
            <a:ext cx="77819" cy="82486"/>
          </a:xfrm>
          <a:prstGeom prst="rect"/>
          <a:ln w="0">
            <a:noFill/>
          </a:ln>
        </p:spPr>
      </p:pic>
      <p:sp>
        <p:nvSpPr>
          <p:cNvPr id="1825" name="New shape"/>
          <p:cNvSpPr/>
          <p:nvPr/>
        </p:nvSpPr>
        <p:spPr>
          <a:xfrm>
            <a:off x="766001" y="7608474"/>
            <a:ext cx="51911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6" name="New picture"/>
          <p:cNvPicPr/>
          <p:nvPr/>
        </p:nvPicPr>
        <p:blipFill>
          <a:blip r:embed="rId1091"/>
          <a:srcRect/>
          <a:stretch>
            <a:fillRect/>
          </a:stretch>
        </p:blipFill>
        <p:spPr>
          <a:xfrm>
            <a:off x="850011" y="7597806"/>
            <a:ext cx="70295" cy="79343"/>
          </a:xfrm>
          <a:prstGeom prst="rect"/>
          <a:ln w="0">
            <a:noFill/>
          </a:ln>
        </p:spPr>
      </p:pic>
      <p:pic>
        <p:nvPicPr>
          <p:cNvPr id="1827" name="New picture"/>
          <p:cNvPicPr/>
          <p:nvPr/>
        </p:nvPicPr>
        <p:blipFill>
          <a:blip r:embed="rId1092"/>
          <a:srcRect/>
          <a:stretch>
            <a:fillRect/>
          </a:stretch>
        </p:blipFill>
        <p:spPr>
          <a:xfrm>
            <a:off x="940022" y="7597711"/>
            <a:ext cx="64103" cy="82391"/>
          </a:xfrm>
          <a:prstGeom prst="rect"/>
          <a:ln w="0">
            <a:noFill/>
          </a:ln>
        </p:spPr>
      </p:pic>
      <p:pic>
        <p:nvPicPr>
          <p:cNvPr id="1828" name="New picture"/>
          <p:cNvPicPr/>
          <p:nvPr/>
        </p:nvPicPr>
        <p:blipFill>
          <a:blip r:embed="rId1093"/>
          <a:srcRect/>
          <a:stretch>
            <a:fillRect/>
          </a:stretch>
        </p:blipFill>
        <p:spPr>
          <a:xfrm>
            <a:off x="1020889" y="7597806"/>
            <a:ext cx="42767" cy="79343"/>
          </a:xfrm>
          <a:prstGeom prst="rect"/>
          <a:ln w="0">
            <a:noFill/>
          </a:ln>
        </p:spPr>
      </p:pic>
      <p:pic>
        <p:nvPicPr>
          <p:cNvPr id="1829" name="New picture"/>
          <p:cNvPicPr/>
          <p:nvPr/>
        </p:nvPicPr>
        <p:blipFill>
          <a:blip r:embed="rId1094"/>
          <a:srcRect/>
          <a:stretch>
            <a:fillRect/>
          </a:stretch>
        </p:blipFill>
        <p:spPr>
          <a:xfrm>
            <a:off x="1069848" y="7597711"/>
            <a:ext cx="71819" cy="82391"/>
          </a:xfrm>
          <a:prstGeom prst="rect"/>
          <a:ln w="0">
            <a:noFill/>
          </a:ln>
        </p:spPr>
      </p:pic>
      <p:sp>
        <p:nvSpPr>
          <p:cNvPr id="1830" name="New shape"/>
          <p:cNvSpPr/>
          <p:nvPr/>
        </p:nvSpPr>
        <p:spPr>
          <a:xfrm>
            <a:off x="1082040" y="76068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1" name="New picture"/>
          <p:cNvPicPr/>
          <p:nvPr/>
        </p:nvPicPr>
        <p:blipFill>
          <a:blip r:embed="rId1095"/>
          <a:srcRect/>
          <a:stretch>
            <a:fillRect/>
          </a:stretch>
        </p:blipFill>
        <p:spPr>
          <a:xfrm>
            <a:off x="1149286" y="7576280"/>
            <a:ext cx="48863" cy="103822"/>
          </a:xfrm>
          <a:prstGeom prst="rect"/>
          <a:ln w="0">
            <a:noFill/>
          </a:ln>
        </p:spPr>
      </p:pic>
      <p:pic>
        <p:nvPicPr>
          <p:cNvPr id="1832" name="New picture"/>
          <p:cNvPicPr/>
          <p:nvPr/>
        </p:nvPicPr>
        <p:blipFill>
          <a:blip r:embed="rId1096"/>
          <a:srcRect/>
          <a:stretch>
            <a:fillRect/>
          </a:stretch>
        </p:blipFill>
        <p:spPr>
          <a:xfrm>
            <a:off x="1205674" y="7597806"/>
            <a:ext cx="58103" cy="82391"/>
          </a:xfrm>
          <a:prstGeom prst="rect"/>
          <a:ln w="0">
            <a:noFill/>
          </a:ln>
        </p:spPr>
      </p:pic>
      <p:pic>
        <p:nvPicPr>
          <p:cNvPr id="1833" name="New picture"/>
          <p:cNvPicPr/>
          <p:nvPr/>
        </p:nvPicPr>
        <p:blipFill>
          <a:blip r:embed="rId1097"/>
          <a:srcRect/>
          <a:stretch>
            <a:fillRect/>
          </a:stretch>
        </p:blipFill>
        <p:spPr>
          <a:xfrm>
            <a:off x="1317308" y="7597711"/>
            <a:ext cx="71723" cy="82391"/>
          </a:xfrm>
          <a:prstGeom prst="rect"/>
          <a:ln w="0">
            <a:noFill/>
          </a:ln>
        </p:spPr>
      </p:pic>
      <p:sp>
        <p:nvSpPr>
          <p:cNvPr id="1834" name="New shape"/>
          <p:cNvSpPr/>
          <p:nvPr/>
        </p:nvSpPr>
        <p:spPr>
          <a:xfrm>
            <a:off x="1329500" y="76068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5" name="New picture"/>
          <p:cNvPicPr/>
          <p:nvPr/>
        </p:nvPicPr>
        <p:blipFill>
          <a:blip r:embed="rId1098"/>
          <a:srcRect/>
          <a:stretch>
            <a:fillRect/>
          </a:stretch>
        </p:blipFill>
        <p:spPr>
          <a:xfrm>
            <a:off x="1396651" y="7576375"/>
            <a:ext cx="48863" cy="103822"/>
          </a:xfrm>
          <a:prstGeom prst="rect"/>
          <a:ln w="0">
            <a:noFill/>
          </a:ln>
        </p:spPr>
      </p:pic>
      <p:pic>
        <p:nvPicPr>
          <p:cNvPr id="1836" name="New picture"/>
          <p:cNvPicPr/>
          <p:nvPr/>
        </p:nvPicPr>
        <p:blipFill>
          <a:blip r:embed="rId1099"/>
          <a:srcRect/>
          <a:stretch>
            <a:fillRect/>
          </a:stretch>
        </p:blipFill>
        <p:spPr>
          <a:xfrm>
            <a:off x="1497425" y="7568850"/>
            <a:ext cx="74866" cy="111347"/>
          </a:xfrm>
          <a:prstGeom prst="rect"/>
          <a:ln w="0">
            <a:noFill/>
          </a:ln>
        </p:spPr>
      </p:pic>
      <p:sp>
        <p:nvSpPr>
          <p:cNvPr id="1837" name="New shape"/>
          <p:cNvSpPr/>
          <p:nvPr/>
        </p:nvSpPr>
        <p:spPr>
          <a:xfrm>
            <a:off x="1511236" y="760847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8" name="New picture"/>
          <p:cNvPicPr/>
          <p:nvPr/>
        </p:nvPicPr>
        <p:blipFill>
          <a:blip r:embed="rId1100"/>
          <a:srcRect/>
          <a:stretch>
            <a:fillRect/>
          </a:stretch>
        </p:blipFill>
        <p:spPr>
          <a:xfrm>
            <a:off x="1592104" y="7597711"/>
            <a:ext cx="71818" cy="82486"/>
          </a:xfrm>
          <a:prstGeom prst="rect"/>
          <a:ln w="0">
            <a:noFill/>
          </a:ln>
        </p:spPr>
      </p:pic>
      <p:sp>
        <p:nvSpPr>
          <p:cNvPr id="1839" name="New shape"/>
          <p:cNvSpPr/>
          <p:nvPr/>
        </p:nvSpPr>
        <p:spPr>
          <a:xfrm>
            <a:off x="1604296" y="76069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0" name="New picture"/>
          <p:cNvPicPr/>
          <p:nvPr/>
        </p:nvPicPr>
        <p:blipFill>
          <a:blip r:embed="rId1101"/>
          <a:srcRect/>
          <a:stretch>
            <a:fillRect/>
          </a:stretch>
        </p:blipFill>
        <p:spPr>
          <a:xfrm>
            <a:off x="1674590" y="7597711"/>
            <a:ext cx="58007" cy="82486"/>
          </a:xfrm>
          <a:prstGeom prst="rect"/>
          <a:ln w="0">
            <a:noFill/>
          </a:ln>
        </p:spPr>
      </p:pic>
      <p:pic>
        <p:nvPicPr>
          <p:cNvPr id="1841" name="New picture"/>
          <p:cNvPicPr/>
          <p:nvPr/>
        </p:nvPicPr>
        <p:blipFill>
          <a:blip r:embed="rId1102"/>
          <a:srcRect/>
          <a:stretch>
            <a:fillRect/>
          </a:stretch>
        </p:blipFill>
        <p:spPr>
          <a:xfrm>
            <a:off x="1786033" y="7597711"/>
            <a:ext cx="70295" cy="82486"/>
          </a:xfrm>
          <a:prstGeom prst="rect"/>
          <a:ln w="0">
            <a:noFill/>
          </a:ln>
        </p:spPr>
      </p:pic>
      <p:sp>
        <p:nvSpPr>
          <p:cNvPr id="1842" name="New shape"/>
          <p:cNvSpPr/>
          <p:nvPr/>
        </p:nvSpPr>
        <p:spPr>
          <a:xfrm>
            <a:off x="1798225" y="76069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43" name="New shape"/>
          <p:cNvSpPr/>
          <p:nvPr/>
        </p:nvSpPr>
        <p:spPr>
          <a:xfrm>
            <a:off x="1808988" y="7562659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4" name="New picture"/>
          <p:cNvPicPr/>
          <p:nvPr/>
        </p:nvPicPr>
        <p:blipFill>
          <a:blip r:embed="rId1103"/>
          <a:srcRect/>
          <a:stretch>
            <a:fillRect/>
          </a:stretch>
        </p:blipFill>
        <p:spPr>
          <a:xfrm>
            <a:off x="1865471" y="7576280"/>
            <a:ext cx="48863" cy="103822"/>
          </a:xfrm>
          <a:prstGeom prst="rect"/>
          <a:ln w="0">
            <a:noFill/>
          </a:ln>
        </p:spPr>
      </p:pic>
      <p:pic>
        <p:nvPicPr>
          <p:cNvPr id="1845" name="New picture"/>
          <p:cNvPicPr/>
          <p:nvPr/>
        </p:nvPicPr>
        <p:blipFill>
          <a:blip r:embed="rId1104"/>
          <a:srcRect/>
          <a:stretch>
            <a:fillRect/>
          </a:stretch>
        </p:blipFill>
        <p:spPr>
          <a:xfrm>
            <a:off x="1929574" y="7599237"/>
            <a:ext cx="70295" cy="80867"/>
          </a:xfrm>
          <a:prstGeom prst="rect"/>
          <a:ln w="0">
            <a:noFill/>
          </a:ln>
        </p:spPr>
      </p:pic>
      <p:pic>
        <p:nvPicPr>
          <p:cNvPr id="1846" name="New picture"/>
          <p:cNvPicPr/>
          <p:nvPr/>
        </p:nvPicPr>
        <p:blipFill>
          <a:blip r:embed="rId1105"/>
          <a:srcRect/>
          <a:stretch>
            <a:fillRect/>
          </a:stretch>
        </p:blipFill>
        <p:spPr>
          <a:xfrm>
            <a:off x="2019681" y="7568850"/>
            <a:ext cx="74867" cy="111347"/>
          </a:xfrm>
          <a:prstGeom prst="rect"/>
          <a:ln w="0">
            <a:noFill/>
          </a:ln>
        </p:spPr>
      </p:pic>
      <p:sp>
        <p:nvSpPr>
          <p:cNvPr id="1847" name="New shape"/>
          <p:cNvSpPr/>
          <p:nvPr/>
        </p:nvSpPr>
        <p:spPr>
          <a:xfrm>
            <a:off x="2033492" y="760847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8" name="New picture"/>
          <p:cNvPicPr/>
          <p:nvPr/>
        </p:nvPicPr>
        <p:blipFill>
          <a:blip r:embed="rId1106"/>
          <a:srcRect/>
          <a:stretch>
            <a:fillRect/>
          </a:stretch>
        </p:blipFill>
        <p:spPr>
          <a:xfrm>
            <a:off x="2114264" y="7597711"/>
            <a:ext cx="71818" cy="82391"/>
          </a:xfrm>
          <a:prstGeom prst="rect"/>
          <a:ln w="0">
            <a:noFill/>
          </a:ln>
        </p:spPr>
      </p:pic>
      <p:sp>
        <p:nvSpPr>
          <p:cNvPr id="1849" name="New shape"/>
          <p:cNvSpPr/>
          <p:nvPr/>
        </p:nvSpPr>
        <p:spPr>
          <a:xfrm>
            <a:off x="2128076" y="76068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0" name="New picture"/>
          <p:cNvPicPr/>
          <p:nvPr/>
        </p:nvPicPr>
        <p:blipFill>
          <a:blip r:embed="rId1107"/>
          <a:srcRect/>
          <a:stretch>
            <a:fillRect/>
          </a:stretch>
        </p:blipFill>
        <p:spPr>
          <a:xfrm>
            <a:off x="2196846" y="7597711"/>
            <a:ext cx="58007" cy="82486"/>
          </a:xfrm>
          <a:prstGeom prst="rect"/>
          <a:ln w="0">
            <a:noFill/>
          </a:ln>
        </p:spPr>
      </p:pic>
      <p:pic>
        <p:nvPicPr>
          <p:cNvPr id="1851" name="New picture"/>
          <p:cNvPicPr/>
          <p:nvPr/>
        </p:nvPicPr>
        <p:blipFill>
          <a:blip r:embed="rId1108"/>
          <a:srcRect/>
          <a:stretch>
            <a:fillRect/>
          </a:stretch>
        </p:blipFill>
        <p:spPr>
          <a:xfrm>
            <a:off x="2308289" y="7568757"/>
            <a:ext cx="76390" cy="111442"/>
          </a:xfrm>
          <a:prstGeom prst="rect"/>
          <a:ln w="0">
            <a:noFill/>
          </a:ln>
        </p:spPr>
      </p:pic>
      <p:sp>
        <p:nvSpPr>
          <p:cNvPr id="1852" name="New shape"/>
          <p:cNvSpPr/>
          <p:nvPr/>
        </p:nvSpPr>
        <p:spPr>
          <a:xfrm>
            <a:off x="2322005" y="7608475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3" name="New picture"/>
          <p:cNvPicPr/>
          <p:nvPr/>
        </p:nvPicPr>
        <p:blipFill>
          <a:blip r:embed="rId1109"/>
          <a:srcRect/>
          <a:stretch>
            <a:fillRect/>
          </a:stretch>
        </p:blipFill>
        <p:spPr>
          <a:xfrm>
            <a:off x="2402967" y="7597711"/>
            <a:ext cx="71818" cy="82391"/>
          </a:xfrm>
          <a:prstGeom prst="rect"/>
          <a:ln w="0">
            <a:noFill/>
          </a:ln>
        </p:spPr>
      </p:pic>
      <p:sp>
        <p:nvSpPr>
          <p:cNvPr id="1854" name="New shape"/>
          <p:cNvSpPr/>
          <p:nvPr/>
        </p:nvSpPr>
        <p:spPr>
          <a:xfrm>
            <a:off x="2416683" y="76068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5" name="New picture"/>
          <p:cNvPicPr/>
          <p:nvPr/>
        </p:nvPicPr>
        <p:blipFill>
          <a:blip r:embed="rId1110"/>
          <a:srcRect/>
          <a:stretch>
            <a:fillRect/>
          </a:stretch>
        </p:blipFill>
        <p:spPr>
          <a:xfrm>
            <a:off x="2529745" y="7597711"/>
            <a:ext cx="64103" cy="82391"/>
          </a:xfrm>
          <a:prstGeom prst="rect"/>
          <a:ln w="0">
            <a:noFill/>
          </a:ln>
        </p:spPr>
      </p:pic>
      <p:pic>
        <p:nvPicPr>
          <p:cNvPr id="1856" name="New picture"/>
          <p:cNvPicPr/>
          <p:nvPr/>
        </p:nvPicPr>
        <p:blipFill>
          <a:blip r:embed="rId1111"/>
          <a:srcRect/>
          <a:stretch>
            <a:fillRect/>
          </a:stretch>
        </p:blipFill>
        <p:spPr>
          <a:xfrm>
            <a:off x="2606040" y="7597711"/>
            <a:ext cx="65627" cy="82391"/>
          </a:xfrm>
          <a:prstGeom prst="rect"/>
          <a:ln w="0">
            <a:noFill/>
          </a:ln>
        </p:spPr>
      </p:pic>
      <p:sp>
        <p:nvSpPr>
          <p:cNvPr id="1857" name="New shape"/>
          <p:cNvSpPr/>
          <p:nvPr/>
        </p:nvSpPr>
        <p:spPr>
          <a:xfrm>
            <a:off x="2618232" y="7638955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8" name="New picture"/>
          <p:cNvPicPr/>
          <p:nvPr/>
        </p:nvPicPr>
        <p:blipFill>
          <a:blip r:embed="rId1112"/>
          <a:srcRect/>
          <a:stretch>
            <a:fillRect/>
          </a:stretch>
        </p:blipFill>
        <p:spPr>
          <a:xfrm>
            <a:off x="2686907" y="7597806"/>
            <a:ext cx="56579" cy="82391"/>
          </a:xfrm>
          <a:prstGeom prst="rect"/>
          <a:ln w="0">
            <a:noFill/>
          </a:ln>
        </p:spPr>
      </p:pic>
      <p:pic>
        <p:nvPicPr>
          <p:cNvPr id="1859" name="New picture"/>
          <p:cNvPicPr/>
          <p:nvPr/>
        </p:nvPicPr>
        <p:blipFill>
          <a:blip r:embed="rId1113"/>
          <a:srcRect/>
          <a:stretch>
            <a:fillRect/>
          </a:stretch>
        </p:blipFill>
        <p:spPr>
          <a:xfrm>
            <a:off x="2801493" y="7597711"/>
            <a:ext cx="76390" cy="117539"/>
          </a:xfrm>
          <a:prstGeom prst="rect"/>
          <a:ln w="0">
            <a:noFill/>
          </a:ln>
        </p:spPr>
      </p:pic>
      <p:sp>
        <p:nvSpPr>
          <p:cNvPr id="1860" name="New shape"/>
          <p:cNvSpPr/>
          <p:nvPr/>
        </p:nvSpPr>
        <p:spPr>
          <a:xfrm>
            <a:off x="2815304" y="760838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1" name="New picture"/>
          <p:cNvPicPr/>
          <p:nvPr/>
        </p:nvPicPr>
        <p:blipFill>
          <a:blip r:embed="rId1114"/>
          <a:srcRect/>
          <a:stretch>
            <a:fillRect/>
          </a:stretch>
        </p:blipFill>
        <p:spPr>
          <a:xfrm>
            <a:off x="2893123" y="7597711"/>
            <a:ext cx="77914" cy="82391"/>
          </a:xfrm>
          <a:prstGeom prst="rect"/>
          <a:ln w="0">
            <a:noFill/>
          </a:ln>
        </p:spPr>
      </p:pic>
      <p:sp>
        <p:nvSpPr>
          <p:cNvPr id="1862" name="New shape"/>
          <p:cNvSpPr/>
          <p:nvPr/>
        </p:nvSpPr>
        <p:spPr>
          <a:xfrm>
            <a:off x="2905411" y="760838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3" name="New picture"/>
          <p:cNvPicPr/>
          <p:nvPr/>
        </p:nvPicPr>
        <p:blipFill>
          <a:blip r:embed="rId1115"/>
          <a:srcRect/>
          <a:stretch>
            <a:fillRect/>
          </a:stretch>
        </p:blipFill>
        <p:spPr>
          <a:xfrm>
            <a:off x="2990850" y="7599236"/>
            <a:ext cx="68770" cy="80962"/>
          </a:xfrm>
          <a:prstGeom prst="rect"/>
          <a:ln w="0">
            <a:noFill/>
          </a:ln>
        </p:spPr>
      </p:pic>
      <p:pic>
        <p:nvPicPr>
          <p:cNvPr id="1864" name="New picture"/>
          <p:cNvPicPr/>
          <p:nvPr/>
        </p:nvPicPr>
        <p:blipFill>
          <a:blip r:embed="rId1116"/>
          <a:srcRect/>
          <a:stretch>
            <a:fillRect/>
          </a:stretch>
        </p:blipFill>
        <p:spPr>
          <a:xfrm>
            <a:off x="3084005" y="7597806"/>
            <a:ext cx="42767" cy="79343"/>
          </a:xfrm>
          <a:prstGeom prst="rect"/>
          <a:ln w="0">
            <a:noFill/>
          </a:ln>
        </p:spPr>
      </p:pic>
      <p:pic>
        <p:nvPicPr>
          <p:cNvPr id="1865" name="New picture"/>
          <p:cNvPicPr/>
          <p:nvPr/>
        </p:nvPicPr>
        <p:blipFill>
          <a:blip r:embed="rId1117"/>
          <a:srcRect/>
          <a:stretch>
            <a:fillRect/>
          </a:stretch>
        </p:blipFill>
        <p:spPr>
          <a:xfrm>
            <a:off x="3180207" y="7597711"/>
            <a:ext cx="120682" cy="79439"/>
          </a:xfrm>
          <a:prstGeom prst="rect"/>
          <a:ln w="0">
            <a:noFill/>
          </a:ln>
        </p:spPr>
      </p:pic>
      <p:sp>
        <p:nvSpPr>
          <p:cNvPr id="1866" name="New shape"/>
          <p:cNvSpPr/>
          <p:nvPr/>
        </p:nvSpPr>
        <p:spPr>
          <a:xfrm>
            <a:off x="3326797" y="7599331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7" name="New picture"/>
          <p:cNvPicPr/>
          <p:nvPr/>
        </p:nvPicPr>
        <p:blipFill>
          <a:blip r:embed="rId1118"/>
          <a:srcRect/>
          <a:stretch>
            <a:fillRect/>
          </a:stretch>
        </p:blipFill>
        <p:spPr>
          <a:xfrm>
            <a:off x="3323748" y="7565707"/>
            <a:ext cx="18288" cy="15335"/>
          </a:xfrm>
          <a:prstGeom prst="rect"/>
          <a:ln w="0">
            <a:noFill/>
          </a:ln>
        </p:spPr>
      </p:pic>
      <p:pic>
        <p:nvPicPr>
          <p:cNvPr id="1868" name="New picture"/>
          <p:cNvPicPr/>
          <p:nvPr/>
        </p:nvPicPr>
        <p:blipFill>
          <a:blip r:embed="rId1119"/>
          <a:srcRect/>
          <a:stretch>
            <a:fillRect/>
          </a:stretch>
        </p:blipFill>
        <p:spPr>
          <a:xfrm>
            <a:off x="3360420" y="7597711"/>
            <a:ext cx="70199" cy="82391"/>
          </a:xfrm>
          <a:prstGeom prst="rect"/>
          <a:ln w="0">
            <a:noFill/>
          </a:ln>
        </p:spPr>
      </p:pic>
      <p:sp>
        <p:nvSpPr>
          <p:cNvPr id="1869" name="New shape"/>
          <p:cNvSpPr/>
          <p:nvPr/>
        </p:nvSpPr>
        <p:spPr>
          <a:xfrm>
            <a:off x="3372612" y="76068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0" name="New picture"/>
          <p:cNvPicPr/>
          <p:nvPr/>
        </p:nvPicPr>
        <p:blipFill>
          <a:blip r:embed="rId1120"/>
          <a:srcRect/>
          <a:stretch>
            <a:fillRect/>
          </a:stretch>
        </p:blipFill>
        <p:spPr>
          <a:xfrm>
            <a:off x="3450527" y="7599237"/>
            <a:ext cx="70199" cy="80867"/>
          </a:xfrm>
          <a:prstGeom prst="rect"/>
          <a:ln w="0">
            <a:noFill/>
          </a:ln>
        </p:spPr>
      </p:pic>
      <p:pic>
        <p:nvPicPr>
          <p:cNvPr id="1871" name="New picture"/>
          <p:cNvPicPr/>
          <p:nvPr/>
        </p:nvPicPr>
        <p:blipFill>
          <a:blip r:embed="rId1121"/>
          <a:srcRect/>
          <a:stretch>
            <a:fillRect/>
          </a:stretch>
        </p:blipFill>
        <p:spPr>
          <a:xfrm>
            <a:off x="3534537" y="7599235"/>
            <a:ext cx="77819" cy="77915"/>
          </a:xfrm>
          <a:prstGeom prst="rect"/>
          <a:ln w="0">
            <a:noFill/>
          </a:ln>
        </p:spPr>
      </p:pic>
      <p:pic>
        <p:nvPicPr>
          <p:cNvPr id="1872" name="New picture"/>
          <p:cNvPicPr/>
          <p:nvPr/>
        </p:nvPicPr>
        <p:blipFill>
          <a:blip r:embed="rId1122"/>
          <a:srcRect/>
          <a:stretch>
            <a:fillRect/>
          </a:stretch>
        </p:blipFill>
        <p:spPr>
          <a:xfrm>
            <a:off x="3655123" y="7576280"/>
            <a:ext cx="47339" cy="103822"/>
          </a:xfrm>
          <a:prstGeom prst="rect"/>
          <a:ln w="0">
            <a:noFill/>
          </a:ln>
        </p:spPr>
      </p:pic>
      <p:pic>
        <p:nvPicPr>
          <p:cNvPr id="1873" name="New picture"/>
          <p:cNvPicPr/>
          <p:nvPr/>
        </p:nvPicPr>
        <p:blipFill>
          <a:blip r:embed="rId1123"/>
          <a:srcRect/>
          <a:stretch>
            <a:fillRect/>
          </a:stretch>
        </p:blipFill>
        <p:spPr>
          <a:xfrm>
            <a:off x="3719227" y="7597806"/>
            <a:ext cx="42767" cy="79343"/>
          </a:xfrm>
          <a:prstGeom prst="rect"/>
          <a:ln w="0">
            <a:noFill/>
          </a:ln>
        </p:spPr>
      </p:pic>
      <p:pic>
        <p:nvPicPr>
          <p:cNvPr id="1874" name="New picture"/>
          <p:cNvPicPr/>
          <p:nvPr/>
        </p:nvPicPr>
        <p:blipFill>
          <a:blip r:embed="rId1124"/>
          <a:srcRect/>
          <a:stretch>
            <a:fillRect/>
          </a:stretch>
        </p:blipFill>
        <p:spPr>
          <a:xfrm>
            <a:off x="3766566" y="7597711"/>
            <a:ext cx="65722" cy="82486"/>
          </a:xfrm>
          <a:prstGeom prst="rect"/>
          <a:ln w="0">
            <a:noFill/>
          </a:ln>
        </p:spPr>
      </p:pic>
      <p:sp>
        <p:nvSpPr>
          <p:cNvPr id="1875" name="New shape"/>
          <p:cNvSpPr/>
          <p:nvPr/>
        </p:nvSpPr>
        <p:spPr>
          <a:xfrm>
            <a:off x="3780377" y="7638955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6" name="New picture"/>
          <p:cNvPicPr/>
          <p:nvPr/>
        </p:nvPicPr>
        <p:blipFill>
          <a:blip r:embed="rId1125"/>
          <a:srcRect/>
          <a:stretch>
            <a:fillRect/>
          </a:stretch>
        </p:blipFill>
        <p:spPr>
          <a:xfrm>
            <a:off x="3856672" y="7597806"/>
            <a:ext cx="68675" cy="79343"/>
          </a:xfrm>
          <a:prstGeom prst="rect"/>
          <a:ln w="0">
            <a:noFill/>
          </a:ln>
        </p:spPr>
      </p:pic>
      <p:pic>
        <p:nvPicPr>
          <p:cNvPr id="1877" name="New picture"/>
          <p:cNvPicPr/>
          <p:nvPr/>
        </p:nvPicPr>
        <p:blipFill>
          <a:blip r:embed="rId1126"/>
          <a:srcRect/>
          <a:stretch>
            <a:fillRect/>
          </a:stretch>
        </p:blipFill>
        <p:spPr>
          <a:xfrm>
            <a:off x="3942112" y="7597806"/>
            <a:ext cx="58102" cy="82391"/>
          </a:xfrm>
          <a:prstGeom prst="rect"/>
          <a:ln w="0">
            <a:noFill/>
          </a:ln>
        </p:spPr>
      </p:pic>
      <p:pic>
        <p:nvPicPr>
          <p:cNvPr id="1878" name="New picture"/>
          <p:cNvPicPr/>
          <p:nvPr/>
        </p:nvPicPr>
        <p:blipFill>
          <a:blip r:embed="rId1127"/>
          <a:srcRect/>
          <a:stretch>
            <a:fillRect/>
          </a:stretch>
        </p:blipFill>
        <p:spPr>
          <a:xfrm>
            <a:off x="4017073" y="7597711"/>
            <a:ext cx="122110" cy="79439"/>
          </a:xfrm>
          <a:prstGeom prst="rect"/>
          <a:ln w="0">
            <a:noFill/>
          </a:ln>
        </p:spPr>
      </p:pic>
      <p:pic>
        <p:nvPicPr>
          <p:cNvPr id="1879" name="New picture"/>
          <p:cNvPicPr/>
          <p:nvPr/>
        </p:nvPicPr>
        <p:blipFill>
          <a:blip r:embed="rId1128"/>
          <a:srcRect/>
          <a:stretch>
            <a:fillRect/>
          </a:stretch>
        </p:blipFill>
        <p:spPr>
          <a:xfrm>
            <a:off x="4158996" y="7597711"/>
            <a:ext cx="70295" cy="82391"/>
          </a:xfrm>
          <a:prstGeom prst="rect"/>
          <a:ln w="0">
            <a:noFill/>
          </a:ln>
        </p:spPr>
      </p:pic>
      <p:sp>
        <p:nvSpPr>
          <p:cNvPr id="1880" name="New shape"/>
          <p:cNvSpPr/>
          <p:nvPr/>
        </p:nvSpPr>
        <p:spPr>
          <a:xfrm>
            <a:off x="4171187" y="76068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1" name="New picture"/>
          <p:cNvPicPr/>
          <p:nvPr/>
        </p:nvPicPr>
        <p:blipFill>
          <a:blip r:embed="rId1129"/>
          <a:srcRect/>
          <a:stretch>
            <a:fillRect/>
          </a:stretch>
        </p:blipFill>
        <p:spPr>
          <a:xfrm>
            <a:off x="4238434" y="7576280"/>
            <a:ext cx="47339" cy="103822"/>
          </a:xfrm>
          <a:prstGeom prst="rect"/>
          <a:ln w="0">
            <a:noFill/>
          </a:ln>
        </p:spPr>
      </p:pic>
      <p:pic>
        <p:nvPicPr>
          <p:cNvPr id="1882" name="New picture"/>
          <p:cNvPicPr/>
          <p:nvPr/>
        </p:nvPicPr>
        <p:blipFill>
          <a:blip r:embed="rId1130"/>
          <a:srcRect/>
          <a:stretch>
            <a:fillRect/>
          </a:stretch>
        </p:blipFill>
        <p:spPr>
          <a:xfrm>
            <a:off x="4293489" y="7576280"/>
            <a:ext cx="47339" cy="103822"/>
          </a:xfrm>
          <a:prstGeom prst="rect"/>
          <a:ln w="0">
            <a:noFill/>
          </a:ln>
        </p:spPr>
      </p:pic>
      <p:pic>
        <p:nvPicPr>
          <p:cNvPr id="1883" name="New picture"/>
          <p:cNvPicPr/>
          <p:nvPr/>
        </p:nvPicPr>
        <p:blipFill>
          <a:blip r:embed="rId1131"/>
          <a:srcRect/>
          <a:stretch>
            <a:fillRect/>
          </a:stretch>
        </p:blipFill>
        <p:spPr>
          <a:xfrm>
            <a:off x="4357592" y="7597806"/>
            <a:ext cx="42767" cy="79343"/>
          </a:xfrm>
          <a:prstGeom prst="rect"/>
          <a:ln w="0">
            <a:noFill/>
          </a:ln>
        </p:spPr>
      </p:pic>
      <p:pic>
        <p:nvPicPr>
          <p:cNvPr id="1884" name="New picture"/>
          <p:cNvPicPr/>
          <p:nvPr/>
        </p:nvPicPr>
        <p:blipFill>
          <a:blip r:embed="rId1132"/>
          <a:srcRect/>
          <a:stretch>
            <a:fillRect/>
          </a:stretch>
        </p:blipFill>
        <p:spPr>
          <a:xfrm>
            <a:off x="4406360" y="7597711"/>
            <a:ext cx="70295" cy="82391"/>
          </a:xfrm>
          <a:prstGeom prst="rect"/>
          <a:ln w="0">
            <a:noFill/>
          </a:ln>
        </p:spPr>
      </p:pic>
      <p:sp>
        <p:nvSpPr>
          <p:cNvPr id="1885" name="New shape"/>
          <p:cNvSpPr/>
          <p:nvPr/>
        </p:nvSpPr>
        <p:spPr>
          <a:xfrm>
            <a:off x="4418647" y="76068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86" name="New shape"/>
          <p:cNvSpPr/>
          <p:nvPr/>
        </p:nvSpPr>
        <p:spPr>
          <a:xfrm>
            <a:off x="4538473" y="7568184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7" name="New picture"/>
          <p:cNvPicPr/>
          <p:nvPr/>
        </p:nvPicPr>
        <p:blipFill>
          <a:blip r:embed="rId1133"/>
          <a:srcRect/>
          <a:stretch>
            <a:fillRect/>
          </a:stretch>
        </p:blipFill>
        <p:spPr>
          <a:xfrm>
            <a:off x="4571429" y="7597806"/>
            <a:ext cx="71723" cy="82391"/>
          </a:xfrm>
          <a:prstGeom prst="rect"/>
          <a:ln w="0">
            <a:noFill/>
          </a:ln>
        </p:spPr>
      </p:pic>
      <p:sp>
        <p:nvSpPr>
          <p:cNvPr id="1888" name="New shape"/>
          <p:cNvSpPr/>
          <p:nvPr/>
        </p:nvSpPr>
        <p:spPr>
          <a:xfrm>
            <a:off x="4585144" y="76069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9" name="New picture"/>
          <p:cNvPicPr/>
          <p:nvPr/>
        </p:nvPicPr>
        <p:blipFill>
          <a:blip r:embed="rId1134"/>
          <a:srcRect/>
          <a:stretch>
            <a:fillRect/>
          </a:stretch>
        </p:blipFill>
        <p:spPr>
          <a:xfrm>
            <a:off x="4653819" y="7597711"/>
            <a:ext cx="58007" cy="82486"/>
          </a:xfrm>
          <a:prstGeom prst="rect"/>
          <a:ln w="0">
            <a:noFill/>
          </a:ln>
        </p:spPr>
      </p:pic>
      <p:pic>
        <p:nvPicPr>
          <p:cNvPr id="1890" name="New picture"/>
          <p:cNvPicPr/>
          <p:nvPr/>
        </p:nvPicPr>
        <p:blipFill>
          <a:blip r:embed="rId1135"/>
          <a:srcRect/>
          <a:stretch>
            <a:fillRect/>
          </a:stretch>
        </p:blipFill>
        <p:spPr>
          <a:xfrm>
            <a:off x="4765262" y="7597711"/>
            <a:ext cx="64198" cy="82391"/>
          </a:xfrm>
          <a:prstGeom prst="rect"/>
          <a:ln w="0">
            <a:noFill/>
          </a:ln>
        </p:spPr>
      </p:pic>
      <p:pic>
        <p:nvPicPr>
          <p:cNvPr id="1891" name="New picture"/>
          <p:cNvPicPr/>
          <p:nvPr/>
        </p:nvPicPr>
        <p:blipFill>
          <a:blip r:embed="rId1136"/>
          <a:srcRect/>
          <a:stretch>
            <a:fillRect/>
          </a:stretch>
        </p:blipFill>
        <p:spPr>
          <a:xfrm>
            <a:off x="4840033" y="7597806"/>
            <a:ext cx="77915" cy="82391"/>
          </a:xfrm>
          <a:prstGeom prst="rect"/>
          <a:ln w="0">
            <a:noFill/>
          </a:ln>
        </p:spPr>
      </p:pic>
      <p:sp>
        <p:nvSpPr>
          <p:cNvPr id="1892" name="New shape"/>
          <p:cNvSpPr/>
          <p:nvPr/>
        </p:nvSpPr>
        <p:spPr>
          <a:xfrm>
            <a:off x="4853845" y="760847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3" name="New picture"/>
          <p:cNvPicPr/>
          <p:nvPr/>
        </p:nvPicPr>
        <p:blipFill>
          <a:blip r:embed="rId1137"/>
          <a:srcRect/>
          <a:stretch>
            <a:fillRect/>
          </a:stretch>
        </p:blipFill>
        <p:spPr>
          <a:xfrm>
            <a:off x="4937855" y="7597806"/>
            <a:ext cx="70295" cy="79343"/>
          </a:xfrm>
          <a:prstGeom prst="rect"/>
          <a:ln w="0">
            <a:noFill/>
          </a:ln>
        </p:spPr>
      </p:pic>
      <p:pic>
        <p:nvPicPr>
          <p:cNvPr id="1894" name="New picture"/>
          <p:cNvPicPr/>
          <p:nvPr/>
        </p:nvPicPr>
        <p:blipFill>
          <a:blip r:embed="rId1138"/>
          <a:srcRect/>
          <a:stretch>
            <a:fillRect/>
          </a:stretch>
        </p:blipFill>
        <p:spPr>
          <a:xfrm>
            <a:off x="5032534" y="7597806"/>
            <a:ext cx="68675" cy="79343"/>
          </a:xfrm>
          <a:prstGeom prst="rect"/>
          <a:ln w="0">
            <a:noFill/>
          </a:ln>
        </p:spPr>
      </p:pic>
      <p:pic>
        <p:nvPicPr>
          <p:cNvPr id="1895" name="New picture"/>
          <p:cNvPicPr/>
          <p:nvPr/>
        </p:nvPicPr>
        <p:blipFill>
          <a:blip r:embed="rId1139"/>
          <a:srcRect/>
          <a:stretch>
            <a:fillRect/>
          </a:stretch>
        </p:blipFill>
        <p:spPr>
          <a:xfrm>
            <a:off x="5117973" y="7597711"/>
            <a:ext cx="67151" cy="82391"/>
          </a:xfrm>
          <a:prstGeom prst="rect"/>
          <a:ln w="0">
            <a:noFill/>
          </a:ln>
        </p:spPr>
      </p:pic>
      <p:sp>
        <p:nvSpPr>
          <p:cNvPr id="1896" name="New shape"/>
          <p:cNvSpPr/>
          <p:nvPr/>
        </p:nvSpPr>
        <p:spPr>
          <a:xfrm>
            <a:off x="5131689" y="763895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97" name="New shape"/>
          <p:cNvSpPr/>
          <p:nvPr/>
        </p:nvSpPr>
        <p:spPr>
          <a:xfrm>
            <a:off x="5209603" y="7599235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8" name="New picture"/>
          <p:cNvPicPr/>
          <p:nvPr/>
        </p:nvPicPr>
        <p:blipFill>
          <a:blip r:embed="rId1140"/>
          <a:srcRect/>
          <a:stretch>
            <a:fillRect/>
          </a:stretch>
        </p:blipFill>
        <p:spPr>
          <a:xfrm>
            <a:off x="5206555" y="7565707"/>
            <a:ext cx="16859" cy="15240"/>
          </a:xfrm>
          <a:prstGeom prst="rect"/>
          <a:ln w="0">
            <a:noFill/>
          </a:ln>
        </p:spPr>
      </p:pic>
      <p:pic>
        <p:nvPicPr>
          <p:cNvPr id="1899" name="New picture"/>
          <p:cNvPicPr/>
          <p:nvPr/>
        </p:nvPicPr>
        <p:blipFill>
          <a:blip r:embed="rId1141"/>
          <a:srcRect/>
          <a:stretch>
            <a:fillRect/>
          </a:stretch>
        </p:blipFill>
        <p:spPr>
          <a:xfrm>
            <a:off x="5238560" y="7597806"/>
            <a:ext cx="58102" cy="82391"/>
          </a:xfrm>
          <a:prstGeom prst="rect"/>
          <a:ln w="0">
            <a:noFill/>
          </a:ln>
        </p:spPr>
      </p:pic>
      <p:pic>
        <p:nvPicPr>
          <p:cNvPr id="1900" name="New picture"/>
          <p:cNvPicPr/>
          <p:nvPr/>
        </p:nvPicPr>
        <p:blipFill>
          <a:blip r:embed="rId1142"/>
          <a:srcRect/>
          <a:stretch>
            <a:fillRect/>
          </a:stretch>
        </p:blipFill>
        <p:spPr>
          <a:xfrm>
            <a:off x="5307425" y="7597807"/>
            <a:ext cx="56483" cy="82486"/>
          </a:xfrm>
          <a:prstGeom prst="rect"/>
          <a:ln w="0">
            <a:noFill/>
          </a:ln>
        </p:spPr>
      </p:pic>
      <p:pic>
        <p:nvPicPr>
          <p:cNvPr id="1901" name="New picture"/>
          <p:cNvPicPr/>
          <p:nvPr/>
        </p:nvPicPr>
        <p:blipFill>
          <a:blip r:embed="rId1143"/>
          <a:srcRect/>
          <a:stretch>
            <a:fillRect/>
          </a:stretch>
        </p:blipFill>
        <p:spPr>
          <a:xfrm>
            <a:off x="5377624" y="7597806"/>
            <a:ext cx="65722" cy="82391"/>
          </a:xfrm>
          <a:prstGeom prst="rect"/>
          <a:ln w="0">
            <a:noFill/>
          </a:ln>
        </p:spPr>
      </p:pic>
      <p:sp>
        <p:nvSpPr>
          <p:cNvPr id="1902" name="New shape"/>
          <p:cNvSpPr/>
          <p:nvPr/>
        </p:nvSpPr>
        <p:spPr>
          <a:xfrm>
            <a:off x="5389816" y="7638955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3" name="New picture"/>
          <p:cNvPicPr/>
          <p:nvPr/>
        </p:nvPicPr>
        <p:blipFill>
          <a:blip r:embed="rId1144"/>
          <a:srcRect/>
          <a:stretch>
            <a:fillRect/>
          </a:stretch>
        </p:blipFill>
        <p:spPr>
          <a:xfrm>
            <a:off x="5466207" y="7597806"/>
            <a:ext cx="70295" cy="79343"/>
          </a:xfrm>
          <a:prstGeom prst="rect"/>
          <a:ln w="0">
            <a:noFill/>
          </a:ln>
        </p:spPr>
      </p:pic>
      <p:pic>
        <p:nvPicPr>
          <p:cNvPr id="1904" name="New picture"/>
          <p:cNvPicPr/>
          <p:nvPr/>
        </p:nvPicPr>
        <p:blipFill>
          <a:blip r:embed="rId1145"/>
          <a:srcRect/>
          <a:stretch>
            <a:fillRect/>
          </a:stretch>
        </p:blipFill>
        <p:spPr>
          <a:xfrm>
            <a:off x="5556314" y="7597711"/>
            <a:ext cx="64103" cy="82391"/>
          </a:xfrm>
          <a:prstGeom prst="rect"/>
          <a:ln w="0">
            <a:noFill/>
          </a:ln>
        </p:spPr>
      </p:pic>
      <p:pic>
        <p:nvPicPr>
          <p:cNvPr id="1905" name="New picture"/>
          <p:cNvPicPr/>
          <p:nvPr/>
        </p:nvPicPr>
        <p:blipFill>
          <a:blip r:embed="rId1146"/>
          <a:srcRect/>
          <a:stretch>
            <a:fillRect/>
          </a:stretch>
        </p:blipFill>
        <p:spPr>
          <a:xfrm>
            <a:off x="5629560" y="7597711"/>
            <a:ext cx="71818" cy="82391"/>
          </a:xfrm>
          <a:prstGeom prst="rect"/>
          <a:ln w="0">
            <a:noFill/>
          </a:ln>
        </p:spPr>
      </p:pic>
      <p:sp>
        <p:nvSpPr>
          <p:cNvPr id="1906" name="New shape"/>
          <p:cNvSpPr/>
          <p:nvPr/>
        </p:nvSpPr>
        <p:spPr>
          <a:xfrm>
            <a:off x="5643276" y="76068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7" name="New picture"/>
          <p:cNvPicPr/>
          <p:nvPr/>
        </p:nvPicPr>
        <p:blipFill>
          <a:blip r:embed="rId1147"/>
          <a:srcRect/>
          <a:stretch>
            <a:fillRect/>
          </a:stretch>
        </p:blipFill>
        <p:spPr>
          <a:xfrm>
            <a:off x="5713571" y="7597806"/>
            <a:ext cx="56483" cy="82391"/>
          </a:xfrm>
          <a:prstGeom prst="rect"/>
          <a:ln w="0">
            <a:noFill/>
          </a:ln>
        </p:spPr>
      </p:pic>
      <p:pic>
        <p:nvPicPr>
          <p:cNvPr id="1908" name="New picture"/>
          <p:cNvPicPr/>
          <p:nvPr/>
        </p:nvPicPr>
        <p:blipFill>
          <a:blip r:embed="rId1148"/>
          <a:srcRect/>
          <a:stretch>
            <a:fillRect/>
          </a:stretch>
        </p:blipFill>
        <p:spPr>
          <a:xfrm>
            <a:off x="5788343" y="7661911"/>
            <a:ext cx="16859" cy="16763"/>
          </a:xfrm>
          <a:prstGeom prst="rect"/>
          <a:ln w="0">
            <a:noFill/>
          </a:ln>
        </p:spPr>
      </p:pic>
      <p:pic>
        <p:nvPicPr>
          <p:cNvPr id="1909" name="New picture"/>
          <p:cNvPicPr/>
          <p:nvPr/>
        </p:nvPicPr>
        <p:blipFill>
          <a:blip r:embed="rId1149"/>
          <a:srcRect/>
          <a:stretch>
            <a:fillRect/>
          </a:stretch>
        </p:blipFill>
        <p:spPr>
          <a:xfrm>
            <a:off x="5864733" y="7568755"/>
            <a:ext cx="39719" cy="108300"/>
          </a:xfrm>
          <a:prstGeom prst="rect"/>
          <a:ln w="0">
            <a:noFill/>
          </a:ln>
        </p:spPr>
      </p:pic>
      <p:sp>
        <p:nvSpPr>
          <p:cNvPr id="1910" name="New shape"/>
          <p:cNvSpPr/>
          <p:nvPr/>
        </p:nvSpPr>
        <p:spPr>
          <a:xfrm>
            <a:off x="5925312" y="7568184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1" name="New picture"/>
          <p:cNvPicPr/>
          <p:nvPr/>
        </p:nvPicPr>
        <p:blipFill>
          <a:blip r:embed="rId1150"/>
          <a:srcRect/>
          <a:stretch>
            <a:fillRect/>
          </a:stretch>
        </p:blipFill>
        <p:spPr>
          <a:xfrm>
            <a:off x="5999131" y="7597711"/>
            <a:ext cx="71723" cy="82486"/>
          </a:xfrm>
          <a:prstGeom prst="rect"/>
          <a:ln w="0">
            <a:noFill/>
          </a:ln>
        </p:spPr>
      </p:pic>
      <p:sp>
        <p:nvSpPr>
          <p:cNvPr id="1912" name="New shape"/>
          <p:cNvSpPr/>
          <p:nvPr/>
        </p:nvSpPr>
        <p:spPr>
          <a:xfrm>
            <a:off x="6012846" y="760695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3" name="New picture"/>
          <p:cNvPicPr/>
          <p:nvPr/>
        </p:nvPicPr>
        <p:blipFill>
          <a:blip r:embed="rId1151"/>
          <a:srcRect/>
          <a:stretch>
            <a:fillRect/>
          </a:stretch>
        </p:blipFill>
        <p:spPr>
          <a:xfrm>
            <a:off x="6083141" y="7597806"/>
            <a:ext cx="56483" cy="82391"/>
          </a:xfrm>
          <a:prstGeom prst="rect"/>
          <a:ln w="0">
            <a:noFill/>
          </a:ln>
        </p:spPr>
      </p:pic>
      <p:pic>
        <p:nvPicPr>
          <p:cNvPr id="1914" name="New picture"/>
          <p:cNvPicPr/>
          <p:nvPr/>
        </p:nvPicPr>
        <p:blipFill>
          <a:blip r:embed="rId1152"/>
          <a:srcRect/>
          <a:stretch>
            <a:fillRect/>
          </a:stretch>
        </p:blipFill>
        <p:spPr>
          <a:xfrm>
            <a:off x="6148768" y="7576280"/>
            <a:ext cx="47339" cy="103822"/>
          </a:xfrm>
          <a:prstGeom prst="rect"/>
          <a:ln w="0">
            <a:noFill/>
          </a:ln>
        </p:spPr>
      </p:pic>
      <p:pic>
        <p:nvPicPr>
          <p:cNvPr id="1915" name="New picture"/>
          <p:cNvPicPr/>
          <p:nvPr/>
        </p:nvPicPr>
        <p:blipFill>
          <a:blip r:embed="rId1153"/>
          <a:srcRect/>
          <a:stretch>
            <a:fillRect/>
          </a:stretch>
        </p:blipFill>
        <p:spPr>
          <a:xfrm>
            <a:off x="681990" y="7826693"/>
            <a:ext cx="42767" cy="79343"/>
          </a:xfrm>
          <a:prstGeom prst="rect"/>
          <a:ln w="0">
            <a:noFill/>
          </a:ln>
        </p:spPr>
      </p:pic>
      <p:pic>
        <p:nvPicPr>
          <p:cNvPr id="1916" name="New picture"/>
          <p:cNvPicPr/>
          <p:nvPr/>
        </p:nvPicPr>
        <p:blipFill>
          <a:blip r:embed="rId1154"/>
          <a:srcRect/>
          <a:stretch>
            <a:fillRect/>
          </a:stretch>
        </p:blipFill>
        <p:spPr>
          <a:xfrm>
            <a:off x="730949" y="7826597"/>
            <a:ext cx="71723" cy="82391"/>
          </a:xfrm>
          <a:prstGeom prst="rect"/>
          <a:ln w="0">
            <a:noFill/>
          </a:ln>
        </p:spPr>
      </p:pic>
      <p:sp>
        <p:nvSpPr>
          <p:cNvPr id="1917" name="New shape"/>
          <p:cNvSpPr/>
          <p:nvPr/>
        </p:nvSpPr>
        <p:spPr>
          <a:xfrm>
            <a:off x="744665" y="7835741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8" name="New picture"/>
          <p:cNvPicPr/>
          <p:nvPr/>
        </p:nvPicPr>
        <p:blipFill>
          <a:blip r:embed="rId1155"/>
          <a:srcRect/>
          <a:stretch>
            <a:fillRect/>
          </a:stretch>
        </p:blipFill>
        <p:spPr>
          <a:xfrm>
            <a:off x="818007" y="7826693"/>
            <a:ext cx="64103" cy="82391"/>
          </a:xfrm>
          <a:prstGeom prst="rect"/>
          <a:ln w="0">
            <a:noFill/>
          </a:ln>
        </p:spPr>
      </p:pic>
      <p:pic>
        <p:nvPicPr>
          <p:cNvPr id="1919" name="New picture"/>
          <p:cNvPicPr/>
          <p:nvPr/>
        </p:nvPicPr>
        <p:blipFill>
          <a:blip r:embed="rId1156"/>
          <a:srcRect/>
          <a:stretch>
            <a:fillRect/>
          </a:stretch>
        </p:blipFill>
        <p:spPr>
          <a:xfrm>
            <a:off x="892683" y="7826693"/>
            <a:ext cx="77915" cy="82391"/>
          </a:xfrm>
          <a:prstGeom prst="rect"/>
          <a:ln w="0">
            <a:noFill/>
          </a:ln>
        </p:spPr>
      </p:pic>
      <p:sp>
        <p:nvSpPr>
          <p:cNvPr id="1920" name="New shape"/>
          <p:cNvSpPr/>
          <p:nvPr/>
        </p:nvSpPr>
        <p:spPr>
          <a:xfrm>
            <a:off x="904875" y="78373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1" name="New picture"/>
          <p:cNvPicPr/>
          <p:nvPr/>
        </p:nvPicPr>
        <p:blipFill>
          <a:blip r:embed="rId1157"/>
          <a:srcRect/>
          <a:stretch>
            <a:fillRect/>
          </a:stretch>
        </p:blipFill>
        <p:spPr>
          <a:xfrm>
            <a:off x="990505" y="7826597"/>
            <a:ext cx="120682" cy="79343"/>
          </a:xfrm>
          <a:prstGeom prst="rect"/>
          <a:ln w="0">
            <a:noFill/>
          </a:ln>
        </p:spPr>
      </p:pic>
      <p:pic>
        <p:nvPicPr>
          <p:cNvPr id="1922" name="New picture"/>
          <p:cNvPicPr/>
          <p:nvPr/>
        </p:nvPicPr>
        <p:blipFill>
          <a:blip r:embed="rId1158"/>
          <a:srcRect/>
          <a:stretch>
            <a:fillRect/>
          </a:stretch>
        </p:blipFill>
        <p:spPr>
          <a:xfrm>
            <a:off x="1135571" y="7826597"/>
            <a:ext cx="120682" cy="79343"/>
          </a:xfrm>
          <a:prstGeom prst="rect"/>
          <a:ln w="0">
            <a:noFill/>
          </a:ln>
        </p:spPr>
      </p:pic>
      <p:pic>
        <p:nvPicPr>
          <p:cNvPr id="1923" name="New picture"/>
          <p:cNvPicPr/>
          <p:nvPr/>
        </p:nvPicPr>
        <p:blipFill>
          <a:blip r:embed="rId1159"/>
          <a:srcRect/>
          <a:stretch>
            <a:fillRect/>
          </a:stretch>
        </p:blipFill>
        <p:spPr>
          <a:xfrm>
            <a:off x="1272921" y="7826691"/>
            <a:ext cx="65723" cy="82391"/>
          </a:xfrm>
          <a:prstGeom prst="rect"/>
          <a:ln w="0">
            <a:noFill/>
          </a:ln>
        </p:spPr>
      </p:pic>
      <p:sp>
        <p:nvSpPr>
          <p:cNvPr id="1924" name="New shape"/>
          <p:cNvSpPr/>
          <p:nvPr/>
        </p:nvSpPr>
        <p:spPr>
          <a:xfrm>
            <a:off x="1286732" y="786784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5" name="New picture"/>
          <p:cNvPicPr/>
          <p:nvPr/>
        </p:nvPicPr>
        <p:blipFill>
          <a:blip r:embed="rId1160"/>
          <a:srcRect/>
          <a:stretch>
            <a:fillRect/>
          </a:stretch>
        </p:blipFill>
        <p:spPr>
          <a:xfrm>
            <a:off x="1361408" y="7826693"/>
            <a:ext cx="70295" cy="79343"/>
          </a:xfrm>
          <a:prstGeom prst="rect"/>
          <a:ln w="0">
            <a:noFill/>
          </a:ln>
        </p:spPr>
      </p:pic>
      <p:pic>
        <p:nvPicPr>
          <p:cNvPr id="1926" name="New picture"/>
          <p:cNvPicPr/>
          <p:nvPr/>
        </p:nvPicPr>
        <p:blipFill>
          <a:blip r:embed="rId1161"/>
          <a:srcRect/>
          <a:stretch>
            <a:fillRect/>
          </a:stretch>
        </p:blipFill>
        <p:spPr>
          <a:xfrm>
            <a:off x="1451705" y="7797736"/>
            <a:ext cx="74771" cy="111443"/>
          </a:xfrm>
          <a:prstGeom prst="rect"/>
          <a:ln w="0">
            <a:noFill/>
          </a:ln>
        </p:spPr>
      </p:pic>
      <p:sp>
        <p:nvSpPr>
          <p:cNvPr id="1927" name="New shape"/>
          <p:cNvSpPr/>
          <p:nvPr/>
        </p:nvSpPr>
        <p:spPr>
          <a:xfrm>
            <a:off x="1465421" y="7837456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8" name="New picture"/>
          <p:cNvPicPr/>
          <p:nvPr/>
        </p:nvPicPr>
        <p:blipFill>
          <a:blip r:embed="rId1162"/>
          <a:srcRect/>
          <a:stretch>
            <a:fillRect/>
          </a:stretch>
        </p:blipFill>
        <p:spPr>
          <a:xfrm>
            <a:off x="1546289" y="7826693"/>
            <a:ext cx="71818" cy="82391"/>
          </a:xfrm>
          <a:prstGeom prst="rect"/>
          <a:ln w="0">
            <a:noFill/>
          </a:ln>
        </p:spPr>
      </p:pic>
      <p:sp>
        <p:nvSpPr>
          <p:cNvPr id="1929" name="New shape"/>
          <p:cNvSpPr/>
          <p:nvPr/>
        </p:nvSpPr>
        <p:spPr>
          <a:xfrm>
            <a:off x="1560005" y="78358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30" name="New shape"/>
          <p:cNvSpPr/>
          <p:nvPr/>
        </p:nvSpPr>
        <p:spPr>
          <a:xfrm>
            <a:off x="1569244" y="7791545"/>
            <a:ext cx="32004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1" name="New picture"/>
          <p:cNvPicPr/>
          <p:nvPr/>
        </p:nvPicPr>
        <p:blipFill>
          <a:blip r:embed="rId1163"/>
          <a:srcRect/>
          <a:stretch>
            <a:fillRect/>
          </a:stretch>
        </p:blipFill>
        <p:spPr>
          <a:xfrm>
            <a:off x="1673066" y="7797642"/>
            <a:ext cx="74771" cy="111442"/>
          </a:xfrm>
          <a:prstGeom prst="rect"/>
          <a:ln w="0">
            <a:noFill/>
          </a:ln>
        </p:spPr>
      </p:pic>
      <p:sp>
        <p:nvSpPr>
          <p:cNvPr id="1932" name="New shape"/>
          <p:cNvSpPr/>
          <p:nvPr/>
        </p:nvSpPr>
        <p:spPr>
          <a:xfrm>
            <a:off x="1686782" y="783736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33" name="New shape"/>
          <p:cNvSpPr/>
          <p:nvPr/>
        </p:nvSpPr>
        <p:spPr>
          <a:xfrm>
            <a:off x="1769269" y="7797642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4" name="New picture"/>
          <p:cNvPicPr/>
          <p:nvPr/>
        </p:nvPicPr>
        <p:blipFill>
          <a:blip r:embed="rId1164"/>
          <a:srcRect/>
          <a:stretch>
            <a:fillRect/>
          </a:stretch>
        </p:blipFill>
        <p:spPr>
          <a:xfrm>
            <a:off x="1798225" y="7826691"/>
            <a:ext cx="65723" cy="82391"/>
          </a:xfrm>
          <a:prstGeom prst="rect"/>
          <a:ln w="0">
            <a:noFill/>
          </a:ln>
        </p:spPr>
      </p:pic>
      <p:sp>
        <p:nvSpPr>
          <p:cNvPr id="1935" name="New shape"/>
          <p:cNvSpPr/>
          <p:nvPr/>
        </p:nvSpPr>
        <p:spPr>
          <a:xfrm>
            <a:off x="1810512" y="7867841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6" name="New picture"/>
          <p:cNvPicPr/>
          <p:nvPr/>
        </p:nvPicPr>
        <p:blipFill>
          <a:blip r:embed="rId1165"/>
          <a:srcRect/>
          <a:stretch>
            <a:fillRect/>
          </a:stretch>
        </p:blipFill>
        <p:spPr>
          <a:xfrm>
            <a:off x="1871567" y="7828217"/>
            <a:ext cx="73247" cy="77819"/>
          </a:xfrm>
          <a:prstGeom prst="rect"/>
          <a:ln w="0">
            <a:noFill/>
          </a:ln>
        </p:spPr>
      </p:pic>
      <p:pic>
        <p:nvPicPr>
          <p:cNvPr id="1937" name="New picture"/>
          <p:cNvPicPr/>
          <p:nvPr/>
        </p:nvPicPr>
        <p:blipFill>
          <a:blip r:embed="rId1166"/>
          <a:srcRect/>
          <a:stretch>
            <a:fillRect/>
          </a:stretch>
        </p:blipFill>
        <p:spPr>
          <a:xfrm>
            <a:off x="1952530" y="7826693"/>
            <a:ext cx="77819" cy="82391"/>
          </a:xfrm>
          <a:prstGeom prst="rect"/>
          <a:ln w="0">
            <a:noFill/>
          </a:ln>
        </p:spPr>
      </p:pic>
      <p:sp>
        <p:nvSpPr>
          <p:cNvPr id="1938" name="New shape"/>
          <p:cNvSpPr/>
          <p:nvPr/>
        </p:nvSpPr>
        <p:spPr>
          <a:xfrm>
            <a:off x="1966246" y="7837360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39" name="New shape"/>
          <p:cNvSpPr/>
          <p:nvPr/>
        </p:nvSpPr>
        <p:spPr>
          <a:xfrm>
            <a:off x="2051685" y="7828121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0" name="New picture"/>
          <p:cNvPicPr/>
          <p:nvPr/>
        </p:nvPicPr>
        <p:blipFill>
          <a:blip r:embed="rId1167"/>
          <a:srcRect/>
          <a:stretch>
            <a:fillRect/>
          </a:stretch>
        </p:blipFill>
        <p:spPr>
          <a:xfrm>
            <a:off x="2048637" y="7794594"/>
            <a:ext cx="16859" cy="15240"/>
          </a:xfrm>
          <a:prstGeom prst="rect"/>
          <a:ln w="0">
            <a:noFill/>
          </a:ln>
        </p:spPr>
      </p:pic>
      <p:pic>
        <p:nvPicPr>
          <p:cNvPr id="1941" name="New picture"/>
          <p:cNvPicPr/>
          <p:nvPr/>
        </p:nvPicPr>
        <p:blipFill>
          <a:blip r:embed="rId1168"/>
          <a:srcRect/>
          <a:stretch>
            <a:fillRect/>
          </a:stretch>
        </p:blipFill>
        <p:spPr>
          <a:xfrm>
            <a:off x="2089880" y="7826597"/>
            <a:ext cx="42767" cy="79343"/>
          </a:xfrm>
          <a:prstGeom prst="rect"/>
          <a:ln w="0">
            <a:noFill/>
          </a:ln>
        </p:spPr>
      </p:pic>
      <p:pic>
        <p:nvPicPr>
          <p:cNvPr id="1942" name="New picture"/>
          <p:cNvPicPr/>
          <p:nvPr/>
        </p:nvPicPr>
        <p:blipFill>
          <a:blip r:embed="rId1169"/>
          <a:srcRect/>
          <a:stretch>
            <a:fillRect/>
          </a:stretch>
        </p:blipFill>
        <p:spPr>
          <a:xfrm>
            <a:off x="2179987" y="7797736"/>
            <a:ext cx="76390" cy="111347"/>
          </a:xfrm>
          <a:prstGeom prst="rect"/>
          <a:ln w="0">
            <a:noFill/>
          </a:ln>
        </p:spPr>
      </p:pic>
      <p:sp>
        <p:nvSpPr>
          <p:cNvPr id="1943" name="New shape"/>
          <p:cNvSpPr/>
          <p:nvPr/>
        </p:nvSpPr>
        <p:spPr>
          <a:xfrm>
            <a:off x="2193798" y="783736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4" name="New picture"/>
          <p:cNvPicPr/>
          <p:nvPr/>
        </p:nvPicPr>
        <p:blipFill>
          <a:blip r:embed="rId1170"/>
          <a:srcRect/>
          <a:stretch>
            <a:fillRect/>
          </a:stretch>
        </p:blipFill>
        <p:spPr>
          <a:xfrm>
            <a:off x="2274665" y="7826597"/>
            <a:ext cx="71818" cy="82391"/>
          </a:xfrm>
          <a:prstGeom prst="rect"/>
          <a:ln w="0">
            <a:noFill/>
          </a:ln>
        </p:spPr>
      </p:pic>
      <p:sp>
        <p:nvSpPr>
          <p:cNvPr id="1945" name="New shape"/>
          <p:cNvSpPr/>
          <p:nvPr/>
        </p:nvSpPr>
        <p:spPr>
          <a:xfrm>
            <a:off x="2288477" y="7835741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6" name="New picture"/>
          <p:cNvPicPr/>
          <p:nvPr/>
        </p:nvPicPr>
        <p:blipFill>
          <a:blip r:embed="rId1171"/>
          <a:srcRect/>
          <a:stretch>
            <a:fillRect/>
          </a:stretch>
        </p:blipFill>
        <p:spPr>
          <a:xfrm>
            <a:off x="2358675" y="7826693"/>
            <a:ext cx="56483" cy="82391"/>
          </a:xfrm>
          <a:prstGeom prst="rect"/>
          <a:ln w="0">
            <a:noFill/>
          </a:ln>
        </p:spPr>
      </p:pic>
      <p:pic>
        <p:nvPicPr>
          <p:cNvPr id="1947" name="New picture"/>
          <p:cNvPicPr/>
          <p:nvPr/>
        </p:nvPicPr>
        <p:blipFill>
          <a:blip r:embed="rId1172"/>
          <a:srcRect/>
          <a:stretch>
            <a:fillRect/>
          </a:stretch>
        </p:blipFill>
        <p:spPr>
          <a:xfrm>
            <a:off x="2474785" y="7797641"/>
            <a:ext cx="74771" cy="111443"/>
          </a:xfrm>
          <a:prstGeom prst="rect"/>
          <a:ln w="0">
            <a:noFill/>
          </a:ln>
        </p:spPr>
      </p:pic>
      <p:sp>
        <p:nvSpPr>
          <p:cNvPr id="1948" name="New shape"/>
          <p:cNvSpPr/>
          <p:nvPr/>
        </p:nvSpPr>
        <p:spPr>
          <a:xfrm>
            <a:off x="2488502" y="78373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9" name="New picture"/>
          <p:cNvPicPr/>
          <p:nvPr/>
        </p:nvPicPr>
        <p:blipFill>
          <a:blip r:embed="rId1173"/>
          <a:srcRect/>
          <a:stretch>
            <a:fillRect/>
          </a:stretch>
        </p:blipFill>
        <p:spPr>
          <a:xfrm>
            <a:off x="2563273" y="7826691"/>
            <a:ext cx="65723" cy="82391"/>
          </a:xfrm>
          <a:prstGeom prst="rect"/>
          <a:ln w="0">
            <a:noFill/>
          </a:ln>
        </p:spPr>
      </p:pic>
      <p:sp>
        <p:nvSpPr>
          <p:cNvPr id="1950" name="New shape"/>
          <p:cNvSpPr/>
          <p:nvPr/>
        </p:nvSpPr>
        <p:spPr>
          <a:xfrm>
            <a:off x="2577084" y="7867841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1" name="New picture"/>
          <p:cNvPicPr/>
          <p:nvPr/>
        </p:nvPicPr>
        <p:blipFill>
          <a:blip r:embed="rId1174"/>
          <a:srcRect/>
          <a:stretch>
            <a:fillRect/>
          </a:stretch>
        </p:blipFill>
        <p:spPr>
          <a:xfrm>
            <a:off x="2644140" y="7826693"/>
            <a:ext cx="58102" cy="82391"/>
          </a:xfrm>
          <a:prstGeom prst="rect"/>
          <a:ln w="0">
            <a:noFill/>
          </a:ln>
        </p:spPr>
      </p:pic>
      <p:pic>
        <p:nvPicPr>
          <p:cNvPr id="1952" name="New picture"/>
          <p:cNvPicPr/>
          <p:nvPr/>
        </p:nvPicPr>
        <p:blipFill>
          <a:blip r:embed="rId1175"/>
          <a:srcRect/>
          <a:stretch>
            <a:fillRect/>
          </a:stretch>
        </p:blipFill>
        <p:spPr>
          <a:xfrm>
            <a:off x="2715958" y="7826597"/>
            <a:ext cx="70295" cy="82391"/>
          </a:xfrm>
          <a:prstGeom prst="rect"/>
          <a:ln w="0">
            <a:noFill/>
          </a:ln>
        </p:spPr>
      </p:pic>
      <p:sp>
        <p:nvSpPr>
          <p:cNvPr id="1953" name="New shape"/>
          <p:cNvSpPr/>
          <p:nvPr/>
        </p:nvSpPr>
        <p:spPr>
          <a:xfrm>
            <a:off x="2728151" y="78357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4" name="New picture"/>
          <p:cNvPicPr/>
          <p:nvPr/>
        </p:nvPicPr>
        <p:blipFill>
          <a:blip r:embed="rId1176"/>
          <a:srcRect/>
          <a:stretch>
            <a:fillRect/>
          </a:stretch>
        </p:blipFill>
        <p:spPr>
          <a:xfrm>
            <a:off x="2798350" y="7826693"/>
            <a:ext cx="58102" cy="82391"/>
          </a:xfrm>
          <a:prstGeom prst="rect"/>
          <a:ln w="0">
            <a:noFill/>
          </a:ln>
        </p:spPr>
      </p:pic>
      <p:pic>
        <p:nvPicPr>
          <p:cNvPr id="1955" name="New picture"/>
          <p:cNvPicPr/>
          <p:nvPr/>
        </p:nvPicPr>
        <p:blipFill>
          <a:blip r:embed="rId1177"/>
          <a:srcRect/>
          <a:stretch>
            <a:fillRect/>
          </a:stretch>
        </p:blipFill>
        <p:spPr>
          <a:xfrm>
            <a:off x="2908364" y="7826597"/>
            <a:ext cx="71818" cy="82391"/>
          </a:xfrm>
          <a:prstGeom prst="rect"/>
          <a:ln w="0">
            <a:noFill/>
          </a:ln>
        </p:spPr>
      </p:pic>
      <p:sp>
        <p:nvSpPr>
          <p:cNvPr id="1956" name="New shape"/>
          <p:cNvSpPr/>
          <p:nvPr/>
        </p:nvSpPr>
        <p:spPr>
          <a:xfrm>
            <a:off x="2922175" y="78357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7" name="New picture"/>
          <p:cNvPicPr/>
          <p:nvPr/>
        </p:nvPicPr>
        <p:blipFill>
          <a:blip r:embed="rId1178"/>
          <a:srcRect/>
          <a:stretch>
            <a:fillRect/>
          </a:stretch>
        </p:blipFill>
        <p:spPr>
          <a:xfrm>
            <a:off x="2999994" y="7826693"/>
            <a:ext cx="70294" cy="79343"/>
          </a:xfrm>
          <a:prstGeom prst="rect"/>
          <a:ln w="0">
            <a:noFill/>
          </a:ln>
        </p:spPr>
      </p:pic>
      <p:pic>
        <p:nvPicPr>
          <p:cNvPr id="1958" name="New picture"/>
          <p:cNvPicPr/>
          <p:nvPr/>
        </p:nvPicPr>
        <p:blipFill>
          <a:blip r:embed="rId1179"/>
          <a:srcRect/>
          <a:stretch>
            <a:fillRect/>
          </a:stretch>
        </p:blipFill>
        <p:spPr>
          <a:xfrm>
            <a:off x="3132868" y="7826693"/>
            <a:ext cx="122206" cy="79343"/>
          </a:xfrm>
          <a:prstGeom prst="rect"/>
          <a:ln w="0">
            <a:noFill/>
          </a:ln>
        </p:spPr>
      </p:pic>
      <p:pic>
        <p:nvPicPr>
          <p:cNvPr id="1959" name="New picture"/>
          <p:cNvPicPr/>
          <p:nvPr/>
        </p:nvPicPr>
        <p:blipFill>
          <a:blip r:embed="rId1180"/>
          <a:srcRect/>
          <a:stretch>
            <a:fillRect/>
          </a:stretch>
        </p:blipFill>
        <p:spPr>
          <a:xfrm>
            <a:off x="3271838" y="7826691"/>
            <a:ext cx="65627" cy="82391"/>
          </a:xfrm>
          <a:prstGeom prst="rect"/>
          <a:ln w="0">
            <a:noFill/>
          </a:ln>
        </p:spPr>
      </p:pic>
      <p:sp>
        <p:nvSpPr>
          <p:cNvPr id="1960" name="New shape"/>
          <p:cNvSpPr/>
          <p:nvPr/>
        </p:nvSpPr>
        <p:spPr>
          <a:xfrm>
            <a:off x="3285553" y="786784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1" name="New picture"/>
          <p:cNvPicPr/>
          <p:nvPr/>
        </p:nvPicPr>
        <p:blipFill>
          <a:blip r:embed="rId1181"/>
          <a:srcRect/>
          <a:stretch>
            <a:fillRect/>
          </a:stretch>
        </p:blipFill>
        <p:spPr>
          <a:xfrm>
            <a:off x="3349751" y="7805262"/>
            <a:ext cx="47339" cy="103822"/>
          </a:xfrm>
          <a:prstGeom prst="rect"/>
          <a:ln w="0">
            <a:noFill/>
          </a:ln>
        </p:spPr>
      </p:pic>
      <p:sp>
        <p:nvSpPr>
          <p:cNvPr id="1962" name="New shape"/>
          <p:cNvSpPr/>
          <p:nvPr/>
        </p:nvSpPr>
        <p:spPr>
          <a:xfrm>
            <a:off x="3415284" y="7828217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3" name="New picture"/>
          <p:cNvPicPr/>
          <p:nvPr/>
        </p:nvPicPr>
        <p:blipFill>
          <a:blip r:embed="rId1182"/>
          <a:srcRect/>
          <a:stretch>
            <a:fillRect/>
          </a:stretch>
        </p:blipFill>
        <p:spPr>
          <a:xfrm>
            <a:off x="3413760" y="7794594"/>
            <a:ext cx="16859" cy="15240"/>
          </a:xfrm>
          <a:prstGeom prst="rect"/>
          <a:ln w="0">
            <a:noFill/>
          </a:ln>
        </p:spPr>
      </p:pic>
      <p:pic>
        <p:nvPicPr>
          <p:cNvPr id="1964" name="New picture"/>
          <p:cNvPicPr/>
          <p:nvPr/>
        </p:nvPicPr>
        <p:blipFill>
          <a:blip r:embed="rId1183"/>
          <a:srcRect/>
          <a:stretch>
            <a:fillRect/>
          </a:stretch>
        </p:blipFill>
        <p:spPr>
          <a:xfrm>
            <a:off x="3449003" y="7826693"/>
            <a:ext cx="71723" cy="82391"/>
          </a:xfrm>
          <a:prstGeom prst="rect"/>
          <a:ln w="0">
            <a:noFill/>
          </a:ln>
        </p:spPr>
      </p:pic>
      <p:sp>
        <p:nvSpPr>
          <p:cNvPr id="1965" name="New shape"/>
          <p:cNvSpPr/>
          <p:nvPr/>
        </p:nvSpPr>
        <p:spPr>
          <a:xfrm>
            <a:off x="3462718" y="78358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66" name="New shape"/>
          <p:cNvSpPr/>
          <p:nvPr/>
        </p:nvSpPr>
        <p:spPr>
          <a:xfrm>
            <a:off x="3468815" y="7791545"/>
            <a:ext cx="32099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7" name="New picture"/>
          <p:cNvPicPr/>
          <p:nvPr/>
        </p:nvPicPr>
        <p:blipFill>
          <a:blip r:embed="rId1184"/>
          <a:srcRect/>
          <a:stretch>
            <a:fillRect/>
          </a:stretch>
        </p:blipFill>
        <p:spPr>
          <a:xfrm>
            <a:off x="3540633" y="7826693"/>
            <a:ext cx="42767" cy="79343"/>
          </a:xfrm>
          <a:prstGeom prst="rect"/>
          <a:ln w="0">
            <a:noFill/>
          </a:ln>
        </p:spPr>
      </p:pic>
      <p:pic>
        <p:nvPicPr>
          <p:cNvPr id="1968" name="New picture"/>
          <p:cNvPicPr/>
          <p:nvPr/>
        </p:nvPicPr>
        <p:blipFill>
          <a:blip r:embed="rId1185"/>
          <a:srcRect/>
          <a:stretch>
            <a:fillRect/>
          </a:stretch>
        </p:blipFill>
        <p:spPr>
          <a:xfrm>
            <a:off x="3589401" y="7826597"/>
            <a:ext cx="70295" cy="82391"/>
          </a:xfrm>
          <a:prstGeom prst="rect"/>
          <a:ln w="0">
            <a:noFill/>
          </a:ln>
        </p:spPr>
      </p:pic>
      <p:sp>
        <p:nvSpPr>
          <p:cNvPr id="1969" name="New shape"/>
          <p:cNvSpPr/>
          <p:nvPr/>
        </p:nvSpPr>
        <p:spPr>
          <a:xfrm>
            <a:off x="3601593" y="78357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0" name="New picture"/>
          <p:cNvPicPr/>
          <p:nvPr/>
        </p:nvPicPr>
        <p:blipFill>
          <a:blip r:embed="rId1186"/>
          <a:srcRect/>
          <a:stretch>
            <a:fillRect/>
          </a:stretch>
        </p:blipFill>
        <p:spPr>
          <a:xfrm>
            <a:off x="3714655" y="7797642"/>
            <a:ext cx="74866" cy="111442"/>
          </a:xfrm>
          <a:prstGeom prst="rect"/>
          <a:ln w="0">
            <a:noFill/>
          </a:ln>
        </p:spPr>
      </p:pic>
      <p:sp>
        <p:nvSpPr>
          <p:cNvPr id="1971" name="New shape"/>
          <p:cNvSpPr/>
          <p:nvPr/>
        </p:nvSpPr>
        <p:spPr>
          <a:xfrm>
            <a:off x="3728466" y="783736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72" name="New shape"/>
          <p:cNvSpPr/>
          <p:nvPr/>
        </p:nvSpPr>
        <p:spPr>
          <a:xfrm>
            <a:off x="3810857" y="7797642"/>
            <a:ext cx="10763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3" name="New picture"/>
          <p:cNvPicPr/>
          <p:nvPr/>
        </p:nvPicPr>
        <p:blipFill>
          <a:blip r:embed="rId1187"/>
          <a:srcRect/>
          <a:stretch>
            <a:fillRect/>
          </a:stretch>
        </p:blipFill>
        <p:spPr>
          <a:xfrm>
            <a:off x="3839909" y="7826691"/>
            <a:ext cx="65627" cy="82391"/>
          </a:xfrm>
          <a:prstGeom prst="rect"/>
          <a:ln w="0">
            <a:noFill/>
          </a:ln>
        </p:spPr>
      </p:pic>
      <p:sp>
        <p:nvSpPr>
          <p:cNvPr id="1974" name="New shape"/>
          <p:cNvSpPr/>
          <p:nvPr/>
        </p:nvSpPr>
        <p:spPr>
          <a:xfrm>
            <a:off x="3853624" y="786784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5" name="New picture"/>
          <p:cNvPicPr/>
          <p:nvPr/>
        </p:nvPicPr>
        <p:blipFill>
          <a:blip r:embed="rId1188"/>
          <a:srcRect/>
          <a:stretch>
            <a:fillRect/>
          </a:stretch>
        </p:blipFill>
        <p:spPr>
          <a:xfrm>
            <a:off x="3928491" y="7826597"/>
            <a:ext cx="70295" cy="79343"/>
          </a:xfrm>
          <a:prstGeom prst="rect"/>
          <a:ln w="0">
            <a:noFill/>
          </a:ln>
        </p:spPr>
      </p:pic>
      <p:pic>
        <p:nvPicPr>
          <p:cNvPr id="1976" name="New picture"/>
          <p:cNvPicPr/>
          <p:nvPr/>
        </p:nvPicPr>
        <p:blipFill>
          <a:blip r:embed="rId1189"/>
          <a:srcRect/>
          <a:stretch>
            <a:fillRect/>
          </a:stretch>
        </p:blipFill>
        <p:spPr>
          <a:xfrm>
            <a:off x="4015549" y="7826691"/>
            <a:ext cx="65627" cy="82391"/>
          </a:xfrm>
          <a:prstGeom prst="rect"/>
          <a:ln w="0">
            <a:noFill/>
          </a:ln>
        </p:spPr>
      </p:pic>
      <p:sp>
        <p:nvSpPr>
          <p:cNvPr id="1977" name="New shape"/>
          <p:cNvSpPr/>
          <p:nvPr/>
        </p:nvSpPr>
        <p:spPr>
          <a:xfrm>
            <a:off x="4029265" y="786784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78" name="New shape"/>
          <p:cNvSpPr/>
          <p:nvPr/>
        </p:nvSpPr>
        <p:spPr>
          <a:xfrm>
            <a:off x="4105656" y="77983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9" name="New picture"/>
          <p:cNvPicPr/>
          <p:nvPr/>
        </p:nvPicPr>
        <p:blipFill>
          <a:blip r:embed="rId1190"/>
          <a:srcRect/>
          <a:stretch>
            <a:fillRect/>
          </a:stretch>
        </p:blipFill>
        <p:spPr>
          <a:xfrm>
            <a:off x="4133088" y="7828217"/>
            <a:ext cx="71724" cy="117443"/>
          </a:xfrm>
          <a:prstGeom prst="rect"/>
          <a:ln w="0">
            <a:noFill/>
          </a:ln>
        </p:spPr>
      </p:pic>
      <p:pic>
        <p:nvPicPr>
          <p:cNvPr id="1980" name="New picture"/>
          <p:cNvPicPr/>
          <p:nvPr/>
        </p:nvPicPr>
        <p:blipFill>
          <a:blip r:embed="rId1191"/>
          <a:srcRect/>
          <a:stretch>
            <a:fillRect/>
          </a:stretch>
        </p:blipFill>
        <p:spPr>
          <a:xfrm>
            <a:off x="4211003" y="7805262"/>
            <a:ext cx="48863" cy="103822"/>
          </a:xfrm>
          <a:prstGeom prst="rect"/>
          <a:ln w="0">
            <a:noFill/>
          </a:ln>
        </p:spPr>
      </p:pic>
      <p:sp>
        <p:nvSpPr>
          <p:cNvPr id="1981" name="New shape"/>
          <p:cNvSpPr/>
          <p:nvPr/>
        </p:nvSpPr>
        <p:spPr>
          <a:xfrm>
            <a:off x="4276630" y="782821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2" name="New picture"/>
          <p:cNvPicPr/>
          <p:nvPr/>
        </p:nvPicPr>
        <p:blipFill>
          <a:blip r:embed="rId1192"/>
          <a:srcRect/>
          <a:stretch>
            <a:fillRect/>
          </a:stretch>
        </p:blipFill>
        <p:spPr>
          <a:xfrm>
            <a:off x="4275106" y="7793165"/>
            <a:ext cx="16764" cy="16764"/>
          </a:xfrm>
          <a:prstGeom prst="rect"/>
          <a:ln w="0">
            <a:noFill/>
          </a:ln>
        </p:spPr>
      </p:pic>
      <p:pic>
        <p:nvPicPr>
          <p:cNvPr id="1983" name="New picture"/>
          <p:cNvPicPr/>
          <p:nvPr/>
        </p:nvPicPr>
        <p:blipFill>
          <a:blip r:embed="rId1193"/>
          <a:srcRect/>
          <a:stretch>
            <a:fillRect/>
          </a:stretch>
        </p:blipFill>
        <p:spPr>
          <a:xfrm>
            <a:off x="4311777" y="7826693"/>
            <a:ext cx="73247" cy="117443"/>
          </a:xfrm>
          <a:prstGeom prst="rect"/>
          <a:ln w="0">
            <a:noFill/>
          </a:ln>
        </p:spPr>
      </p:pic>
      <p:sp>
        <p:nvSpPr>
          <p:cNvPr id="1984" name="New shape"/>
          <p:cNvSpPr/>
          <p:nvPr/>
        </p:nvSpPr>
        <p:spPr>
          <a:xfrm>
            <a:off x="4323969" y="7837360"/>
            <a:ext cx="48863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5" name="New picture"/>
          <p:cNvPicPr/>
          <p:nvPr/>
        </p:nvPicPr>
        <p:blipFill>
          <a:blip r:embed="rId1194"/>
          <a:srcRect/>
          <a:stretch>
            <a:fillRect/>
          </a:stretch>
        </p:blipFill>
        <p:spPr>
          <a:xfrm>
            <a:off x="4411028" y="7828122"/>
            <a:ext cx="68771" cy="80867"/>
          </a:xfrm>
          <a:prstGeom prst="rect"/>
          <a:ln w="0">
            <a:noFill/>
          </a:ln>
        </p:spPr>
      </p:pic>
      <p:pic>
        <p:nvPicPr>
          <p:cNvPr id="1986" name="New picture"/>
          <p:cNvPicPr/>
          <p:nvPr/>
        </p:nvPicPr>
        <p:blipFill>
          <a:blip r:embed="rId1195"/>
          <a:srcRect/>
          <a:stretch>
            <a:fillRect/>
          </a:stretch>
        </p:blipFill>
        <p:spPr>
          <a:xfrm>
            <a:off x="4499515" y="7826597"/>
            <a:ext cx="71818" cy="82391"/>
          </a:xfrm>
          <a:prstGeom prst="rect"/>
          <a:ln w="0">
            <a:noFill/>
          </a:ln>
        </p:spPr>
      </p:pic>
      <p:sp>
        <p:nvSpPr>
          <p:cNvPr id="1987" name="New shape"/>
          <p:cNvSpPr/>
          <p:nvPr/>
        </p:nvSpPr>
        <p:spPr>
          <a:xfrm>
            <a:off x="4513326" y="78357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8" name="New picture"/>
          <p:cNvPicPr/>
          <p:nvPr/>
        </p:nvPicPr>
        <p:blipFill>
          <a:blip r:embed="rId1196"/>
          <a:srcRect/>
          <a:stretch>
            <a:fillRect/>
          </a:stretch>
        </p:blipFill>
        <p:spPr>
          <a:xfrm>
            <a:off x="4630865" y="7826597"/>
            <a:ext cx="74866" cy="117539"/>
          </a:xfrm>
          <a:prstGeom prst="rect"/>
          <a:ln w="0">
            <a:noFill/>
          </a:ln>
        </p:spPr>
      </p:pic>
      <p:sp>
        <p:nvSpPr>
          <p:cNvPr id="1989" name="New shape"/>
          <p:cNvSpPr/>
          <p:nvPr/>
        </p:nvSpPr>
        <p:spPr>
          <a:xfrm>
            <a:off x="4644675" y="783726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0" name="New picture"/>
          <p:cNvPicPr/>
          <p:nvPr/>
        </p:nvPicPr>
        <p:blipFill>
          <a:blip r:embed="rId1197"/>
          <a:srcRect/>
          <a:stretch>
            <a:fillRect/>
          </a:stretch>
        </p:blipFill>
        <p:spPr>
          <a:xfrm>
            <a:off x="4720971" y="7826693"/>
            <a:ext cx="77915" cy="82391"/>
          </a:xfrm>
          <a:prstGeom prst="rect"/>
          <a:ln w="0">
            <a:noFill/>
          </a:ln>
        </p:spPr>
      </p:pic>
      <p:sp>
        <p:nvSpPr>
          <p:cNvPr id="1991" name="New shape"/>
          <p:cNvSpPr/>
          <p:nvPr/>
        </p:nvSpPr>
        <p:spPr>
          <a:xfrm>
            <a:off x="4734782" y="78373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2" name="New picture"/>
          <p:cNvPicPr/>
          <p:nvPr/>
        </p:nvPicPr>
        <p:blipFill>
          <a:blip r:embed="rId1198"/>
          <a:srcRect/>
          <a:stretch>
            <a:fillRect/>
          </a:stretch>
        </p:blipFill>
        <p:spPr>
          <a:xfrm>
            <a:off x="4818697" y="7828216"/>
            <a:ext cx="70199" cy="80868"/>
          </a:xfrm>
          <a:prstGeom prst="rect"/>
          <a:ln w="0">
            <a:noFill/>
          </a:ln>
        </p:spPr>
      </p:pic>
      <p:pic>
        <p:nvPicPr>
          <p:cNvPr id="1993" name="New picture"/>
          <p:cNvPicPr/>
          <p:nvPr/>
        </p:nvPicPr>
        <p:blipFill>
          <a:blip r:embed="rId1199"/>
          <a:srcRect/>
          <a:stretch>
            <a:fillRect/>
          </a:stretch>
        </p:blipFill>
        <p:spPr>
          <a:xfrm>
            <a:off x="4913376" y="7826597"/>
            <a:ext cx="42767" cy="79439"/>
          </a:xfrm>
          <a:prstGeom prst="rect"/>
          <a:ln w="0">
            <a:noFill/>
          </a:ln>
        </p:spPr>
      </p:pic>
      <p:pic>
        <p:nvPicPr>
          <p:cNvPr id="1994" name="New picture"/>
          <p:cNvPicPr/>
          <p:nvPr/>
        </p:nvPicPr>
        <p:blipFill>
          <a:blip r:embed="rId1200"/>
          <a:srcRect/>
          <a:stretch>
            <a:fillRect/>
          </a:stretch>
        </p:blipFill>
        <p:spPr>
          <a:xfrm>
            <a:off x="5008055" y="7826597"/>
            <a:ext cx="122110" cy="79439"/>
          </a:xfrm>
          <a:prstGeom prst="rect"/>
          <a:ln w="0">
            <a:noFill/>
          </a:ln>
        </p:spPr>
      </p:pic>
      <p:sp>
        <p:nvSpPr>
          <p:cNvPr id="1995" name="New shape"/>
          <p:cNvSpPr/>
          <p:nvPr/>
        </p:nvSpPr>
        <p:spPr>
          <a:xfrm>
            <a:off x="5154740" y="782821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6" name="New picture"/>
          <p:cNvPicPr/>
          <p:nvPr/>
        </p:nvPicPr>
        <p:blipFill>
          <a:blip r:embed="rId1201"/>
          <a:srcRect/>
          <a:stretch>
            <a:fillRect/>
          </a:stretch>
        </p:blipFill>
        <p:spPr>
          <a:xfrm>
            <a:off x="5153215" y="7793165"/>
            <a:ext cx="16764" cy="16764"/>
          </a:xfrm>
          <a:prstGeom prst="rect"/>
          <a:ln w="0">
            <a:noFill/>
          </a:ln>
        </p:spPr>
      </p:pic>
      <p:pic>
        <p:nvPicPr>
          <p:cNvPr id="1997" name="New picture"/>
          <p:cNvPicPr/>
          <p:nvPr/>
        </p:nvPicPr>
        <p:blipFill>
          <a:blip r:embed="rId1202"/>
          <a:srcRect/>
          <a:stretch>
            <a:fillRect/>
          </a:stretch>
        </p:blipFill>
        <p:spPr>
          <a:xfrm>
            <a:off x="5189792" y="7826693"/>
            <a:ext cx="70199" cy="82391"/>
          </a:xfrm>
          <a:prstGeom prst="rect"/>
          <a:ln w="0">
            <a:noFill/>
          </a:ln>
        </p:spPr>
      </p:pic>
      <p:sp>
        <p:nvSpPr>
          <p:cNvPr id="1998" name="New shape"/>
          <p:cNvSpPr/>
          <p:nvPr/>
        </p:nvSpPr>
        <p:spPr>
          <a:xfrm>
            <a:off x="5201983" y="78358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9" name="New picture"/>
          <p:cNvPicPr/>
          <p:nvPr/>
        </p:nvPicPr>
        <p:blipFill>
          <a:blip r:embed="rId1203"/>
          <a:srcRect/>
          <a:stretch>
            <a:fillRect/>
          </a:stretch>
        </p:blipFill>
        <p:spPr>
          <a:xfrm>
            <a:off x="5279898" y="7828216"/>
            <a:ext cx="70295" cy="80868"/>
          </a:xfrm>
          <a:prstGeom prst="rect"/>
          <a:ln w="0">
            <a:noFill/>
          </a:ln>
        </p:spPr>
      </p:pic>
      <p:pic>
        <p:nvPicPr>
          <p:cNvPr id="2000" name="New picture"/>
          <p:cNvPicPr/>
          <p:nvPr/>
        </p:nvPicPr>
        <p:blipFill>
          <a:blip r:embed="rId1204"/>
          <a:srcRect/>
          <a:stretch>
            <a:fillRect/>
          </a:stretch>
        </p:blipFill>
        <p:spPr>
          <a:xfrm>
            <a:off x="5363909" y="7828217"/>
            <a:ext cx="76295" cy="77819"/>
          </a:xfrm>
          <a:prstGeom prst="rect"/>
          <a:ln w="0">
            <a:noFill/>
          </a:ln>
        </p:spPr>
      </p:pic>
      <p:pic>
        <p:nvPicPr>
          <p:cNvPr id="2001" name="New picture"/>
          <p:cNvPicPr/>
          <p:nvPr/>
        </p:nvPicPr>
        <p:blipFill>
          <a:blip r:embed="rId1205"/>
          <a:srcRect/>
          <a:stretch>
            <a:fillRect/>
          </a:stretch>
        </p:blipFill>
        <p:spPr>
          <a:xfrm>
            <a:off x="5489067" y="7826693"/>
            <a:ext cx="64198" cy="82391"/>
          </a:xfrm>
          <a:prstGeom prst="rect"/>
          <a:ln w="0">
            <a:noFill/>
          </a:ln>
        </p:spPr>
      </p:pic>
      <p:pic>
        <p:nvPicPr>
          <p:cNvPr id="2002" name="New picture"/>
          <p:cNvPicPr/>
          <p:nvPr/>
        </p:nvPicPr>
        <p:blipFill>
          <a:blip r:embed="rId1206"/>
          <a:srcRect/>
          <a:stretch>
            <a:fillRect/>
          </a:stretch>
        </p:blipFill>
        <p:spPr>
          <a:xfrm>
            <a:off x="5563933" y="7826597"/>
            <a:ext cx="77819" cy="82486"/>
          </a:xfrm>
          <a:prstGeom prst="rect"/>
          <a:ln w="0">
            <a:noFill/>
          </a:ln>
        </p:spPr>
      </p:pic>
      <p:sp>
        <p:nvSpPr>
          <p:cNvPr id="2003" name="New shape"/>
          <p:cNvSpPr/>
          <p:nvPr/>
        </p:nvSpPr>
        <p:spPr>
          <a:xfrm>
            <a:off x="5577649" y="7837360"/>
            <a:ext cx="51911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4" name="New picture"/>
          <p:cNvPicPr/>
          <p:nvPr/>
        </p:nvPicPr>
        <p:blipFill>
          <a:blip r:embed="rId1207"/>
          <a:srcRect/>
          <a:stretch>
            <a:fillRect/>
          </a:stretch>
        </p:blipFill>
        <p:spPr>
          <a:xfrm>
            <a:off x="5661660" y="7826693"/>
            <a:ext cx="120682" cy="79343"/>
          </a:xfrm>
          <a:prstGeom prst="rect"/>
          <a:ln w="0">
            <a:noFill/>
          </a:ln>
        </p:spPr>
      </p:pic>
      <p:pic>
        <p:nvPicPr>
          <p:cNvPr id="2005" name="New picture"/>
          <p:cNvPicPr/>
          <p:nvPr/>
        </p:nvPicPr>
        <p:blipFill>
          <a:blip r:embed="rId1208"/>
          <a:srcRect/>
          <a:stretch>
            <a:fillRect/>
          </a:stretch>
        </p:blipFill>
        <p:spPr>
          <a:xfrm>
            <a:off x="5806630" y="7826693"/>
            <a:ext cx="76391" cy="117443"/>
          </a:xfrm>
          <a:prstGeom prst="rect"/>
          <a:ln w="0">
            <a:noFill/>
          </a:ln>
        </p:spPr>
      </p:pic>
      <p:sp>
        <p:nvSpPr>
          <p:cNvPr id="2006" name="New shape"/>
          <p:cNvSpPr/>
          <p:nvPr/>
        </p:nvSpPr>
        <p:spPr>
          <a:xfrm>
            <a:off x="5821870" y="78373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7" name="New picture"/>
          <p:cNvPicPr/>
          <p:nvPr/>
        </p:nvPicPr>
        <p:blipFill>
          <a:blip r:embed="rId1209"/>
          <a:srcRect/>
          <a:stretch>
            <a:fillRect/>
          </a:stretch>
        </p:blipFill>
        <p:spPr>
          <a:xfrm>
            <a:off x="5902928" y="7826693"/>
            <a:ext cx="42672" cy="79343"/>
          </a:xfrm>
          <a:prstGeom prst="rect"/>
          <a:ln w="0">
            <a:noFill/>
          </a:ln>
        </p:spPr>
      </p:pic>
      <p:pic>
        <p:nvPicPr>
          <p:cNvPr id="2008" name="New picture"/>
          <p:cNvPicPr/>
          <p:nvPr/>
        </p:nvPicPr>
        <p:blipFill>
          <a:blip r:embed="rId1210"/>
          <a:srcRect/>
          <a:stretch>
            <a:fillRect/>
          </a:stretch>
        </p:blipFill>
        <p:spPr>
          <a:xfrm>
            <a:off x="5950268" y="7826597"/>
            <a:ext cx="71723" cy="82486"/>
          </a:xfrm>
          <a:prstGeom prst="rect"/>
          <a:ln w="0">
            <a:noFill/>
          </a:ln>
        </p:spPr>
      </p:pic>
      <p:sp>
        <p:nvSpPr>
          <p:cNvPr id="2009" name="New shape"/>
          <p:cNvSpPr/>
          <p:nvPr/>
        </p:nvSpPr>
        <p:spPr>
          <a:xfrm>
            <a:off x="5963983" y="78358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0" name="New picture"/>
          <p:cNvPicPr/>
          <p:nvPr/>
        </p:nvPicPr>
        <p:blipFill>
          <a:blip r:embed="rId1211"/>
          <a:srcRect/>
          <a:stretch>
            <a:fillRect/>
          </a:stretch>
        </p:blipFill>
        <p:spPr>
          <a:xfrm>
            <a:off x="6041898" y="7826597"/>
            <a:ext cx="68675" cy="79439"/>
          </a:xfrm>
          <a:prstGeom prst="rect"/>
          <a:ln w="0">
            <a:noFill/>
          </a:ln>
        </p:spPr>
      </p:pic>
      <p:pic>
        <p:nvPicPr>
          <p:cNvPr id="2011" name="New picture"/>
          <p:cNvPicPr/>
          <p:nvPr/>
        </p:nvPicPr>
        <p:blipFill>
          <a:blip r:embed="rId1212"/>
          <a:srcRect/>
          <a:stretch>
            <a:fillRect/>
          </a:stretch>
        </p:blipFill>
        <p:spPr>
          <a:xfrm>
            <a:off x="6132004" y="7797642"/>
            <a:ext cx="74771" cy="111442"/>
          </a:xfrm>
          <a:prstGeom prst="rect"/>
          <a:ln w="0">
            <a:noFill/>
          </a:ln>
        </p:spPr>
      </p:pic>
      <p:sp>
        <p:nvSpPr>
          <p:cNvPr id="2012" name="New shape"/>
          <p:cNvSpPr/>
          <p:nvPr/>
        </p:nvSpPr>
        <p:spPr>
          <a:xfrm>
            <a:off x="6144196" y="7837361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3" name="New picture"/>
          <p:cNvPicPr/>
          <p:nvPr/>
        </p:nvPicPr>
        <p:blipFill>
          <a:blip r:embed="rId1213"/>
          <a:srcRect/>
          <a:stretch>
            <a:fillRect/>
          </a:stretch>
        </p:blipFill>
        <p:spPr>
          <a:xfrm>
            <a:off x="6231255" y="7826693"/>
            <a:ext cx="42672" cy="79343"/>
          </a:xfrm>
          <a:prstGeom prst="rect"/>
          <a:ln w="0">
            <a:noFill/>
          </a:ln>
        </p:spPr>
      </p:pic>
      <p:pic>
        <p:nvPicPr>
          <p:cNvPr id="2014" name="New picture"/>
          <p:cNvPicPr/>
          <p:nvPr/>
        </p:nvPicPr>
        <p:blipFill>
          <a:blip r:embed="rId1214"/>
          <a:srcRect/>
          <a:stretch>
            <a:fillRect/>
          </a:stretch>
        </p:blipFill>
        <p:spPr>
          <a:xfrm>
            <a:off x="6278595" y="7826597"/>
            <a:ext cx="71723" cy="82391"/>
          </a:xfrm>
          <a:prstGeom prst="rect"/>
          <a:ln w="0">
            <a:noFill/>
          </a:ln>
        </p:spPr>
      </p:pic>
      <p:sp>
        <p:nvSpPr>
          <p:cNvPr id="2015" name="New shape"/>
          <p:cNvSpPr/>
          <p:nvPr/>
        </p:nvSpPr>
        <p:spPr>
          <a:xfrm>
            <a:off x="6292310" y="78357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6" name="New picture"/>
          <p:cNvPicPr/>
          <p:nvPr/>
        </p:nvPicPr>
        <p:blipFill>
          <a:blip r:embed="rId1215"/>
          <a:srcRect/>
          <a:stretch>
            <a:fillRect/>
          </a:stretch>
        </p:blipFill>
        <p:spPr>
          <a:xfrm>
            <a:off x="6405276" y="7826693"/>
            <a:ext cx="64103" cy="82391"/>
          </a:xfrm>
          <a:prstGeom prst="rect"/>
          <a:ln w="0">
            <a:noFill/>
          </a:ln>
        </p:spPr>
      </p:pic>
      <p:pic>
        <p:nvPicPr>
          <p:cNvPr id="2017" name="New picture"/>
          <p:cNvPicPr/>
          <p:nvPr/>
        </p:nvPicPr>
        <p:blipFill>
          <a:blip r:embed="rId1216"/>
          <a:srcRect/>
          <a:stretch>
            <a:fillRect/>
          </a:stretch>
        </p:blipFill>
        <p:spPr>
          <a:xfrm>
            <a:off x="6480144" y="7826693"/>
            <a:ext cx="70199" cy="82391"/>
          </a:xfrm>
          <a:prstGeom prst="rect"/>
          <a:ln w="0">
            <a:noFill/>
          </a:ln>
        </p:spPr>
      </p:pic>
      <p:sp>
        <p:nvSpPr>
          <p:cNvPr id="2018" name="New shape"/>
          <p:cNvSpPr/>
          <p:nvPr/>
        </p:nvSpPr>
        <p:spPr>
          <a:xfrm>
            <a:off x="6492335" y="78358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9" name="New picture"/>
          <p:cNvPicPr/>
          <p:nvPr/>
        </p:nvPicPr>
        <p:blipFill>
          <a:blip r:embed="rId1217"/>
          <a:srcRect/>
          <a:stretch>
            <a:fillRect/>
          </a:stretch>
        </p:blipFill>
        <p:spPr>
          <a:xfrm>
            <a:off x="6562534" y="7826693"/>
            <a:ext cx="58103" cy="82391"/>
          </a:xfrm>
          <a:prstGeom prst="rect"/>
          <a:ln w="0">
            <a:noFill/>
          </a:ln>
        </p:spPr>
      </p:pic>
      <p:pic>
        <p:nvPicPr>
          <p:cNvPr id="2020" name="New picture"/>
          <p:cNvPicPr/>
          <p:nvPr/>
        </p:nvPicPr>
        <p:blipFill>
          <a:blip r:embed="rId1218"/>
          <a:srcRect/>
          <a:stretch>
            <a:fillRect/>
          </a:stretch>
        </p:blipFill>
        <p:spPr>
          <a:xfrm>
            <a:off x="681990" y="8055578"/>
            <a:ext cx="70294" cy="79343"/>
          </a:xfrm>
          <a:prstGeom prst="rect"/>
          <a:ln w="0">
            <a:noFill/>
          </a:ln>
        </p:spPr>
      </p:pic>
      <p:pic>
        <p:nvPicPr>
          <p:cNvPr id="2021" name="New picture"/>
          <p:cNvPicPr/>
          <p:nvPr/>
        </p:nvPicPr>
        <p:blipFill>
          <a:blip r:embed="rId1219"/>
          <a:srcRect/>
          <a:stretch>
            <a:fillRect/>
          </a:stretch>
        </p:blipFill>
        <p:spPr>
          <a:xfrm>
            <a:off x="772096" y="8055578"/>
            <a:ext cx="77915" cy="82391"/>
          </a:xfrm>
          <a:prstGeom prst="rect"/>
          <a:ln w="0">
            <a:noFill/>
          </a:ln>
        </p:spPr>
      </p:pic>
      <p:sp>
        <p:nvSpPr>
          <p:cNvPr id="2022" name="New shape"/>
          <p:cNvSpPr/>
          <p:nvPr/>
        </p:nvSpPr>
        <p:spPr>
          <a:xfrm>
            <a:off x="785908" y="806624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3" name="New picture"/>
          <p:cNvPicPr/>
          <p:nvPr/>
        </p:nvPicPr>
        <p:blipFill>
          <a:blip r:embed="rId1220"/>
          <a:srcRect/>
          <a:stretch>
            <a:fillRect/>
          </a:stretch>
        </p:blipFill>
        <p:spPr>
          <a:xfrm>
            <a:off x="859155" y="8034241"/>
            <a:ext cx="47339" cy="103822"/>
          </a:xfrm>
          <a:prstGeom prst="rect"/>
          <a:ln w="0">
            <a:noFill/>
          </a:ln>
        </p:spPr>
      </p:pic>
      <p:sp>
        <p:nvSpPr>
          <p:cNvPr id="2024" name="New shape"/>
          <p:cNvSpPr/>
          <p:nvPr/>
        </p:nvSpPr>
        <p:spPr>
          <a:xfrm>
            <a:off x="924782" y="8057102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5" name="New picture"/>
          <p:cNvPicPr/>
          <p:nvPr/>
        </p:nvPicPr>
        <p:blipFill>
          <a:blip r:embed="rId1221"/>
          <a:srcRect/>
          <a:stretch>
            <a:fillRect/>
          </a:stretch>
        </p:blipFill>
        <p:spPr>
          <a:xfrm>
            <a:off x="923258" y="8023574"/>
            <a:ext cx="16859" cy="15240"/>
          </a:xfrm>
          <a:prstGeom prst="rect"/>
          <a:ln w="0">
            <a:noFill/>
          </a:ln>
        </p:spPr>
      </p:pic>
      <p:pic>
        <p:nvPicPr>
          <p:cNvPr id="2026" name="New picture"/>
          <p:cNvPicPr/>
          <p:nvPr/>
        </p:nvPicPr>
        <p:blipFill>
          <a:blip r:embed="rId1222"/>
          <a:srcRect/>
          <a:stretch>
            <a:fillRect/>
          </a:stretch>
        </p:blipFill>
        <p:spPr>
          <a:xfrm>
            <a:off x="958501" y="8055578"/>
            <a:ext cx="77819" cy="82391"/>
          </a:xfrm>
          <a:prstGeom prst="rect"/>
          <a:ln w="0">
            <a:noFill/>
          </a:ln>
        </p:spPr>
      </p:pic>
      <p:sp>
        <p:nvSpPr>
          <p:cNvPr id="2027" name="New shape"/>
          <p:cNvSpPr/>
          <p:nvPr/>
        </p:nvSpPr>
        <p:spPr>
          <a:xfrm>
            <a:off x="972217" y="806624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8" name="New picture"/>
          <p:cNvPicPr/>
          <p:nvPr/>
        </p:nvPicPr>
        <p:blipFill>
          <a:blip r:embed="rId1223"/>
          <a:srcRect/>
          <a:stretch>
            <a:fillRect/>
          </a:stretch>
        </p:blipFill>
        <p:spPr>
          <a:xfrm>
            <a:off x="1056132" y="8055578"/>
            <a:ext cx="70295" cy="79343"/>
          </a:xfrm>
          <a:prstGeom prst="rect"/>
          <a:ln w="0">
            <a:noFill/>
          </a:ln>
        </p:spPr>
      </p:pic>
      <p:pic>
        <p:nvPicPr>
          <p:cNvPr id="2029" name="New picture"/>
          <p:cNvPicPr/>
          <p:nvPr/>
        </p:nvPicPr>
        <p:blipFill>
          <a:blip r:embed="rId1224"/>
          <a:srcRect/>
          <a:stretch>
            <a:fillRect/>
          </a:stretch>
        </p:blipFill>
        <p:spPr>
          <a:xfrm>
            <a:off x="1141571" y="8055578"/>
            <a:ext cx="58103" cy="82391"/>
          </a:xfrm>
          <a:prstGeom prst="rect"/>
          <a:ln w="0">
            <a:noFill/>
          </a:ln>
        </p:spPr>
      </p:pic>
      <p:pic>
        <p:nvPicPr>
          <p:cNvPr id="2030" name="New picture"/>
          <p:cNvPicPr/>
          <p:nvPr/>
        </p:nvPicPr>
        <p:blipFill>
          <a:blip r:embed="rId1225"/>
          <a:srcRect/>
          <a:stretch>
            <a:fillRect/>
          </a:stretch>
        </p:blipFill>
        <p:spPr>
          <a:xfrm>
            <a:off x="1248537" y="8025099"/>
            <a:ext cx="53435" cy="109824"/>
          </a:xfrm>
          <a:prstGeom prst="rect"/>
          <a:ln w="0">
            <a:noFill/>
          </a:ln>
        </p:spPr>
      </p:pic>
      <p:pic>
        <p:nvPicPr>
          <p:cNvPr id="2031" name="New picture"/>
          <p:cNvPicPr/>
          <p:nvPr/>
        </p:nvPicPr>
        <p:blipFill>
          <a:blip r:embed="rId1226"/>
          <a:srcRect/>
          <a:stretch>
            <a:fillRect/>
          </a:stretch>
        </p:blipFill>
        <p:spPr>
          <a:xfrm>
            <a:off x="1303496" y="8055578"/>
            <a:ext cx="77915" cy="82391"/>
          </a:xfrm>
          <a:prstGeom prst="rect"/>
          <a:ln w="0">
            <a:noFill/>
          </a:ln>
        </p:spPr>
      </p:pic>
      <p:sp>
        <p:nvSpPr>
          <p:cNvPr id="2032" name="New shape"/>
          <p:cNvSpPr/>
          <p:nvPr/>
        </p:nvSpPr>
        <p:spPr>
          <a:xfrm>
            <a:off x="1317212" y="806624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3" name="New picture"/>
          <p:cNvPicPr/>
          <p:nvPr/>
        </p:nvPicPr>
        <p:blipFill>
          <a:blip r:embed="rId1227"/>
          <a:srcRect/>
          <a:stretch>
            <a:fillRect/>
          </a:stretch>
        </p:blipFill>
        <p:spPr>
          <a:xfrm>
            <a:off x="1401223" y="8055482"/>
            <a:ext cx="70295" cy="79343"/>
          </a:xfrm>
          <a:prstGeom prst="rect"/>
          <a:ln w="0">
            <a:noFill/>
          </a:ln>
        </p:spPr>
      </p:pic>
      <p:pic>
        <p:nvPicPr>
          <p:cNvPr id="2034" name="New picture"/>
          <p:cNvPicPr/>
          <p:nvPr/>
        </p:nvPicPr>
        <p:blipFill>
          <a:blip r:embed="rId1228"/>
          <a:srcRect/>
          <a:stretch>
            <a:fillRect/>
          </a:stretch>
        </p:blipFill>
        <p:spPr>
          <a:xfrm>
            <a:off x="1491329" y="8026622"/>
            <a:ext cx="74866" cy="111347"/>
          </a:xfrm>
          <a:prstGeom prst="rect"/>
          <a:ln w="0">
            <a:noFill/>
          </a:ln>
        </p:spPr>
      </p:pic>
      <p:sp>
        <p:nvSpPr>
          <p:cNvPr id="2035" name="New shape"/>
          <p:cNvSpPr/>
          <p:nvPr/>
        </p:nvSpPr>
        <p:spPr>
          <a:xfrm>
            <a:off x="1505045" y="806624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6" name="New picture"/>
          <p:cNvPicPr/>
          <p:nvPr/>
        </p:nvPicPr>
        <p:blipFill>
          <a:blip r:embed="rId1229"/>
          <a:srcRect/>
          <a:stretch>
            <a:fillRect/>
          </a:stretch>
        </p:blipFill>
        <p:spPr>
          <a:xfrm>
            <a:off x="1584484" y="8055578"/>
            <a:ext cx="67151" cy="82391"/>
          </a:xfrm>
          <a:prstGeom prst="rect"/>
          <a:ln w="0">
            <a:noFill/>
          </a:ln>
        </p:spPr>
      </p:pic>
      <p:sp>
        <p:nvSpPr>
          <p:cNvPr id="2037" name="New shape"/>
          <p:cNvSpPr/>
          <p:nvPr/>
        </p:nvSpPr>
        <p:spPr>
          <a:xfrm>
            <a:off x="1598200" y="80968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8" name="New picture"/>
          <p:cNvPicPr/>
          <p:nvPr/>
        </p:nvPicPr>
        <p:blipFill>
          <a:blip r:embed="rId1230"/>
          <a:srcRect/>
          <a:stretch>
            <a:fillRect/>
          </a:stretch>
        </p:blipFill>
        <p:spPr>
          <a:xfrm>
            <a:off x="1674590" y="8055578"/>
            <a:ext cx="120586" cy="79343"/>
          </a:xfrm>
          <a:prstGeom prst="rect"/>
          <a:ln w="0">
            <a:noFill/>
          </a:ln>
        </p:spPr>
      </p:pic>
      <p:pic>
        <p:nvPicPr>
          <p:cNvPr id="2039" name="New picture"/>
          <p:cNvPicPr/>
          <p:nvPr/>
        </p:nvPicPr>
        <p:blipFill>
          <a:blip r:embed="rId1231"/>
          <a:srcRect/>
          <a:stretch>
            <a:fillRect/>
          </a:stretch>
        </p:blipFill>
        <p:spPr>
          <a:xfrm>
            <a:off x="1815084" y="8055578"/>
            <a:ext cx="71723" cy="82391"/>
          </a:xfrm>
          <a:prstGeom prst="rect"/>
          <a:ln w="0">
            <a:noFill/>
          </a:ln>
        </p:spPr>
      </p:pic>
      <p:sp>
        <p:nvSpPr>
          <p:cNvPr id="2040" name="New shape"/>
          <p:cNvSpPr/>
          <p:nvPr/>
        </p:nvSpPr>
        <p:spPr>
          <a:xfrm>
            <a:off x="1828800" y="806472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1" name="New picture"/>
          <p:cNvPicPr/>
          <p:nvPr/>
        </p:nvPicPr>
        <p:blipFill>
          <a:blip r:embed="rId1232"/>
          <a:srcRect/>
          <a:stretch>
            <a:fillRect/>
          </a:stretch>
        </p:blipFill>
        <p:spPr>
          <a:xfrm>
            <a:off x="1906714" y="8055578"/>
            <a:ext cx="68675" cy="79343"/>
          </a:xfrm>
          <a:prstGeom prst="rect"/>
          <a:ln w="0">
            <a:noFill/>
          </a:ln>
        </p:spPr>
      </p:pic>
      <p:pic>
        <p:nvPicPr>
          <p:cNvPr id="2042" name="New picture"/>
          <p:cNvPicPr/>
          <p:nvPr/>
        </p:nvPicPr>
        <p:blipFill>
          <a:blip r:embed="rId1233"/>
          <a:srcRect/>
          <a:stretch>
            <a:fillRect/>
          </a:stretch>
        </p:blipFill>
        <p:spPr>
          <a:xfrm>
            <a:off x="1989106" y="8034242"/>
            <a:ext cx="47339" cy="103727"/>
          </a:xfrm>
          <a:prstGeom prst="rect"/>
          <a:ln w="0">
            <a:noFill/>
          </a:ln>
        </p:spPr>
      </p:pic>
      <p:pic>
        <p:nvPicPr>
          <p:cNvPr id="2043" name="New picture"/>
          <p:cNvPicPr/>
          <p:nvPr/>
        </p:nvPicPr>
        <p:blipFill>
          <a:blip r:embed="rId1234"/>
          <a:srcRect/>
          <a:stretch>
            <a:fillRect/>
          </a:stretch>
        </p:blipFill>
        <p:spPr>
          <a:xfrm>
            <a:off x="2048732" y="8055578"/>
            <a:ext cx="65723" cy="82391"/>
          </a:xfrm>
          <a:prstGeom prst="rect"/>
          <a:ln w="0">
            <a:noFill/>
          </a:ln>
        </p:spPr>
      </p:pic>
      <p:sp>
        <p:nvSpPr>
          <p:cNvPr id="2044" name="New shape"/>
          <p:cNvSpPr/>
          <p:nvPr/>
        </p:nvSpPr>
        <p:spPr>
          <a:xfrm>
            <a:off x="2060924" y="8096726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45" name="New shape"/>
          <p:cNvSpPr/>
          <p:nvPr/>
        </p:nvSpPr>
        <p:spPr>
          <a:xfrm>
            <a:off x="2138172" y="80269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6" name="New picture"/>
          <p:cNvPicPr/>
          <p:nvPr/>
        </p:nvPicPr>
        <p:blipFill>
          <a:blip r:embed="rId1235"/>
          <a:srcRect/>
          <a:stretch>
            <a:fillRect/>
          </a:stretch>
        </p:blipFill>
        <p:spPr>
          <a:xfrm>
            <a:off x="2172367" y="8055673"/>
            <a:ext cx="71818" cy="82391"/>
          </a:xfrm>
          <a:prstGeom prst="rect"/>
          <a:ln w="0">
            <a:noFill/>
          </a:ln>
        </p:spPr>
      </p:pic>
      <p:sp>
        <p:nvSpPr>
          <p:cNvPr id="2047" name="New shape"/>
          <p:cNvSpPr/>
          <p:nvPr/>
        </p:nvSpPr>
        <p:spPr>
          <a:xfrm>
            <a:off x="2184559" y="80648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8" name="New picture"/>
          <p:cNvPicPr/>
          <p:nvPr/>
        </p:nvPicPr>
        <p:blipFill>
          <a:blip r:embed="rId1236"/>
          <a:srcRect/>
          <a:stretch>
            <a:fillRect/>
          </a:stretch>
        </p:blipFill>
        <p:spPr>
          <a:xfrm>
            <a:off x="2254853" y="8055578"/>
            <a:ext cx="58007" cy="82391"/>
          </a:xfrm>
          <a:prstGeom prst="rect"/>
          <a:ln w="0">
            <a:noFill/>
          </a:ln>
        </p:spPr>
      </p:pic>
      <p:pic>
        <p:nvPicPr>
          <p:cNvPr id="2049" name="New picture"/>
          <p:cNvPicPr/>
          <p:nvPr/>
        </p:nvPicPr>
        <p:blipFill>
          <a:blip r:embed="rId1237"/>
          <a:srcRect/>
          <a:stretch>
            <a:fillRect/>
          </a:stretch>
        </p:blipFill>
        <p:spPr>
          <a:xfrm>
            <a:off x="2331244" y="8119682"/>
            <a:ext cx="16764" cy="16763"/>
          </a:xfrm>
          <a:prstGeom prst="rect"/>
          <a:ln w="0">
            <a:noFill/>
          </a:ln>
        </p:spPr>
      </p:pic>
      <p:pic>
        <p:nvPicPr>
          <p:cNvPr id="2050" name="New picture"/>
          <p:cNvPicPr/>
          <p:nvPr/>
        </p:nvPicPr>
        <p:blipFill>
          <a:blip r:embed="rId1238"/>
          <a:srcRect/>
          <a:stretch>
            <a:fillRect/>
          </a:stretch>
        </p:blipFill>
        <p:spPr>
          <a:xfrm>
            <a:off x="677418" y="8406575"/>
            <a:ext cx="93155" cy="112871"/>
          </a:xfrm>
          <a:prstGeom prst="rect"/>
          <a:ln w="0">
            <a:noFill/>
          </a:ln>
        </p:spPr>
      </p:pic>
      <p:pic>
        <p:nvPicPr>
          <p:cNvPr id="2051" name="New picture"/>
          <p:cNvPicPr/>
          <p:nvPr/>
        </p:nvPicPr>
        <p:blipFill>
          <a:blip r:embed="rId1239"/>
          <a:srcRect/>
          <a:stretch>
            <a:fillRect/>
          </a:stretch>
        </p:blipFill>
        <p:spPr>
          <a:xfrm>
            <a:off x="776764" y="8437150"/>
            <a:ext cx="71723" cy="82391"/>
          </a:xfrm>
          <a:prstGeom prst="rect"/>
          <a:ln w="0">
            <a:noFill/>
          </a:ln>
        </p:spPr>
      </p:pic>
      <p:sp>
        <p:nvSpPr>
          <p:cNvPr id="2052" name="New shape"/>
          <p:cNvSpPr/>
          <p:nvPr/>
        </p:nvSpPr>
        <p:spPr>
          <a:xfrm>
            <a:off x="790480" y="844629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53" name="New shape"/>
          <p:cNvSpPr/>
          <p:nvPr/>
        </p:nvSpPr>
        <p:spPr>
          <a:xfrm>
            <a:off x="908304" y="84079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54" name="New shape"/>
          <p:cNvSpPr/>
          <p:nvPr/>
        </p:nvSpPr>
        <p:spPr>
          <a:xfrm>
            <a:off x="947738" y="843857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5" name="New picture"/>
          <p:cNvPicPr/>
          <p:nvPr/>
        </p:nvPicPr>
        <p:blipFill>
          <a:blip r:embed="rId1240"/>
          <a:srcRect/>
          <a:stretch>
            <a:fillRect/>
          </a:stretch>
        </p:blipFill>
        <p:spPr>
          <a:xfrm>
            <a:off x="946214" y="8405051"/>
            <a:ext cx="16764" cy="15240"/>
          </a:xfrm>
          <a:prstGeom prst="rect"/>
          <a:ln w="0">
            <a:noFill/>
          </a:ln>
        </p:spPr>
      </p:pic>
      <p:pic>
        <p:nvPicPr>
          <p:cNvPr id="2056" name="New picture"/>
          <p:cNvPicPr/>
          <p:nvPr/>
        </p:nvPicPr>
        <p:blipFill>
          <a:blip r:embed="rId1241"/>
          <a:srcRect/>
          <a:stretch>
            <a:fillRect/>
          </a:stretch>
        </p:blipFill>
        <p:spPr>
          <a:xfrm>
            <a:off x="975170" y="8438579"/>
            <a:ext cx="73343" cy="77819"/>
          </a:xfrm>
          <a:prstGeom prst="rect"/>
          <a:ln w="0">
            <a:noFill/>
          </a:ln>
        </p:spPr>
      </p:pic>
      <p:pic>
        <p:nvPicPr>
          <p:cNvPr id="2057" name="New picture"/>
          <p:cNvPicPr/>
          <p:nvPr/>
        </p:nvPicPr>
        <p:blipFill>
          <a:blip r:embed="rId1242"/>
          <a:srcRect/>
          <a:stretch>
            <a:fillRect/>
          </a:stretch>
        </p:blipFill>
        <p:spPr>
          <a:xfrm>
            <a:off x="1060704" y="8437149"/>
            <a:ext cx="42767" cy="79343"/>
          </a:xfrm>
          <a:prstGeom prst="rect"/>
          <a:ln w="0">
            <a:noFill/>
          </a:ln>
        </p:spPr>
      </p:pic>
      <p:pic>
        <p:nvPicPr>
          <p:cNvPr id="2058" name="New picture"/>
          <p:cNvPicPr/>
          <p:nvPr/>
        </p:nvPicPr>
        <p:blipFill>
          <a:blip r:embed="rId1243"/>
          <a:srcRect/>
          <a:stretch>
            <a:fillRect/>
          </a:stretch>
        </p:blipFill>
        <p:spPr>
          <a:xfrm>
            <a:off x="1109567" y="8437054"/>
            <a:ext cx="71818" cy="82391"/>
          </a:xfrm>
          <a:prstGeom prst="rect"/>
          <a:ln w="0">
            <a:noFill/>
          </a:ln>
        </p:spPr>
      </p:pic>
      <p:sp>
        <p:nvSpPr>
          <p:cNvPr id="2059" name="New shape"/>
          <p:cNvSpPr/>
          <p:nvPr/>
        </p:nvSpPr>
        <p:spPr>
          <a:xfrm>
            <a:off x="1123283" y="8446198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0" name="New picture"/>
          <p:cNvPicPr/>
          <p:nvPr/>
        </p:nvPicPr>
        <p:blipFill>
          <a:blip r:embed="rId1244"/>
          <a:srcRect/>
          <a:stretch>
            <a:fillRect/>
          </a:stretch>
        </p:blipFill>
        <p:spPr>
          <a:xfrm>
            <a:off x="1240917" y="8437055"/>
            <a:ext cx="74771" cy="117539"/>
          </a:xfrm>
          <a:prstGeom prst="rect"/>
          <a:ln w="0">
            <a:noFill/>
          </a:ln>
        </p:spPr>
      </p:pic>
      <p:sp>
        <p:nvSpPr>
          <p:cNvPr id="2061" name="New shape"/>
          <p:cNvSpPr/>
          <p:nvPr/>
        </p:nvSpPr>
        <p:spPr>
          <a:xfrm>
            <a:off x="1254633" y="8447818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2" name="New picture"/>
          <p:cNvPicPr/>
          <p:nvPr/>
        </p:nvPicPr>
        <p:blipFill>
          <a:blip r:embed="rId1245"/>
          <a:srcRect/>
          <a:stretch>
            <a:fillRect/>
          </a:stretch>
        </p:blipFill>
        <p:spPr>
          <a:xfrm>
            <a:off x="1335596" y="8437149"/>
            <a:ext cx="42767" cy="79343"/>
          </a:xfrm>
          <a:prstGeom prst="rect"/>
          <a:ln w="0">
            <a:noFill/>
          </a:ln>
        </p:spPr>
      </p:pic>
      <p:pic>
        <p:nvPicPr>
          <p:cNvPr id="2063" name="New picture"/>
          <p:cNvPicPr/>
          <p:nvPr/>
        </p:nvPicPr>
        <p:blipFill>
          <a:blip r:embed="rId1246"/>
          <a:srcRect/>
          <a:stretch>
            <a:fillRect/>
          </a:stretch>
        </p:blipFill>
        <p:spPr>
          <a:xfrm>
            <a:off x="1384459" y="8437054"/>
            <a:ext cx="70199" cy="82391"/>
          </a:xfrm>
          <a:prstGeom prst="rect"/>
          <a:ln w="0">
            <a:noFill/>
          </a:ln>
        </p:spPr>
      </p:pic>
      <p:sp>
        <p:nvSpPr>
          <p:cNvPr id="2064" name="New shape"/>
          <p:cNvSpPr/>
          <p:nvPr/>
        </p:nvSpPr>
        <p:spPr>
          <a:xfrm>
            <a:off x="1396651" y="844619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65" name="New shape"/>
          <p:cNvSpPr/>
          <p:nvPr/>
        </p:nvSpPr>
        <p:spPr>
          <a:xfrm>
            <a:off x="1407319" y="8402003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6" name="New picture"/>
          <p:cNvPicPr/>
          <p:nvPr/>
        </p:nvPicPr>
        <p:blipFill>
          <a:blip r:embed="rId1247"/>
          <a:srcRect/>
          <a:stretch>
            <a:fillRect/>
          </a:stretch>
        </p:blipFill>
        <p:spPr>
          <a:xfrm>
            <a:off x="1466850" y="8437054"/>
            <a:ext cx="58103" cy="82391"/>
          </a:xfrm>
          <a:prstGeom prst="rect"/>
          <a:ln w="0">
            <a:noFill/>
          </a:ln>
        </p:spPr>
      </p:pic>
      <p:pic>
        <p:nvPicPr>
          <p:cNvPr id="2067" name="New picture"/>
          <p:cNvPicPr/>
          <p:nvPr/>
        </p:nvPicPr>
        <p:blipFill>
          <a:blip r:embed="rId1248"/>
          <a:srcRect/>
          <a:stretch>
            <a:fillRect/>
          </a:stretch>
        </p:blipFill>
        <p:spPr>
          <a:xfrm>
            <a:off x="1538668" y="8437054"/>
            <a:ext cx="70199" cy="82391"/>
          </a:xfrm>
          <a:prstGeom prst="rect"/>
          <a:ln w="0">
            <a:noFill/>
          </a:ln>
        </p:spPr>
      </p:pic>
      <p:sp>
        <p:nvSpPr>
          <p:cNvPr id="2068" name="New shape"/>
          <p:cNvSpPr/>
          <p:nvPr/>
        </p:nvSpPr>
        <p:spPr>
          <a:xfrm>
            <a:off x="1550861" y="84461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9" name="New picture"/>
          <p:cNvPicPr/>
          <p:nvPr/>
        </p:nvPicPr>
        <p:blipFill>
          <a:blip r:embed="rId1249"/>
          <a:srcRect/>
          <a:stretch>
            <a:fillRect/>
          </a:stretch>
        </p:blipFill>
        <p:spPr>
          <a:xfrm>
            <a:off x="1628775" y="8437149"/>
            <a:ext cx="70294" cy="79343"/>
          </a:xfrm>
          <a:prstGeom prst="rect"/>
          <a:ln w="0">
            <a:noFill/>
          </a:ln>
        </p:spPr>
      </p:pic>
      <p:pic>
        <p:nvPicPr>
          <p:cNvPr id="2070" name="New picture"/>
          <p:cNvPicPr/>
          <p:nvPr/>
        </p:nvPicPr>
        <p:blipFill>
          <a:blip r:embed="rId1250"/>
          <a:srcRect/>
          <a:stretch>
            <a:fillRect/>
          </a:stretch>
        </p:blipFill>
        <p:spPr>
          <a:xfrm>
            <a:off x="1712786" y="8415623"/>
            <a:ext cx="47339" cy="103822"/>
          </a:xfrm>
          <a:prstGeom prst="rect"/>
          <a:ln w="0">
            <a:noFill/>
          </a:ln>
        </p:spPr>
      </p:pic>
      <p:pic>
        <p:nvPicPr>
          <p:cNvPr id="2071" name="New picture"/>
          <p:cNvPicPr/>
          <p:nvPr/>
        </p:nvPicPr>
        <p:blipFill>
          <a:blip r:embed="rId1251"/>
          <a:srcRect/>
          <a:stretch>
            <a:fillRect/>
          </a:stretch>
        </p:blipFill>
        <p:spPr>
          <a:xfrm>
            <a:off x="1770793" y="8437055"/>
            <a:ext cx="70199" cy="82486"/>
          </a:xfrm>
          <a:prstGeom prst="rect"/>
          <a:ln w="0">
            <a:noFill/>
          </a:ln>
        </p:spPr>
      </p:pic>
      <p:sp>
        <p:nvSpPr>
          <p:cNvPr id="2072" name="New shape"/>
          <p:cNvSpPr/>
          <p:nvPr/>
        </p:nvSpPr>
        <p:spPr>
          <a:xfrm>
            <a:off x="1782985" y="844619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73" name="New shape"/>
          <p:cNvSpPr/>
          <p:nvPr/>
        </p:nvSpPr>
        <p:spPr>
          <a:xfrm>
            <a:off x="1901952" y="84079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4" name="New picture"/>
          <p:cNvPicPr/>
          <p:nvPr/>
        </p:nvPicPr>
        <p:blipFill>
          <a:blip r:embed="rId1252"/>
          <a:srcRect/>
          <a:stretch>
            <a:fillRect/>
          </a:stretch>
        </p:blipFill>
        <p:spPr>
          <a:xfrm>
            <a:off x="1935671" y="8437055"/>
            <a:ext cx="71818" cy="82486"/>
          </a:xfrm>
          <a:prstGeom prst="rect"/>
          <a:ln w="0">
            <a:noFill/>
          </a:ln>
        </p:spPr>
      </p:pic>
      <p:sp>
        <p:nvSpPr>
          <p:cNvPr id="2075" name="New shape"/>
          <p:cNvSpPr/>
          <p:nvPr/>
        </p:nvSpPr>
        <p:spPr>
          <a:xfrm>
            <a:off x="1947958" y="8446198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6" name="New picture"/>
          <p:cNvPicPr/>
          <p:nvPr/>
        </p:nvPicPr>
        <p:blipFill>
          <a:blip r:embed="rId1253"/>
          <a:srcRect/>
          <a:stretch>
            <a:fillRect/>
          </a:stretch>
        </p:blipFill>
        <p:spPr>
          <a:xfrm>
            <a:off x="2018157" y="8437055"/>
            <a:ext cx="58007" cy="82486"/>
          </a:xfrm>
          <a:prstGeom prst="rect"/>
          <a:ln w="0">
            <a:noFill/>
          </a:ln>
        </p:spPr>
      </p:pic>
      <p:pic>
        <p:nvPicPr>
          <p:cNvPr id="2077" name="New picture"/>
          <p:cNvPicPr/>
          <p:nvPr/>
        </p:nvPicPr>
        <p:blipFill>
          <a:blip r:embed="rId1254"/>
          <a:srcRect/>
          <a:stretch>
            <a:fillRect/>
          </a:stretch>
        </p:blipFill>
        <p:spPr>
          <a:xfrm>
            <a:off x="2129599" y="8408098"/>
            <a:ext cx="74867" cy="111443"/>
          </a:xfrm>
          <a:prstGeom prst="rect"/>
          <a:ln w="0">
            <a:noFill/>
          </a:ln>
        </p:spPr>
      </p:pic>
      <p:sp>
        <p:nvSpPr>
          <p:cNvPr id="2078" name="New shape"/>
          <p:cNvSpPr/>
          <p:nvPr/>
        </p:nvSpPr>
        <p:spPr>
          <a:xfrm>
            <a:off x="2143411" y="8447818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79" name="New shape"/>
          <p:cNvSpPr/>
          <p:nvPr/>
        </p:nvSpPr>
        <p:spPr>
          <a:xfrm>
            <a:off x="2230469" y="843857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0" name="New picture"/>
          <p:cNvPicPr/>
          <p:nvPr/>
        </p:nvPicPr>
        <p:blipFill>
          <a:blip r:embed="rId1255"/>
          <a:srcRect/>
          <a:stretch>
            <a:fillRect/>
          </a:stretch>
        </p:blipFill>
        <p:spPr>
          <a:xfrm>
            <a:off x="2227421" y="8404955"/>
            <a:ext cx="18288" cy="15335"/>
          </a:xfrm>
          <a:prstGeom prst="rect"/>
          <a:ln w="0">
            <a:noFill/>
          </a:ln>
        </p:spPr>
      </p:pic>
      <p:pic>
        <p:nvPicPr>
          <p:cNvPr id="2081" name="New picture"/>
          <p:cNvPicPr/>
          <p:nvPr/>
        </p:nvPicPr>
        <p:blipFill>
          <a:blip r:embed="rId1256"/>
          <a:srcRect/>
          <a:stretch>
            <a:fillRect/>
          </a:stretch>
        </p:blipFill>
        <p:spPr>
          <a:xfrm>
            <a:off x="2257901" y="8406575"/>
            <a:ext cx="53435" cy="109824"/>
          </a:xfrm>
          <a:prstGeom prst="rect"/>
          <a:ln w="0">
            <a:noFill/>
          </a:ln>
        </p:spPr>
      </p:pic>
      <p:pic>
        <p:nvPicPr>
          <p:cNvPr id="2082" name="New picture"/>
          <p:cNvPicPr/>
          <p:nvPr/>
        </p:nvPicPr>
        <p:blipFill>
          <a:blip r:embed="rId1257"/>
          <a:srcRect/>
          <a:stretch>
            <a:fillRect/>
          </a:stretch>
        </p:blipFill>
        <p:spPr>
          <a:xfrm>
            <a:off x="2309812" y="8406575"/>
            <a:ext cx="51911" cy="109824"/>
          </a:xfrm>
          <a:prstGeom prst="rect"/>
          <a:ln w="0">
            <a:noFill/>
          </a:ln>
        </p:spPr>
      </p:pic>
      <p:pic>
        <p:nvPicPr>
          <p:cNvPr id="2083" name="New picture"/>
          <p:cNvPicPr/>
          <p:nvPr/>
        </p:nvPicPr>
        <p:blipFill>
          <a:blip r:embed="rId1258"/>
          <a:srcRect/>
          <a:stretch>
            <a:fillRect/>
          </a:stretch>
        </p:blipFill>
        <p:spPr>
          <a:xfrm>
            <a:off x="2364867" y="8437054"/>
            <a:ext cx="71723" cy="82391"/>
          </a:xfrm>
          <a:prstGeom prst="rect"/>
          <a:ln w="0">
            <a:noFill/>
          </a:ln>
        </p:spPr>
      </p:pic>
      <p:sp>
        <p:nvSpPr>
          <p:cNvPr id="2084" name="New shape"/>
          <p:cNvSpPr/>
          <p:nvPr/>
        </p:nvSpPr>
        <p:spPr>
          <a:xfrm>
            <a:off x="2378583" y="8446198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85" name="New shape"/>
          <p:cNvSpPr/>
          <p:nvPr/>
        </p:nvSpPr>
        <p:spPr>
          <a:xfrm>
            <a:off x="2387727" y="8402003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6" name="New picture"/>
          <p:cNvPicPr/>
          <p:nvPr/>
        </p:nvPicPr>
        <p:blipFill>
          <a:blip r:embed="rId1259"/>
          <a:srcRect/>
          <a:stretch>
            <a:fillRect/>
          </a:stretch>
        </p:blipFill>
        <p:spPr>
          <a:xfrm>
            <a:off x="2456402" y="8437149"/>
            <a:ext cx="42672" cy="79343"/>
          </a:xfrm>
          <a:prstGeom prst="rect"/>
          <a:ln w="0">
            <a:noFill/>
          </a:ln>
        </p:spPr>
      </p:pic>
      <p:pic>
        <p:nvPicPr>
          <p:cNvPr id="2087" name="New picture"/>
          <p:cNvPicPr/>
          <p:nvPr/>
        </p:nvPicPr>
        <p:blipFill>
          <a:blip r:embed="rId1260"/>
          <a:srcRect/>
          <a:stretch>
            <a:fillRect/>
          </a:stretch>
        </p:blipFill>
        <p:spPr>
          <a:xfrm>
            <a:off x="2503836" y="8437055"/>
            <a:ext cx="71723" cy="82486"/>
          </a:xfrm>
          <a:prstGeom prst="rect"/>
          <a:ln w="0">
            <a:noFill/>
          </a:ln>
        </p:spPr>
      </p:pic>
      <p:sp>
        <p:nvSpPr>
          <p:cNvPr id="2088" name="New shape"/>
          <p:cNvSpPr/>
          <p:nvPr/>
        </p:nvSpPr>
        <p:spPr>
          <a:xfrm>
            <a:off x="2517553" y="844629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9" name="New picture"/>
          <p:cNvPicPr/>
          <p:nvPr/>
        </p:nvPicPr>
        <p:blipFill>
          <a:blip r:embed="rId1261"/>
          <a:srcRect/>
          <a:stretch>
            <a:fillRect/>
          </a:stretch>
        </p:blipFill>
        <p:spPr>
          <a:xfrm>
            <a:off x="2595372" y="8437054"/>
            <a:ext cx="68675" cy="79439"/>
          </a:xfrm>
          <a:prstGeom prst="rect"/>
          <a:ln w="0">
            <a:noFill/>
          </a:ln>
        </p:spPr>
      </p:pic>
      <p:pic>
        <p:nvPicPr>
          <p:cNvPr id="2090" name="New picture"/>
          <p:cNvPicPr/>
          <p:nvPr/>
        </p:nvPicPr>
        <p:blipFill>
          <a:blip r:embed="rId1262"/>
          <a:srcRect/>
          <a:stretch>
            <a:fillRect/>
          </a:stretch>
        </p:blipFill>
        <p:spPr>
          <a:xfrm>
            <a:off x="2677858" y="8415623"/>
            <a:ext cx="48863" cy="103822"/>
          </a:xfrm>
          <a:prstGeom prst="rect"/>
          <a:ln w="0">
            <a:noFill/>
          </a:ln>
        </p:spPr>
      </p:pic>
      <p:pic>
        <p:nvPicPr>
          <p:cNvPr id="2091" name="New picture"/>
          <p:cNvPicPr/>
          <p:nvPr/>
        </p:nvPicPr>
        <p:blipFill>
          <a:blip r:embed="rId1263"/>
          <a:srcRect/>
          <a:stretch>
            <a:fillRect/>
          </a:stretch>
        </p:blipFill>
        <p:spPr>
          <a:xfrm>
            <a:off x="2735771" y="8437054"/>
            <a:ext cx="71818" cy="82391"/>
          </a:xfrm>
          <a:prstGeom prst="rect"/>
          <a:ln w="0">
            <a:noFill/>
          </a:ln>
        </p:spPr>
      </p:pic>
      <p:sp>
        <p:nvSpPr>
          <p:cNvPr id="2092" name="New shape"/>
          <p:cNvSpPr/>
          <p:nvPr/>
        </p:nvSpPr>
        <p:spPr>
          <a:xfrm>
            <a:off x="2749582" y="844619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3" name="New picture"/>
          <p:cNvPicPr/>
          <p:nvPr/>
        </p:nvPicPr>
        <p:blipFill>
          <a:blip r:embed="rId1264"/>
          <a:srcRect/>
          <a:stretch>
            <a:fillRect/>
          </a:stretch>
        </p:blipFill>
        <p:spPr>
          <a:xfrm>
            <a:off x="2819876" y="8437055"/>
            <a:ext cx="56483" cy="82486"/>
          </a:xfrm>
          <a:prstGeom prst="rect"/>
          <a:ln w="0">
            <a:noFill/>
          </a:ln>
        </p:spPr>
      </p:pic>
      <p:pic>
        <p:nvPicPr>
          <p:cNvPr id="2094" name="New picture"/>
          <p:cNvPicPr/>
          <p:nvPr/>
        </p:nvPicPr>
        <p:blipFill>
          <a:blip r:embed="rId1265"/>
          <a:srcRect/>
          <a:stretch>
            <a:fillRect/>
          </a:stretch>
        </p:blipFill>
        <p:spPr>
          <a:xfrm>
            <a:off x="2928271" y="8437054"/>
            <a:ext cx="67151" cy="82391"/>
          </a:xfrm>
          <a:prstGeom prst="rect"/>
          <a:ln w="0">
            <a:noFill/>
          </a:ln>
        </p:spPr>
      </p:pic>
      <p:sp>
        <p:nvSpPr>
          <p:cNvPr id="2095" name="New shape"/>
          <p:cNvSpPr/>
          <p:nvPr/>
        </p:nvSpPr>
        <p:spPr>
          <a:xfrm>
            <a:off x="2941987" y="847829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6" name="New picture"/>
          <p:cNvPicPr/>
          <p:nvPr/>
        </p:nvPicPr>
        <p:blipFill>
          <a:blip r:embed="rId1266"/>
          <a:srcRect/>
          <a:stretch>
            <a:fillRect/>
          </a:stretch>
        </p:blipFill>
        <p:spPr>
          <a:xfrm>
            <a:off x="3018282" y="8437055"/>
            <a:ext cx="74867" cy="117539"/>
          </a:xfrm>
          <a:prstGeom prst="rect"/>
          <a:ln w="0">
            <a:noFill/>
          </a:ln>
        </p:spPr>
      </p:pic>
      <p:sp>
        <p:nvSpPr>
          <p:cNvPr id="2097" name="New shape"/>
          <p:cNvSpPr/>
          <p:nvPr/>
        </p:nvSpPr>
        <p:spPr>
          <a:xfrm>
            <a:off x="3032093" y="844772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8" name="New picture"/>
          <p:cNvPicPr/>
          <p:nvPr/>
        </p:nvPicPr>
        <p:blipFill>
          <a:blip r:embed="rId1267"/>
          <a:srcRect/>
          <a:stretch>
            <a:fillRect/>
          </a:stretch>
        </p:blipFill>
        <p:spPr>
          <a:xfrm>
            <a:off x="3112960" y="8437055"/>
            <a:ext cx="76390" cy="117539"/>
          </a:xfrm>
          <a:prstGeom prst="rect"/>
          <a:ln w="0">
            <a:noFill/>
          </a:ln>
        </p:spPr>
      </p:pic>
      <p:sp>
        <p:nvSpPr>
          <p:cNvPr id="2099" name="New shape"/>
          <p:cNvSpPr/>
          <p:nvPr/>
        </p:nvSpPr>
        <p:spPr>
          <a:xfrm>
            <a:off x="3126677" y="844772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0" name="New picture"/>
          <p:cNvPicPr/>
          <p:nvPr/>
        </p:nvPicPr>
        <p:blipFill>
          <a:blip r:embed="rId1268"/>
          <a:srcRect/>
          <a:stretch>
            <a:fillRect/>
          </a:stretch>
        </p:blipFill>
        <p:spPr>
          <a:xfrm>
            <a:off x="3207734" y="8437149"/>
            <a:ext cx="42767" cy="79343"/>
          </a:xfrm>
          <a:prstGeom prst="rect"/>
          <a:ln w="0">
            <a:noFill/>
          </a:ln>
        </p:spPr>
      </p:pic>
      <p:pic>
        <p:nvPicPr>
          <p:cNvPr id="2101" name="New picture"/>
          <p:cNvPicPr/>
          <p:nvPr/>
        </p:nvPicPr>
        <p:blipFill>
          <a:blip r:embed="rId1269"/>
          <a:srcRect/>
          <a:stretch>
            <a:fillRect/>
          </a:stretch>
        </p:blipFill>
        <p:spPr>
          <a:xfrm>
            <a:off x="3256597" y="8437054"/>
            <a:ext cx="77819" cy="82391"/>
          </a:xfrm>
          <a:prstGeom prst="rect"/>
          <a:ln w="0">
            <a:noFill/>
          </a:ln>
        </p:spPr>
      </p:pic>
      <p:sp>
        <p:nvSpPr>
          <p:cNvPr id="2102" name="New shape"/>
          <p:cNvSpPr/>
          <p:nvPr/>
        </p:nvSpPr>
        <p:spPr>
          <a:xfrm>
            <a:off x="3270314" y="844772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3" name="New picture"/>
          <p:cNvPicPr/>
          <p:nvPr/>
        </p:nvPicPr>
        <p:blipFill>
          <a:blip r:embed="rId1270"/>
          <a:srcRect/>
          <a:stretch>
            <a:fillRect/>
          </a:stretch>
        </p:blipFill>
        <p:spPr>
          <a:xfrm>
            <a:off x="3349752" y="8437054"/>
            <a:ext cx="64198" cy="82391"/>
          </a:xfrm>
          <a:prstGeom prst="rect"/>
          <a:ln w="0">
            <a:noFill/>
          </a:ln>
        </p:spPr>
      </p:pic>
      <p:pic>
        <p:nvPicPr>
          <p:cNvPr id="2104" name="New picture"/>
          <p:cNvPicPr/>
          <p:nvPr/>
        </p:nvPicPr>
        <p:blipFill>
          <a:blip r:embed="rId1271"/>
          <a:srcRect/>
          <a:stretch>
            <a:fillRect/>
          </a:stretch>
        </p:blipFill>
        <p:spPr>
          <a:xfrm>
            <a:off x="3432143" y="8408099"/>
            <a:ext cx="68675" cy="108394"/>
          </a:xfrm>
          <a:prstGeom prst="rect"/>
          <a:ln w="0">
            <a:noFill/>
          </a:ln>
        </p:spPr>
      </p:pic>
      <p:pic>
        <p:nvPicPr>
          <p:cNvPr id="2105" name="New picture"/>
          <p:cNvPicPr/>
          <p:nvPr/>
        </p:nvPicPr>
        <p:blipFill>
          <a:blip r:embed="rId1272"/>
          <a:srcRect/>
          <a:stretch>
            <a:fillRect/>
          </a:stretch>
        </p:blipFill>
        <p:spPr>
          <a:xfrm>
            <a:off x="3520822" y="8437055"/>
            <a:ext cx="71723" cy="82486"/>
          </a:xfrm>
          <a:prstGeom prst="rect"/>
          <a:ln w="0">
            <a:noFill/>
          </a:ln>
        </p:spPr>
      </p:pic>
      <p:sp>
        <p:nvSpPr>
          <p:cNvPr id="2106" name="New shape"/>
          <p:cNvSpPr/>
          <p:nvPr/>
        </p:nvSpPr>
        <p:spPr>
          <a:xfrm>
            <a:off x="3534537" y="844629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7" name="New picture"/>
          <p:cNvPicPr/>
          <p:nvPr/>
        </p:nvPicPr>
        <p:blipFill>
          <a:blip r:embed="rId1273"/>
          <a:srcRect/>
          <a:stretch>
            <a:fillRect/>
          </a:stretch>
        </p:blipFill>
        <p:spPr>
          <a:xfrm>
            <a:off x="3603212" y="8436959"/>
            <a:ext cx="58007" cy="82486"/>
          </a:xfrm>
          <a:prstGeom prst="rect"/>
          <a:ln w="0">
            <a:noFill/>
          </a:ln>
        </p:spPr>
      </p:pic>
      <p:pic>
        <p:nvPicPr>
          <p:cNvPr id="2108" name="New picture"/>
          <p:cNvPicPr/>
          <p:nvPr/>
        </p:nvPicPr>
        <p:blipFill>
          <a:blip r:embed="rId1274"/>
          <a:srcRect/>
          <a:stretch>
            <a:fillRect/>
          </a:stretch>
        </p:blipFill>
        <p:spPr>
          <a:xfrm>
            <a:off x="3714655" y="8408098"/>
            <a:ext cx="76391" cy="111347"/>
          </a:xfrm>
          <a:prstGeom prst="rect"/>
          <a:ln w="0">
            <a:noFill/>
          </a:ln>
        </p:spPr>
      </p:pic>
      <p:sp>
        <p:nvSpPr>
          <p:cNvPr id="2109" name="New shape"/>
          <p:cNvSpPr/>
          <p:nvPr/>
        </p:nvSpPr>
        <p:spPr>
          <a:xfrm>
            <a:off x="3728466" y="844772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0" name="New picture"/>
          <p:cNvPicPr/>
          <p:nvPr/>
        </p:nvPicPr>
        <p:blipFill>
          <a:blip r:embed="rId1275"/>
          <a:srcRect/>
          <a:stretch>
            <a:fillRect/>
          </a:stretch>
        </p:blipFill>
        <p:spPr>
          <a:xfrm>
            <a:off x="3813905" y="8438579"/>
            <a:ext cx="70199" cy="80867"/>
          </a:xfrm>
          <a:prstGeom prst="rect"/>
          <a:ln w="0">
            <a:noFill/>
          </a:ln>
        </p:spPr>
      </p:pic>
      <p:pic>
        <p:nvPicPr>
          <p:cNvPr id="2111" name="New picture"/>
          <p:cNvPicPr/>
          <p:nvPr/>
        </p:nvPicPr>
        <p:blipFill>
          <a:blip r:embed="rId1276"/>
          <a:srcRect/>
          <a:stretch>
            <a:fillRect/>
          </a:stretch>
        </p:blipFill>
        <p:spPr>
          <a:xfrm>
            <a:off x="3948303" y="8437054"/>
            <a:ext cx="120682" cy="79343"/>
          </a:xfrm>
          <a:prstGeom prst="rect"/>
          <a:ln w="0">
            <a:noFill/>
          </a:ln>
        </p:spPr>
      </p:pic>
      <p:pic>
        <p:nvPicPr>
          <p:cNvPr id="2112" name="New picture"/>
          <p:cNvPicPr/>
          <p:nvPr/>
        </p:nvPicPr>
        <p:blipFill>
          <a:blip r:embed="rId1277"/>
          <a:srcRect/>
          <a:stretch>
            <a:fillRect/>
          </a:stretch>
        </p:blipFill>
        <p:spPr>
          <a:xfrm>
            <a:off x="4085749" y="8437054"/>
            <a:ext cx="65627" cy="82391"/>
          </a:xfrm>
          <a:prstGeom prst="rect"/>
          <a:ln w="0">
            <a:noFill/>
          </a:ln>
        </p:spPr>
      </p:pic>
      <p:sp>
        <p:nvSpPr>
          <p:cNvPr id="2113" name="New shape"/>
          <p:cNvSpPr/>
          <p:nvPr/>
        </p:nvSpPr>
        <p:spPr>
          <a:xfrm>
            <a:off x="4099465" y="847829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4" name="New picture"/>
          <p:cNvPicPr/>
          <p:nvPr/>
        </p:nvPicPr>
        <p:blipFill>
          <a:blip r:embed="rId1278"/>
          <a:srcRect/>
          <a:stretch>
            <a:fillRect/>
          </a:stretch>
        </p:blipFill>
        <p:spPr>
          <a:xfrm>
            <a:off x="4171283" y="8437055"/>
            <a:ext cx="64103" cy="82486"/>
          </a:xfrm>
          <a:prstGeom prst="rect"/>
          <a:ln w="0">
            <a:noFill/>
          </a:ln>
        </p:spPr>
      </p:pic>
      <p:pic>
        <p:nvPicPr>
          <p:cNvPr id="2115" name="New picture"/>
          <p:cNvPicPr/>
          <p:nvPr/>
        </p:nvPicPr>
        <p:blipFill>
          <a:blip r:embed="rId1279"/>
          <a:srcRect/>
          <a:stretch>
            <a:fillRect/>
          </a:stretch>
        </p:blipFill>
        <p:spPr>
          <a:xfrm>
            <a:off x="4253770" y="8408098"/>
            <a:ext cx="68771" cy="108300"/>
          </a:xfrm>
          <a:prstGeom prst="rect"/>
          <a:ln w="0">
            <a:noFill/>
          </a:ln>
        </p:spPr>
      </p:pic>
      <p:sp>
        <p:nvSpPr>
          <p:cNvPr id="2116" name="New shape"/>
          <p:cNvSpPr/>
          <p:nvPr/>
        </p:nvSpPr>
        <p:spPr>
          <a:xfrm>
            <a:off x="4346925" y="843857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7" name="New picture"/>
          <p:cNvPicPr/>
          <p:nvPr/>
        </p:nvPicPr>
        <p:blipFill>
          <a:blip r:embed="rId1280"/>
          <a:srcRect/>
          <a:stretch>
            <a:fillRect/>
          </a:stretch>
        </p:blipFill>
        <p:spPr>
          <a:xfrm>
            <a:off x="4345400" y="8405051"/>
            <a:ext cx="16764" cy="15240"/>
          </a:xfrm>
          <a:prstGeom prst="rect"/>
          <a:ln w="0">
            <a:noFill/>
          </a:ln>
        </p:spPr>
      </p:pic>
      <p:pic>
        <p:nvPicPr>
          <p:cNvPr id="2118" name="New picture"/>
          <p:cNvPicPr/>
          <p:nvPr/>
        </p:nvPicPr>
        <p:blipFill>
          <a:blip r:embed="rId1281"/>
          <a:srcRect/>
          <a:stretch>
            <a:fillRect/>
          </a:stretch>
        </p:blipFill>
        <p:spPr>
          <a:xfrm>
            <a:off x="4386549" y="8437149"/>
            <a:ext cx="68675" cy="79343"/>
          </a:xfrm>
          <a:prstGeom prst="rect"/>
          <a:ln w="0">
            <a:noFill/>
          </a:ln>
        </p:spPr>
      </p:pic>
      <p:pic>
        <p:nvPicPr>
          <p:cNvPr id="2119" name="New picture"/>
          <p:cNvPicPr/>
          <p:nvPr/>
        </p:nvPicPr>
        <p:blipFill>
          <a:blip r:embed="rId1282"/>
          <a:srcRect/>
          <a:stretch>
            <a:fillRect/>
          </a:stretch>
        </p:blipFill>
        <p:spPr>
          <a:xfrm>
            <a:off x="4475131" y="8437055"/>
            <a:ext cx="71818" cy="82486"/>
          </a:xfrm>
          <a:prstGeom prst="rect"/>
          <a:ln w="0">
            <a:noFill/>
          </a:ln>
        </p:spPr>
      </p:pic>
      <p:sp>
        <p:nvSpPr>
          <p:cNvPr id="2120" name="New shape"/>
          <p:cNvSpPr/>
          <p:nvPr/>
        </p:nvSpPr>
        <p:spPr>
          <a:xfrm>
            <a:off x="4488846" y="844619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21" name="New shape"/>
          <p:cNvSpPr/>
          <p:nvPr/>
        </p:nvSpPr>
        <p:spPr>
          <a:xfrm>
            <a:off x="4607052" y="84079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2" name="New picture"/>
          <p:cNvPicPr/>
          <p:nvPr/>
        </p:nvPicPr>
        <p:blipFill>
          <a:blip r:embed="rId1283"/>
          <a:srcRect/>
          <a:stretch>
            <a:fillRect/>
          </a:stretch>
        </p:blipFill>
        <p:spPr>
          <a:xfrm>
            <a:off x="4641532" y="8437054"/>
            <a:ext cx="70295" cy="82391"/>
          </a:xfrm>
          <a:prstGeom prst="rect"/>
          <a:ln w="0">
            <a:noFill/>
          </a:ln>
        </p:spPr>
      </p:pic>
      <p:sp>
        <p:nvSpPr>
          <p:cNvPr id="2123" name="New shape"/>
          <p:cNvSpPr/>
          <p:nvPr/>
        </p:nvSpPr>
        <p:spPr>
          <a:xfrm>
            <a:off x="4653724" y="844619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4" name="New picture"/>
          <p:cNvPicPr/>
          <p:nvPr/>
        </p:nvPicPr>
        <p:blipFill>
          <a:blip r:embed="rId1284"/>
          <a:srcRect/>
          <a:stretch>
            <a:fillRect/>
          </a:stretch>
        </p:blipFill>
        <p:spPr>
          <a:xfrm>
            <a:off x="4725543" y="8437054"/>
            <a:ext cx="67151" cy="82391"/>
          </a:xfrm>
          <a:prstGeom prst="rect"/>
          <a:ln w="0">
            <a:noFill/>
          </a:ln>
        </p:spPr>
      </p:pic>
      <p:sp>
        <p:nvSpPr>
          <p:cNvPr id="2125" name="New shape"/>
          <p:cNvSpPr/>
          <p:nvPr/>
        </p:nvSpPr>
        <p:spPr>
          <a:xfrm>
            <a:off x="4739259" y="847829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6" name="New picture"/>
          <p:cNvPicPr/>
          <p:nvPr/>
        </p:nvPicPr>
        <p:blipFill>
          <a:blip r:embed="rId1285"/>
          <a:srcRect/>
          <a:stretch>
            <a:fillRect/>
          </a:stretch>
        </p:blipFill>
        <p:spPr>
          <a:xfrm>
            <a:off x="4815649" y="8437149"/>
            <a:ext cx="42767" cy="79343"/>
          </a:xfrm>
          <a:prstGeom prst="rect"/>
          <a:ln w="0">
            <a:noFill/>
          </a:ln>
        </p:spPr>
      </p:pic>
      <p:pic>
        <p:nvPicPr>
          <p:cNvPr id="2127" name="New picture"/>
          <p:cNvPicPr/>
          <p:nvPr/>
        </p:nvPicPr>
        <p:blipFill>
          <a:blip r:embed="rId1286"/>
          <a:srcRect/>
          <a:stretch>
            <a:fillRect/>
          </a:stretch>
        </p:blipFill>
        <p:spPr>
          <a:xfrm>
            <a:off x="4870609" y="8437149"/>
            <a:ext cx="70295" cy="79343"/>
          </a:xfrm>
          <a:prstGeom prst="rect"/>
          <a:ln w="0">
            <a:noFill/>
          </a:ln>
        </p:spPr>
      </p:pic>
      <p:sp>
        <p:nvSpPr>
          <p:cNvPr id="2128" name="New shape"/>
          <p:cNvSpPr/>
          <p:nvPr/>
        </p:nvSpPr>
        <p:spPr>
          <a:xfrm>
            <a:off x="4966907" y="843857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9" name="New picture"/>
          <p:cNvPicPr/>
          <p:nvPr/>
        </p:nvPicPr>
        <p:blipFill>
          <a:blip r:embed="rId1287"/>
          <a:srcRect/>
          <a:stretch>
            <a:fillRect/>
          </a:stretch>
        </p:blipFill>
        <p:spPr>
          <a:xfrm>
            <a:off x="4963858" y="8404955"/>
            <a:ext cx="16859" cy="15335"/>
          </a:xfrm>
          <a:prstGeom prst="rect"/>
          <a:ln w="0">
            <a:noFill/>
          </a:ln>
        </p:spPr>
      </p:pic>
      <p:pic>
        <p:nvPicPr>
          <p:cNvPr id="2130" name="New picture"/>
          <p:cNvPicPr/>
          <p:nvPr/>
        </p:nvPicPr>
        <p:blipFill>
          <a:blip r:embed="rId1288"/>
          <a:srcRect/>
          <a:stretch>
            <a:fillRect/>
          </a:stretch>
        </p:blipFill>
        <p:spPr>
          <a:xfrm>
            <a:off x="5005007" y="8437054"/>
            <a:ext cx="68771" cy="79343"/>
          </a:xfrm>
          <a:prstGeom prst="rect"/>
          <a:ln w="0">
            <a:noFill/>
          </a:ln>
        </p:spPr>
      </p:pic>
      <p:pic>
        <p:nvPicPr>
          <p:cNvPr id="2131" name="New picture"/>
          <p:cNvPicPr/>
          <p:nvPr/>
        </p:nvPicPr>
        <p:blipFill>
          <a:blip r:embed="rId1289"/>
          <a:srcRect/>
          <a:stretch>
            <a:fillRect/>
          </a:stretch>
        </p:blipFill>
        <p:spPr>
          <a:xfrm>
            <a:off x="5089017" y="8437055"/>
            <a:ext cx="77915" cy="119062"/>
          </a:xfrm>
          <a:prstGeom prst="rect"/>
          <a:ln w="0">
            <a:noFill/>
          </a:ln>
        </p:spPr>
      </p:pic>
      <p:sp>
        <p:nvSpPr>
          <p:cNvPr id="2132" name="New shape"/>
          <p:cNvSpPr/>
          <p:nvPr/>
        </p:nvSpPr>
        <p:spPr>
          <a:xfrm>
            <a:off x="5105781" y="8446199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33" name="New shape"/>
          <p:cNvSpPr/>
          <p:nvPr/>
        </p:nvSpPr>
        <p:spPr>
          <a:xfrm>
            <a:off x="5102733" y="8516398"/>
            <a:ext cx="50387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4" name="New picture"/>
          <p:cNvPicPr/>
          <p:nvPr/>
        </p:nvPicPr>
        <p:blipFill>
          <a:blip r:embed="rId1290"/>
          <a:srcRect/>
          <a:stretch>
            <a:fillRect/>
          </a:stretch>
        </p:blipFill>
        <p:spPr>
          <a:xfrm>
            <a:off x="5176076" y="8501159"/>
            <a:ext cx="21336" cy="42767"/>
          </a:xfrm>
          <a:prstGeom prst="rect"/>
          <a:ln w="0">
            <a:noFill/>
          </a:ln>
        </p:spPr>
      </p:pic>
      <p:pic>
        <p:nvPicPr>
          <p:cNvPr id="2135" name="New picture"/>
          <p:cNvPicPr/>
          <p:nvPr/>
        </p:nvPicPr>
        <p:blipFill>
          <a:blip r:embed="rId1291"/>
          <a:srcRect/>
          <a:stretch>
            <a:fillRect/>
          </a:stretch>
        </p:blipFill>
        <p:spPr>
          <a:xfrm>
            <a:off x="5257038" y="8437054"/>
            <a:ext cx="71723" cy="82391"/>
          </a:xfrm>
          <a:prstGeom prst="rect"/>
          <a:ln w="0">
            <a:noFill/>
          </a:ln>
        </p:spPr>
      </p:pic>
      <p:sp>
        <p:nvSpPr>
          <p:cNvPr id="2136" name="New shape"/>
          <p:cNvSpPr/>
          <p:nvPr/>
        </p:nvSpPr>
        <p:spPr>
          <a:xfrm>
            <a:off x="5270753" y="8446198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7" name="New picture"/>
          <p:cNvPicPr/>
          <p:nvPr/>
        </p:nvPicPr>
        <p:blipFill>
          <a:blip r:embed="rId1292"/>
          <a:srcRect/>
          <a:stretch>
            <a:fillRect/>
          </a:stretch>
        </p:blipFill>
        <p:spPr>
          <a:xfrm>
            <a:off x="5338001" y="8415623"/>
            <a:ext cx="47339" cy="103822"/>
          </a:xfrm>
          <a:prstGeom prst="rect"/>
          <a:ln w="0">
            <a:noFill/>
          </a:ln>
        </p:spPr>
      </p:pic>
      <p:sp>
        <p:nvSpPr>
          <p:cNvPr id="2138" name="New shape"/>
          <p:cNvSpPr/>
          <p:nvPr/>
        </p:nvSpPr>
        <p:spPr>
          <a:xfrm>
            <a:off x="5441824" y="843857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9" name="New picture"/>
          <p:cNvPicPr/>
          <p:nvPr/>
        </p:nvPicPr>
        <p:blipFill>
          <a:blip r:embed="rId1293"/>
          <a:srcRect/>
          <a:stretch>
            <a:fillRect/>
          </a:stretch>
        </p:blipFill>
        <p:spPr>
          <a:xfrm>
            <a:off x="5440299" y="8405051"/>
            <a:ext cx="16764" cy="15240"/>
          </a:xfrm>
          <a:prstGeom prst="rect"/>
          <a:ln w="0">
            <a:noFill/>
          </a:ln>
        </p:spPr>
      </p:pic>
      <p:sp>
        <p:nvSpPr>
          <p:cNvPr id="2140" name="New shape"/>
          <p:cNvSpPr/>
          <p:nvPr/>
        </p:nvSpPr>
        <p:spPr>
          <a:xfrm>
            <a:off x="5481828" y="84079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41" name="New shape"/>
          <p:cNvSpPr/>
          <p:nvPr/>
        </p:nvSpPr>
        <p:spPr>
          <a:xfrm>
            <a:off x="5521452" y="84079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2" name="New picture"/>
          <p:cNvPicPr/>
          <p:nvPr/>
        </p:nvPicPr>
        <p:blipFill>
          <a:blip r:embed="rId1294"/>
          <a:srcRect/>
          <a:stretch>
            <a:fillRect/>
          </a:stretch>
        </p:blipFill>
        <p:spPr>
          <a:xfrm>
            <a:off x="5559361" y="8438579"/>
            <a:ext cx="70199" cy="80867"/>
          </a:xfrm>
          <a:prstGeom prst="rect"/>
          <a:ln w="0">
            <a:noFill/>
          </a:ln>
        </p:spPr>
      </p:pic>
      <p:pic>
        <p:nvPicPr>
          <p:cNvPr id="2143" name="New picture"/>
          <p:cNvPicPr/>
          <p:nvPr/>
        </p:nvPicPr>
        <p:blipFill>
          <a:blip r:embed="rId1295"/>
          <a:srcRect/>
          <a:stretch>
            <a:fillRect/>
          </a:stretch>
        </p:blipFill>
        <p:spPr>
          <a:xfrm>
            <a:off x="5643277" y="8437054"/>
            <a:ext cx="58102" cy="82391"/>
          </a:xfrm>
          <a:prstGeom prst="rect"/>
          <a:ln w="0">
            <a:noFill/>
          </a:ln>
        </p:spPr>
      </p:pic>
      <p:pic>
        <p:nvPicPr>
          <p:cNvPr id="2144" name="New picture"/>
          <p:cNvPicPr/>
          <p:nvPr/>
        </p:nvPicPr>
        <p:blipFill>
          <a:blip r:embed="rId1296"/>
          <a:srcRect/>
          <a:stretch>
            <a:fillRect/>
          </a:stretch>
        </p:blipFill>
        <p:spPr>
          <a:xfrm>
            <a:off x="5708999" y="8415623"/>
            <a:ext cx="48863" cy="103822"/>
          </a:xfrm>
          <a:prstGeom prst="rect"/>
          <a:ln w="0">
            <a:noFill/>
          </a:ln>
        </p:spPr>
      </p:pic>
      <p:pic>
        <p:nvPicPr>
          <p:cNvPr id="2145" name="New picture"/>
          <p:cNvPicPr/>
          <p:nvPr/>
        </p:nvPicPr>
        <p:blipFill>
          <a:blip r:embed="rId1297"/>
          <a:srcRect/>
          <a:stretch>
            <a:fillRect/>
          </a:stretch>
        </p:blipFill>
        <p:spPr>
          <a:xfrm>
            <a:off x="5774627" y="8437149"/>
            <a:ext cx="42672" cy="79343"/>
          </a:xfrm>
          <a:prstGeom prst="rect"/>
          <a:ln w="0">
            <a:noFill/>
          </a:ln>
        </p:spPr>
      </p:pic>
      <p:pic>
        <p:nvPicPr>
          <p:cNvPr id="2146" name="New picture"/>
          <p:cNvPicPr/>
          <p:nvPr/>
        </p:nvPicPr>
        <p:blipFill>
          <a:blip r:embed="rId1298"/>
          <a:srcRect/>
          <a:stretch>
            <a:fillRect/>
          </a:stretch>
        </p:blipFill>
        <p:spPr>
          <a:xfrm>
            <a:off x="5822062" y="8437150"/>
            <a:ext cx="71723" cy="82391"/>
          </a:xfrm>
          <a:prstGeom prst="rect"/>
          <a:ln w="0">
            <a:noFill/>
          </a:ln>
        </p:spPr>
      </p:pic>
      <p:sp>
        <p:nvSpPr>
          <p:cNvPr id="2147" name="New shape"/>
          <p:cNvSpPr/>
          <p:nvPr/>
        </p:nvSpPr>
        <p:spPr>
          <a:xfrm>
            <a:off x="5835777" y="844629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8" name="New picture"/>
          <p:cNvPicPr/>
          <p:nvPr/>
        </p:nvPicPr>
        <p:blipFill>
          <a:blip r:embed="rId1299"/>
          <a:srcRect/>
          <a:stretch>
            <a:fillRect/>
          </a:stretch>
        </p:blipFill>
        <p:spPr>
          <a:xfrm>
            <a:off x="5948743" y="8437055"/>
            <a:ext cx="64103" cy="82486"/>
          </a:xfrm>
          <a:prstGeom prst="rect"/>
          <a:ln w="0">
            <a:noFill/>
          </a:ln>
        </p:spPr>
      </p:pic>
      <p:pic>
        <p:nvPicPr>
          <p:cNvPr id="2149" name="New picture"/>
          <p:cNvPicPr/>
          <p:nvPr/>
        </p:nvPicPr>
        <p:blipFill>
          <a:blip r:embed="rId1300"/>
          <a:srcRect/>
          <a:stretch>
            <a:fillRect/>
          </a:stretch>
        </p:blipFill>
        <p:spPr>
          <a:xfrm>
            <a:off x="6031135" y="8408099"/>
            <a:ext cx="68675" cy="108394"/>
          </a:xfrm>
          <a:prstGeom prst="rect"/>
          <a:ln w="0">
            <a:noFill/>
          </a:ln>
        </p:spPr>
      </p:pic>
      <p:pic>
        <p:nvPicPr>
          <p:cNvPr id="2150" name="New picture"/>
          <p:cNvPicPr/>
          <p:nvPr/>
        </p:nvPicPr>
        <p:blipFill>
          <a:blip r:embed="rId1301"/>
          <a:srcRect/>
          <a:stretch>
            <a:fillRect/>
          </a:stretch>
        </p:blipFill>
        <p:spPr>
          <a:xfrm>
            <a:off x="6116669" y="8437054"/>
            <a:ext cx="65722" cy="82486"/>
          </a:xfrm>
          <a:prstGeom prst="rect"/>
          <a:ln w="0">
            <a:noFill/>
          </a:ln>
        </p:spPr>
      </p:pic>
      <p:sp>
        <p:nvSpPr>
          <p:cNvPr id="2151" name="New shape"/>
          <p:cNvSpPr/>
          <p:nvPr/>
        </p:nvSpPr>
        <p:spPr>
          <a:xfrm>
            <a:off x="6130480" y="8478297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2" name="New picture"/>
          <p:cNvPicPr/>
          <p:nvPr/>
        </p:nvPicPr>
        <p:blipFill>
          <a:blip r:embed="rId1302"/>
          <a:srcRect/>
          <a:stretch>
            <a:fillRect/>
          </a:stretch>
        </p:blipFill>
        <p:spPr>
          <a:xfrm>
            <a:off x="6200680" y="8437055"/>
            <a:ext cx="74866" cy="117539"/>
          </a:xfrm>
          <a:prstGeom prst="rect"/>
          <a:ln w="0">
            <a:noFill/>
          </a:ln>
        </p:spPr>
      </p:pic>
      <p:sp>
        <p:nvSpPr>
          <p:cNvPr id="2153" name="New shape"/>
          <p:cNvSpPr/>
          <p:nvPr/>
        </p:nvSpPr>
        <p:spPr>
          <a:xfrm>
            <a:off x="6214395" y="8447818"/>
            <a:ext cx="48863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4" name="New picture"/>
          <p:cNvPicPr/>
          <p:nvPr/>
        </p:nvPicPr>
        <p:blipFill>
          <a:blip r:embed="rId1303"/>
          <a:srcRect/>
          <a:stretch>
            <a:fillRect/>
          </a:stretch>
        </p:blipFill>
        <p:spPr>
          <a:xfrm>
            <a:off x="6301454" y="8438579"/>
            <a:ext cx="68771" cy="80962"/>
          </a:xfrm>
          <a:prstGeom prst="rect"/>
          <a:ln w="0">
            <a:noFill/>
          </a:ln>
        </p:spPr>
      </p:pic>
      <p:pic>
        <p:nvPicPr>
          <p:cNvPr id="2155" name="New picture"/>
          <p:cNvPicPr/>
          <p:nvPr/>
        </p:nvPicPr>
        <p:blipFill>
          <a:blip r:embed="rId1304"/>
          <a:srcRect/>
          <a:stretch>
            <a:fillRect/>
          </a:stretch>
        </p:blipFill>
        <p:spPr>
          <a:xfrm>
            <a:off x="6390037" y="8437150"/>
            <a:ext cx="71723" cy="82391"/>
          </a:xfrm>
          <a:prstGeom prst="rect"/>
          <a:ln w="0">
            <a:noFill/>
          </a:ln>
        </p:spPr>
      </p:pic>
      <p:sp>
        <p:nvSpPr>
          <p:cNvPr id="2156" name="New shape"/>
          <p:cNvSpPr/>
          <p:nvPr/>
        </p:nvSpPr>
        <p:spPr>
          <a:xfrm>
            <a:off x="6403753" y="844629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7" name="New picture"/>
          <p:cNvPicPr/>
          <p:nvPr/>
        </p:nvPicPr>
        <p:blipFill>
          <a:blip r:embed="rId1305"/>
          <a:srcRect/>
          <a:stretch>
            <a:fillRect/>
          </a:stretch>
        </p:blipFill>
        <p:spPr>
          <a:xfrm>
            <a:off x="677418" y="8666035"/>
            <a:ext cx="64103" cy="82486"/>
          </a:xfrm>
          <a:prstGeom prst="rect"/>
          <a:ln w="0">
            <a:noFill/>
          </a:ln>
        </p:spPr>
      </p:pic>
      <p:pic>
        <p:nvPicPr>
          <p:cNvPr id="2158" name="New picture"/>
          <p:cNvPicPr/>
          <p:nvPr/>
        </p:nvPicPr>
        <p:blipFill>
          <a:blip r:embed="rId1306"/>
          <a:srcRect/>
          <a:stretch>
            <a:fillRect/>
          </a:stretch>
        </p:blipFill>
        <p:spPr>
          <a:xfrm>
            <a:off x="752285" y="8665940"/>
            <a:ext cx="77819" cy="82486"/>
          </a:xfrm>
          <a:prstGeom prst="rect"/>
          <a:ln w="0">
            <a:noFill/>
          </a:ln>
        </p:spPr>
      </p:pic>
      <p:sp>
        <p:nvSpPr>
          <p:cNvPr id="2159" name="New shape"/>
          <p:cNvSpPr/>
          <p:nvPr/>
        </p:nvSpPr>
        <p:spPr>
          <a:xfrm>
            <a:off x="766001" y="8676703"/>
            <a:ext cx="51911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0" name="New picture"/>
          <p:cNvPicPr/>
          <p:nvPr/>
        </p:nvPicPr>
        <p:blipFill>
          <a:blip r:embed="rId1307"/>
          <a:srcRect/>
          <a:stretch>
            <a:fillRect/>
          </a:stretch>
        </p:blipFill>
        <p:spPr>
          <a:xfrm>
            <a:off x="850011" y="8666035"/>
            <a:ext cx="70295" cy="79343"/>
          </a:xfrm>
          <a:prstGeom prst="rect"/>
          <a:ln w="0">
            <a:noFill/>
          </a:ln>
        </p:spPr>
      </p:pic>
      <p:pic>
        <p:nvPicPr>
          <p:cNvPr id="2161" name="New picture"/>
          <p:cNvPicPr/>
          <p:nvPr/>
        </p:nvPicPr>
        <p:blipFill>
          <a:blip r:embed="rId1308"/>
          <a:srcRect/>
          <a:stretch>
            <a:fillRect/>
          </a:stretch>
        </p:blipFill>
        <p:spPr>
          <a:xfrm>
            <a:off x="940022" y="8666035"/>
            <a:ext cx="64103" cy="82391"/>
          </a:xfrm>
          <a:prstGeom prst="rect"/>
          <a:ln w="0">
            <a:noFill/>
          </a:ln>
        </p:spPr>
      </p:pic>
      <p:pic>
        <p:nvPicPr>
          <p:cNvPr id="2162" name="New picture"/>
          <p:cNvPicPr/>
          <p:nvPr/>
        </p:nvPicPr>
        <p:blipFill>
          <a:blip r:embed="rId1309"/>
          <a:srcRect/>
          <a:stretch>
            <a:fillRect/>
          </a:stretch>
        </p:blipFill>
        <p:spPr>
          <a:xfrm>
            <a:off x="1014889" y="8666035"/>
            <a:ext cx="70294" cy="82391"/>
          </a:xfrm>
          <a:prstGeom prst="rect"/>
          <a:ln w="0">
            <a:noFill/>
          </a:ln>
        </p:spPr>
      </p:pic>
      <p:sp>
        <p:nvSpPr>
          <p:cNvPr id="2163" name="New shape"/>
          <p:cNvSpPr/>
          <p:nvPr/>
        </p:nvSpPr>
        <p:spPr>
          <a:xfrm>
            <a:off x="1027081" y="8675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4" name="New picture"/>
          <p:cNvPicPr/>
          <p:nvPr/>
        </p:nvPicPr>
        <p:blipFill>
          <a:blip r:embed="rId1310"/>
          <a:srcRect/>
          <a:stretch>
            <a:fillRect/>
          </a:stretch>
        </p:blipFill>
        <p:spPr>
          <a:xfrm>
            <a:off x="1104995" y="8665940"/>
            <a:ext cx="76390" cy="117539"/>
          </a:xfrm>
          <a:prstGeom prst="rect"/>
          <a:ln w="0">
            <a:noFill/>
          </a:ln>
        </p:spPr>
      </p:pic>
      <p:sp>
        <p:nvSpPr>
          <p:cNvPr id="2165" name="New shape"/>
          <p:cNvSpPr/>
          <p:nvPr/>
        </p:nvSpPr>
        <p:spPr>
          <a:xfrm>
            <a:off x="1118711" y="867660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6" name="New picture"/>
          <p:cNvPicPr/>
          <p:nvPr/>
        </p:nvPicPr>
        <p:blipFill>
          <a:blip r:embed="rId1311"/>
          <a:srcRect/>
          <a:stretch>
            <a:fillRect/>
          </a:stretch>
        </p:blipFill>
        <p:spPr>
          <a:xfrm>
            <a:off x="1190530" y="8644604"/>
            <a:ext cx="47339" cy="103822"/>
          </a:xfrm>
          <a:prstGeom prst="rect"/>
          <a:ln w="0">
            <a:noFill/>
          </a:ln>
        </p:spPr>
      </p:pic>
      <p:pic>
        <p:nvPicPr>
          <p:cNvPr id="2167" name="New picture"/>
          <p:cNvPicPr/>
          <p:nvPr/>
        </p:nvPicPr>
        <p:blipFill>
          <a:blip r:embed="rId1312"/>
          <a:srcRect/>
          <a:stretch>
            <a:fillRect/>
          </a:stretch>
        </p:blipFill>
        <p:spPr>
          <a:xfrm>
            <a:off x="1289780" y="8636986"/>
            <a:ext cx="74771" cy="111442"/>
          </a:xfrm>
          <a:prstGeom prst="rect"/>
          <a:ln w="0">
            <a:noFill/>
          </a:ln>
        </p:spPr>
      </p:pic>
      <p:sp>
        <p:nvSpPr>
          <p:cNvPr id="2168" name="New shape"/>
          <p:cNvSpPr/>
          <p:nvPr/>
        </p:nvSpPr>
        <p:spPr>
          <a:xfrm>
            <a:off x="1303496" y="8676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69" name="New shape"/>
          <p:cNvSpPr/>
          <p:nvPr/>
        </p:nvSpPr>
        <p:spPr>
          <a:xfrm>
            <a:off x="1385983" y="8636984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0" name="New picture"/>
          <p:cNvPicPr/>
          <p:nvPr/>
        </p:nvPicPr>
        <p:blipFill>
          <a:blip r:embed="rId1313"/>
          <a:srcRect/>
          <a:stretch>
            <a:fillRect/>
          </a:stretch>
        </p:blipFill>
        <p:spPr>
          <a:xfrm>
            <a:off x="1414939" y="8666035"/>
            <a:ext cx="65723" cy="82391"/>
          </a:xfrm>
          <a:prstGeom prst="rect"/>
          <a:ln w="0">
            <a:noFill/>
          </a:ln>
        </p:spPr>
      </p:pic>
      <p:sp>
        <p:nvSpPr>
          <p:cNvPr id="2171" name="New shape"/>
          <p:cNvSpPr/>
          <p:nvPr/>
        </p:nvSpPr>
        <p:spPr>
          <a:xfrm>
            <a:off x="1427226" y="8707185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2" name="New picture"/>
          <p:cNvPicPr/>
          <p:nvPr/>
        </p:nvPicPr>
        <p:blipFill>
          <a:blip r:embed="rId1314"/>
          <a:srcRect/>
          <a:stretch>
            <a:fillRect/>
          </a:stretch>
        </p:blipFill>
        <p:spPr>
          <a:xfrm>
            <a:off x="1503617" y="8665940"/>
            <a:ext cx="74771" cy="117539"/>
          </a:xfrm>
          <a:prstGeom prst="rect"/>
          <a:ln w="0">
            <a:noFill/>
          </a:ln>
        </p:spPr>
      </p:pic>
      <p:sp>
        <p:nvSpPr>
          <p:cNvPr id="2173" name="New shape"/>
          <p:cNvSpPr/>
          <p:nvPr/>
        </p:nvSpPr>
        <p:spPr>
          <a:xfrm>
            <a:off x="1517332" y="867660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4" name="New picture"/>
          <p:cNvPicPr/>
          <p:nvPr/>
        </p:nvPicPr>
        <p:blipFill>
          <a:blip r:embed="rId1315"/>
          <a:srcRect/>
          <a:stretch>
            <a:fillRect/>
          </a:stretch>
        </p:blipFill>
        <p:spPr>
          <a:xfrm>
            <a:off x="1598295" y="8665940"/>
            <a:ext cx="76295" cy="117539"/>
          </a:xfrm>
          <a:prstGeom prst="rect"/>
          <a:ln w="0">
            <a:noFill/>
          </a:ln>
        </p:spPr>
      </p:pic>
      <p:sp>
        <p:nvSpPr>
          <p:cNvPr id="2175" name="New shape"/>
          <p:cNvSpPr/>
          <p:nvPr/>
        </p:nvSpPr>
        <p:spPr>
          <a:xfrm>
            <a:off x="1613535" y="8676703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6" name="New picture"/>
          <p:cNvPicPr/>
          <p:nvPr/>
        </p:nvPicPr>
        <p:blipFill>
          <a:blip r:embed="rId1316"/>
          <a:srcRect/>
          <a:stretch>
            <a:fillRect/>
          </a:stretch>
        </p:blipFill>
        <p:spPr>
          <a:xfrm>
            <a:off x="1694402" y="8665941"/>
            <a:ext cx="42767" cy="79343"/>
          </a:xfrm>
          <a:prstGeom prst="rect"/>
          <a:ln w="0">
            <a:noFill/>
          </a:ln>
        </p:spPr>
      </p:pic>
      <p:pic>
        <p:nvPicPr>
          <p:cNvPr id="2177" name="New picture"/>
          <p:cNvPicPr/>
          <p:nvPr/>
        </p:nvPicPr>
        <p:blipFill>
          <a:blip r:embed="rId1317"/>
          <a:srcRect/>
          <a:stretch>
            <a:fillRect/>
          </a:stretch>
        </p:blipFill>
        <p:spPr>
          <a:xfrm>
            <a:off x="1741836" y="8665939"/>
            <a:ext cx="71723" cy="82391"/>
          </a:xfrm>
          <a:prstGeom prst="rect"/>
          <a:ln w="0">
            <a:noFill/>
          </a:ln>
        </p:spPr>
      </p:pic>
      <p:sp>
        <p:nvSpPr>
          <p:cNvPr id="2178" name="New shape"/>
          <p:cNvSpPr/>
          <p:nvPr/>
        </p:nvSpPr>
        <p:spPr>
          <a:xfrm>
            <a:off x="1755553" y="86750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9" name="New picture"/>
          <p:cNvPicPr/>
          <p:nvPr/>
        </p:nvPicPr>
        <p:blipFill>
          <a:blip r:embed="rId1318"/>
          <a:srcRect/>
          <a:stretch>
            <a:fillRect/>
          </a:stretch>
        </p:blipFill>
        <p:spPr>
          <a:xfrm>
            <a:off x="1833372" y="8666035"/>
            <a:ext cx="68675" cy="79343"/>
          </a:xfrm>
          <a:prstGeom prst="rect"/>
          <a:ln w="0">
            <a:noFill/>
          </a:ln>
        </p:spPr>
      </p:pic>
      <p:pic>
        <p:nvPicPr>
          <p:cNvPr id="2180" name="New picture"/>
          <p:cNvPicPr/>
          <p:nvPr/>
        </p:nvPicPr>
        <p:blipFill>
          <a:blip r:embed="rId1319"/>
          <a:srcRect/>
          <a:stretch>
            <a:fillRect/>
          </a:stretch>
        </p:blipFill>
        <p:spPr>
          <a:xfrm>
            <a:off x="1915858" y="8644604"/>
            <a:ext cx="48863" cy="103822"/>
          </a:xfrm>
          <a:prstGeom prst="rect"/>
          <a:ln w="0">
            <a:noFill/>
          </a:ln>
        </p:spPr>
      </p:pic>
      <p:sp>
        <p:nvSpPr>
          <p:cNvPr id="2181" name="New shape"/>
          <p:cNvSpPr/>
          <p:nvPr/>
        </p:nvSpPr>
        <p:spPr>
          <a:xfrm>
            <a:off x="1981581" y="866756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2" name="New picture"/>
          <p:cNvPicPr/>
          <p:nvPr/>
        </p:nvPicPr>
        <p:blipFill>
          <a:blip r:embed="rId1320"/>
          <a:srcRect/>
          <a:stretch>
            <a:fillRect/>
          </a:stretch>
        </p:blipFill>
        <p:spPr>
          <a:xfrm>
            <a:off x="1980057" y="8632507"/>
            <a:ext cx="16764" cy="16764"/>
          </a:xfrm>
          <a:prstGeom prst="rect"/>
          <a:ln w="0">
            <a:noFill/>
          </a:ln>
        </p:spPr>
      </p:pic>
      <p:pic>
        <p:nvPicPr>
          <p:cNvPr id="2183" name="New picture"/>
          <p:cNvPicPr/>
          <p:nvPr/>
        </p:nvPicPr>
        <p:blipFill>
          <a:blip r:embed="rId1321"/>
          <a:srcRect/>
          <a:stretch>
            <a:fillRect/>
          </a:stretch>
        </p:blipFill>
        <p:spPr>
          <a:xfrm>
            <a:off x="2012061" y="8666035"/>
            <a:ext cx="58007" cy="82391"/>
          </a:xfrm>
          <a:prstGeom prst="rect"/>
          <a:ln w="0">
            <a:noFill/>
          </a:ln>
        </p:spPr>
      </p:pic>
      <p:pic>
        <p:nvPicPr>
          <p:cNvPr id="2184" name="New picture"/>
          <p:cNvPicPr/>
          <p:nvPr/>
        </p:nvPicPr>
        <p:blipFill>
          <a:blip r:embed="rId1322"/>
          <a:srcRect/>
          <a:stretch>
            <a:fillRect/>
          </a:stretch>
        </p:blipFill>
        <p:spPr>
          <a:xfrm>
            <a:off x="2079212" y="8666035"/>
            <a:ext cx="58007" cy="82391"/>
          </a:xfrm>
          <a:prstGeom prst="rect"/>
          <a:ln w="0">
            <a:noFill/>
          </a:ln>
        </p:spPr>
      </p:pic>
      <p:pic>
        <p:nvPicPr>
          <p:cNvPr id="2185" name="New picture"/>
          <p:cNvPicPr/>
          <p:nvPr/>
        </p:nvPicPr>
        <p:blipFill>
          <a:blip r:embed="rId1323"/>
          <a:srcRect/>
          <a:stretch>
            <a:fillRect/>
          </a:stretch>
        </p:blipFill>
        <p:spPr>
          <a:xfrm>
            <a:off x="2149507" y="8666035"/>
            <a:ext cx="67151" cy="82391"/>
          </a:xfrm>
          <a:prstGeom prst="rect"/>
          <a:ln w="0">
            <a:noFill/>
          </a:ln>
        </p:spPr>
      </p:pic>
      <p:sp>
        <p:nvSpPr>
          <p:cNvPr id="2186" name="New shape"/>
          <p:cNvSpPr/>
          <p:nvPr/>
        </p:nvSpPr>
        <p:spPr>
          <a:xfrm>
            <a:off x="2163223" y="8707185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7" name="New picture"/>
          <p:cNvPicPr/>
          <p:nvPr/>
        </p:nvPicPr>
        <p:blipFill>
          <a:blip r:embed="rId1324"/>
          <a:srcRect/>
          <a:stretch>
            <a:fillRect/>
          </a:stretch>
        </p:blipFill>
        <p:spPr>
          <a:xfrm>
            <a:off x="2230374" y="8666035"/>
            <a:ext cx="77914" cy="118967"/>
          </a:xfrm>
          <a:prstGeom prst="rect"/>
          <a:ln w="0">
            <a:noFill/>
          </a:ln>
        </p:spPr>
      </p:pic>
      <p:sp>
        <p:nvSpPr>
          <p:cNvPr id="2188" name="New shape"/>
          <p:cNvSpPr/>
          <p:nvPr/>
        </p:nvSpPr>
        <p:spPr>
          <a:xfrm>
            <a:off x="2247233" y="8675181"/>
            <a:ext cx="39719" cy="36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89" name="New shape"/>
          <p:cNvSpPr/>
          <p:nvPr/>
        </p:nvSpPr>
        <p:spPr>
          <a:xfrm>
            <a:off x="2242661" y="8745379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0" name="New picture"/>
          <p:cNvPicPr/>
          <p:nvPr/>
        </p:nvPicPr>
        <p:blipFill>
          <a:blip r:embed="rId1325"/>
          <a:srcRect/>
          <a:stretch>
            <a:fillRect/>
          </a:stretch>
        </p:blipFill>
        <p:spPr>
          <a:xfrm>
            <a:off x="2317433" y="8665940"/>
            <a:ext cx="71818" cy="82486"/>
          </a:xfrm>
          <a:prstGeom prst="rect"/>
          <a:ln w="0">
            <a:noFill/>
          </a:ln>
        </p:spPr>
      </p:pic>
      <p:sp>
        <p:nvSpPr>
          <p:cNvPr id="2191" name="New shape"/>
          <p:cNvSpPr/>
          <p:nvPr/>
        </p:nvSpPr>
        <p:spPr>
          <a:xfrm>
            <a:off x="2331149" y="86750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2" name="New picture"/>
          <p:cNvPicPr/>
          <p:nvPr/>
        </p:nvPicPr>
        <p:blipFill>
          <a:blip r:embed="rId1326"/>
          <a:srcRect/>
          <a:stretch>
            <a:fillRect/>
          </a:stretch>
        </p:blipFill>
        <p:spPr>
          <a:xfrm>
            <a:off x="2442687" y="8665941"/>
            <a:ext cx="65723" cy="82391"/>
          </a:xfrm>
          <a:prstGeom prst="rect"/>
          <a:ln w="0">
            <a:noFill/>
          </a:ln>
        </p:spPr>
      </p:pic>
      <p:sp>
        <p:nvSpPr>
          <p:cNvPr id="2193" name="New shape"/>
          <p:cNvSpPr/>
          <p:nvPr/>
        </p:nvSpPr>
        <p:spPr>
          <a:xfrm>
            <a:off x="2456402" y="870718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4" name="New picture"/>
          <p:cNvPicPr/>
          <p:nvPr/>
        </p:nvPicPr>
        <p:blipFill>
          <a:blip r:embed="rId1327"/>
          <a:srcRect/>
          <a:stretch>
            <a:fillRect/>
          </a:stretch>
        </p:blipFill>
        <p:spPr>
          <a:xfrm>
            <a:off x="2515933" y="8667561"/>
            <a:ext cx="73343" cy="77819"/>
          </a:xfrm>
          <a:prstGeom prst="rect"/>
          <a:ln w="0">
            <a:noFill/>
          </a:ln>
        </p:spPr>
      </p:pic>
      <p:pic>
        <p:nvPicPr>
          <p:cNvPr id="2195" name="New picture"/>
          <p:cNvPicPr/>
          <p:nvPr/>
        </p:nvPicPr>
        <p:blipFill>
          <a:blip r:embed="rId1328"/>
          <a:srcRect/>
          <a:stretch>
            <a:fillRect/>
          </a:stretch>
        </p:blipFill>
        <p:spPr>
          <a:xfrm>
            <a:off x="2596896" y="8666035"/>
            <a:ext cx="71818" cy="82391"/>
          </a:xfrm>
          <a:prstGeom prst="rect"/>
          <a:ln w="0">
            <a:noFill/>
          </a:ln>
        </p:spPr>
      </p:pic>
      <p:sp>
        <p:nvSpPr>
          <p:cNvPr id="2196" name="New shape"/>
          <p:cNvSpPr/>
          <p:nvPr/>
        </p:nvSpPr>
        <p:spPr>
          <a:xfrm>
            <a:off x="2610612" y="867517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7" name="New picture"/>
          <p:cNvPicPr/>
          <p:nvPr/>
        </p:nvPicPr>
        <p:blipFill>
          <a:blip r:embed="rId1329"/>
          <a:srcRect/>
          <a:stretch>
            <a:fillRect/>
          </a:stretch>
        </p:blipFill>
        <p:spPr>
          <a:xfrm>
            <a:off x="2684050" y="8666035"/>
            <a:ext cx="64103" cy="82391"/>
          </a:xfrm>
          <a:prstGeom prst="rect"/>
          <a:ln w="0">
            <a:noFill/>
          </a:ln>
        </p:spPr>
      </p:pic>
      <p:pic>
        <p:nvPicPr>
          <p:cNvPr id="2198" name="New picture"/>
          <p:cNvPicPr/>
          <p:nvPr/>
        </p:nvPicPr>
        <p:blipFill>
          <a:blip r:embed="rId1330"/>
          <a:srcRect/>
          <a:stretch>
            <a:fillRect/>
          </a:stretch>
        </p:blipFill>
        <p:spPr>
          <a:xfrm>
            <a:off x="2799969" y="8636986"/>
            <a:ext cx="74867" cy="111442"/>
          </a:xfrm>
          <a:prstGeom prst="rect"/>
          <a:ln w="0">
            <a:noFill/>
          </a:ln>
        </p:spPr>
      </p:pic>
      <p:sp>
        <p:nvSpPr>
          <p:cNvPr id="2199" name="New shape"/>
          <p:cNvSpPr/>
          <p:nvPr/>
        </p:nvSpPr>
        <p:spPr>
          <a:xfrm>
            <a:off x="2813781" y="8676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0" name="New picture"/>
          <p:cNvPicPr/>
          <p:nvPr/>
        </p:nvPicPr>
        <p:blipFill>
          <a:blip r:embed="rId1331"/>
          <a:srcRect/>
          <a:stretch>
            <a:fillRect/>
          </a:stretch>
        </p:blipFill>
        <p:spPr>
          <a:xfrm>
            <a:off x="2894648" y="8665939"/>
            <a:ext cx="71818" cy="82391"/>
          </a:xfrm>
          <a:prstGeom prst="rect"/>
          <a:ln w="0">
            <a:noFill/>
          </a:ln>
        </p:spPr>
      </p:pic>
      <p:sp>
        <p:nvSpPr>
          <p:cNvPr id="2201" name="New shape"/>
          <p:cNvSpPr/>
          <p:nvPr/>
        </p:nvSpPr>
        <p:spPr>
          <a:xfrm>
            <a:off x="2908364" y="8675084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2" name="New picture"/>
          <p:cNvPicPr/>
          <p:nvPr/>
        </p:nvPicPr>
        <p:blipFill>
          <a:blip r:embed="rId1332"/>
          <a:srcRect/>
          <a:stretch>
            <a:fillRect/>
          </a:stretch>
        </p:blipFill>
        <p:spPr>
          <a:xfrm>
            <a:off x="2977038" y="8666035"/>
            <a:ext cx="58102" cy="82391"/>
          </a:xfrm>
          <a:prstGeom prst="rect"/>
          <a:ln w="0">
            <a:noFill/>
          </a:ln>
        </p:spPr>
      </p:pic>
      <p:pic>
        <p:nvPicPr>
          <p:cNvPr id="2203" name="New picture"/>
          <p:cNvPicPr/>
          <p:nvPr/>
        </p:nvPicPr>
        <p:blipFill>
          <a:blip r:embed="rId1333"/>
          <a:srcRect/>
          <a:stretch>
            <a:fillRect/>
          </a:stretch>
        </p:blipFill>
        <p:spPr>
          <a:xfrm>
            <a:off x="3087053" y="8665941"/>
            <a:ext cx="65627" cy="82391"/>
          </a:xfrm>
          <a:prstGeom prst="rect"/>
          <a:ln w="0">
            <a:noFill/>
          </a:ln>
        </p:spPr>
      </p:pic>
      <p:sp>
        <p:nvSpPr>
          <p:cNvPr id="2204" name="New shape"/>
          <p:cNvSpPr/>
          <p:nvPr/>
        </p:nvSpPr>
        <p:spPr>
          <a:xfrm>
            <a:off x="3100768" y="870718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05" name="New shape"/>
          <p:cNvSpPr/>
          <p:nvPr/>
        </p:nvSpPr>
        <p:spPr>
          <a:xfrm>
            <a:off x="3177540" y="86365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6" name="New picture"/>
          <p:cNvPicPr/>
          <p:nvPr/>
        </p:nvPicPr>
        <p:blipFill>
          <a:blip r:embed="rId1334"/>
          <a:srcRect/>
          <a:stretch>
            <a:fillRect/>
          </a:stretch>
        </p:blipFill>
        <p:spPr>
          <a:xfrm>
            <a:off x="3207734" y="8666035"/>
            <a:ext cx="77915" cy="118967"/>
          </a:xfrm>
          <a:prstGeom prst="rect"/>
          <a:ln w="0">
            <a:noFill/>
          </a:ln>
        </p:spPr>
      </p:pic>
      <p:sp>
        <p:nvSpPr>
          <p:cNvPr id="2207" name="New shape"/>
          <p:cNvSpPr/>
          <p:nvPr/>
        </p:nvSpPr>
        <p:spPr>
          <a:xfrm>
            <a:off x="3224593" y="8675181"/>
            <a:ext cx="39719" cy="36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08" name="New shape"/>
          <p:cNvSpPr/>
          <p:nvPr/>
        </p:nvSpPr>
        <p:spPr>
          <a:xfrm>
            <a:off x="3220021" y="8745379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9" name="New picture"/>
          <p:cNvPicPr/>
          <p:nvPr/>
        </p:nvPicPr>
        <p:blipFill>
          <a:blip r:embed="rId1335"/>
          <a:srcRect/>
          <a:stretch>
            <a:fillRect/>
          </a:stretch>
        </p:blipFill>
        <p:spPr>
          <a:xfrm>
            <a:off x="3294697" y="8666035"/>
            <a:ext cx="77915" cy="82391"/>
          </a:xfrm>
          <a:prstGeom prst="rect"/>
          <a:ln w="0">
            <a:noFill/>
          </a:ln>
        </p:spPr>
      </p:pic>
      <p:sp>
        <p:nvSpPr>
          <p:cNvPr id="2210" name="New shape"/>
          <p:cNvSpPr/>
          <p:nvPr/>
        </p:nvSpPr>
        <p:spPr>
          <a:xfrm>
            <a:off x="3308509" y="86767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1" name="New picture"/>
          <p:cNvPicPr/>
          <p:nvPr/>
        </p:nvPicPr>
        <p:blipFill>
          <a:blip r:embed="rId1336"/>
          <a:srcRect/>
          <a:stretch>
            <a:fillRect/>
          </a:stretch>
        </p:blipFill>
        <p:spPr>
          <a:xfrm>
            <a:off x="3392519" y="8665941"/>
            <a:ext cx="42767" cy="79343"/>
          </a:xfrm>
          <a:prstGeom prst="rect"/>
          <a:ln w="0">
            <a:noFill/>
          </a:ln>
        </p:spPr>
      </p:pic>
      <p:sp>
        <p:nvSpPr>
          <p:cNvPr id="2212" name="New shape"/>
          <p:cNvSpPr/>
          <p:nvPr/>
        </p:nvSpPr>
        <p:spPr>
          <a:xfrm>
            <a:off x="3449003" y="866756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3" name="New picture"/>
          <p:cNvPicPr/>
          <p:nvPr/>
        </p:nvPicPr>
        <p:blipFill>
          <a:blip r:embed="rId1337"/>
          <a:srcRect/>
          <a:stretch>
            <a:fillRect/>
          </a:stretch>
        </p:blipFill>
        <p:spPr>
          <a:xfrm>
            <a:off x="3447478" y="8632507"/>
            <a:ext cx="16764" cy="16764"/>
          </a:xfrm>
          <a:prstGeom prst="rect"/>
          <a:ln w="0">
            <a:noFill/>
          </a:ln>
        </p:spPr>
      </p:pic>
      <p:pic>
        <p:nvPicPr>
          <p:cNvPr id="2214" name="New picture"/>
          <p:cNvPicPr/>
          <p:nvPr/>
        </p:nvPicPr>
        <p:blipFill>
          <a:blip r:embed="rId1338"/>
          <a:srcRect/>
          <a:stretch>
            <a:fillRect/>
          </a:stretch>
        </p:blipFill>
        <p:spPr>
          <a:xfrm>
            <a:off x="3477958" y="8644699"/>
            <a:ext cx="47339" cy="103727"/>
          </a:xfrm>
          <a:prstGeom prst="rect"/>
          <a:ln w="0">
            <a:noFill/>
          </a:ln>
        </p:spPr>
      </p:pic>
      <p:pic>
        <p:nvPicPr>
          <p:cNvPr id="2215" name="New picture"/>
          <p:cNvPicPr/>
          <p:nvPr/>
        </p:nvPicPr>
        <p:blipFill>
          <a:blip r:embed="rId1339"/>
          <a:srcRect/>
          <a:stretch>
            <a:fillRect/>
          </a:stretch>
        </p:blipFill>
        <p:spPr>
          <a:xfrm>
            <a:off x="3543681" y="8636984"/>
            <a:ext cx="68771" cy="108394"/>
          </a:xfrm>
          <a:prstGeom prst="rect"/>
          <a:ln w="0">
            <a:noFill/>
          </a:ln>
        </p:spPr>
      </p:pic>
      <p:pic>
        <p:nvPicPr>
          <p:cNvPr id="2216" name="New picture"/>
          <p:cNvPicPr/>
          <p:nvPr/>
        </p:nvPicPr>
        <p:blipFill>
          <a:blip r:embed="rId1340"/>
          <a:srcRect/>
          <a:stretch>
            <a:fillRect/>
          </a:stretch>
        </p:blipFill>
        <p:spPr>
          <a:xfrm>
            <a:off x="3636836" y="8666035"/>
            <a:ext cx="120586" cy="79343"/>
          </a:xfrm>
          <a:prstGeom prst="rect"/>
          <a:ln w="0">
            <a:noFill/>
          </a:ln>
        </p:spPr>
      </p:pic>
      <p:pic>
        <p:nvPicPr>
          <p:cNvPr id="2217" name="New picture"/>
          <p:cNvPicPr/>
          <p:nvPr/>
        </p:nvPicPr>
        <p:blipFill>
          <a:blip r:embed="rId1341"/>
          <a:srcRect/>
          <a:stretch>
            <a:fillRect/>
          </a:stretch>
        </p:blipFill>
        <p:spPr>
          <a:xfrm>
            <a:off x="3777330" y="8666035"/>
            <a:ext cx="71723" cy="82391"/>
          </a:xfrm>
          <a:prstGeom prst="rect"/>
          <a:ln w="0">
            <a:noFill/>
          </a:ln>
        </p:spPr>
      </p:pic>
      <p:sp>
        <p:nvSpPr>
          <p:cNvPr id="2218" name="New shape"/>
          <p:cNvSpPr/>
          <p:nvPr/>
        </p:nvSpPr>
        <p:spPr>
          <a:xfrm>
            <a:off x="3791045" y="867517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9" name="New picture"/>
          <p:cNvPicPr/>
          <p:nvPr/>
        </p:nvPicPr>
        <p:blipFill>
          <a:blip r:embed="rId1342"/>
          <a:srcRect/>
          <a:stretch>
            <a:fillRect/>
          </a:stretch>
        </p:blipFill>
        <p:spPr>
          <a:xfrm>
            <a:off x="3859720" y="8666035"/>
            <a:ext cx="58007" cy="82391"/>
          </a:xfrm>
          <a:prstGeom prst="rect"/>
          <a:ln w="0">
            <a:noFill/>
          </a:ln>
        </p:spPr>
      </p:pic>
      <p:pic>
        <p:nvPicPr>
          <p:cNvPr id="2220" name="New picture"/>
          <p:cNvPicPr/>
          <p:nvPr/>
        </p:nvPicPr>
        <p:blipFill>
          <a:blip r:embed="rId1343"/>
          <a:srcRect/>
          <a:stretch>
            <a:fillRect/>
          </a:stretch>
        </p:blipFill>
        <p:spPr>
          <a:xfrm>
            <a:off x="3971258" y="8665939"/>
            <a:ext cx="71723" cy="82391"/>
          </a:xfrm>
          <a:prstGeom prst="rect"/>
          <a:ln w="0">
            <a:noFill/>
          </a:ln>
        </p:spPr>
      </p:pic>
      <p:sp>
        <p:nvSpPr>
          <p:cNvPr id="2221" name="New shape"/>
          <p:cNvSpPr/>
          <p:nvPr/>
        </p:nvSpPr>
        <p:spPr>
          <a:xfrm>
            <a:off x="3983450" y="86750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2" name="New picture"/>
          <p:cNvPicPr/>
          <p:nvPr/>
        </p:nvPicPr>
        <p:blipFill>
          <a:blip r:embed="rId1344"/>
          <a:srcRect/>
          <a:stretch>
            <a:fillRect/>
          </a:stretch>
        </p:blipFill>
        <p:spPr>
          <a:xfrm>
            <a:off x="4050601" y="8644699"/>
            <a:ext cx="48863" cy="103727"/>
          </a:xfrm>
          <a:prstGeom prst="rect"/>
          <a:ln w="0">
            <a:noFill/>
          </a:ln>
        </p:spPr>
      </p:pic>
      <p:pic>
        <p:nvPicPr>
          <p:cNvPr id="2223" name="New picture"/>
          <p:cNvPicPr/>
          <p:nvPr/>
        </p:nvPicPr>
        <p:blipFill>
          <a:blip r:embed="rId1345"/>
          <a:srcRect/>
          <a:stretch>
            <a:fillRect/>
          </a:stretch>
        </p:blipFill>
        <p:spPr>
          <a:xfrm>
            <a:off x="4151471" y="8636986"/>
            <a:ext cx="74771" cy="111442"/>
          </a:xfrm>
          <a:prstGeom prst="rect"/>
          <a:ln w="0">
            <a:noFill/>
          </a:ln>
        </p:spPr>
      </p:pic>
      <p:sp>
        <p:nvSpPr>
          <p:cNvPr id="2224" name="New shape"/>
          <p:cNvSpPr/>
          <p:nvPr/>
        </p:nvSpPr>
        <p:spPr>
          <a:xfrm>
            <a:off x="4163664" y="8676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5" name="New picture"/>
          <p:cNvPicPr/>
          <p:nvPr/>
        </p:nvPicPr>
        <p:blipFill>
          <a:blip r:embed="rId1346"/>
          <a:srcRect/>
          <a:stretch>
            <a:fillRect/>
          </a:stretch>
        </p:blipFill>
        <p:spPr>
          <a:xfrm>
            <a:off x="4246054" y="8666035"/>
            <a:ext cx="70295" cy="82391"/>
          </a:xfrm>
          <a:prstGeom prst="rect"/>
          <a:ln w="0">
            <a:noFill/>
          </a:ln>
        </p:spPr>
      </p:pic>
      <p:sp>
        <p:nvSpPr>
          <p:cNvPr id="2226" name="New shape"/>
          <p:cNvSpPr/>
          <p:nvPr/>
        </p:nvSpPr>
        <p:spPr>
          <a:xfrm>
            <a:off x="4258342" y="8675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7" name="New picture"/>
          <p:cNvPicPr/>
          <p:nvPr/>
        </p:nvPicPr>
        <p:blipFill>
          <a:blip r:embed="rId1347"/>
          <a:srcRect/>
          <a:stretch>
            <a:fillRect/>
          </a:stretch>
        </p:blipFill>
        <p:spPr>
          <a:xfrm>
            <a:off x="4328541" y="8666035"/>
            <a:ext cx="58007" cy="82391"/>
          </a:xfrm>
          <a:prstGeom prst="rect"/>
          <a:ln w="0">
            <a:noFill/>
          </a:ln>
        </p:spPr>
      </p:pic>
      <p:pic>
        <p:nvPicPr>
          <p:cNvPr id="2228" name="New picture"/>
          <p:cNvPicPr/>
          <p:nvPr/>
        </p:nvPicPr>
        <p:blipFill>
          <a:blip r:embed="rId1348"/>
          <a:srcRect/>
          <a:stretch>
            <a:fillRect/>
          </a:stretch>
        </p:blipFill>
        <p:spPr>
          <a:xfrm>
            <a:off x="4444555" y="8666035"/>
            <a:ext cx="120682" cy="79343"/>
          </a:xfrm>
          <a:prstGeom prst="rect"/>
          <a:ln w="0">
            <a:noFill/>
          </a:ln>
        </p:spPr>
      </p:pic>
      <p:pic>
        <p:nvPicPr>
          <p:cNvPr id="2229" name="New picture"/>
          <p:cNvPicPr/>
          <p:nvPr/>
        </p:nvPicPr>
        <p:blipFill>
          <a:blip r:embed="rId1349"/>
          <a:srcRect/>
          <a:stretch>
            <a:fillRect/>
          </a:stretch>
        </p:blipFill>
        <p:spPr>
          <a:xfrm>
            <a:off x="4585144" y="8666035"/>
            <a:ext cx="77819" cy="82391"/>
          </a:xfrm>
          <a:prstGeom prst="rect"/>
          <a:ln w="0">
            <a:noFill/>
          </a:ln>
        </p:spPr>
      </p:pic>
      <p:sp>
        <p:nvSpPr>
          <p:cNvPr id="2230" name="New shape"/>
          <p:cNvSpPr/>
          <p:nvPr/>
        </p:nvSpPr>
        <p:spPr>
          <a:xfrm>
            <a:off x="4598860" y="86767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1" name="New picture"/>
          <p:cNvPicPr/>
          <p:nvPr/>
        </p:nvPicPr>
        <p:blipFill>
          <a:blip r:embed="rId1350"/>
          <a:srcRect/>
          <a:stretch>
            <a:fillRect/>
          </a:stretch>
        </p:blipFill>
        <p:spPr>
          <a:xfrm>
            <a:off x="4678204" y="8636986"/>
            <a:ext cx="74866" cy="111442"/>
          </a:xfrm>
          <a:prstGeom prst="rect"/>
          <a:ln w="0">
            <a:noFill/>
          </a:ln>
        </p:spPr>
      </p:pic>
      <p:sp>
        <p:nvSpPr>
          <p:cNvPr id="2232" name="New shape"/>
          <p:cNvSpPr/>
          <p:nvPr/>
        </p:nvSpPr>
        <p:spPr>
          <a:xfrm>
            <a:off x="4692015" y="8676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3" name="New picture"/>
          <p:cNvPicPr/>
          <p:nvPr/>
        </p:nvPicPr>
        <p:blipFill>
          <a:blip r:embed="rId1351"/>
          <a:srcRect/>
          <a:stretch>
            <a:fillRect/>
          </a:stretch>
        </p:blipFill>
        <p:spPr>
          <a:xfrm>
            <a:off x="4772882" y="8666035"/>
            <a:ext cx="71818" cy="82391"/>
          </a:xfrm>
          <a:prstGeom prst="rect"/>
          <a:ln w="0">
            <a:noFill/>
          </a:ln>
        </p:spPr>
      </p:pic>
      <p:sp>
        <p:nvSpPr>
          <p:cNvPr id="2234" name="New shape"/>
          <p:cNvSpPr/>
          <p:nvPr/>
        </p:nvSpPr>
        <p:spPr>
          <a:xfrm>
            <a:off x="4786693" y="867517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35" name="New shape"/>
          <p:cNvSpPr/>
          <p:nvPr/>
        </p:nvSpPr>
        <p:spPr>
          <a:xfrm>
            <a:off x="4792790" y="8630889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36" name="New shape"/>
          <p:cNvSpPr/>
          <p:nvPr/>
        </p:nvSpPr>
        <p:spPr>
          <a:xfrm>
            <a:off x="4864608" y="86365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7" name="New picture"/>
          <p:cNvPicPr/>
          <p:nvPr/>
        </p:nvPicPr>
        <p:blipFill>
          <a:blip r:embed="rId1352"/>
          <a:srcRect/>
          <a:stretch>
            <a:fillRect/>
          </a:stretch>
        </p:blipFill>
        <p:spPr>
          <a:xfrm>
            <a:off x="4899661" y="8666035"/>
            <a:ext cx="70199" cy="82391"/>
          </a:xfrm>
          <a:prstGeom prst="rect"/>
          <a:ln w="0">
            <a:noFill/>
          </a:ln>
        </p:spPr>
      </p:pic>
      <p:sp>
        <p:nvSpPr>
          <p:cNvPr id="2238" name="New shape"/>
          <p:cNvSpPr/>
          <p:nvPr/>
        </p:nvSpPr>
        <p:spPr>
          <a:xfrm>
            <a:off x="4911852" y="8675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9" name="New picture"/>
          <p:cNvPicPr/>
          <p:nvPr/>
        </p:nvPicPr>
        <p:blipFill>
          <a:blip r:embed="rId1353"/>
          <a:srcRect/>
          <a:stretch>
            <a:fillRect/>
          </a:stretch>
        </p:blipFill>
        <p:spPr>
          <a:xfrm>
            <a:off x="4982052" y="8666035"/>
            <a:ext cx="58102" cy="82391"/>
          </a:xfrm>
          <a:prstGeom prst="rect"/>
          <a:ln w="0">
            <a:noFill/>
          </a:ln>
        </p:spPr>
      </p:pic>
      <p:pic>
        <p:nvPicPr>
          <p:cNvPr id="2240" name="New picture"/>
          <p:cNvPicPr/>
          <p:nvPr/>
        </p:nvPicPr>
        <p:blipFill>
          <a:blip r:embed="rId1354"/>
          <a:srcRect/>
          <a:stretch>
            <a:fillRect/>
          </a:stretch>
        </p:blipFill>
        <p:spPr>
          <a:xfrm>
            <a:off x="5053870" y="8730044"/>
            <a:ext cx="21431" cy="42767"/>
          </a:xfrm>
          <a:prstGeom prst="rect"/>
          <a:ln w="0">
            <a:noFill/>
          </a:ln>
        </p:spPr>
      </p:pic>
      <p:pic>
        <p:nvPicPr>
          <p:cNvPr id="2241" name="New picture"/>
          <p:cNvPicPr/>
          <p:nvPr/>
        </p:nvPicPr>
        <p:blipFill>
          <a:blip r:embed="rId1355"/>
          <a:srcRect/>
          <a:stretch>
            <a:fillRect/>
          </a:stretch>
        </p:blipFill>
        <p:spPr>
          <a:xfrm>
            <a:off x="5133308" y="8665941"/>
            <a:ext cx="65627" cy="82391"/>
          </a:xfrm>
          <a:prstGeom prst="rect"/>
          <a:ln w="0">
            <a:noFill/>
          </a:ln>
        </p:spPr>
      </p:pic>
      <p:sp>
        <p:nvSpPr>
          <p:cNvPr id="2242" name="New shape"/>
          <p:cNvSpPr/>
          <p:nvPr/>
        </p:nvSpPr>
        <p:spPr>
          <a:xfrm>
            <a:off x="5147024" y="870718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43" name="New shape"/>
          <p:cNvSpPr/>
          <p:nvPr/>
        </p:nvSpPr>
        <p:spPr>
          <a:xfrm>
            <a:off x="5223415" y="866756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4" name="New picture"/>
          <p:cNvPicPr/>
          <p:nvPr/>
        </p:nvPicPr>
        <p:blipFill>
          <a:blip r:embed="rId1356"/>
          <a:srcRect/>
          <a:stretch>
            <a:fillRect/>
          </a:stretch>
        </p:blipFill>
        <p:spPr>
          <a:xfrm>
            <a:off x="5221891" y="8634033"/>
            <a:ext cx="16764" cy="15240"/>
          </a:xfrm>
          <a:prstGeom prst="rect"/>
          <a:ln w="0">
            <a:noFill/>
          </a:ln>
        </p:spPr>
      </p:pic>
      <p:pic>
        <p:nvPicPr>
          <p:cNvPr id="2245" name="New picture"/>
          <p:cNvPicPr/>
          <p:nvPr/>
        </p:nvPicPr>
        <p:blipFill>
          <a:blip r:embed="rId1357"/>
          <a:srcRect/>
          <a:stretch>
            <a:fillRect/>
          </a:stretch>
        </p:blipFill>
        <p:spPr>
          <a:xfrm>
            <a:off x="5261515" y="8666035"/>
            <a:ext cx="70295" cy="79343"/>
          </a:xfrm>
          <a:prstGeom prst="rect"/>
          <a:ln w="0">
            <a:noFill/>
          </a:ln>
        </p:spPr>
      </p:pic>
      <p:pic>
        <p:nvPicPr>
          <p:cNvPr id="2246" name="New picture"/>
          <p:cNvPicPr/>
          <p:nvPr/>
        </p:nvPicPr>
        <p:blipFill>
          <a:blip r:embed="rId1358"/>
          <a:srcRect/>
          <a:stretch>
            <a:fillRect/>
          </a:stretch>
        </p:blipFill>
        <p:spPr>
          <a:xfrm>
            <a:off x="5348573" y="8666035"/>
            <a:ext cx="56483" cy="82486"/>
          </a:xfrm>
          <a:prstGeom prst="rect"/>
          <a:ln w="0">
            <a:noFill/>
          </a:ln>
        </p:spPr>
      </p:pic>
      <p:sp>
        <p:nvSpPr>
          <p:cNvPr id="2247" name="New shape"/>
          <p:cNvSpPr/>
          <p:nvPr/>
        </p:nvSpPr>
        <p:spPr>
          <a:xfrm>
            <a:off x="5424964" y="866756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8" name="New picture"/>
          <p:cNvPicPr/>
          <p:nvPr/>
        </p:nvPicPr>
        <p:blipFill>
          <a:blip r:embed="rId1359"/>
          <a:srcRect/>
          <a:stretch>
            <a:fillRect/>
          </a:stretch>
        </p:blipFill>
        <p:spPr>
          <a:xfrm>
            <a:off x="5423440" y="8633937"/>
            <a:ext cx="16764" cy="15335"/>
          </a:xfrm>
          <a:prstGeom prst="rect"/>
          <a:ln w="0">
            <a:noFill/>
          </a:ln>
        </p:spPr>
      </p:pic>
      <p:pic>
        <p:nvPicPr>
          <p:cNvPr id="2249" name="New picture"/>
          <p:cNvPicPr/>
          <p:nvPr/>
        </p:nvPicPr>
        <p:blipFill>
          <a:blip r:embed="rId1360"/>
          <a:srcRect/>
          <a:stretch>
            <a:fillRect/>
          </a:stretch>
        </p:blipFill>
        <p:spPr>
          <a:xfrm>
            <a:off x="5498211" y="8666035"/>
            <a:ext cx="74866" cy="117443"/>
          </a:xfrm>
          <a:prstGeom prst="rect"/>
          <a:ln w="0">
            <a:noFill/>
          </a:ln>
        </p:spPr>
      </p:pic>
      <p:sp>
        <p:nvSpPr>
          <p:cNvPr id="2250" name="New shape"/>
          <p:cNvSpPr/>
          <p:nvPr/>
        </p:nvSpPr>
        <p:spPr>
          <a:xfrm>
            <a:off x="5512022" y="8676703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1" name="New picture"/>
          <p:cNvPicPr/>
          <p:nvPr/>
        </p:nvPicPr>
        <p:blipFill>
          <a:blip r:embed="rId1361"/>
          <a:srcRect/>
          <a:stretch>
            <a:fillRect/>
          </a:stretch>
        </p:blipFill>
        <p:spPr>
          <a:xfrm>
            <a:off x="5597461" y="8667559"/>
            <a:ext cx="70295" cy="80868"/>
          </a:xfrm>
          <a:prstGeom prst="rect"/>
          <a:ln w="0">
            <a:noFill/>
          </a:ln>
        </p:spPr>
      </p:pic>
      <p:pic>
        <p:nvPicPr>
          <p:cNvPr id="2252" name="New picture"/>
          <p:cNvPicPr/>
          <p:nvPr/>
        </p:nvPicPr>
        <p:blipFill>
          <a:blip r:embed="rId1362"/>
          <a:srcRect/>
          <a:stretch>
            <a:fillRect/>
          </a:stretch>
        </p:blipFill>
        <p:spPr>
          <a:xfrm>
            <a:off x="5687568" y="8666035"/>
            <a:ext cx="71818" cy="82391"/>
          </a:xfrm>
          <a:prstGeom prst="rect"/>
          <a:ln w="0">
            <a:noFill/>
          </a:ln>
        </p:spPr>
      </p:pic>
      <p:sp>
        <p:nvSpPr>
          <p:cNvPr id="2253" name="New shape"/>
          <p:cNvSpPr/>
          <p:nvPr/>
        </p:nvSpPr>
        <p:spPr>
          <a:xfrm>
            <a:off x="5701379" y="867517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4" name="New picture"/>
          <p:cNvPicPr/>
          <p:nvPr/>
        </p:nvPicPr>
        <p:blipFill>
          <a:blip r:embed="rId1363"/>
          <a:srcRect/>
          <a:stretch>
            <a:fillRect/>
          </a:stretch>
        </p:blipFill>
        <p:spPr>
          <a:xfrm>
            <a:off x="5814440" y="8636986"/>
            <a:ext cx="74771" cy="111442"/>
          </a:xfrm>
          <a:prstGeom prst="rect"/>
          <a:ln w="0">
            <a:noFill/>
          </a:ln>
        </p:spPr>
      </p:pic>
      <p:sp>
        <p:nvSpPr>
          <p:cNvPr id="2255" name="New shape"/>
          <p:cNvSpPr/>
          <p:nvPr/>
        </p:nvSpPr>
        <p:spPr>
          <a:xfrm>
            <a:off x="5826633" y="8676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6" name="New picture"/>
          <p:cNvPicPr/>
          <p:nvPr/>
        </p:nvPicPr>
        <p:blipFill>
          <a:blip r:embed="rId1364"/>
          <a:srcRect/>
          <a:stretch>
            <a:fillRect/>
          </a:stretch>
        </p:blipFill>
        <p:spPr>
          <a:xfrm>
            <a:off x="5908928" y="8665939"/>
            <a:ext cx="70295" cy="82391"/>
          </a:xfrm>
          <a:prstGeom prst="rect"/>
          <a:ln w="0">
            <a:noFill/>
          </a:ln>
        </p:spPr>
      </p:pic>
      <p:sp>
        <p:nvSpPr>
          <p:cNvPr id="2257" name="New shape"/>
          <p:cNvSpPr/>
          <p:nvPr/>
        </p:nvSpPr>
        <p:spPr>
          <a:xfrm>
            <a:off x="5921216" y="867508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8" name="New picture"/>
          <p:cNvPicPr/>
          <p:nvPr/>
        </p:nvPicPr>
        <p:blipFill>
          <a:blip r:embed="rId1365"/>
          <a:srcRect/>
          <a:stretch>
            <a:fillRect/>
          </a:stretch>
        </p:blipFill>
        <p:spPr>
          <a:xfrm>
            <a:off x="5991511" y="8666035"/>
            <a:ext cx="58007" cy="82391"/>
          </a:xfrm>
          <a:prstGeom prst="rect"/>
          <a:ln w="0">
            <a:noFill/>
          </a:ln>
        </p:spPr>
      </p:pic>
      <p:pic>
        <p:nvPicPr>
          <p:cNvPr id="2259" name="New picture"/>
          <p:cNvPicPr/>
          <p:nvPr/>
        </p:nvPicPr>
        <p:blipFill>
          <a:blip r:embed="rId1366"/>
          <a:srcRect/>
          <a:stretch>
            <a:fillRect/>
          </a:stretch>
        </p:blipFill>
        <p:spPr>
          <a:xfrm>
            <a:off x="6102953" y="8666035"/>
            <a:ext cx="70199" cy="82391"/>
          </a:xfrm>
          <a:prstGeom prst="rect"/>
          <a:ln w="0">
            <a:noFill/>
          </a:ln>
        </p:spPr>
      </p:pic>
      <p:sp>
        <p:nvSpPr>
          <p:cNvPr id="2260" name="New shape"/>
          <p:cNvSpPr/>
          <p:nvPr/>
        </p:nvSpPr>
        <p:spPr>
          <a:xfrm>
            <a:off x="6115145" y="8675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1" name="New picture"/>
          <p:cNvPicPr/>
          <p:nvPr/>
        </p:nvPicPr>
        <p:blipFill>
          <a:blip r:embed="rId1367"/>
          <a:srcRect/>
          <a:stretch>
            <a:fillRect/>
          </a:stretch>
        </p:blipFill>
        <p:spPr>
          <a:xfrm>
            <a:off x="6179248" y="8667561"/>
            <a:ext cx="76391" cy="77819"/>
          </a:xfrm>
          <a:prstGeom prst="rect"/>
          <a:ln w="0">
            <a:noFill/>
          </a:ln>
        </p:spPr>
      </p:pic>
      <p:pic>
        <p:nvPicPr>
          <p:cNvPr id="2262" name="New picture"/>
          <p:cNvPicPr/>
          <p:nvPr/>
        </p:nvPicPr>
        <p:blipFill>
          <a:blip r:embed="rId1368"/>
          <a:srcRect/>
          <a:stretch>
            <a:fillRect/>
          </a:stretch>
        </p:blipFill>
        <p:spPr>
          <a:xfrm>
            <a:off x="6261831" y="8665939"/>
            <a:ext cx="70199" cy="82391"/>
          </a:xfrm>
          <a:prstGeom prst="rect"/>
          <a:ln w="0">
            <a:noFill/>
          </a:ln>
        </p:spPr>
      </p:pic>
      <p:sp>
        <p:nvSpPr>
          <p:cNvPr id="2263" name="New shape"/>
          <p:cNvSpPr/>
          <p:nvPr/>
        </p:nvSpPr>
        <p:spPr>
          <a:xfrm>
            <a:off x="6274022" y="867508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4" name="New picture"/>
          <p:cNvPicPr/>
          <p:nvPr/>
        </p:nvPicPr>
        <p:blipFill>
          <a:blip r:embed="rId1369"/>
          <a:srcRect/>
          <a:stretch>
            <a:fillRect/>
          </a:stretch>
        </p:blipFill>
        <p:spPr>
          <a:xfrm>
            <a:off x="6351842" y="8666035"/>
            <a:ext cx="122206" cy="79343"/>
          </a:xfrm>
          <a:prstGeom prst="rect"/>
          <a:ln w="0">
            <a:noFill/>
          </a:ln>
        </p:spPr>
      </p:pic>
      <p:pic>
        <p:nvPicPr>
          <p:cNvPr id="2265" name="New picture"/>
          <p:cNvPicPr/>
          <p:nvPr/>
        </p:nvPicPr>
        <p:blipFill>
          <a:blip r:embed="rId1370"/>
          <a:srcRect/>
          <a:stretch>
            <a:fillRect/>
          </a:stretch>
        </p:blipFill>
        <p:spPr>
          <a:xfrm>
            <a:off x="6496907" y="8666035"/>
            <a:ext cx="76391" cy="117443"/>
          </a:xfrm>
          <a:prstGeom prst="rect"/>
          <a:ln w="0">
            <a:noFill/>
          </a:ln>
        </p:spPr>
      </p:pic>
      <p:sp>
        <p:nvSpPr>
          <p:cNvPr id="2266" name="New shape"/>
          <p:cNvSpPr/>
          <p:nvPr/>
        </p:nvSpPr>
        <p:spPr>
          <a:xfrm>
            <a:off x="6512243" y="8676703"/>
            <a:ext cx="47244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67" name="New shape"/>
          <p:cNvSpPr/>
          <p:nvPr/>
        </p:nvSpPr>
        <p:spPr>
          <a:xfrm>
            <a:off x="6592824" y="8636508"/>
            <a:ext cx="13715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8" name="New picture"/>
          <p:cNvPicPr/>
          <p:nvPr/>
        </p:nvPicPr>
        <p:blipFill>
          <a:blip r:embed="rId1371"/>
          <a:srcRect/>
          <a:stretch>
            <a:fillRect/>
          </a:stretch>
        </p:blipFill>
        <p:spPr>
          <a:xfrm>
            <a:off x="6628256" y="8666035"/>
            <a:ext cx="70200" cy="82391"/>
          </a:xfrm>
          <a:prstGeom prst="rect"/>
          <a:ln w="0">
            <a:noFill/>
          </a:ln>
        </p:spPr>
      </p:pic>
      <p:sp>
        <p:nvSpPr>
          <p:cNvPr id="2269" name="New shape"/>
          <p:cNvSpPr/>
          <p:nvPr/>
        </p:nvSpPr>
        <p:spPr>
          <a:xfrm>
            <a:off x="6640449" y="86751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0" name="New picture"/>
          <p:cNvPicPr/>
          <p:nvPr/>
        </p:nvPicPr>
        <p:blipFill>
          <a:blip r:embed="rId1372"/>
          <a:srcRect/>
          <a:stretch>
            <a:fillRect/>
          </a:stretch>
        </p:blipFill>
        <p:spPr>
          <a:xfrm>
            <a:off x="6710743" y="8666035"/>
            <a:ext cx="58007" cy="82391"/>
          </a:xfrm>
          <a:prstGeom prst="rect"/>
          <a:ln w="0">
            <a:noFill/>
          </a:ln>
        </p:spPr>
      </p:pic>
      <p:pic>
        <p:nvPicPr>
          <p:cNvPr id="2271" name="New picture"/>
          <p:cNvPicPr/>
          <p:nvPr/>
        </p:nvPicPr>
        <p:blipFill>
          <a:blip r:embed="rId1373"/>
          <a:srcRect/>
          <a:stretch>
            <a:fillRect/>
          </a:stretch>
        </p:blipFill>
        <p:spPr>
          <a:xfrm>
            <a:off x="677418" y="8894921"/>
            <a:ext cx="64103" cy="82486"/>
          </a:xfrm>
          <a:prstGeom prst="rect"/>
          <a:ln w="0">
            <a:noFill/>
          </a:ln>
        </p:spPr>
      </p:pic>
      <p:pic>
        <p:nvPicPr>
          <p:cNvPr id="2272" name="New picture"/>
          <p:cNvPicPr/>
          <p:nvPr/>
        </p:nvPicPr>
        <p:blipFill>
          <a:blip r:embed="rId1374"/>
          <a:srcRect/>
          <a:stretch>
            <a:fillRect/>
          </a:stretch>
        </p:blipFill>
        <p:spPr>
          <a:xfrm>
            <a:off x="752285" y="8894921"/>
            <a:ext cx="77819" cy="82391"/>
          </a:xfrm>
          <a:prstGeom prst="rect"/>
          <a:ln w="0">
            <a:noFill/>
          </a:ln>
        </p:spPr>
      </p:pic>
      <p:sp>
        <p:nvSpPr>
          <p:cNvPr id="2273" name="New shape"/>
          <p:cNvSpPr/>
          <p:nvPr/>
        </p:nvSpPr>
        <p:spPr>
          <a:xfrm>
            <a:off x="766001" y="89055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4" name="New picture"/>
          <p:cNvPicPr/>
          <p:nvPr/>
        </p:nvPicPr>
        <p:blipFill>
          <a:blip r:embed="rId1375"/>
          <a:srcRect/>
          <a:stretch>
            <a:fillRect/>
          </a:stretch>
        </p:blipFill>
        <p:spPr>
          <a:xfrm>
            <a:off x="850011" y="8894921"/>
            <a:ext cx="70295" cy="79343"/>
          </a:xfrm>
          <a:prstGeom prst="rect"/>
          <a:ln w="0">
            <a:noFill/>
          </a:ln>
        </p:spPr>
      </p:pic>
      <p:pic>
        <p:nvPicPr>
          <p:cNvPr id="2275" name="New picture"/>
          <p:cNvPicPr/>
          <p:nvPr/>
        </p:nvPicPr>
        <p:blipFill>
          <a:blip r:embed="rId1376"/>
          <a:srcRect/>
          <a:stretch>
            <a:fillRect/>
          </a:stretch>
        </p:blipFill>
        <p:spPr>
          <a:xfrm>
            <a:off x="940022" y="8894921"/>
            <a:ext cx="64103" cy="82391"/>
          </a:xfrm>
          <a:prstGeom prst="rect"/>
          <a:ln w="0">
            <a:noFill/>
          </a:ln>
        </p:spPr>
      </p:pic>
      <p:pic>
        <p:nvPicPr>
          <p:cNvPr id="2276" name="New picture"/>
          <p:cNvPicPr/>
          <p:nvPr/>
        </p:nvPicPr>
        <p:blipFill>
          <a:blip r:embed="rId1377"/>
          <a:srcRect/>
          <a:stretch>
            <a:fillRect/>
          </a:stretch>
        </p:blipFill>
        <p:spPr>
          <a:xfrm>
            <a:off x="1020889" y="8894921"/>
            <a:ext cx="42767" cy="79343"/>
          </a:xfrm>
          <a:prstGeom prst="rect"/>
          <a:ln w="0">
            <a:noFill/>
          </a:ln>
        </p:spPr>
      </p:pic>
      <p:pic>
        <p:nvPicPr>
          <p:cNvPr id="2277" name="New picture"/>
          <p:cNvPicPr/>
          <p:nvPr/>
        </p:nvPicPr>
        <p:blipFill>
          <a:blip r:embed="rId1378"/>
          <a:srcRect/>
          <a:stretch>
            <a:fillRect/>
          </a:stretch>
        </p:blipFill>
        <p:spPr>
          <a:xfrm>
            <a:off x="1069848" y="8894826"/>
            <a:ext cx="71819" cy="82391"/>
          </a:xfrm>
          <a:prstGeom prst="rect"/>
          <a:ln w="0">
            <a:noFill/>
          </a:ln>
        </p:spPr>
      </p:pic>
      <p:sp>
        <p:nvSpPr>
          <p:cNvPr id="2278" name="New shape"/>
          <p:cNvSpPr/>
          <p:nvPr/>
        </p:nvSpPr>
        <p:spPr>
          <a:xfrm>
            <a:off x="1082040" y="890397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9" name="New picture"/>
          <p:cNvPicPr/>
          <p:nvPr/>
        </p:nvPicPr>
        <p:blipFill>
          <a:blip r:embed="rId1379"/>
          <a:srcRect/>
          <a:stretch>
            <a:fillRect/>
          </a:stretch>
        </p:blipFill>
        <p:spPr>
          <a:xfrm>
            <a:off x="1149286" y="8873489"/>
            <a:ext cx="48863" cy="103822"/>
          </a:xfrm>
          <a:prstGeom prst="rect"/>
          <a:ln w="0">
            <a:noFill/>
          </a:ln>
        </p:spPr>
      </p:pic>
      <p:pic>
        <p:nvPicPr>
          <p:cNvPr id="2280" name="New picture"/>
          <p:cNvPicPr/>
          <p:nvPr/>
        </p:nvPicPr>
        <p:blipFill>
          <a:blip r:embed="rId1380"/>
          <a:srcRect/>
          <a:stretch>
            <a:fillRect/>
          </a:stretch>
        </p:blipFill>
        <p:spPr>
          <a:xfrm>
            <a:off x="1205674" y="8894922"/>
            <a:ext cx="58103" cy="82391"/>
          </a:xfrm>
          <a:prstGeom prst="rect"/>
          <a:ln w="0">
            <a:noFill/>
          </a:ln>
        </p:spPr>
      </p:pic>
      <p:pic>
        <p:nvPicPr>
          <p:cNvPr id="2281" name="New picture"/>
          <p:cNvPicPr/>
          <p:nvPr/>
        </p:nvPicPr>
        <p:blipFill>
          <a:blip r:embed="rId1381"/>
          <a:srcRect/>
          <a:stretch>
            <a:fillRect/>
          </a:stretch>
        </p:blipFill>
        <p:spPr>
          <a:xfrm>
            <a:off x="1321880" y="8894921"/>
            <a:ext cx="74771" cy="117443"/>
          </a:xfrm>
          <a:prstGeom prst="rect"/>
          <a:ln w="0">
            <a:noFill/>
          </a:ln>
        </p:spPr>
      </p:pic>
      <p:sp>
        <p:nvSpPr>
          <p:cNvPr id="2282" name="New shape"/>
          <p:cNvSpPr/>
          <p:nvPr/>
        </p:nvSpPr>
        <p:spPr>
          <a:xfrm>
            <a:off x="1335595" y="890558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3" name="New picture"/>
          <p:cNvPicPr/>
          <p:nvPr/>
        </p:nvPicPr>
        <p:blipFill>
          <a:blip r:embed="rId1382"/>
          <a:srcRect/>
          <a:stretch>
            <a:fillRect/>
          </a:stretch>
        </p:blipFill>
        <p:spPr>
          <a:xfrm>
            <a:off x="1411891" y="8894921"/>
            <a:ext cx="77915" cy="82391"/>
          </a:xfrm>
          <a:prstGeom prst="rect"/>
          <a:ln w="0">
            <a:noFill/>
          </a:ln>
        </p:spPr>
      </p:pic>
      <p:sp>
        <p:nvSpPr>
          <p:cNvPr id="2284" name="New shape"/>
          <p:cNvSpPr/>
          <p:nvPr/>
        </p:nvSpPr>
        <p:spPr>
          <a:xfrm>
            <a:off x="1425702" y="89055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5" name="New picture"/>
          <p:cNvPicPr/>
          <p:nvPr/>
        </p:nvPicPr>
        <p:blipFill>
          <a:blip r:embed="rId1383"/>
          <a:srcRect/>
          <a:stretch>
            <a:fillRect/>
          </a:stretch>
        </p:blipFill>
        <p:spPr>
          <a:xfrm>
            <a:off x="1509617" y="8896446"/>
            <a:ext cx="70199" cy="80867"/>
          </a:xfrm>
          <a:prstGeom prst="rect"/>
          <a:ln w="0">
            <a:noFill/>
          </a:ln>
        </p:spPr>
      </p:pic>
      <p:pic>
        <p:nvPicPr>
          <p:cNvPr id="2286" name="New picture"/>
          <p:cNvPicPr/>
          <p:nvPr/>
        </p:nvPicPr>
        <p:blipFill>
          <a:blip r:embed="rId1384"/>
          <a:srcRect/>
          <a:stretch>
            <a:fillRect/>
          </a:stretch>
        </p:blipFill>
        <p:spPr>
          <a:xfrm>
            <a:off x="1604296" y="8894826"/>
            <a:ext cx="42767" cy="79439"/>
          </a:xfrm>
          <a:prstGeom prst="rect"/>
          <a:ln w="0">
            <a:noFill/>
          </a:ln>
        </p:spPr>
      </p:pic>
      <p:pic>
        <p:nvPicPr>
          <p:cNvPr id="2287" name="New picture"/>
          <p:cNvPicPr/>
          <p:nvPr/>
        </p:nvPicPr>
        <p:blipFill>
          <a:blip r:embed="rId1385"/>
          <a:srcRect/>
          <a:stretch>
            <a:fillRect/>
          </a:stretch>
        </p:blipFill>
        <p:spPr>
          <a:xfrm>
            <a:off x="1698974" y="8894826"/>
            <a:ext cx="122110" cy="79439"/>
          </a:xfrm>
          <a:prstGeom prst="rect"/>
          <a:ln w="0">
            <a:noFill/>
          </a:ln>
        </p:spPr>
      </p:pic>
      <p:pic>
        <p:nvPicPr>
          <p:cNvPr id="2288" name="New picture"/>
          <p:cNvPicPr/>
          <p:nvPr/>
        </p:nvPicPr>
        <p:blipFill>
          <a:blip r:embed="rId1386"/>
          <a:srcRect/>
          <a:stretch>
            <a:fillRect/>
          </a:stretch>
        </p:blipFill>
        <p:spPr>
          <a:xfrm>
            <a:off x="1840992" y="8894922"/>
            <a:ext cx="70295" cy="82391"/>
          </a:xfrm>
          <a:prstGeom prst="rect"/>
          <a:ln w="0">
            <a:noFill/>
          </a:ln>
        </p:spPr>
      </p:pic>
      <p:sp>
        <p:nvSpPr>
          <p:cNvPr id="2289" name="New shape"/>
          <p:cNvSpPr/>
          <p:nvPr/>
        </p:nvSpPr>
        <p:spPr>
          <a:xfrm>
            <a:off x="1853279" y="890406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0" name="New picture"/>
          <p:cNvPicPr/>
          <p:nvPr/>
        </p:nvPicPr>
        <p:blipFill>
          <a:blip r:embed="rId1387"/>
          <a:srcRect/>
          <a:stretch>
            <a:fillRect/>
          </a:stretch>
        </p:blipFill>
        <p:spPr>
          <a:xfrm>
            <a:off x="1920430" y="8873489"/>
            <a:ext cx="47339" cy="103822"/>
          </a:xfrm>
          <a:prstGeom prst="rect"/>
          <a:ln w="0">
            <a:noFill/>
          </a:ln>
        </p:spPr>
      </p:pic>
      <p:pic>
        <p:nvPicPr>
          <p:cNvPr id="2291" name="New picture"/>
          <p:cNvPicPr/>
          <p:nvPr/>
        </p:nvPicPr>
        <p:blipFill>
          <a:blip r:embed="rId1388"/>
          <a:srcRect/>
          <a:stretch>
            <a:fillRect/>
          </a:stretch>
        </p:blipFill>
        <p:spPr>
          <a:xfrm>
            <a:off x="1975485" y="8873489"/>
            <a:ext cx="47339" cy="103822"/>
          </a:xfrm>
          <a:prstGeom prst="rect"/>
          <a:ln w="0">
            <a:noFill/>
          </a:ln>
        </p:spPr>
      </p:pic>
      <p:pic>
        <p:nvPicPr>
          <p:cNvPr id="2292" name="New picture"/>
          <p:cNvPicPr/>
          <p:nvPr/>
        </p:nvPicPr>
        <p:blipFill>
          <a:blip r:embed="rId1389"/>
          <a:srcRect/>
          <a:stretch>
            <a:fillRect/>
          </a:stretch>
        </p:blipFill>
        <p:spPr>
          <a:xfrm>
            <a:off x="2039398" y="8894921"/>
            <a:ext cx="42767" cy="79343"/>
          </a:xfrm>
          <a:prstGeom prst="rect"/>
          <a:ln w="0">
            <a:noFill/>
          </a:ln>
        </p:spPr>
      </p:pic>
      <p:pic>
        <p:nvPicPr>
          <p:cNvPr id="2293" name="New picture"/>
          <p:cNvPicPr/>
          <p:nvPr/>
        </p:nvPicPr>
        <p:blipFill>
          <a:blip r:embed="rId1390"/>
          <a:srcRect/>
          <a:stretch>
            <a:fillRect/>
          </a:stretch>
        </p:blipFill>
        <p:spPr>
          <a:xfrm>
            <a:off x="2088356" y="8894922"/>
            <a:ext cx="70295" cy="82391"/>
          </a:xfrm>
          <a:prstGeom prst="rect"/>
          <a:ln w="0">
            <a:noFill/>
          </a:ln>
        </p:spPr>
      </p:pic>
      <p:sp>
        <p:nvSpPr>
          <p:cNvPr id="2294" name="New shape"/>
          <p:cNvSpPr/>
          <p:nvPr/>
        </p:nvSpPr>
        <p:spPr>
          <a:xfrm>
            <a:off x="2100549" y="890406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5" name="New picture"/>
          <p:cNvPicPr/>
          <p:nvPr/>
        </p:nvPicPr>
        <p:blipFill>
          <a:blip r:embed="rId1391"/>
          <a:srcRect/>
          <a:stretch>
            <a:fillRect/>
          </a:stretch>
        </p:blipFill>
        <p:spPr>
          <a:xfrm>
            <a:off x="2213610" y="8894921"/>
            <a:ext cx="64199" cy="82391"/>
          </a:xfrm>
          <a:prstGeom prst="rect"/>
          <a:ln w="0">
            <a:noFill/>
          </a:ln>
        </p:spPr>
      </p:pic>
      <p:pic>
        <p:nvPicPr>
          <p:cNvPr id="2296" name="New picture"/>
          <p:cNvPicPr/>
          <p:nvPr/>
        </p:nvPicPr>
        <p:blipFill>
          <a:blip r:embed="rId1392"/>
          <a:srcRect/>
          <a:stretch>
            <a:fillRect/>
          </a:stretch>
        </p:blipFill>
        <p:spPr>
          <a:xfrm>
            <a:off x="2288476" y="8894922"/>
            <a:ext cx="71723" cy="82391"/>
          </a:xfrm>
          <a:prstGeom prst="rect"/>
          <a:ln w="0">
            <a:noFill/>
          </a:ln>
        </p:spPr>
      </p:pic>
      <p:sp>
        <p:nvSpPr>
          <p:cNvPr id="2297" name="New shape"/>
          <p:cNvSpPr/>
          <p:nvPr/>
        </p:nvSpPr>
        <p:spPr>
          <a:xfrm>
            <a:off x="2302192" y="890406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8" name="New picture"/>
          <p:cNvPicPr/>
          <p:nvPr/>
        </p:nvPicPr>
        <p:blipFill>
          <a:blip r:embed="rId1393"/>
          <a:srcRect/>
          <a:stretch>
            <a:fillRect/>
          </a:stretch>
        </p:blipFill>
        <p:spPr>
          <a:xfrm>
            <a:off x="2370868" y="8894922"/>
            <a:ext cx="58102" cy="82391"/>
          </a:xfrm>
          <a:prstGeom prst="rect"/>
          <a:ln w="0">
            <a:noFill/>
          </a:ln>
        </p:spPr>
      </p:pic>
      <p:pic>
        <p:nvPicPr>
          <p:cNvPr id="2299" name="New picture"/>
          <p:cNvPicPr/>
          <p:nvPr/>
        </p:nvPicPr>
        <p:blipFill>
          <a:blip r:embed="rId1394"/>
          <a:srcRect/>
          <a:stretch>
            <a:fillRect/>
          </a:stretch>
        </p:blipFill>
        <p:spPr>
          <a:xfrm>
            <a:off x="2482405" y="8894921"/>
            <a:ext cx="64103" cy="82391"/>
          </a:xfrm>
          <a:prstGeom prst="rect"/>
          <a:ln w="0">
            <a:noFill/>
          </a:ln>
        </p:spPr>
      </p:pic>
      <p:pic>
        <p:nvPicPr>
          <p:cNvPr id="2300" name="New picture"/>
          <p:cNvPicPr/>
          <p:nvPr/>
        </p:nvPicPr>
        <p:blipFill>
          <a:blip r:embed="rId1395"/>
          <a:srcRect/>
          <a:stretch>
            <a:fillRect/>
          </a:stretch>
        </p:blipFill>
        <p:spPr>
          <a:xfrm>
            <a:off x="2557176" y="8894921"/>
            <a:ext cx="77914" cy="82391"/>
          </a:xfrm>
          <a:prstGeom prst="rect"/>
          <a:ln w="0">
            <a:noFill/>
          </a:ln>
        </p:spPr>
      </p:pic>
      <p:sp>
        <p:nvSpPr>
          <p:cNvPr id="2301" name="New shape"/>
          <p:cNvSpPr/>
          <p:nvPr/>
        </p:nvSpPr>
        <p:spPr>
          <a:xfrm>
            <a:off x="2570988" y="8905589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2" name="New picture"/>
          <p:cNvPicPr/>
          <p:nvPr/>
        </p:nvPicPr>
        <p:blipFill>
          <a:blip r:embed="rId1396"/>
          <a:srcRect/>
          <a:stretch>
            <a:fillRect/>
          </a:stretch>
        </p:blipFill>
        <p:spPr>
          <a:xfrm>
            <a:off x="2654903" y="8894921"/>
            <a:ext cx="70294" cy="79343"/>
          </a:xfrm>
          <a:prstGeom prst="rect"/>
          <a:ln w="0">
            <a:noFill/>
          </a:ln>
        </p:spPr>
      </p:pic>
      <p:pic>
        <p:nvPicPr>
          <p:cNvPr id="2303" name="New picture"/>
          <p:cNvPicPr/>
          <p:nvPr/>
        </p:nvPicPr>
        <p:blipFill>
          <a:blip r:embed="rId1397"/>
          <a:srcRect/>
          <a:stretch>
            <a:fillRect/>
          </a:stretch>
        </p:blipFill>
        <p:spPr>
          <a:xfrm>
            <a:off x="2745010" y="8894921"/>
            <a:ext cx="64199" cy="82391"/>
          </a:xfrm>
          <a:prstGeom prst="rect"/>
          <a:ln w="0">
            <a:noFill/>
          </a:ln>
        </p:spPr>
      </p:pic>
      <p:pic>
        <p:nvPicPr>
          <p:cNvPr id="2304" name="New picture"/>
          <p:cNvPicPr/>
          <p:nvPr/>
        </p:nvPicPr>
        <p:blipFill>
          <a:blip r:embed="rId1398"/>
          <a:srcRect/>
          <a:stretch>
            <a:fillRect/>
          </a:stretch>
        </p:blipFill>
        <p:spPr>
          <a:xfrm>
            <a:off x="2818352" y="8894922"/>
            <a:ext cx="71723" cy="82391"/>
          </a:xfrm>
          <a:prstGeom prst="rect"/>
          <a:ln w="0">
            <a:noFill/>
          </a:ln>
        </p:spPr>
      </p:pic>
      <p:sp>
        <p:nvSpPr>
          <p:cNvPr id="2305" name="New shape"/>
          <p:cNvSpPr/>
          <p:nvPr/>
        </p:nvSpPr>
        <p:spPr>
          <a:xfrm>
            <a:off x="2832068" y="890406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6" name="New picture"/>
          <p:cNvPicPr/>
          <p:nvPr/>
        </p:nvPicPr>
        <p:blipFill>
          <a:blip r:embed="rId1399"/>
          <a:srcRect/>
          <a:stretch>
            <a:fillRect/>
          </a:stretch>
        </p:blipFill>
        <p:spPr>
          <a:xfrm>
            <a:off x="2909982" y="8894921"/>
            <a:ext cx="74771" cy="117443"/>
          </a:xfrm>
          <a:prstGeom prst="rect"/>
          <a:ln w="0">
            <a:noFill/>
          </a:ln>
        </p:spPr>
      </p:pic>
      <p:sp>
        <p:nvSpPr>
          <p:cNvPr id="2307" name="New shape"/>
          <p:cNvSpPr/>
          <p:nvPr/>
        </p:nvSpPr>
        <p:spPr>
          <a:xfrm>
            <a:off x="2923699" y="890558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8" name="New picture"/>
          <p:cNvPicPr/>
          <p:nvPr/>
        </p:nvPicPr>
        <p:blipFill>
          <a:blip r:embed="rId1400"/>
          <a:srcRect/>
          <a:stretch>
            <a:fillRect/>
          </a:stretch>
        </p:blipFill>
        <p:spPr>
          <a:xfrm>
            <a:off x="2993898" y="8873489"/>
            <a:ext cx="47339" cy="103822"/>
          </a:xfrm>
          <a:prstGeom prst="rect"/>
          <a:ln w="0">
            <a:noFill/>
          </a:ln>
        </p:spPr>
      </p:pic>
      <p:pic>
        <p:nvPicPr>
          <p:cNvPr id="2309" name="New picture"/>
          <p:cNvPicPr/>
          <p:nvPr/>
        </p:nvPicPr>
        <p:blipFill>
          <a:blip r:embed="rId1401"/>
          <a:srcRect/>
          <a:stretch>
            <a:fillRect/>
          </a:stretch>
        </p:blipFill>
        <p:spPr>
          <a:xfrm>
            <a:off x="3050381" y="8894922"/>
            <a:ext cx="58102" cy="82391"/>
          </a:xfrm>
          <a:prstGeom prst="rect"/>
          <a:ln w="0">
            <a:noFill/>
          </a:ln>
        </p:spPr>
      </p:pic>
      <p:pic>
        <p:nvPicPr>
          <p:cNvPr id="2310" name="New picture"/>
          <p:cNvPicPr/>
          <p:nvPr/>
        </p:nvPicPr>
        <p:blipFill>
          <a:blip r:embed="rId1402"/>
          <a:srcRect/>
          <a:stretch>
            <a:fillRect/>
          </a:stretch>
        </p:blipFill>
        <p:spPr>
          <a:xfrm>
            <a:off x="3161824" y="8894922"/>
            <a:ext cx="70295" cy="82391"/>
          </a:xfrm>
          <a:prstGeom prst="rect"/>
          <a:ln w="0">
            <a:noFill/>
          </a:ln>
        </p:spPr>
      </p:pic>
      <p:sp>
        <p:nvSpPr>
          <p:cNvPr id="2311" name="New shape"/>
          <p:cNvSpPr/>
          <p:nvPr/>
        </p:nvSpPr>
        <p:spPr>
          <a:xfrm>
            <a:off x="3174111" y="890406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2" name="New picture"/>
          <p:cNvPicPr/>
          <p:nvPr/>
        </p:nvPicPr>
        <p:blipFill>
          <a:blip r:embed="rId1403"/>
          <a:srcRect/>
          <a:stretch>
            <a:fillRect/>
          </a:stretch>
        </p:blipFill>
        <p:spPr>
          <a:xfrm>
            <a:off x="3252026" y="8894921"/>
            <a:ext cx="70295" cy="79343"/>
          </a:xfrm>
          <a:prstGeom prst="rect"/>
          <a:ln w="0">
            <a:noFill/>
          </a:ln>
        </p:spPr>
      </p:pic>
      <p:pic>
        <p:nvPicPr>
          <p:cNvPr id="2313" name="New picture"/>
          <p:cNvPicPr/>
          <p:nvPr/>
        </p:nvPicPr>
        <p:blipFill>
          <a:blip r:embed="rId1404"/>
          <a:srcRect/>
          <a:stretch>
            <a:fillRect/>
          </a:stretch>
        </p:blipFill>
        <p:spPr>
          <a:xfrm>
            <a:off x="3386328" y="8894921"/>
            <a:ext cx="74866" cy="117443"/>
          </a:xfrm>
          <a:prstGeom prst="rect"/>
          <a:ln w="0">
            <a:noFill/>
          </a:ln>
        </p:spPr>
      </p:pic>
      <p:sp>
        <p:nvSpPr>
          <p:cNvPr id="2314" name="New shape"/>
          <p:cNvSpPr/>
          <p:nvPr/>
        </p:nvSpPr>
        <p:spPr>
          <a:xfrm>
            <a:off x="3400139" y="890558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5" name="New picture"/>
          <p:cNvPicPr/>
          <p:nvPr/>
        </p:nvPicPr>
        <p:blipFill>
          <a:blip r:embed="rId1405"/>
          <a:srcRect/>
          <a:stretch>
            <a:fillRect/>
          </a:stretch>
        </p:blipFill>
        <p:spPr>
          <a:xfrm>
            <a:off x="3481007" y="8894921"/>
            <a:ext cx="42767" cy="79343"/>
          </a:xfrm>
          <a:prstGeom prst="rect"/>
          <a:ln w="0">
            <a:noFill/>
          </a:ln>
        </p:spPr>
      </p:pic>
      <p:pic>
        <p:nvPicPr>
          <p:cNvPr id="2316" name="New picture"/>
          <p:cNvPicPr/>
          <p:nvPr/>
        </p:nvPicPr>
        <p:blipFill>
          <a:blip r:embed="rId1406"/>
          <a:srcRect/>
          <a:stretch>
            <a:fillRect/>
          </a:stretch>
        </p:blipFill>
        <p:spPr>
          <a:xfrm>
            <a:off x="3528346" y="8894921"/>
            <a:ext cx="65627" cy="82391"/>
          </a:xfrm>
          <a:prstGeom prst="rect"/>
          <a:ln w="0">
            <a:noFill/>
          </a:ln>
        </p:spPr>
      </p:pic>
      <p:sp>
        <p:nvSpPr>
          <p:cNvPr id="2317" name="New shape"/>
          <p:cNvSpPr/>
          <p:nvPr/>
        </p:nvSpPr>
        <p:spPr>
          <a:xfrm>
            <a:off x="3542062" y="8936070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8" name="New picture"/>
          <p:cNvPicPr/>
          <p:nvPr/>
        </p:nvPicPr>
        <p:blipFill>
          <a:blip r:embed="rId1407"/>
          <a:srcRect/>
          <a:stretch>
            <a:fillRect/>
          </a:stretch>
        </p:blipFill>
        <p:spPr>
          <a:xfrm>
            <a:off x="3606260" y="8873489"/>
            <a:ext cx="47339" cy="103822"/>
          </a:xfrm>
          <a:prstGeom prst="rect"/>
          <a:ln w="0">
            <a:noFill/>
          </a:ln>
        </p:spPr>
      </p:pic>
      <p:sp>
        <p:nvSpPr>
          <p:cNvPr id="2319" name="New shape"/>
          <p:cNvSpPr/>
          <p:nvPr/>
        </p:nvSpPr>
        <p:spPr>
          <a:xfrm>
            <a:off x="3671888" y="8896446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0" name="New picture"/>
          <p:cNvPicPr/>
          <p:nvPr/>
        </p:nvPicPr>
        <p:blipFill>
          <a:blip r:embed="rId1408"/>
          <a:srcRect/>
          <a:stretch>
            <a:fillRect/>
          </a:stretch>
        </p:blipFill>
        <p:spPr>
          <a:xfrm>
            <a:off x="3670364" y="8862822"/>
            <a:ext cx="16859" cy="15240"/>
          </a:xfrm>
          <a:prstGeom prst="rect"/>
          <a:ln w="0">
            <a:noFill/>
          </a:ln>
        </p:spPr>
      </p:pic>
      <p:pic>
        <p:nvPicPr>
          <p:cNvPr id="2321" name="New picture"/>
          <p:cNvPicPr/>
          <p:nvPr/>
        </p:nvPicPr>
        <p:blipFill>
          <a:blip r:embed="rId1409"/>
          <a:srcRect/>
          <a:stretch>
            <a:fillRect/>
          </a:stretch>
        </p:blipFill>
        <p:spPr>
          <a:xfrm>
            <a:off x="3705511" y="8894921"/>
            <a:ext cx="74866" cy="117443"/>
          </a:xfrm>
          <a:prstGeom prst="rect"/>
          <a:ln w="0">
            <a:noFill/>
          </a:ln>
        </p:spPr>
      </p:pic>
      <p:sp>
        <p:nvSpPr>
          <p:cNvPr id="2322" name="New shape"/>
          <p:cNvSpPr/>
          <p:nvPr/>
        </p:nvSpPr>
        <p:spPr>
          <a:xfrm>
            <a:off x="3719226" y="8905588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3" name="New picture"/>
          <p:cNvPicPr/>
          <p:nvPr/>
        </p:nvPicPr>
        <p:blipFill>
          <a:blip r:embed="rId1410"/>
          <a:srcRect/>
          <a:stretch>
            <a:fillRect/>
          </a:stretch>
        </p:blipFill>
        <p:spPr>
          <a:xfrm>
            <a:off x="3806285" y="8896540"/>
            <a:ext cx="68675" cy="80868"/>
          </a:xfrm>
          <a:prstGeom prst="rect"/>
          <a:ln w="0">
            <a:noFill/>
          </a:ln>
        </p:spPr>
      </p:pic>
      <p:pic>
        <p:nvPicPr>
          <p:cNvPr id="2324" name="New picture"/>
          <p:cNvPicPr/>
          <p:nvPr/>
        </p:nvPicPr>
        <p:blipFill>
          <a:blip r:embed="rId1411"/>
          <a:srcRect/>
          <a:stretch>
            <a:fillRect/>
          </a:stretch>
        </p:blipFill>
        <p:spPr>
          <a:xfrm>
            <a:off x="3894964" y="8894922"/>
            <a:ext cx="71723" cy="82391"/>
          </a:xfrm>
          <a:prstGeom prst="rect"/>
          <a:ln w="0">
            <a:noFill/>
          </a:ln>
        </p:spPr>
      </p:pic>
      <p:sp>
        <p:nvSpPr>
          <p:cNvPr id="2325" name="New shape"/>
          <p:cNvSpPr/>
          <p:nvPr/>
        </p:nvSpPr>
        <p:spPr>
          <a:xfrm>
            <a:off x="3908679" y="890406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6" name="New picture"/>
          <p:cNvPicPr/>
          <p:nvPr/>
        </p:nvPicPr>
        <p:blipFill>
          <a:blip r:embed="rId1412"/>
          <a:srcRect/>
          <a:stretch>
            <a:fillRect/>
          </a:stretch>
        </p:blipFill>
        <p:spPr>
          <a:xfrm>
            <a:off x="3983450" y="8959024"/>
            <a:ext cx="16859" cy="16763"/>
          </a:xfrm>
          <a:prstGeom prst="rect"/>
          <a:ln w="0">
            <a:noFill/>
          </a:ln>
        </p:spPr>
      </p:pic>
      <p:pic>
        <p:nvPicPr>
          <p:cNvPr id="2327" name="New picture"/>
          <p:cNvPicPr/>
          <p:nvPr/>
        </p:nvPicPr>
        <p:blipFill>
          <a:blip r:embed="rId1413"/>
          <a:srcRect/>
          <a:stretch>
            <a:fillRect/>
          </a:stretch>
        </p:blipFill>
        <p:spPr>
          <a:xfrm>
            <a:off x="674370" y="9244394"/>
            <a:ext cx="161830" cy="225837"/>
          </a:xfrm>
          <a:prstGeom prst="rect"/>
          <a:ln w="0">
            <a:noFill/>
          </a:ln>
        </p:spPr>
      </p:pic>
      <p:sp>
        <p:nvSpPr>
          <p:cNvPr id="2328" name="New shape"/>
          <p:cNvSpPr/>
          <p:nvPr/>
        </p:nvSpPr>
        <p:spPr>
          <a:xfrm>
            <a:off x="718661" y="9313069"/>
            <a:ext cx="53435" cy="8543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29" name="New shape"/>
          <p:cNvSpPr/>
          <p:nvPr/>
        </p:nvSpPr>
        <p:spPr>
          <a:xfrm>
            <a:off x="854583" y="9430513"/>
            <a:ext cx="39719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0" name="New picture"/>
          <p:cNvPicPr/>
          <p:nvPr/>
        </p:nvPicPr>
        <p:blipFill>
          <a:blip r:embed="rId1414"/>
          <a:srcRect/>
          <a:stretch>
            <a:fillRect/>
          </a:stretch>
        </p:blipFill>
        <p:spPr>
          <a:xfrm>
            <a:off x="1002697" y="9326784"/>
            <a:ext cx="42767" cy="111443"/>
          </a:xfrm>
          <a:prstGeom prst="rect"/>
          <a:ln w="0">
            <a:noFill/>
          </a:ln>
        </p:spPr>
      </p:pic>
      <p:pic>
        <p:nvPicPr>
          <p:cNvPr id="2331" name="New picture"/>
          <p:cNvPicPr/>
          <p:nvPr/>
        </p:nvPicPr>
        <p:blipFill>
          <a:blip r:embed="rId1415"/>
          <a:srcRect/>
          <a:stretch>
            <a:fillRect/>
          </a:stretch>
        </p:blipFill>
        <p:spPr>
          <a:xfrm>
            <a:off x="1063752" y="9326784"/>
            <a:ext cx="42767" cy="111443"/>
          </a:xfrm>
          <a:prstGeom prst="rect"/>
          <a:ln w="0">
            <a:noFill/>
          </a:ln>
        </p:spPr>
      </p:pic>
      <p:pic>
        <p:nvPicPr>
          <p:cNvPr id="2332" name="New picture"/>
          <p:cNvPicPr/>
          <p:nvPr/>
        </p:nvPicPr>
        <p:blipFill>
          <a:blip r:embed="rId1416"/>
          <a:srcRect/>
          <a:stretch>
            <a:fillRect/>
          </a:stretch>
        </p:blipFill>
        <p:spPr>
          <a:xfrm>
            <a:off x="1213390" y="9244394"/>
            <a:ext cx="143542" cy="225837"/>
          </a:xfrm>
          <a:prstGeom prst="rect"/>
          <a:ln w="0">
            <a:noFill/>
          </a:ln>
        </p:spPr>
      </p:pic>
      <p:sp>
        <p:nvSpPr>
          <p:cNvPr id="2333" name="New shape"/>
          <p:cNvSpPr/>
          <p:nvPr/>
        </p:nvSpPr>
        <p:spPr>
          <a:xfrm>
            <a:off x="1254633" y="9284018"/>
            <a:ext cx="61055" cy="610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4" name="New picture"/>
          <p:cNvPicPr/>
          <p:nvPr/>
        </p:nvPicPr>
        <p:blipFill>
          <a:blip r:embed="rId1417"/>
          <a:srcRect/>
          <a:stretch>
            <a:fillRect/>
          </a:stretch>
        </p:blipFill>
        <p:spPr>
          <a:xfrm>
            <a:off x="1370743" y="9294781"/>
            <a:ext cx="77819" cy="175451"/>
          </a:xfrm>
          <a:prstGeom prst="rect"/>
          <a:ln w="0">
            <a:noFill/>
          </a:ln>
        </p:spPr>
      </p:pic>
      <p:pic>
        <p:nvPicPr>
          <p:cNvPr id="2335" name="New picture"/>
          <p:cNvPicPr/>
          <p:nvPr/>
        </p:nvPicPr>
        <p:blipFill>
          <a:blip r:embed="rId1418"/>
          <a:srcRect/>
          <a:stretch>
            <a:fillRect/>
          </a:stretch>
        </p:blipFill>
        <p:spPr>
          <a:xfrm>
            <a:off x="1439418" y="9294685"/>
            <a:ext cx="180213" cy="181642"/>
          </a:xfrm>
          <a:prstGeom prst="rect"/>
          <a:ln w="0">
            <a:noFill/>
          </a:ln>
        </p:spPr>
      </p:pic>
      <p:sp>
        <p:nvSpPr>
          <p:cNvPr id="2336" name="New shape"/>
          <p:cNvSpPr/>
          <p:nvPr/>
        </p:nvSpPr>
        <p:spPr>
          <a:xfrm>
            <a:off x="1480661" y="9332881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7" name="New picture"/>
          <p:cNvPicPr/>
          <p:nvPr/>
        </p:nvPicPr>
        <p:blipFill>
          <a:blip r:embed="rId1419"/>
          <a:srcRect/>
          <a:stretch>
            <a:fillRect/>
          </a:stretch>
        </p:blipFill>
        <p:spPr>
          <a:xfrm>
            <a:off x="1627251" y="9294685"/>
            <a:ext cx="180213" cy="244222"/>
          </a:xfrm>
          <a:prstGeom prst="rect"/>
          <a:ln w="0">
            <a:noFill/>
          </a:ln>
        </p:spPr>
      </p:pic>
      <p:sp>
        <p:nvSpPr>
          <p:cNvPr id="2338" name="New shape"/>
          <p:cNvSpPr/>
          <p:nvPr/>
        </p:nvSpPr>
        <p:spPr>
          <a:xfrm>
            <a:off x="1668494" y="9332881"/>
            <a:ext cx="99250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9" name="New picture"/>
          <p:cNvPicPr/>
          <p:nvPr/>
        </p:nvPicPr>
        <p:blipFill>
          <a:blip r:embed="rId1420"/>
          <a:srcRect/>
          <a:stretch>
            <a:fillRect/>
          </a:stretch>
        </p:blipFill>
        <p:spPr>
          <a:xfrm>
            <a:off x="1828800" y="9294781"/>
            <a:ext cx="77819" cy="175451"/>
          </a:xfrm>
          <a:prstGeom prst="rect"/>
          <a:ln w="0">
            <a:noFill/>
          </a:ln>
        </p:spPr>
      </p:pic>
      <p:pic>
        <p:nvPicPr>
          <p:cNvPr id="2340" name="New picture"/>
          <p:cNvPicPr/>
          <p:nvPr/>
        </p:nvPicPr>
        <p:blipFill>
          <a:blip r:embed="rId1421"/>
          <a:srcRect/>
          <a:stretch>
            <a:fillRect/>
          </a:stretch>
        </p:blipFill>
        <p:spPr>
          <a:xfrm>
            <a:off x="1897475" y="9294781"/>
            <a:ext cx="180213" cy="181546"/>
          </a:xfrm>
          <a:prstGeom prst="rect"/>
          <a:ln w="0">
            <a:noFill/>
          </a:ln>
        </p:spPr>
      </p:pic>
      <p:sp>
        <p:nvSpPr>
          <p:cNvPr id="2341" name="New shape"/>
          <p:cNvSpPr/>
          <p:nvPr/>
        </p:nvSpPr>
        <p:spPr>
          <a:xfrm>
            <a:off x="1938718" y="9332881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2" name="New picture"/>
          <p:cNvPicPr/>
          <p:nvPr/>
        </p:nvPicPr>
        <p:blipFill>
          <a:blip r:embed="rId1422"/>
          <a:srcRect/>
          <a:stretch>
            <a:fillRect/>
          </a:stretch>
        </p:blipFill>
        <p:spPr>
          <a:xfrm>
            <a:off x="2097500" y="9294781"/>
            <a:ext cx="255080" cy="175451"/>
          </a:xfrm>
          <a:prstGeom prst="rect"/>
          <a:ln w="0">
            <a:noFill/>
          </a:ln>
        </p:spPr>
      </p:pic>
      <p:pic>
        <p:nvPicPr>
          <p:cNvPr id="2343" name="New picture"/>
          <p:cNvPicPr/>
          <p:nvPr/>
        </p:nvPicPr>
        <p:blipFill>
          <a:blip r:embed="rId1423"/>
          <a:srcRect/>
          <a:stretch>
            <a:fillRect/>
          </a:stretch>
        </p:blipFill>
        <p:spPr>
          <a:xfrm>
            <a:off x="2375440" y="9294685"/>
            <a:ext cx="255080" cy="175546"/>
          </a:xfrm>
          <a:prstGeom prst="rect"/>
          <a:ln w="0">
            <a:noFill/>
          </a:ln>
        </p:spPr>
      </p:pic>
      <p:sp>
        <p:nvSpPr>
          <p:cNvPr id="2344" name="New shape"/>
          <p:cNvSpPr/>
          <p:nvPr/>
        </p:nvSpPr>
        <p:spPr>
          <a:xfrm>
            <a:off x="2653379" y="9244298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45" name="New shape"/>
          <p:cNvSpPr/>
          <p:nvPr/>
        </p:nvSpPr>
        <p:spPr>
          <a:xfrm>
            <a:off x="2653379" y="9300781"/>
            <a:ext cx="39719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6" name="New picture"/>
          <p:cNvPicPr/>
          <p:nvPr/>
        </p:nvPicPr>
        <p:blipFill>
          <a:blip r:embed="rId1424"/>
          <a:srcRect/>
          <a:stretch>
            <a:fillRect/>
          </a:stretch>
        </p:blipFill>
        <p:spPr>
          <a:xfrm>
            <a:off x="2717483" y="9294781"/>
            <a:ext cx="149733" cy="175451"/>
          </a:xfrm>
          <a:prstGeom prst="rect"/>
          <a:ln w="0">
            <a:noFill/>
          </a:ln>
        </p:spPr>
      </p:pic>
      <p:pic>
        <p:nvPicPr>
          <p:cNvPr id="2347" name="New picture"/>
          <p:cNvPicPr/>
          <p:nvPr/>
        </p:nvPicPr>
        <p:blipFill>
          <a:blip r:embed="rId1425"/>
          <a:srcRect/>
          <a:stretch>
            <a:fillRect/>
          </a:stretch>
        </p:blipFill>
        <p:spPr>
          <a:xfrm>
            <a:off x="2883980" y="9294685"/>
            <a:ext cx="180213" cy="244222"/>
          </a:xfrm>
          <a:prstGeom prst="rect"/>
          <a:ln w="0">
            <a:noFill/>
          </a:ln>
        </p:spPr>
      </p:pic>
      <p:sp>
        <p:nvSpPr>
          <p:cNvPr id="2348" name="New shape"/>
          <p:cNvSpPr/>
          <p:nvPr/>
        </p:nvSpPr>
        <p:spPr>
          <a:xfrm>
            <a:off x="2925223" y="9332881"/>
            <a:ext cx="99250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9" name="New picture"/>
          <p:cNvPicPr/>
          <p:nvPr/>
        </p:nvPicPr>
        <p:blipFill>
          <a:blip r:embed="rId1426"/>
          <a:srcRect/>
          <a:stretch>
            <a:fillRect/>
          </a:stretch>
        </p:blipFill>
        <p:spPr>
          <a:xfrm>
            <a:off x="3152775" y="9239822"/>
            <a:ext cx="222885" cy="234982"/>
          </a:xfrm>
          <a:prstGeom prst="rect"/>
          <a:ln w="0">
            <a:noFill/>
          </a:ln>
        </p:spPr>
      </p:pic>
      <p:pic>
        <p:nvPicPr>
          <p:cNvPr id="2350" name="New picture"/>
          <p:cNvPicPr/>
          <p:nvPr/>
        </p:nvPicPr>
        <p:blipFill>
          <a:blip r:embed="rId1427"/>
          <a:srcRect/>
          <a:stretch>
            <a:fillRect/>
          </a:stretch>
        </p:blipFill>
        <p:spPr>
          <a:xfrm>
            <a:off x="3378708" y="9294685"/>
            <a:ext cx="180213" cy="181642"/>
          </a:xfrm>
          <a:prstGeom prst="rect"/>
          <a:ln w="0">
            <a:noFill/>
          </a:ln>
        </p:spPr>
      </p:pic>
      <p:sp>
        <p:nvSpPr>
          <p:cNvPr id="2351" name="New shape"/>
          <p:cNvSpPr/>
          <p:nvPr/>
        </p:nvSpPr>
        <p:spPr>
          <a:xfrm>
            <a:off x="3418427" y="9332881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52" name="New shape"/>
          <p:cNvSpPr/>
          <p:nvPr/>
        </p:nvSpPr>
        <p:spPr>
          <a:xfrm>
            <a:off x="3572637" y="9244394"/>
            <a:ext cx="41243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53" name="New shape"/>
          <p:cNvSpPr/>
          <p:nvPr/>
        </p:nvSpPr>
        <p:spPr>
          <a:xfrm>
            <a:off x="3636835" y="9244394"/>
            <a:ext cx="41243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4" name="New picture"/>
          <p:cNvPicPr/>
          <p:nvPr/>
        </p:nvPicPr>
        <p:blipFill>
          <a:blip r:embed="rId1428"/>
          <a:srcRect/>
          <a:stretch>
            <a:fillRect/>
          </a:stretch>
        </p:blipFill>
        <p:spPr>
          <a:xfrm>
            <a:off x="3693318" y="9294685"/>
            <a:ext cx="177165" cy="181642"/>
          </a:xfrm>
          <a:prstGeom prst="rect"/>
          <a:ln w="0">
            <a:noFill/>
          </a:ln>
        </p:spPr>
      </p:pic>
      <p:sp>
        <p:nvSpPr>
          <p:cNvPr id="2355" name="New shape"/>
          <p:cNvSpPr/>
          <p:nvPr/>
        </p:nvSpPr>
        <p:spPr>
          <a:xfrm>
            <a:off x="3734562" y="9332880"/>
            <a:ext cx="94678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6" name="New picture"/>
          <p:cNvPicPr/>
          <p:nvPr/>
        </p:nvPicPr>
        <p:blipFill>
          <a:blip r:embed="rId1429"/>
          <a:srcRect/>
          <a:stretch>
            <a:fillRect/>
          </a:stretch>
        </p:blipFill>
        <p:spPr>
          <a:xfrm>
            <a:off x="3881152" y="9294685"/>
            <a:ext cx="175546" cy="181546"/>
          </a:xfrm>
          <a:prstGeom prst="rect"/>
          <a:ln w="0">
            <a:noFill/>
          </a:ln>
        </p:spPr>
      </p:pic>
      <p:pic>
        <p:nvPicPr>
          <p:cNvPr id="2357" name="New picture"/>
          <p:cNvPicPr/>
          <p:nvPr/>
        </p:nvPicPr>
        <p:blipFill>
          <a:blip r:embed="rId1430"/>
          <a:srcRect/>
          <a:stretch>
            <a:fillRect/>
          </a:stretch>
        </p:blipFill>
        <p:spPr>
          <a:xfrm>
            <a:off x="4062888" y="9244394"/>
            <a:ext cx="84010" cy="225837"/>
          </a:xfrm>
          <a:prstGeom prst="rect"/>
          <a:ln w="0">
            <a:noFill/>
          </a:ln>
        </p:spPr>
      </p:pic>
      <p:sp>
        <p:nvSpPr>
          <p:cNvPr id="2358" name="New shape"/>
          <p:cNvSpPr/>
          <p:nvPr/>
        </p:nvSpPr>
        <p:spPr>
          <a:xfrm>
            <a:off x="4154424" y="9244298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59" name="New shape"/>
          <p:cNvSpPr/>
          <p:nvPr/>
        </p:nvSpPr>
        <p:spPr>
          <a:xfrm>
            <a:off x="4154424" y="9300781"/>
            <a:ext cx="39719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0" name="New picture"/>
          <p:cNvPicPr/>
          <p:nvPr/>
        </p:nvPicPr>
        <p:blipFill>
          <a:blip r:embed="rId1431"/>
          <a:srcRect/>
          <a:stretch>
            <a:fillRect/>
          </a:stretch>
        </p:blipFill>
        <p:spPr>
          <a:xfrm>
            <a:off x="4201859" y="9300877"/>
            <a:ext cx="169545" cy="169355"/>
          </a:xfrm>
          <a:prstGeom prst="rect"/>
          <a:ln w="0">
            <a:noFill/>
          </a:ln>
        </p:spPr>
      </p:pic>
      <p:pic>
        <p:nvPicPr>
          <p:cNvPr id="2361" name="New picture"/>
          <p:cNvPicPr/>
          <p:nvPr/>
        </p:nvPicPr>
        <p:blipFill>
          <a:blip r:embed="rId1432"/>
          <a:srcRect/>
          <a:stretch>
            <a:fillRect/>
          </a:stretch>
        </p:blipFill>
        <p:spPr>
          <a:xfrm>
            <a:off x="4372927" y="9294781"/>
            <a:ext cx="177070" cy="181547"/>
          </a:xfrm>
          <a:prstGeom prst="rect"/>
          <a:ln w="0">
            <a:noFill/>
          </a:ln>
        </p:spPr>
      </p:pic>
      <p:sp>
        <p:nvSpPr>
          <p:cNvPr id="2362" name="New shape"/>
          <p:cNvSpPr/>
          <p:nvPr/>
        </p:nvSpPr>
        <p:spPr>
          <a:xfrm>
            <a:off x="4414076" y="9332880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63" name="New shape"/>
          <p:cNvSpPr/>
          <p:nvPr/>
        </p:nvSpPr>
        <p:spPr>
          <a:xfrm>
            <a:off x="4647724" y="9244394"/>
            <a:ext cx="41243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4" name="New picture"/>
          <p:cNvPicPr/>
          <p:nvPr/>
        </p:nvPicPr>
        <p:blipFill>
          <a:blip r:embed="rId1433"/>
          <a:srcRect/>
          <a:stretch>
            <a:fillRect/>
          </a:stretch>
        </p:blipFill>
        <p:spPr>
          <a:xfrm>
            <a:off x="4717828" y="9294781"/>
            <a:ext cx="149733" cy="175451"/>
          </a:xfrm>
          <a:prstGeom prst="rect"/>
          <a:ln w="0">
            <a:noFill/>
          </a:ln>
        </p:spPr>
      </p:pic>
      <p:pic>
        <p:nvPicPr>
          <p:cNvPr id="2365" name="New picture"/>
          <p:cNvPicPr/>
          <p:nvPr/>
        </p:nvPicPr>
        <p:blipFill>
          <a:blip r:embed="rId1434"/>
          <a:srcRect/>
          <a:stretch>
            <a:fillRect/>
          </a:stretch>
        </p:blipFill>
        <p:spPr>
          <a:xfrm>
            <a:off x="4881372" y="9244394"/>
            <a:ext cx="84010" cy="225837"/>
          </a:xfrm>
          <a:prstGeom prst="rect"/>
          <a:ln w="0">
            <a:noFill/>
          </a:ln>
        </p:spPr>
      </p:pic>
      <p:pic>
        <p:nvPicPr>
          <p:cNvPr id="2366" name="New picture"/>
          <p:cNvPicPr/>
          <p:nvPr/>
        </p:nvPicPr>
        <p:blipFill>
          <a:blip r:embed="rId1435"/>
          <a:srcRect/>
          <a:stretch>
            <a:fillRect/>
          </a:stretch>
        </p:blipFill>
        <p:spPr>
          <a:xfrm>
            <a:off x="4966812" y="9294685"/>
            <a:ext cx="175641" cy="181642"/>
          </a:xfrm>
          <a:prstGeom prst="rect"/>
          <a:ln w="0">
            <a:noFill/>
          </a:ln>
        </p:spPr>
      </p:pic>
      <p:sp>
        <p:nvSpPr>
          <p:cNvPr id="2367" name="New shape"/>
          <p:cNvSpPr/>
          <p:nvPr/>
        </p:nvSpPr>
        <p:spPr>
          <a:xfrm>
            <a:off x="5008055" y="9332880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68" name="New shape"/>
          <p:cNvSpPr/>
          <p:nvPr/>
        </p:nvSpPr>
        <p:spPr>
          <a:xfrm>
            <a:off x="5159217" y="9244394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69" name="New shape"/>
          <p:cNvSpPr/>
          <p:nvPr/>
        </p:nvSpPr>
        <p:spPr>
          <a:xfrm>
            <a:off x="5223415" y="9244394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70" name="New shape"/>
          <p:cNvSpPr/>
          <p:nvPr/>
        </p:nvSpPr>
        <p:spPr>
          <a:xfrm>
            <a:off x="5285994" y="9244298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71" name="New shape"/>
          <p:cNvSpPr/>
          <p:nvPr/>
        </p:nvSpPr>
        <p:spPr>
          <a:xfrm>
            <a:off x="5285994" y="9300781"/>
            <a:ext cx="41243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2" name="New picture"/>
          <p:cNvPicPr/>
          <p:nvPr/>
        </p:nvPicPr>
        <p:blipFill>
          <a:blip r:embed="rId1436"/>
          <a:srcRect/>
          <a:stretch>
            <a:fillRect/>
          </a:stretch>
        </p:blipFill>
        <p:spPr>
          <a:xfrm>
            <a:off x="5344002" y="9294781"/>
            <a:ext cx="180213" cy="244126"/>
          </a:xfrm>
          <a:prstGeom prst="rect"/>
          <a:ln w="0">
            <a:noFill/>
          </a:ln>
        </p:spPr>
      </p:pic>
      <p:sp>
        <p:nvSpPr>
          <p:cNvPr id="2373" name="New shape"/>
          <p:cNvSpPr/>
          <p:nvPr/>
        </p:nvSpPr>
        <p:spPr>
          <a:xfrm>
            <a:off x="5383721" y="9332881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4" name="New picture"/>
          <p:cNvPicPr/>
          <p:nvPr/>
        </p:nvPicPr>
        <p:blipFill>
          <a:blip r:embed="rId1437"/>
          <a:srcRect/>
          <a:stretch>
            <a:fillRect/>
          </a:stretch>
        </p:blipFill>
        <p:spPr>
          <a:xfrm>
            <a:off x="5534977" y="9294685"/>
            <a:ext cx="177165" cy="181642"/>
          </a:xfrm>
          <a:prstGeom prst="rect"/>
          <a:ln w="0">
            <a:noFill/>
          </a:ln>
        </p:spPr>
      </p:pic>
      <p:sp>
        <p:nvSpPr>
          <p:cNvPr id="2375" name="New shape"/>
          <p:cNvSpPr/>
          <p:nvPr/>
        </p:nvSpPr>
        <p:spPr>
          <a:xfrm>
            <a:off x="5576221" y="9332880"/>
            <a:ext cx="94678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6" name="New picture"/>
          <p:cNvPicPr/>
          <p:nvPr/>
        </p:nvPicPr>
        <p:blipFill>
          <a:blip r:embed="rId1438"/>
          <a:srcRect/>
          <a:stretch>
            <a:fillRect/>
          </a:stretch>
        </p:blipFill>
        <p:spPr>
          <a:xfrm>
            <a:off x="5728715" y="9294781"/>
            <a:ext cx="149733" cy="175451"/>
          </a:xfrm>
          <a:prstGeom prst="rect"/>
          <a:ln w="0">
            <a:noFill/>
          </a:ln>
        </p:spPr>
      </p:pic>
      <p:pic>
        <p:nvPicPr>
          <p:cNvPr id="2377" name="New picture"/>
          <p:cNvPicPr/>
          <p:nvPr/>
        </p:nvPicPr>
        <p:blipFill>
          <a:blip r:embed="rId1439"/>
          <a:srcRect/>
          <a:stretch>
            <a:fillRect/>
          </a:stretch>
        </p:blipFill>
        <p:spPr>
          <a:xfrm>
            <a:off x="5896832" y="9294685"/>
            <a:ext cx="174022" cy="181642"/>
          </a:xfrm>
          <a:prstGeom prst="rect"/>
          <a:ln w="0">
            <a:noFill/>
          </a:ln>
        </p:spPr>
      </p:pic>
      <p:pic>
        <p:nvPicPr>
          <p:cNvPr id="2378" name="New picture"/>
          <p:cNvPicPr/>
          <p:nvPr/>
        </p:nvPicPr>
        <p:blipFill>
          <a:blip r:embed="rId1440"/>
          <a:srcRect/>
          <a:stretch>
            <a:fillRect/>
          </a:stretch>
        </p:blipFill>
        <p:spPr>
          <a:xfrm>
            <a:off x="6079999" y="9294781"/>
            <a:ext cx="177165" cy="181547"/>
          </a:xfrm>
          <a:prstGeom prst="rect"/>
          <a:ln w="0">
            <a:noFill/>
          </a:ln>
        </p:spPr>
      </p:pic>
      <p:sp>
        <p:nvSpPr>
          <p:cNvPr id="2379" name="New shape"/>
          <p:cNvSpPr/>
          <p:nvPr/>
        </p:nvSpPr>
        <p:spPr>
          <a:xfrm>
            <a:off x="6122766" y="9332880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0" name="New picture"/>
          <p:cNvPicPr/>
          <p:nvPr/>
        </p:nvPicPr>
        <p:blipFill>
          <a:blip r:embed="rId1441"/>
          <a:srcRect/>
          <a:stretch>
            <a:fillRect/>
          </a:stretch>
        </p:blipFill>
        <p:spPr>
          <a:xfrm>
            <a:off x="6351841" y="9326784"/>
            <a:ext cx="42767" cy="111443"/>
          </a:xfrm>
          <a:prstGeom prst="rect"/>
          <a:ln w="0">
            <a:noFill/>
          </a:ln>
        </p:spPr>
      </p:pic>
      <p:pic>
        <p:nvPicPr>
          <p:cNvPr id="2381" name="New picture"/>
          <p:cNvPicPr/>
          <p:nvPr/>
        </p:nvPicPr>
        <p:blipFill>
          <a:blip r:embed="rId1442"/>
          <a:srcRect/>
          <a:stretch>
            <a:fillRect/>
          </a:stretch>
        </p:blipFill>
        <p:spPr>
          <a:xfrm>
            <a:off x="6412897" y="9326784"/>
            <a:ext cx="42767" cy="111443"/>
          </a:xfrm>
          <a:prstGeom prst="rect"/>
          <a:ln w="0">
            <a:noFill/>
          </a:ln>
        </p:spPr>
      </p:pic>
      <p:pic>
        <p:nvPicPr>
          <p:cNvPr id="2382" name="New picture"/>
          <p:cNvPicPr/>
          <p:nvPr/>
        </p:nvPicPr>
        <p:blipFill>
          <a:blip r:embed="rId1443"/>
          <a:srcRect/>
          <a:stretch>
            <a:fillRect/>
          </a:stretch>
        </p:blipFill>
        <p:spPr>
          <a:xfrm>
            <a:off x="685133" y="9638157"/>
            <a:ext cx="177070" cy="231934"/>
          </a:xfrm>
          <a:prstGeom prst="rect"/>
          <a:ln w="0">
            <a:noFill/>
          </a:ln>
        </p:spPr>
      </p:pic>
      <p:sp>
        <p:nvSpPr>
          <p:cNvPr id="2383" name="New shape"/>
          <p:cNvSpPr/>
          <p:nvPr/>
        </p:nvSpPr>
        <p:spPr>
          <a:xfrm>
            <a:off x="723233" y="9676257"/>
            <a:ext cx="99250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4" name="New picture"/>
          <p:cNvPicPr/>
          <p:nvPr/>
        </p:nvPicPr>
        <p:blipFill>
          <a:blip r:embed="rId1444"/>
          <a:srcRect/>
          <a:stretch>
            <a:fillRect/>
          </a:stretch>
        </p:blipFill>
        <p:spPr>
          <a:xfrm>
            <a:off x="871347" y="9638157"/>
            <a:ext cx="178689" cy="181546"/>
          </a:xfrm>
          <a:prstGeom prst="rect"/>
          <a:ln w="0">
            <a:noFill/>
          </a:ln>
        </p:spPr>
      </p:pic>
      <p:sp>
        <p:nvSpPr>
          <p:cNvPr id="2385" name="New shape"/>
          <p:cNvSpPr/>
          <p:nvPr/>
        </p:nvSpPr>
        <p:spPr>
          <a:xfrm>
            <a:off x="911066" y="9676257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6" name="New picture"/>
          <p:cNvPicPr/>
          <p:nvPr/>
        </p:nvPicPr>
        <p:blipFill>
          <a:blip r:embed="rId1445"/>
          <a:srcRect/>
          <a:stretch>
            <a:fillRect/>
          </a:stretch>
        </p:blipFill>
        <p:spPr>
          <a:xfrm>
            <a:off x="1072896" y="9638157"/>
            <a:ext cx="77819" cy="175451"/>
          </a:xfrm>
          <a:prstGeom prst="rect"/>
          <a:ln w="0">
            <a:noFill/>
          </a:ln>
        </p:spPr>
      </p:pic>
      <p:pic>
        <p:nvPicPr>
          <p:cNvPr id="2387" name="New picture"/>
          <p:cNvPicPr/>
          <p:nvPr/>
        </p:nvPicPr>
        <p:blipFill>
          <a:blip r:embed="rId1446"/>
          <a:srcRect/>
          <a:stretch>
            <a:fillRect/>
          </a:stretch>
        </p:blipFill>
        <p:spPr>
          <a:xfrm>
            <a:off x="1221010" y="9587771"/>
            <a:ext cx="125254" cy="225837"/>
          </a:xfrm>
          <a:prstGeom prst="rect"/>
          <a:ln w="0">
            <a:noFill/>
          </a:ln>
        </p:spPr>
      </p:pic>
      <p:pic>
        <p:nvPicPr>
          <p:cNvPr id="2388" name="New picture"/>
          <p:cNvPicPr/>
          <p:nvPr/>
        </p:nvPicPr>
        <p:blipFill>
          <a:blip r:embed="rId1447"/>
          <a:srcRect/>
          <a:stretch>
            <a:fillRect/>
          </a:stretch>
        </p:blipFill>
        <p:spPr>
          <a:xfrm>
            <a:off x="1332548" y="9638157"/>
            <a:ext cx="180213" cy="181546"/>
          </a:xfrm>
          <a:prstGeom prst="rect"/>
          <a:ln w="0">
            <a:noFill/>
          </a:ln>
        </p:spPr>
      </p:pic>
      <p:sp>
        <p:nvSpPr>
          <p:cNvPr id="2389" name="New shape"/>
          <p:cNvSpPr/>
          <p:nvPr/>
        </p:nvSpPr>
        <p:spPr>
          <a:xfrm>
            <a:off x="1373791" y="9676257"/>
            <a:ext cx="97727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0" name="New picture"/>
          <p:cNvPicPr/>
          <p:nvPr/>
        </p:nvPicPr>
        <p:blipFill>
          <a:blip r:embed="rId1448"/>
          <a:srcRect/>
          <a:stretch>
            <a:fillRect/>
          </a:stretch>
        </p:blipFill>
        <p:spPr>
          <a:xfrm>
            <a:off x="1524953" y="9587771"/>
            <a:ext cx="178594" cy="231933"/>
          </a:xfrm>
          <a:prstGeom prst="rect"/>
          <a:ln w="0">
            <a:noFill/>
          </a:ln>
        </p:spPr>
      </p:pic>
      <p:sp>
        <p:nvSpPr>
          <p:cNvPr id="2391" name="New shape"/>
          <p:cNvSpPr/>
          <p:nvPr/>
        </p:nvSpPr>
        <p:spPr>
          <a:xfrm>
            <a:off x="1563148" y="9676257"/>
            <a:ext cx="100774" cy="10525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2" name="New picture"/>
          <p:cNvPicPr/>
          <p:nvPr/>
        </p:nvPicPr>
        <p:blipFill>
          <a:blip r:embed="rId1449"/>
          <a:srcRect/>
          <a:stretch>
            <a:fillRect/>
          </a:stretch>
        </p:blipFill>
        <p:spPr>
          <a:xfrm>
            <a:off x="1705165" y="9644253"/>
            <a:ext cx="172498" cy="225837"/>
          </a:xfrm>
          <a:prstGeom prst="rect"/>
          <a:ln w="0">
            <a:noFill/>
          </a:ln>
        </p:spPr>
      </p:pic>
      <p:pic>
        <p:nvPicPr>
          <p:cNvPr id="2393" name="New picture"/>
          <p:cNvPicPr/>
          <p:nvPr/>
        </p:nvPicPr>
        <p:blipFill>
          <a:blip r:embed="rId1450"/>
          <a:srcRect/>
          <a:stretch>
            <a:fillRect/>
          </a:stretch>
        </p:blipFill>
        <p:spPr>
          <a:xfrm>
            <a:off x="1949482" y="9583198"/>
            <a:ext cx="148114" cy="234982"/>
          </a:xfrm>
          <a:prstGeom prst="rect"/>
          <a:ln w="0">
            <a:noFill/>
          </a:ln>
        </p:spPr>
      </p:pic>
      <p:pic>
        <p:nvPicPr>
          <p:cNvPr id="2394" name="New picture"/>
          <p:cNvPicPr/>
          <p:nvPr/>
        </p:nvPicPr>
        <p:blipFill>
          <a:blip r:embed="rId1451"/>
          <a:srcRect/>
          <a:stretch>
            <a:fillRect/>
          </a:stretch>
        </p:blipFill>
        <p:spPr>
          <a:xfrm>
            <a:off x="2112931" y="9638157"/>
            <a:ext cx="177070" cy="181547"/>
          </a:xfrm>
          <a:prstGeom prst="rect"/>
          <a:ln w="0">
            <a:noFill/>
          </a:ln>
        </p:spPr>
      </p:pic>
      <p:sp>
        <p:nvSpPr>
          <p:cNvPr id="2395" name="New shape"/>
          <p:cNvSpPr/>
          <p:nvPr/>
        </p:nvSpPr>
        <p:spPr>
          <a:xfrm>
            <a:off x="2154079" y="9676256"/>
            <a:ext cx="94678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6" name="New picture"/>
          <p:cNvPicPr/>
          <p:nvPr/>
        </p:nvPicPr>
        <p:blipFill>
          <a:blip r:embed="rId1452"/>
          <a:srcRect/>
          <a:stretch>
            <a:fillRect/>
          </a:stretch>
        </p:blipFill>
        <p:spPr>
          <a:xfrm>
            <a:off x="2299145" y="9638063"/>
            <a:ext cx="180213" cy="244222"/>
          </a:xfrm>
          <a:prstGeom prst="rect"/>
          <a:ln w="0">
            <a:noFill/>
          </a:ln>
        </p:spPr>
      </p:pic>
      <p:sp>
        <p:nvSpPr>
          <p:cNvPr id="2397" name="New shape"/>
          <p:cNvSpPr/>
          <p:nvPr/>
        </p:nvSpPr>
        <p:spPr>
          <a:xfrm>
            <a:off x="2338864" y="9676257"/>
            <a:ext cx="99250" cy="105252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8" name="New picture"/>
          <p:cNvPicPr/>
          <p:nvPr/>
        </p:nvPicPr>
        <p:blipFill>
          <a:blip r:embed="rId1453"/>
          <a:srcRect/>
          <a:stretch>
            <a:fillRect/>
          </a:stretch>
        </p:blipFill>
        <p:spPr>
          <a:xfrm>
            <a:off x="2490026" y="9638157"/>
            <a:ext cx="178689" cy="181546"/>
          </a:xfrm>
          <a:prstGeom prst="rect"/>
          <a:ln w="0">
            <a:noFill/>
          </a:ln>
        </p:spPr>
      </p:pic>
      <p:sp>
        <p:nvSpPr>
          <p:cNvPr id="2399" name="New shape"/>
          <p:cNvSpPr/>
          <p:nvPr/>
        </p:nvSpPr>
        <p:spPr>
          <a:xfrm>
            <a:off x="2529745" y="9676257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0" name="New picture"/>
          <p:cNvPicPr/>
          <p:nvPr/>
        </p:nvPicPr>
        <p:blipFill>
          <a:blip r:embed="rId1454"/>
          <a:srcRect/>
          <a:stretch>
            <a:fillRect/>
          </a:stretch>
        </p:blipFill>
        <p:spPr>
          <a:xfrm>
            <a:off x="2691574" y="9638157"/>
            <a:ext cx="77819" cy="175451"/>
          </a:xfrm>
          <a:prstGeom prst="rect"/>
          <a:ln w="0">
            <a:noFill/>
          </a:ln>
        </p:spPr>
      </p:pic>
      <p:pic>
        <p:nvPicPr>
          <p:cNvPr id="2401" name="New picture"/>
          <p:cNvPicPr/>
          <p:nvPr/>
        </p:nvPicPr>
        <p:blipFill>
          <a:blip r:embed="rId1455"/>
          <a:srcRect/>
          <a:stretch>
            <a:fillRect/>
          </a:stretch>
        </p:blipFill>
        <p:spPr>
          <a:xfrm>
            <a:off x="2761774" y="9638157"/>
            <a:ext cx="178689" cy="181546"/>
          </a:xfrm>
          <a:prstGeom prst="rect"/>
          <a:ln w="0">
            <a:noFill/>
          </a:ln>
        </p:spPr>
      </p:pic>
      <p:sp>
        <p:nvSpPr>
          <p:cNvPr id="2402" name="New shape"/>
          <p:cNvSpPr/>
          <p:nvPr/>
        </p:nvSpPr>
        <p:spPr>
          <a:xfrm>
            <a:off x="2801493" y="9676257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3" name="New picture"/>
          <p:cNvPicPr/>
          <p:nvPr/>
        </p:nvPicPr>
        <p:blipFill>
          <a:blip r:embed="rId1456"/>
          <a:srcRect/>
          <a:stretch>
            <a:fillRect/>
          </a:stretch>
        </p:blipFill>
        <p:spPr>
          <a:xfrm>
            <a:off x="2961799" y="9638157"/>
            <a:ext cx="149733" cy="175451"/>
          </a:xfrm>
          <a:prstGeom prst="rect"/>
          <a:ln w="0">
            <a:noFill/>
          </a:ln>
        </p:spPr>
      </p:pic>
      <p:pic>
        <p:nvPicPr>
          <p:cNvPr id="2404" name="New picture"/>
          <p:cNvPicPr/>
          <p:nvPr/>
        </p:nvPicPr>
        <p:blipFill>
          <a:blip r:embed="rId1457"/>
          <a:srcRect/>
          <a:stretch>
            <a:fillRect/>
          </a:stretch>
        </p:blipFill>
        <p:spPr>
          <a:xfrm>
            <a:off x="318611" y="213169"/>
            <a:ext cx="27432" cy="71723"/>
          </a:xfrm>
          <a:prstGeom prst="rect"/>
          <a:ln w="0">
            <a:noFill/>
          </a:ln>
        </p:spPr>
      </p:pic>
      <p:pic>
        <p:nvPicPr>
          <p:cNvPr id="2405" name="New picture"/>
          <p:cNvPicPr/>
          <p:nvPr/>
        </p:nvPicPr>
        <p:blipFill>
          <a:blip r:embed="rId1458"/>
          <a:srcRect/>
          <a:stretch>
            <a:fillRect/>
          </a:stretch>
        </p:blipFill>
        <p:spPr>
          <a:xfrm>
            <a:off x="368999" y="213169"/>
            <a:ext cx="47339" cy="73247"/>
          </a:xfrm>
          <a:prstGeom prst="rect"/>
          <a:ln w="0">
            <a:noFill/>
          </a:ln>
        </p:spPr>
      </p:pic>
      <p:sp>
        <p:nvSpPr>
          <p:cNvPr id="2406" name="New shape"/>
          <p:cNvSpPr/>
          <p:nvPr/>
        </p:nvSpPr>
        <p:spPr>
          <a:xfrm>
            <a:off x="420910" y="211645"/>
            <a:ext cx="28956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7" name="New picture"/>
          <p:cNvPicPr/>
          <p:nvPr/>
        </p:nvPicPr>
        <p:blipFill>
          <a:blip r:embed="rId1459"/>
          <a:srcRect/>
          <a:stretch>
            <a:fillRect/>
          </a:stretch>
        </p:blipFill>
        <p:spPr>
          <a:xfrm>
            <a:off x="452914" y="213169"/>
            <a:ext cx="47339" cy="73247"/>
          </a:xfrm>
          <a:prstGeom prst="rect"/>
          <a:ln w="0">
            <a:noFill/>
          </a:ln>
        </p:spPr>
      </p:pic>
      <p:sp>
        <p:nvSpPr>
          <p:cNvPr id="2408" name="New shape"/>
          <p:cNvSpPr/>
          <p:nvPr/>
        </p:nvSpPr>
        <p:spPr>
          <a:xfrm>
            <a:off x="462153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9" name="New picture"/>
          <p:cNvPicPr/>
          <p:nvPr/>
        </p:nvPicPr>
        <p:blipFill>
          <a:blip r:embed="rId1460"/>
          <a:srcRect/>
          <a:stretch>
            <a:fillRect/>
          </a:stretch>
        </p:blipFill>
        <p:spPr>
          <a:xfrm>
            <a:off x="517112" y="213169"/>
            <a:ext cx="25908" cy="71723"/>
          </a:xfrm>
          <a:prstGeom prst="rect"/>
          <a:ln w="0">
            <a:noFill/>
          </a:ln>
        </p:spPr>
      </p:pic>
      <p:sp>
        <p:nvSpPr>
          <p:cNvPr id="2410" name="New shape"/>
          <p:cNvSpPr/>
          <p:nvPr/>
        </p:nvSpPr>
        <p:spPr>
          <a:xfrm>
            <a:off x="562927" y="211645"/>
            <a:ext cx="27432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1" name="New picture"/>
          <p:cNvPicPr/>
          <p:nvPr/>
        </p:nvPicPr>
        <p:blipFill>
          <a:blip r:embed="rId1461"/>
          <a:srcRect/>
          <a:stretch>
            <a:fillRect/>
          </a:stretch>
        </p:blipFill>
        <p:spPr>
          <a:xfrm>
            <a:off x="593407" y="213170"/>
            <a:ext cx="48863" cy="71723"/>
          </a:xfrm>
          <a:prstGeom prst="rect"/>
          <a:ln w="0">
            <a:noFill/>
          </a:ln>
        </p:spPr>
      </p:pic>
      <p:pic>
        <p:nvPicPr>
          <p:cNvPr id="2412" name="New picture"/>
          <p:cNvPicPr/>
          <p:nvPr/>
        </p:nvPicPr>
        <p:blipFill>
          <a:blip r:embed="rId1462"/>
          <a:srcRect/>
          <a:stretch>
            <a:fillRect/>
          </a:stretch>
        </p:blipFill>
        <p:spPr>
          <a:xfrm>
            <a:off x="651510" y="213169"/>
            <a:ext cx="47339" cy="73247"/>
          </a:xfrm>
          <a:prstGeom prst="rect"/>
          <a:ln w="0">
            <a:noFill/>
          </a:ln>
        </p:spPr>
      </p:pic>
      <p:sp>
        <p:nvSpPr>
          <p:cNvPr id="2413" name="New shape"/>
          <p:cNvSpPr/>
          <p:nvPr/>
        </p:nvSpPr>
        <p:spPr>
          <a:xfrm>
            <a:off x="660654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4" name="New picture"/>
          <p:cNvPicPr/>
          <p:nvPr/>
        </p:nvPicPr>
        <p:blipFill>
          <a:blip r:embed="rId1463"/>
          <a:srcRect/>
          <a:stretch>
            <a:fillRect/>
          </a:stretch>
        </p:blipFill>
        <p:spPr>
          <a:xfrm>
            <a:off x="706469" y="213170"/>
            <a:ext cx="48863" cy="71723"/>
          </a:xfrm>
          <a:prstGeom prst="rect"/>
          <a:ln w="0">
            <a:noFill/>
          </a:ln>
        </p:spPr>
      </p:pic>
      <p:pic>
        <p:nvPicPr>
          <p:cNvPr id="2415" name="New picture"/>
          <p:cNvPicPr/>
          <p:nvPr/>
        </p:nvPicPr>
        <p:blipFill>
          <a:blip r:embed="rId1464"/>
          <a:srcRect/>
          <a:stretch>
            <a:fillRect/>
          </a:stretch>
        </p:blipFill>
        <p:spPr>
          <a:xfrm>
            <a:off x="764476" y="213169"/>
            <a:ext cx="47339" cy="73247"/>
          </a:xfrm>
          <a:prstGeom prst="rect"/>
          <a:ln w="0">
            <a:noFill/>
          </a:ln>
        </p:spPr>
      </p:pic>
      <p:sp>
        <p:nvSpPr>
          <p:cNvPr id="2416" name="New shape"/>
          <p:cNvSpPr/>
          <p:nvPr/>
        </p:nvSpPr>
        <p:spPr>
          <a:xfrm>
            <a:off x="775144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7" name="New picture"/>
          <p:cNvPicPr/>
          <p:nvPr/>
        </p:nvPicPr>
        <p:blipFill>
          <a:blip r:embed="rId1465"/>
          <a:srcRect/>
          <a:stretch>
            <a:fillRect/>
          </a:stretch>
        </p:blipFill>
        <p:spPr>
          <a:xfrm>
            <a:off x="856107" y="213169"/>
            <a:ext cx="27432" cy="71723"/>
          </a:xfrm>
          <a:prstGeom prst="rect"/>
          <a:ln w="0">
            <a:noFill/>
          </a:ln>
        </p:spPr>
      </p:pic>
      <p:pic>
        <p:nvPicPr>
          <p:cNvPr id="2418" name="New picture"/>
          <p:cNvPicPr/>
          <p:nvPr/>
        </p:nvPicPr>
        <p:blipFill>
          <a:blip r:embed="rId1466"/>
          <a:srcRect/>
          <a:stretch>
            <a:fillRect/>
          </a:stretch>
        </p:blipFill>
        <p:spPr>
          <a:xfrm>
            <a:off x="906494" y="213169"/>
            <a:ext cx="47339" cy="73247"/>
          </a:xfrm>
          <a:prstGeom prst="rect"/>
          <a:ln w="0">
            <a:noFill/>
          </a:ln>
        </p:spPr>
      </p:pic>
      <p:sp>
        <p:nvSpPr>
          <p:cNvPr id="2419" name="New shape"/>
          <p:cNvSpPr/>
          <p:nvPr/>
        </p:nvSpPr>
        <p:spPr>
          <a:xfrm>
            <a:off x="917162" y="219265"/>
            <a:ext cx="24479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20" name="New shape"/>
          <p:cNvSpPr/>
          <p:nvPr/>
        </p:nvSpPr>
        <p:spPr>
          <a:xfrm>
            <a:off x="915638" y="249841"/>
            <a:ext cx="2905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21" name="New shape"/>
          <p:cNvSpPr/>
          <p:nvPr/>
        </p:nvSpPr>
        <p:spPr>
          <a:xfrm>
            <a:off x="967549" y="232981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22" name="New shape"/>
          <p:cNvSpPr/>
          <p:nvPr/>
        </p:nvSpPr>
        <p:spPr>
          <a:xfrm>
            <a:off x="967549" y="2757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3" name="New picture"/>
          <p:cNvPicPr/>
          <p:nvPr/>
        </p:nvPicPr>
        <p:blipFill>
          <a:blip r:embed="rId1467"/>
          <a:srcRect/>
          <a:stretch>
            <a:fillRect/>
          </a:stretch>
        </p:blipFill>
        <p:spPr>
          <a:xfrm>
            <a:off x="998125" y="213169"/>
            <a:ext cx="25908" cy="71723"/>
          </a:xfrm>
          <a:prstGeom prst="rect"/>
          <a:ln w="0">
            <a:noFill/>
          </a:ln>
        </p:spPr>
      </p:pic>
      <p:pic>
        <p:nvPicPr>
          <p:cNvPr id="2424" name="New picture"/>
          <p:cNvPicPr/>
          <p:nvPr/>
        </p:nvPicPr>
        <p:blipFill>
          <a:blip r:embed="rId1468"/>
          <a:srcRect/>
          <a:stretch>
            <a:fillRect/>
          </a:stretch>
        </p:blipFill>
        <p:spPr>
          <a:xfrm>
            <a:off x="1046988" y="213169"/>
            <a:ext cx="47339" cy="73247"/>
          </a:xfrm>
          <a:prstGeom prst="rect"/>
          <a:ln w="0">
            <a:noFill/>
          </a:ln>
        </p:spPr>
      </p:pic>
      <p:sp>
        <p:nvSpPr>
          <p:cNvPr id="2425" name="New shape"/>
          <p:cNvSpPr/>
          <p:nvPr/>
        </p:nvSpPr>
        <p:spPr>
          <a:xfrm>
            <a:off x="1057656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6" name="New picture"/>
          <p:cNvPicPr/>
          <p:nvPr/>
        </p:nvPicPr>
        <p:blipFill>
          <a:blip r:embed="rId1469"/>
          <a:srcRect/>
          <a:stretch>
            <a:fillRect/>
          </a:stretch>
        </p:blipFill>
        <p:spPr>
          <a:xfrm>
            <a:off x="2856452" y="213170"/>
            <a:ext cx="47339" cy="71723"/>
          </a:xfrm>
          <a:prstGeom prst="rect"/>
          <a:ln w="0">
            <a:noFill/>
          </a:ln>
        </p:spPr>
      </p:pic>
      <p:pic>
        <p:nvPicPr>
          <p:cNvPr id="2427" name="New picture"/>
          <p:cNvPicPr/>
          <p:nvPr/>
        </p:nvPicPr>
        <p:blipFill>
          <a:blip r:embed="rId1470"/>
          <a:srcRect/>
          <a:stretch>
            <a:fillRect/>
          </a:stretch>
        </p:blipFill>
        <p:spPr>
          <a:xfrm>
            <a:off x="2940463" y="231458"/>
            <a:ext cx="48863" cy="54959"/>
          </a:xfrm>
          <a:prstGeom prst="rect"/>
          <a:ln w="0">
            <a:noFill/>
          </a:ln>
        </p:spPr>
      </p:pic>
      <p:sp>
        <p:nvSpPr>
          <p:cNvPr id="2428" name="New shape"/>
          <p:cNvSpPr/>
          <p:nvPr/>
        </p:nvSpPr>
        <p:spPr>
          <a:xfrm>
            <a:off x="2949607" y="239078"/>
            <a:ext cx="30575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9" name="New picture"/>
          <p:cNvPicPr/>
          <p:nvPr/>
        </p:nvPicPr>
        <p:blipFill>
          <a:blip r:embed="rId1471"/>
          <a:srcRect/>
          <a:stretch>
            <a:fillRect/>
          </a:stretch>
        </p:blipFill>
        <p:spPr>
          <a:xfrm>
            <a:off x="2999994" y="232981"/>
            <a:ext cx="42767" cy="53435"/>
          </a:xfrm>
          <a:prstGeom prst="rect"/>
          <a:ln w="0">
            <a:noFill/>
          </a:ln>
        </p:spPr>
      </p:pic>
      <p:pic>
        <p:nvPicPr>
          <p:cNvPr id="2430" name="New picture"/>
          <p:cNvPicPr/>
          <p:nvPr/>
        </p:nvPicPr>
        <p:blipFill>
          <a:blip r:embed="rId1472"/>
          <a:srcRect/>
          <a:stretch>
            <a:fillRect/>
          </a:stretch>
        </p:blipFill>
        <p:spPr>
          <a:xfrm>
            <a:off x="3052001" y="232981"/>
            <a:ext cx="47244" cy="51911"/>
          </a:xfrm>
          <a:prstGeom prst="rect"/>
          <a:ln w="0">
            <a:noFill/>
          </a:ln>
        </p:spPr>
      </p:pic>
      <p:pic>
        <p:nvPicPr>
          <p:cNvPr id="2431" name="New picture"/>
          <p:cNvPicPr/>
          <p:nvPr/>
        </p:nvPicPr>
        <p:blipFill>
          <a:blip r:embed="rId1473"/>
          <a:srcRect/>
          <a:stretch>
            <a:fillRect/>
          </a:stretch>
        </p:blipFill>
        <p:spPr>
          <a:xfrm>
            <a:off x="3108484" y="231457"/>
            <a:ext cx="27432" cy="53435"/>
          </a:xfrm>
          <a:prstGeom prst="rect"/>
          <a:ln w="0">
            <a:noFill/>
          </a:ln>
        </p:spPr>
      </p:pic>
      <p:pic>
        <p:nvPicPr>
          <p:cNvPr id="2432" name="New picture"/>
          <p:cNvPicPr/>
          <p:nvPr/>
        </p:nvPicPr>
        <p:blipFill>
          <a:blip r:embed="rId1474"/>
          <a:srcRect/>
          <a:stretch>
            <a:fillRect/>
          </a:stretch>
        </p:blipFill>
        <p:spPr>
          <a:xfrm>
            <a:off x="3138964" y="231458"/>
            <a:ext cx="48863" cy="54959"/>
          </a:xfrm>
          <a:prstGeom prst="rect"/>
          <a:ln w="0">
            <a:noFill/>
          </a:ln>
        </p:spPr>
      </p:pic>
      <p:sp>
        <p:nvSpPr>
          <p:cNvPr id="2433" name="New shape"/>
          <p:cNvSpPr/>
          <p:nvPr/>
        </p:nvSpPr>
        <p:spPr>
          <a:xfrm>
            <a:off x="3148203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4" name="New picture"/>
          <p:cNvPicPr/>
          <p:nvPr/>
        </p:nvPicPr>
        <p:blipFill>
          <a:blip r:embed="rId1475"/>
          <a:srcRect/>
          <a:stretch>
            <a:fillRect/>
          </a:stretch>
        </p:blipFill>
        <p:spPr>
          <a:xfrm>
            <a:off x="3195447" y="231457"/>
            <a:ext cx="45815" cy="73343"/>
          </a:xfrm>
          <a:prstGeom prst="rect"/>
          <a:ln w="0">
            <a:noFill/>
          </a:ln>
        </p:spPr>
      </p:pic>
      <p:sp>
        <p:nvSpPr>
          <p:cNvPr id="2435" name="New shape"/>
          <p:cNvSpPr/>
          <p:nvPr/>
        </p:nvSpPr>
        <p:spPr>
          <a:xfrm>
            <a:off x="3204686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6" name="New picture"/>
          <p:cNvPicPr/>
          <p:nvPr/>
        </p:nvPicPr>
        <p:blipFill>
          <a:blip r:embed="rId1476"/>
          <a:srcRect/>
          <a:stretch>
            <a:fillRect/>
          </a:stretch>
        </p:blipFill>
        <p:spPr>
          <a:xfrm>
            <a:off x="3252026" y="231457"/>
            <a:ext cx="48863" cy="54959"/>
          </a:xfrm>
          <a:prstGeom prst="rect"/>
          <a:ln w="0">
            <a:noFill/>
          </a:ln>
        </p:spPr>
      </p:pic>
      <p:sp>
        <p:nvSpPr>
          <p:cNvPr id="2437" name="New shape"/>
          <p:cNvSpPr/>
          <p:nvPr/>
        </p:nvSpPr>
        <p:spPr>
          <a:xfrm>
            <a:off x="3261169" y="239077"/>
            <a:ext cx="30480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8" name="New picture"/>
          <p:cNvPicPr/>
          <p:nvPr/>
        </p:nvPicPr>
        <p:blipFill>
          <a:blip r:embed="rId1477"/>
          <a:srcRect/>
          <a:stretch>
            <a:fillRect/>
          </a:stretch>
        </p:blipFill>
        <p:spPr>
          <a:xfrm>
            <a:off x="3308509" y="231457"/>
            <a:ext cx="42767" cy="54959"/>
          </a:xfrm>
          <a:prstGeom prst="rect"/>
          <a:ln w="0">
            <a:noFill/>
          </a:ln>
        </p:spPr>
      </p:pic>
      <p:pic>
        <p:nvPicPr>
          <p:cNvPr id="2439" name="New picture"/>
          <p:cNvPicPr/>
          <p:nvPr/>
        </p:nvPicPr>
        <p:blipFill>
          <a:blip r:embed="rId1478"/>
          <a:srcRect/>
          <a:stretch>
            <a:fillRect/>
          </a:stretch>
        </p:blipFill>
        <p:spPr>
          <a:xfrm>
            <a:off x="3387947" y="213169"/>
            <a:ext cx="45720" cy="73247"/>
          </a:xfrm>
          <a:prstGeom prst="rect"/>
          <a:ln w="0">
            <a:noFill/>
          </a:ln>
        </p:spPr>
      </p:pic>
      <p:sp>
        <p:nvSpPr>
          <p:cNvPr id="2440" name="New shape"/>
          <p:cNvSpPr/>
          <p:nvPr/>
        </p:nvSpPr>
        <p:spPr>
          <a:xfrm>
            <a:off x="3397091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1" name="New picture"/>
          <p:cNvPicPr/>
          <p:nvPr/>
        </p:nvPicPr>
        <p:blipFill>
          <a:blip r:embed="rId1479"/>
          <a:srcRect/>
          <a:stretch>
            <a:fillRect/>
          </a:stretch>
        </p:blipFill>
        <p:spPr>
          <a:xfrm>
            <a:off x="3444430" y="231457"/>
            <a:ext cx="48863" cy="54959"/>
          </a:xfrm>
          <a:prstGeom prst="rect"/>
          <a:ln w="0">
            <a:noFill/>
          </a:ln>
        </p:spPr>
      </p:pic>
      <p:sp>
        <p:nvSpPr>
          <p:cNvPr id="2442" name="New shape"/>
          <p:cNvSpPr/>
          <p:nvPr/>
        </p:nvSpPr>
        <p:spPr>
          <a:xfrm>
            <a:off x="3453574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3" name="New picture"/>
          <p:cNvPicPr/>
          <p:nvPr/>
        </p:nvPicPr>
        <p:blipFill>
          <a:blip r:embed="rId1480"/>
          <a:srcRect/>
          <a:stretch>
            <a:fillRect/>
          </a:stretch>
        </p:blipFill>
        <p:spPr>
          <a:xfrm>
            <a:off x="3531394" y="231457"/>
            <a:ext cx="29051" cy="53435"/>
          </a:xfrm>
          <a:prstGeom prst="rect"/>
          <a:ln w="0">
            <a:noFill/>
          </a:ln>
        </p:spPr>
      </p:pic>
      <p:pic>
        <p:nvPicPr>
          <p:cNvPr id="2444" name="New picture"/>
          <p:cNvPicPr/>
          <p:nvPr/>
        </p:nvPicPr>
        <p:blipFill>
          <a:blip r:embed="rId1481"/>
          <a:srcRect/>
          <a:stretch>
            <a:fillRect/>
          </a:stretch>
        </p:blipFill>
        <p:spPr>
          <a:xfrm>
            <a:off x="3563493" y="231457"/>
            <a:ext cx="47339" cy="54959"/>
          </a:xfrm>
          <a:prstGeom prst="rect"/>
          <a:ln w="0">
            <a:noFill/>
          </a:ln>
        </p:spPr>
      </p:pic>
      <p:sp>
        <p:nvSpPr>
          <p:cNvPr id="2445" name="New shape"/>
          <p:cNvSpPr/>
          <p:nvPr/>
        </p:nvSpPr>
        <p:spPr>
          <a:xfrm>
            <a:off x="3572637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46" name="New shape"/>
          <p:cNvSpPr/>
          <p:nvPr/>
        </p:nvSpPr>
        <p:spPr>
          <a:xfrm>
            <a:off x="3581876" y="213169"/>
            <a:ext cx="18288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7" name="New picture"/>
          <p:cNvPicPr/>
          <p:nvPr/>
        </p:nvPicPr>
        <p:blipFill>
          <a:blip r:embed="rId1482"/>
          <a:srcRect/>
          <a:stretch>
            <a:fillRect/>
          </a:stretch>
        </p:blipFill>
        <p:spPr>
          <a:xfrm>
            <a:off x="3616928" y="211645"/>
            <a:ext cx="30575" cy="73247"/>
          </a:xfrm>
          <a:prstGeom prst="rect"/>
          <a:ln w="0">
            <a:noFill/>
          </a:ln>
        </p:spPr>
      </p:pic>
      <p:pic>
        <p:nvPicPr>
          <p:cNvPr id="2448" name="New picture"/>
          <p:cNvPicPr/>
          <p:nvPr/>
        </p:nvPicPr>
        <p:blipFill>
          <a:blip r:embed="rId1483"/>
          <a:srcRect/>
          <a:stretch>
            <a:fillRect/>
          </a:stretch>
        </p:blipFill>
        <p:spPr>
          <a:xfrm>
            <a:off x="3647503" y="231457"/>
            <a:ext cx="48863" cy="54959"/>
          </a:xfrm>
          <a:prstGeom prst="rect"/>
          <a:ln w="0">
            <a:noFill/>
          </a:ln>
        </p:spPr>
      </p:pic>
      <p:sp>
        <p:nvSpPr>
          <p:cNvPr id="2449" name="New shape"/>
          <p:cNvSpPr/>
          <p:nvPr/>
        </p:nvSpPr>
        <p:spPr>
          <a:xfrm>
            <a:off x="36581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50" name="New shape"/>
          <p:cNvSpPr/>
          <p:nvPr/>
        </p:nvSpPr>
        <p:spPr>
          <a:xfrm>
            <a:off x="3667315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1" name="New picture"/>
          <p:cNvPicPr/>
          <p:nvPr/>
        </p:nvPicPr>
        <p:blipFill>
          <a:blip r:embed="rId1484"/>
          <a:srcRect/>
          <a:stretch>
            <a:fillRect/>
          </a:stretch>
        </p:blipFill>
        <p:spPr>
          <a:xfrm>
            <a:off x="3707035" y="231457"/>
            <a:ext cx="29051" cy="53435"/>
          </a:xfrm>
          <a:prstGeom prst="rect"/>
          <a:ln w="0">
            <a:noFill/>
          </a:ln>
        </p:spPr>
      </p:pic>
      <p:pic>
        <p:nvPicPr>
          <p:cNvPr id="2452" name="New picture"/>
          <p:cNvPicPr/>
          <p:nvPr/>
        </p:nvPicPr>
        <p:blipFill>
          <a:blip r:embed="rId1485"/>
          <a:srcRect/>
          <a:stretch>
            <a:fillRect/>
          </a:stretch>
        </p:blipFill>
        <p:spPr>
          <a:xfrm>
            <a:off x="3737610" y="231457"/>
            <a:ext cx="48863" cy="54959"/>
          </a:xfrm>
          <a:prstGeom prst="rect"/>
          <a:ln w="0">
            <a:noFill/>
          </a:ln>
        </p:spPr>
      </p:pic>
      <p:sp>
        <p:nvSpPr>
          <p:cNvPr id="2453" name="New shape"/>
          <p:cNvSpPr/>
          <p:nvPr/>
        </p:nvSpPr>
        <p:spPr>
          <a:xfrm>
            <a:off x="3748278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4" name="New picture"/>
          <p:cNvPicPr/>
          <p:nvPr/>
        </p:nvPicPr>
        <p:blipFill>
          <a:blip r:embed="rId1486"/>
          <a:srcRect/>
          <a:stretch>
            <a:fillRect/>
          </a:stretch>
        </p:blipFill>
        <p:spPr>
          <a:xfrm>
            <a:off x="3797141" y="231457"/>
            <a:ext cx="42767" cy="53435"/>
          </a:xfrm>
          <a:prstGeom prst="rect"/>
          <a:ln w="0">
            <a:noFill/>
          </a:ln>
        </p:spPr>
      </p:pic>
      <p:pic>
        <p:nvPicPr>
          <p:cNvPr id="2455" name="New picture"/>
          <p:cNvPicPr/>
          <p:nvPr/>
        </p:nvPicPr>
        <p:blipFill>
          <a:blip r:embed="rId1487"/>
          <a:srcRect/>
          <a:stretch>
            <a:fillRect/>
          </a:stretch>
        </p:blipFill>
        <p:spPr>
          <a:xfrm>
            <a:off x="3852100" y="231457"/>
            <a:ext cx="45815" cy="54959"/>
          </a:xfrm>
          <a:prstGeom prst="rect"/>
          <a:ln w="0">
            <a:noFill/>
          </a:ln>
        </p:spPr>
      </p:pic>
      <p:pic>
        <p:nvPicPr>
          <p:cNvPr id="2456" name="New picture"/>
          <p:cNvPicPr/>
          <p:nvPr/>
        </p:nvPicPr>
        <p:blipFill>
          <a:blip r:embed="rId1488"/>
          <a:srcRect/>
          <a:stretch>
            <a:fillRect/>
          </a:stretch>
        </p:blipFill>
        <p:spPr>
          <a:xfrm>
            <a:off x="3902487" y="231457"/>
            <a:ext cx="48863" cy="54959"/>
          </a:xfrm>
          <a:prstGeom prst="rect"/>
          <a:ln w="0">
            <a:noFill/>
          </a:ln>
        </p:spPr>
      </p:pic>
      <p:sp>
        <p:nvSpPr>
          <p:cNvPr id="2457" name="New shape"/>
          <p:cNvSpPr/>
          <p:nvPr/>
        </p:nvSpPr>
        <p:spPr>
          <a:xfrm>
            <a:off x="3911632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8" name="New picture"/>
          <p:cNvPicPr/>
          <p:nvPr/>
        </p:nvPicPr>
        <p:blipFill>
          <a:blip r:embed="rId1489"/>
          <a:srcRect/>
          <a:stretch>
            <a:fillRect/>
          </a:stretch>
        </p:blipFill>
        <p:spPr>
          <a:xfrm>
            <a:off x="3986498" y="231457"/>
            <a:ext cx="44291" cy="54959"/>
          </a:xfrm>
          <a:prstGeom prst="rect"/>
          <a:ln w="0">
            <a:noFill/>
          </a:ln>
        </p:spPr>
      </p:pic>
      <p:pic>
        <p:nvPicPr>
          <p:cNvPr id="2459" name="New picture"/>
          <p:cNvPicPr/>
          <p:nvPr/>
        </p:nvPicPr>
        <p:blipFill>
          <a:blip r:embed="rId1490"/>
          <a:srcRect/>
          <a:stretch>
            <a:fillRect/>
          </a:stretch>
        </p:blipFill>
        <p:spPr>
          <a:xfrm>
            <a:off x="4039934" y="232981"/>
            <a:ext cx="42767" cy="53435"/>
          </a:xfrm>
          <a:prstGeom prst="rect"/>
          <a:ln w="0">
            <a:noFill/>
          </a:ln>
        </p:spPr>
      </p:pic>
      <p:pic>
        <p:nvPicPr>
          <p:cNvPr id="2460" name="New picture"/>
          <p:cNvPicPr/>
          <p:nvPr/>
        </p:nvPicPr>
        <p:blipFill>
          <a:blip r:embed="rId1491"/>
          <a:srcRect/>
          <a:stretch>
            <a:fillRect/>
          </a:stretch>
        </p:blipFill>
        <p:spPr>
          <a:xfrm>
            <a:off x="4097941" y="231457"/>
            <a:ext cx="27432" cy="53435"/>
          </a:xfrm>
          <a:prstGeom prst="rect"/>
          <a:ln w="0">
            <a:noFill/>
          </a:ln>
        </p:spPr>
      </p:pic>
      <p:sp>
        <p:nvSpPr>
          <p:cNvPr id="2461" name="New shape"/>
          <p:cNvSpPr/>
          <p:nvPr/>
        </p:nvSpPr>
        <p:spPr>
          <a:xfrm>
            <a:off x="4158997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2" name="New picture"/>
          <p:cNvPicPr/>
          <p:nvPr/>
        </p:nvPicPr>
        <p:blipFill>
          <a:blip r:embed="rId1492"/>
          <a:srcRect/>
          <a:stretch>
            <a:fillRect/>
          </a:stretch>
        </p:blipFill>
        <p:spPr>
          <a:xfrm>
            <a:off x="4178903" y="231457"/>
            <a:ext cx="48863" cy="54959"/>
          </a:xfrm>
          <a:prstGeom prst="rect"/>
          <a:ln w="0">
            <a:noFill/>
          </a:ln>
        </p:spPr>
      </p:pic>
      <p:sp>
        <p:nvSpPr>
          <p:cNvPr id="2463" name="New shape"/>
          <p:cNvSpPr/>
          <p:nvPr/>
        </p:nvSpPr>
        <p:spPr>
          <a:xfrm>
            <a:off x="41895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4" name="New picture"/>
          <p:cNvPicPr/>
          <p:nvPr/>
        </p:nvPicPr>
        <p:blipFill>
          <a:blip r:embed="rId1493"/>
          <a:srcRect/>
          <a:stretch>
            <a:fillRect/>
          </a:stretch>
        </p:blipFill>
        <p:spPr>
          <a:xfrm>
            <a:off x="4267486" y="231457"/>
            <a:ext cx="71723" cy="53435"/>
          </a:xfrm>
          <a:prstGeom prst="rect"/>
          <a:ln w="0">
            <a:noFill/>
          </a:ln>
        </p:spPr>
      </p:pic>
      <p:pic>
        <p:nvPicPr>
          <p:cNvPr id="2465" name="New picture"/>
          <p:cNvPicPr/>
          <p:nvPr/>
        </p:nvPicPr>
        <p:blipFill>
          <a:blip r:embed="rId1494"/>
          <a:srcRect/>
          <a:stretch>
            <a:fillRect/>
          </a:stretch>
        </p:blipFill>
        <p:spPr>
          <a:xfrm>
            <a:off x="4348353" y="231458"/>
            <a:ext cx="48959" cy="54959"/>
          </a:xfrm>
          <a:prstGeom prst="rect"/>
          <a:ln w="0">
            <a:noFill/>
          </a:ln>
        </p:spPr>
      </p:pic>
      <p:sp>
        <p:nvSpPr>
          <p:cNvPr id="2466" name="New shape"/>
          <p:cNvSpPr/>
          <p:nvPr/>
        </p:nvSpPr>
        <p:spPr>
          <a:xfrm>
            <a:off x="4357592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7" name="New picture"/>
          <p:cNvPicPr/>
          <p:nvPr/>
        </p:nvPicPr>
        <p:blipFill>
          <a:blip r:embed="rId1495"/>
          <a:srcRect/>
          <a:stretch>
            <a:fillRect/>
          </a:stretch>
        </p:blipFill>
        <p:spPr>
          <a:xfrm>
            <a:off x="4404931" y="231457"/>
            <a:ext cx="47339" cy="54959"/>
          </a:xfrm>
          <a:prstGeom prst="rect"/>
          <a:ln w="0">
            <a:noFill/>
          </a:ln>
        </p:spPr>
      </p:pic>
      <p:pic>
        <p:nvPicPr>
          <p:cNvPr id="2468" name="New picture"/>
          <p:cNvPicPr/>
          <p:nvPr/>
        </p:nvPicPr>
        <p:blipFill>
          <a:blip r:embed="rId1496"/>
          <a:srcRect/>
          <a:stretch>
            <a:fillRect/>
          </a:stretch>
        </p:blipFill>
        <p:spPr>
          <a:xfrm>
            <a:off x="4459891" y="213169"/>
            <a:ext cx="42767" cy="71723"/>
          </a:xfrm>
          <a:prstGeom prst="rect"/>
          <a:ln w="0">
            <a:noFill/>
          </a:ln>
        </p:spPr>
      </p:pic>
      <p:sp>
        <p:nvSpPr>
          <p:cNvPr id="2469" name="New shape"/>
          <p:cNvSpPr/>
          <p:nvPr/>
        </p:nvSpPr>
        <p:spPr>
          <a:xfrm>
            <a:off x="4516374" y="213169"/>
            <a:ext cx="7620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70" name="New shape"/>
          <p:cNvSpPr/>
          <p:nvPr/>
        </p:nvSpPr>
        <p:spPr>
          <a:xfrm>
            <a:off x="4516374" y="232981"/>
            <a:ext cx="7620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1" name="New picture"/>
          <p:cNvPicPr/>
          <p:nvPr/>
        </p:nvPicPr>
        <p:blipFill>
          <a:blip r:embed="rId1497"/>
          <a:srcRect/>
          <a:stretch>
            <a:fillRect/>
          </a:stretch>
        </p:blipFill>
        <p:spPr>
          <a:xfrm>
            <a:off x="4537710" y="231457"/>
            <a:ext cx="42767" cy="53435"/>
          </a:xfrm>
          <a:prstGeom prst="rect"/>
          <a:ln w="0">
            <a:noFill/>
          </a:ln>
        </p:spPr>
      </p:pic>
      <p:pic>
        <p:nvPicPr>
          <p:cNvPr id="2472" name="New picture"/>
          <p:cNvPicPr/>
          <p:nvPr/>
        </p:nvPicPr>
        <p:blipFill>
          <a:blip r:embed="rId1498"/>
          <a:srcRect/>
          <a:stretch>
            <a:fillRect/>
          </a:stretch>
        </p:blipFill>
        <p:spPr>
          <a:xfrm>
            <a:off x="4591241" y="231457"/>
            <a:ext cx="48863" cy="54959"/>
          </a:xfrm>
          <a:prstGeom prst="rect"/>
          <a:ln w="0">
            <a:noFill/>
          </a:ln>
        </p:spPr>
      </p:pic>
      <p:sp>
        <p:nvSpPr>
          <p:cNvPr id="2473" name="New shape"/>
          <p:cNvSpPr/>
          <p:nvPr/>
        </p:nvSpPr>
        <p:spPr>
          <a:xfrm>
            <a:off x="4601908" y="239077"/>
            <a:ext cx="28956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74" name="New shape"/>
          <p:cNvSpPr/>
          <p:nvPr/>
        </p:nvSpPr>
        <p:spPr>
          <a:xfrm>
            <a:off x="4680204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5" name="New picture"/>
          <p:cNvPicPr/>
          <p:nvPr/>
        </p:nvPicPr>
        <p:blipFill>
          <a:blip r:embed="rId1499"/>
          <a:srcRect/>
          <a:stretch>
            <a:fillRect/>
          </a:stretch>
        </p:blipFill>
        <p:spPr>
          <a:xfrm>
            <a:off x="4699635" y="231457"/>
            <a:ext cx="48863" cy="54959"/>
          </a:xfrm>
          <a:prstGeom prst="rect"/>
          <a:ln w="0">
            <a:noFill/>
          </a:ln>
        </p:spPr>
      </p:pic>
      <p:sp>
        <p:nvSpPr>
          <p:cNvPr id="2476" name="New shape"/>
          <p:cNvSpPr/>
          <p:nvPr/>
        </p:nvSpPr>
        <p:spPr>
          <a:xfrm>
            <a:off x="470877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7" name="New picture"/>
          <p:cNvPicPr/>
          <p:nvPr/>
        </p:nvPicPr>
        <p:blipFill>
          <a:blip r:embed="rId1500"/>
          <a:srcRect/>
          <a:stretch>
            <a:fillRect/>
          </a:stretch>
        </p:blipFill>
        <p:spPr>
          <a:xfrm>
            <a:off x="4756118" y="231458"/>
            <a:ext cx="48863" cy="54959"/>
          </a:xfrm>
          <a:prstGeom prst="rect"/>
          <a:ln w="0">
            <a:noFill/>
          </a:ln>
        </p:spPr>
      </p:pic>
      <p:sp>
        <p:nvSpPr>
          <p:cNvPr id="2478" name="New shape"/>
          <p:cNvSpPr/>
          <p:nvPr/>
        </p:nvSpPr>
        <p:spPr>
          <a:xfrm>
            <a:off x="4765263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9" name="New picture"/>
          <p:cNvPicPr/>
          <p:nvPr/>
        </p:nvPicPr>
        <p:blipFill>
          <a:blip r:embed="rId1501"/>
          <a:srcRect/>
          <a:stretch>
            <a:fillRect/>
          </a:stretch>
        </p:blipFill>
        <p:spPr>
          <a:xfrm>
            <a:off x="4815649" y="231457"/>
            <a:ext cx="29051" cy="53435"/>
          </a:xfrm>
          <a:prstGeom prst="rect"/>
          <a:ln w="0">
            <a:noFill/>
          </a:ln>
        </p:spPr>
      </p:pic>
      <p:pic>
        <p:nvPicPr>
          <p:cNvPr id="2480" name="New picture"/>
          <p:cNvPicPr/>
          <p:nvPr/>
        </p:nvPicPr>
        <p:blipFill>
          <a:blip r:embed="rId1502"/>
          <a:srcRect/>
          <a:stretch>
            <a:fillRect/>
          </a:stretch>
        </p:blipFill>
        <p:spPr>
          <a:xfrm>
            <a:off x="4849273" y="231457"/>
            <a:ext cx="42767" cy="53435"/>
          </a:xfrm>
          <a:prstGeom prst="rect"/>
          <a:ln w="0">
            <a:noFill/>
          </a:ln>
        </p:spPr>
      </p:pic>
      <p:sp>
        <p:nvSpPr>
          <p:cNvPr id="2481" name="New shape"/>
          <p:cNvSpPr/>
          <p:nvPr/>
        </p:nvSpPr>
        <p:spPr>
          <a:xfrm>
            <a:off x="4905756" y="213169"/>
            <a:ext cx="9144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82" name="New shape"/>
          <p:cNvSpPr/>
          <p:nvPr/>
        </p:nvSpPr>
        <p:spPr>
          <a:xfrm>
            <a:off x="4905756" y="232981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3" name="New picture"/>
          <p:cNvPicPr/>
          <p:nvPr/>
        </p:nvPicPr>
        <p:blipFill>
          <a:blip r:embed="rId1503"/>
          <a:srcRect/>
          <a:stretch>
            <a:fillRect/>
          </a:stretch>
        </p:blipFill>
        <p:spPr>
          <a:xfrm>
            <a:off x="4928712" y="231457"/>
            <a:ext cx="42672" cy="53435"/>
          </a:xfrm>
          <a:prstGeom prst="rect"/>
          <a:ln w="0">
            <a:noFill/>
          </a:ln>
        </p:spPr>
      </p:pic>
      <p:pic>
        <p:nvPicPr>
          <p:cNvPr id="2484" name="New picture"/>
          <p:cNvPicPr/>
          <p:nvPr/>
        </p:nvPicPr>
        <p:blipFill>
          <a:blip r:embed="rId1504"/>
          <a:srcRect/>
          <a:stretch>
            <a:fillRect/>
          </a:stretch>
        </p:blipFill>
        <p:spPr>
          <a:xfrm>
            <a:off x="4982146" y="231457"/>
            <a:ext cx="45815" cy="73343"/>
          </a:xfrm>
          <a:prstGeom prst="rect"/>
          <a:ln w="0">
            <a:noFill/>
          </a:ln>
        </p:spPr>
      </p:pic>
      <p:sp>
        <p:nvSpPr>
          <p:cNvPr id="2485" name="New shape"/>
          <p:cNvSpPr/>
          <p:nvPr/>
        </p:nvSpPr>
        <p:spPr>
          <a:xfrm>
            <a:off x="4991290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6" name="New picture"/>
          <p:cNvPicPr/>
          <p:nvPr/>
        </p:nvPicPr>
        <p:blipFill>
          <a:blip r:embed="rId1505"/>
          <a:srcRect/>
          <a:stretch>
            <a:fillRect/>
          </a:stretch>
        </p:blipFill>
        <p:spPr>
          <a:xfrm>
            <a:off x="5070729" y="231457"/>
            <a:ext cx="44196" cy="73343"/>
          </a:xfrm>
          <a:prstGeom prst="rect"/>
          <a:ln w="0">
            <a:noFill/>
          </a:ln>
        </p:spPr>
      </p:pic>
      <p:sp>
        <p:nvSpPr>
          <p:cNvPr id="2487" name="New shape"/>
          <p:cNvSpPr/>
          <p:nvPr/>
        </p:nvSpPr>
        <p:spPr>
          <a:xfrm>
            <a:off x="5078349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8" name="New picture"/>
          <p:cNvPicPr/>
          <p:nvPr/>
        </p:nvPicPr>
        <p:blipFill>
          <a:blip r:embed="rId1506"/>
          <a:srcRect/>
          <a:stretch>
            <a:fillRect/>
          </a:stretch>
        </p:blipFill>
        <p:spPr>
          <a:xfrm>
            <a:off x="5122640" y="231458"/>
            <a:ext cx="50387" cy="54959"/>
          </a:xfrm>
          <a:prstGeom prst="rect"/>
          <a:ln w="0">
            <a:noFill/>
          </a:ln>
        </p:spPr>
      </p:pic>
      <p:sp>
        <p:nvSpPr>
          <p:cNvPr id="2489" name="New shape"/>
          <p:cNvSpPr/>
          <p:nvPr/>
        </p:nvSpPr>
        <p:spPr>
          <a:xfrm>
            <a:off x="5131784" y="239078"/>
            <a:ext cx="32004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0" name="New picture"/>
          <p:cNvPicPr/>
          <p:nvPr/>
        </p:nvPicPr>
        <p:blipFill>
          <a:blip r:embed="rId1507"/>
          <a:srcRect/>
          <a:stretch>
            <a:fillRect/>
          </a:stretch>
        </p:blipFill>
        <p:spPr>
          <a:xfrm>
            <a:off x="5182172" y="232981"/>
            <a:ext cx="42767" cy="53435"/>
          </a:xfrm>
          <a:prstGeom prst="rect"/>
          <a:ln w="0">
            <a:noFill/>
          </a:ln>
        </p:spPr>
      </p:pic>
      <p:pic>
        <p:nvPicPr>
          <p:cNvPr id="2491" name="New picture"/>
          <p:cNvPicPr/>
          <p:nvPr/>
        </p:nvPicPr>
        <p:blipFill>
          <a:blip r:embed="rId1508"/>
          <a:srcRect/>
          <a:stretch>
            <a:fillRect/>
          </a:stretch>
        </p:blipFill>
        <p:spPr>
          <a:xfrm>
            <a:off x="5240179" y="231457"/>
            <a:ext cx="27432" cy="53435"/>
          </a:xfrm>
          <a:prstGeom prst="rect"/>
          <a:ln w="0">
            <a:noFill/>
          </a:ln>
        </p:spPr>
      </p:pic>
      <p:sp>
        <p:nvSpPr>
          <p:cNvPr id="2492" name="New shape"/>
          <p:cNvSpPr/>
          <p:nvPr/>
        </p:nvSpPr>
        <p:spPr>
          <a:xfrm>
            <a:off x="5301996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3" name="New picture"/>
          <p:cNvPicPr/>
          <p:nvPr/>
        </p:nvPicPr>
        <p:blipFill>
          <a:blip r:embed="rId1509"/>
          <a:srcRect/>
          <a:stretch>
            <a:fillRect/>
          </a:stretch>
        </p:blipFill>
        <p:spPr>
          <a:xfrm>
            <a:off x="5321141" y="231457"/>
            <a:ext cx="48863" cy="54959"/>
          </a:xfrm>
          <a:prstGeom prst="rect"/>
          <a:ln w="0">
            <a:noFill/>
          </a:ln>
        </p:spPr>
      </p:pic>
      <p:sp>
        <p:nvSpPr>
          <p:cNvPr id="2494" name="New shape"/>
          <p:cNvSpPr/>
          <p:nvPr/>
        </p:nvSpPr>
        <p:spPr>
          <a:xfrm>
            <a:off x="533180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5" name="New picture"/>
          <p:cNvPicPr/>
          <p:nvPr/>
        </p:nvPicPr>
        <p:blipFill>
          <a:blip r:embed="rId1510"/>
          <a:srcRect/>
          <a:stretch>
            <a:fillRect/>
          </a:stretch>
        </p:blipFill>
        <p:spPr>
          <a:xfrm>
            <a:off x="5377624" y="231457"/>
            <a:ext cx="44291" cy="54959"/>
          </a:xfrm>
          <a:prstGeom prst="rect"/>
          <a:ln w="0">
            <a:noFill/>
          </a:ln>
        </p:spPr>
      </p:pic>
      <p:pic>
        <p:nvPicPr>
          <p:cNvPr id="2496" name="New picture"/>
          <p:cNvPicPr/>
          <p:nvPr/>
        </p:nvPicPr>
        <p:blipFill>
          <a:blip r:embed="rId1511"/>
          <a:srcRect/>
          <a:stretch>
            <a:fillRect/>
          </a:stretch>
        </p:blipFill>
        <p:spPr>
          <a:xfrm>
            <a:off x="5457063" y="213169"/>
            <a:ext cx="45815" cy="73247"/>
          </a:xfrm>
          <a:prstGeom prst="rect"/>
          <a:ln w="0">
            <a:noFill/>
          </a:ln>
        </p:spPr>
      </p:pic>
      <p:sp>
        <p:nvSpPr>
          <p:cNvPr id="2497" name="New shape"/>
          <p:cNvSpPr/>
          <p:nvPr/>
        </p:nvSpPr>
        <p:spPr>
          <a:xfrm>
            <a:off x="5466207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8" name="New picture"/>
          <p:cNvPicPr/>
          <p:nvPr/>
        </p:nvPicPr>
        <p:blipFill>
          <a:blip r:embed="rId1512"/>
          <a:srcRect/>
          <a:stretch>
            <a:fillRect/>
          </a:stretch>
        </p:blipFill>
        <p:spPr>
          <a:xfrm>
            <a:off x="5513546" y="231457"/>
            <a:ext cx="48863" cy="54959"/>
          </a:xfrm>
          <a:prstGeom prst="rect"/>
          <a:ln w="0">
            <a:noFill/>
          </a:ln>
        </p:spPr>
      </p:pic>
      <p:sp>
        <p:nvSpPr>
          <p:cNvPr id="2499" name="New shape"/>
          <p:cNvSpPr/>
          <p:nvPr/>
        </p:nvSpPr>
        <p:spPr>
          <a:xfrm>
            <a:off x="5522691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00" name="New shape"/>
          <p:cNvSpPr/>
          <p:nvPr/>
        </p:nvSpPr>
        <p:spPr>
          <a:xfrm>
            <a:off x="5533358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1" name="New picture"/>
          <p:cNvPicPr/>
          <p:nvPr/>
        </p:nvPicPr>
        <p:blipFill>
          <a:blip r:embed="rId1513"/>
          <a:srcRect/>
          <a:stretch>
            <a:fillRect/>
          </a:stretch>
        </p:blipFill>
        <p:spPr>
          <a:xfrm>
            <a:off x="5573078" y="213169"/>
            <a:ext cx="45815" cy="73247"/>
          </a:xfrm>
          <a:prstGeom prst="rect"/>
          <a:ln w="0">
            <a:noFill/>
          </a:ln>
        </p:spPr>
      </p:pic>
      <p:sp>
        <p:nvSpPr>
          <p:cNvPr id="2502" name="New shape"/>
          <p:cNvSpPr/>
          <p:nvPr/>
        </p:nvSpPr>
        <p:spPr>
          <a:xfrm>
            <a:off x="5580698" y="239077"/>
            <a:ext cx="29051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3" name="New picture"/>
          <p:cNvPicPr/>
          <p:nvPr/>
        </p:nvPicPr>
        <p:blipFill>
          <a:blip r:embed="rId1514"/>
          <a:srcRect/>
          <a:stretch>
            <a:fillRect/>
          </a:stretch>
        </p:blipFill>
        <p:spPr>
          <a:xfrm>
            <a:off x="5629561" y="232981"/>
            <a:ext cx="42767" cy="53435"/>
          </a:xfrm>
          <a:prstGeom prst="rect"/>
          <a:ln w="0">
            <a:noFill/>
          </a:ln>
        </p:spPr>
      </p:pic>
      <p:pic>
        <p:nvPicPr>
          <p:cNvPr id="2504" name="New picture"/>
          <p:cNvPicPr/>
          <p:nvPr/>
        </p:nvPicPr>
        <p:blipFill>
          <a:blip r:embed="rId1515"/>
          <a:srcRect/>
          <a:stretch>
            <a:fillRect/>
          </a:stretch>
        </p:blipFill>
        <p:spPr>
          <a:xfrm>
            <a:off x="5681472" y="214694"/>
            <a:ext cx="26003" cy="71723"/>
          </a:xfrm>
          <a:prstGeom prst="rect"/>
          <a:ln w="0">
            <a:noFill/>
          </a:ln>
        </p:spPr>
      </p:pic>
      <p:pic>
        <p:nvPicPr>
          <p:cNvPr id="2505" name="New picture"/>
          <p:cNvPicPr/>
          <p:nvPr/>
        </p:nvPicPr>
        <p:blipFill>
          <a:blip r:embed="rId1516"/>
          <a:srcRect/>
          <a:stretch>
            <a:fillRect/>
          </a:stretch>
        </p:blipFill>
        <p:spPr>
          <a:xfrm>
            <a:off x="5712047" y="231458"/>
            <a:ext cx="48863" cy="54959"/>
          </a:xfrm>
          <a:prstGeom prst="rect"/>
          <a:ln w="0">
            <a:noFill/>
          </a:ln>
        </p:spPr>
      </p:pic>
      <p:sp>
        <p:nvSpPr>
          <p:cNvPr id="2506" name="New shape"/>
          <p:cNvSpPr/>
          <p:nvPr/>
        </p:nvSpPr>
        <p:spPr>
          <a:xfrm>
            <a:off x="5721191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7" name="New picture"/>
          <p:cNvPicPr/>
          <p:nvPr/>
        </p:nvPicPr>
        <p:blipFill>
          <a:blip r:embed="rId1517"/>
          <a:srcRect/>
          <a:stretch>
            <a:fillRect/>
          </a:stretch>
        </p:blipFill>
        <p:spPr>
          <a:xfrm>
            <a:off x="5771579" y="231457"/>
            <a:ext cx="42767" cy="53435"/>
          </a:xfrm>
          <a:prstGeom prst="rect"/>
          <a:ln w="0">
            <a:noFill/>
          </a:ln>
        </p:spPr>
      </p:pic>
      <p:pic>
        <p:nvPicPr>
          <p:cNvPr id="2508" name="New picture"/>
          <p:cNvPicPr/>
          <p:nvPr/>
        </p:nvPicPr>
        <p:blipFill>
          <a:blip r:embed="rId1518"/>
          <a:srcRect/>
          <a:stretch>
            <a:fillRect/>
          </a:stretch>
        </p:blipFill>
        <p:spPr>
          <a:xfrm>
            <a:off x="5823490" y="214694"/>
            <a:ext cx="24479" cy="71723"/>
          </a:xfrm>
          <a:prstGeom prst="rect"/>
          <a:ln w="0">
            <a:noFill/>
          </a:ln>
        </p:spPr>
      </p:pic>
      <p:pic>
        <p:nvPicPr>
          <p:cNvPr id="2509" name="New picture"/>
          <p:cNvPicPr/>
          <p:nvPr/>
        </p:nvPicPr>
        <p:blipFill>
          <a:blip r:embed="rId1519"/>
          <a:srcRect/>
          <a:stretch>
            <a:fillRect/>
          </a:stretch>
        </p:blipFill>
        <p:spPr>
          <a:xfrm>
            <a:off x="5852541" y="231457"/>
            <a:ext cx="44291" cy="54959"/>
          </a:xfrm>
          <a:prstGeom prst="rect"/>
          <a:ln w="0">
            <a:noFill/>
          </a:ln>
        </p:spPr>
      </p:pic>
      <p:pic>
        <p:nvPicPr>
          <p:cNvPr id="2510" name="New picture"/>
          <p:cNvPicPr/>
          <p:nvPr/>
        </p:nvPicPr>
        <p:blipFill>
          <a:blip r:embed="rId1520"/>
          <a:srcRect/>
          <a:stretch>
            <a:fillRect/>
          </a:stretch>
        </p:blipFill>
        <p:spPr>
          <a:xfrm>
            <a:off x="314039" y="10428638"/>
            <a:ext cx="42672" cy="71724"/>
          </a:xfrm>
          <a:prstGeom prst="rect"/>
          <a:ln w="0">
            <a:noFill/>
          </a:ln>
        </p:spPr>
      </p:pic>
      <p:pic>
        <p:nvPicPr>
          <p:cNvPr id="2511" name="New picture"/>
          <p:cNvPicPr/>
          <p:nvPr/>
        </p:nvPicPr>
        <p:blipFill>
          <a:blip r:embed="rId1521"/>
          <a:srcRect/>
          <a:stretch>
            <a:fillRect/>
          </a:stretch>
        </p:blipFill>
        <p:spPr>
          <a:xfrm>
            <a:off x="365951" y="10430161"/>
            <a:ext cx="25908" cy="71723"/>
          </a:xfrm>
          <a:prstGeom prst="rect"/>
          <a:ln w="0">
            <a:noFill/>
          </a:ln>
        </p:spPr>
      </p:pic>
      <p:pic>
        <p:nvPicPr>
          <p:cNvPr id="2512" name="New picture"/>
          <p:cNvPicPr/>
          <p:nvPr/>
        </p:nvPicPr>
        <p:blipFill>
          <a:blip r:embed="rId1522"/>
          <a:srcRect/>
          <a:stretch>
            <a:fillRect/>
          </a:stretch>
        </p:blipFill>
        <p:spPr>
          <a:xfrm>
            <a:off x="394906" y="10430161"/>
            <a:ext cx="26003" cy="71723"/>
          </a:xfrm>
          <a:prstGeom prst="rect"/>
          <a:ln w="0">
            <a:noFill/>
          </a:ln>
        </p:spPr>
      </p:pic>
      <p:pic>
        <p:nvPicPr>
          <p:cNvPr id="2513" name="New picture"/>
          <p:cNvPicPr/>
          <p:nvPr/>
        </p:nvPicPr>
        <p:blipFill>
          <a:blip r:embed="rId1523"/>
          <a:srcRect/>
          <a:stretch>
            <a:fillRect/>
          </a:stretch>
        </p:blipFill>
        <p:spPr>
          <a:xfrm>
            <a:off x="427006" y="10446924"/>
            <a:ext cx="45815" cy="73247"/>
          </a:xfrm>
          <a:prstGeom prst="rect"/>
          <a:ln w="0">
            <a:noFill/>
          </a:ln>
        </p:spPr>
      </p:pic>
      <p:sp>
        <p:nvSpPr>
          <p:cNvPr id="2514" name="New shape"/>
          <p:cNvSpPr/>
          <p:nvPr/>
        </p:nvSpPr>
        <p:spPr>
          <a:xfrm>
            <a:off x="436150" y="10454545"/>
            <a:ext cx="27527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5" name="New picture"/>
          <p:cNvPicPr/>
          <p:nvPr/>
        </p:nvPicPr>
        <p:blipFill>
          <a:blip r:embed="rId1524"/>
          <a:srcRect/>
          <a:stretch>
            <a:fillRect/>
          </a:stretch>
        </p:blipFill>
        <p:spPr>
          <a:xfrm>
            <a:off x="480441" y="10446925"/>
            <a:ext cx="44291" cy="54959"/>
          </a:xfrm>
          <a:prstGeom prst="rect"/>
          <a:ln w="0">
            <a:noFill/>
          </a:ln>
        </p:spPr>
      </p:pic>
      <p:sp>
        <p:nvSpPr>
          <p:cNvPr id="2516" name="New shape"/>
          <p:cNvSpPr/>
          <p:nvPr/>
        </p:nvSpPr>
        <p:spPr>
          <a:xfrm>
            <a:off x="536924" y="104484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17" name="New shape"/>
          <p:cNvSpPr/>
          <p:nvPr/>
        </p:nvSpPr>
        <p:spPr>
          <a:xfrm>
            <a:off x="536924" y="10491121"/>
            <a:ext cx="10668" cy="92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18" name="New shape"/>
          <p:cNvSpPr/>
          <p:nvPr/>
        </p:nvSpPr>
        <p:spPr>
          <a:xfrm>
            <a:off x="556832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19" name="New shape"/>
          <p:cNvSpPr/>
          <p:nvPr/>
        </p:nvSpPr>
        <p:spPr>
          <a:xfrm>
            <a:off x="584264" y="10427018"/>
            <a:ext cx="29051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0" name="New picture"/>
          <p:cNvPicPr/>
          <p:nvPr/>
        </p:nvPicPr>
        <p:blipFill>
          <a:blip r:embed="rId1525"/>
          <a:srcRect/>
          <a:stretch>
            <a:fillRect/>
          </a:stretch>
        </p:blipFill>
        <p:spPr>
          <a:xfrm>
            <a:off x="613315" y="10448449"/>
            <a:ext cx="71723" cy="51912"/>
          </a:xfrm>
          <a:prstGeom prst="rect"/>
          <a:ln w="0">
            <a:noFill/>
          </a:ln>
        </p:spPr>
      </p:pic>
      <p:pic>
        <p:nvPicPr>
          <p:cNvPr id="2521" name="New picture"/>
          <p:cNvPicPr/>
          <p:nvPr/>
        </p:nvPicPr>
        <p:blipFill>
          <a:blip r:embed="rId1526"/>
          <a:srcRect/>
          <a:stretch>
            <a:fillRect/>
          </a:stretch>
        </p:blipFill>
        <p:spPr>
          <a:xfrm>
            <a:off x="686562" y="10448449"/>
            <a:ext cx="73342" cy="51912"/>
          </a:xfrm>
          <a:prstGeom prst="rect"/>
          <a:ln w="0">
            <a:noFill/>
          </a:ln>
        </p:spPr>
      </p:pic>
      <p:pic>
        <p:nvPicPr>
          <p:cNvPr id="2522" name="New picture"/>
          <p:cNvPicPr/>
          <p:nvPr/>
        </p:nvPicPr>
        <p:blipFill>
          <a:blip r:embed="rId1527"/>
          <a:srcRect/>
          <a:stretch>
            <a:fillRect/>
          </a:stretch>
        </p:blipFill>
        <p:spPr>
          <a:xfrm>
            <a:off x="759904" y="10448449"/>
            <a:ext cx="73247" cy="51912"/>
          </a:xfrm>
          <a:prstGeom prst="rect"/>
          <a:ln w="0">
            <a:noFill/>
          </a:ln>
        </p:spPr>
      </p:pic>
      <p:sp>
        <p:nvSpPr>
          <p:cNvPr id="2523" name="New shape"/>
          <p:cNvSpPr/>
          <p:nvPr/>
        </p:nvSpPr>
        <p:spPr>
          <a:xfrm>
            <a:off x="836676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4" name="New picture"/>
          <p:cNvPicPr/>
          <p:nvPr/>
        </p:nvPicPr>
        <p:blipFill>
          <a:blip r:embed="rId1528"/>
          <a:srcRect/>
          <a:stretch>
            <a:fillRect/>
          </a:stretch>
        </p:blipFill>
        <p:spPr>
          <a:xfrm>
            <a:off x="857631" y="10430161"/>
            <a:ext cx="25908" cy="71723"/>
          </a:xfrm>
          <a:prstGeom prst="rect"/>
          <a:ln w="0">
            <a:noFill/>
          </a:ln>
        </p:spPr>
      </p:pic>
      <p:pic>
        <p:nvPicPr>
          <p:cNvPr id="2525" name="New picture"/>
          <p:cNvPicPr/>
          <p:nvPr/>
        </p:nvPicPr>
        <p:blipFill>
          <a:blip r:embed="rId1529"/>
          <a:srcRect/>
          <a:stretch>
            <a:fillRect/>
          </a:stretch>
        </p:blipFill>
        <p:spPr>
          <a:xfrm>
            <a:off x="888111" y="10446925"/>
            <a:ext cx="48958" cy="54959"/>
          </a:xfrm>
          <a:prstGeom prst="rect"/>
          <a:ln w="0">
            <a:noFill/>
          </a:ln>
        </p:spPr>
      </p:pic>
      <p:sp>
        <p:nvSpPr>
          <p:cNvPr id="2526" name="New shape"/>
          <p:cNvSpPr/>
          <p:nvPr/>
        </p:nvSpPr>
        <p:spPr>
          <a:xfrm>
            <a:off x="897350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7" name="New picture"/>
          <p:cNvPicPr/>
          <p:nvPr/>
        </p:nvPicPr>
        <p:blipFill>
          <a:blip r:embed="rId1530"/>
          <a:srcRect/>
          <a:stretch>
            <a:fillRect/>
          </a:stretch>
        </p:blipFill>
        <p:spPr>
          <a:xfrm>
            <a:off x="947738" y="10428636"/>
            <a:ext cx="45815" cy="73247"/>
          </a:xfrm>
          <a:prstGeom prst="rect"/>
          <a:ln w="0">
            <a:noFill/>
          </a:ln>
        </p:spPr>
      </p:pic>
      <p:sp>
        <p:nvSpPr>
          <p:cNvPr id="2528" name="New shape"/>
          <p:cNvSpPr/>
          <p:nvPr/>
        </p:nvSpPr>
        <p:spPr>
          <a:xfrm>
            <a:off x="955358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29" name="New shape"/>
          <p:cNvSpPr/>
          <p:nvPr/>
        </p:nvSpPr>
        <p:spPr>
          <a:xfrm>
            <a:off x="1004316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0" name="New picture"/>
          <p:cNvPicPr/>
          <p:nvPr/>
        </p:nvPicPr>
        <p:blipFill>
          <a:blip r:embed="rId1531"/>
          <a:srcRect/>
          <a:stretch>
            <a:fillRect/>
          </a:stretch>
        </p:blipFill>
        <p:spPr>
          <a:xfrm>
            <a:off x="1024033" y="10446925"/>
            <a:ext cx="48863" cy="54959"/>
          </a:xfrm>
          <a:prstGeom prst="rect"/>
          <a:ln w="0">
            <a:noFill/>
          </a:ln>
        </p:spPr>
      </p:pic>
      <p:sp>
        <p:nvSpPr>
          <p:cNvPr id="2531" name="New shape"/>
          <p:cNvSpPr/>
          <p:nvPr/>
        </p:nvSpPr>
        <p:spPr>
          <a:xfrm>
            <a:off x="1033272" y="10454545"/>
            <a:ext cx="30480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2" name="New picture"/>
          <p:cNvPicPr/>
          <p:nvPr/>
        </p:nvPicPr>
        <p:blipFill>
          <a:blip r:embed="rId1532"/>
          <a:srcRect/>
          <a:stretch>
            <a:fillRect/>
          </a:stretch>
        </p:blipFill>
        <p:spPr>
          <a:xfrm>
            <a:off x="1080516" y="10446925"/>
            <a:ext cx="48958" cy="54959"/>
          </a:xfrm>
          <a:prstGeom prst="rect"/>
          <a:ln w="0">
            <a:noFill/>
          </a:ln>
        </p:spPr>
      </p:pic>
      <p:sp>
        <p:nvSpPr>
          <p:cNvPr id="2533" name="New shape"/>
          <p:cNvSpPr/>
          <p:nvPr/>
        </p:nvSpPr>
        <p:spPr>
          <a:xfrm>
            <a:off x="1089755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4" name="New picture"/>
          <p:cNvPicPr/>
          <p:nvPr/>
        </p:nvPicPr>
        <p:blipFill>
          <a:blip r:embed="rId1533"/>
          <a:srcRect/>
          <a:stretch>
            <a:fillRect/>
          </a:stretch>
        </p:blipFill>
        <p:spPr>
          <a:xfrm>
            <a:off x="1140142" y="10448449"/>
            <a:ext cx="42767" cy="53435"/>
          </a:xfrm>
          <a:prstGeom prst="rect"/>
          <a:ln w="0">
            <a:noFill/>
          </a:ln>
        </p:spPr>
      </p:pic>
      <p:sp>
        <p:nvSpPr>
          <p:cNvPr id="2535" name="New shape"/>
          <p:cNvSpPr/>
          <p:nvPr/>
        </p:nvSpPr>
        <p:spPr>
          <a:xfrm>
            <a:off x="1197864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6" name="New picture"/>
          <p:cNvPicPr/>
          <p:nvPr/>
        </p:nvPicPr>
        <p:blipFill>
          <a:blip r:embed="rId1534"/>
          <a:srcRect/>
          <a:stretch>
            <a:fillRect/>
          </a:stretch>
        </p:blipFill>
        <p:spPr>
          <a:xfrm>
            <a:off x="1222534" y="10446924"/>
            <a:ext cx="45815" cy="54959"/>
          </a:xfrm>
          <a:prstGeom prst="rect"/>
          <a:ln w="0">
            <a:noFill/>
          </a:ln>
        </p:spPr>
      </p:pic>
      <p:pic>
        <p:nvPicPr>
          <p:cNvPr id="2537" name="New picture"/>
          <p:cNvPicPr/>
          <p:nvPr/>
        </p:nvPicPr>
        <p:blipFill>
          <a:blip r:embed="rId1535"/>
          <a:srcRect/>
          <a:stretch>
            <a:fillRect/>
          </a:stretch>
        </p:blipFill>
        <p:spPr>
          <a:xfrm>
            <a:off x="1272921" y="10446927"/>
            <a:ext cx="48959" cy="54959"/>
          </a:xfrm>
          <a:prstGeom prst="rect"/>
          <a:ln w="0">
            <a:noFill/>
          </a:ln>
        </p:spPr>
      </p:pic>
      <p:sp>
        <p:nvSpPr>
          <p:cNvPr id="2538" name="New shape"/>
          <p:cNvSpPr/>
          <p:nvPr/>
        </p:nvSpPr>
        <p:spPr>
          <a:xfrm>
            <a:off x="1282160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9" name="New picture"/>
          <p:cNvPicPr/>
          <p:nvPr/>
        </p:nvPicPr>
        <p:blipFill>
          <a:blip r:embed="rId1536"/>
          <a:srcRect/>
          <a:stretch>
            <a:fillRect/>
          </a:stretch>
        </p:blipFill>
        <p:spPr>
          <a:xfrm>
            <a:off x="1332548" y="10446925"/>
            <a:ext cx="71723" cy="53435"/>
          </a:xfrm>
          <a:prstGeom prst="rect"/>
          <a:ln w="0">
            <a:noFill/>
          </a:ln>
        </p:spPr>
      </p:pic>
      <p:sp>
        <p:nvSpPr>
          <p:cNvPr id="2540" name="New shape"/>
          <p:cNvSpPr/>
          <p:nvPr/>
        </p:nvSpPr>
        <p:spPr>
          <a:xfrm>
            <a:off x="1410367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1" name="New picture"/>
          <p:cNvPicPr/>
          <p:nvPr/>
        </p:nvPicPr>
        <p:blipFill>
          <a:blip r:embed="rId1537"/>
          <a:srcRect/>
          <a:stretch>
            <a:fillRect/>
          </a:stretch>
        </p:blipFill>
        <p:spPr>
          <a:xfrm>
            <a:off x="1439418" y="10427018"/>
            <a:ext cx="30575" cy="73343"/>
          </a:xfrm>
          <a:prstGeom prst="rect"/>
          <a:ln w="0">
            <a:noFill/>
          </a:ln>
        </p:spPr>
      </p:pic>
      <p:pic>
        <p:nvPicPr>
          <p:cNvPr id="2542" name="New picture"/>
          <p:cNvPicPr/>
          <p:nvPr/>
        </p:nvPicPr>
        <p:blipFill>
          <a:blip r:embed="rId1538"/>
          <a:srcRect/>
          <a:stretch>
            <a:fillRect/>
          </a:stretch>
        </p:blipFill>
        <p:spPr>
          <a:xfrm>
            <a:off x="1473041" y="10446925"/>
            <a:ext cx="28956" cy="53435"/>
          </a:xfrm>
          <a:prstGeom prst="rect"/>
          <a:ln w="0">
            <a:noFill/>
          </a:ln>
        </p:spPr>
      </p:pic>
      <p:sp>
        <p:nvSpPr>
          <p:cNvPr id="2543" name="New shape"/>
          <p:cNvSpPr/>
          <p:nvPr/>
        </p:nvSpPr>
        <p:spPr>
          <a:xfrm>
            <a:off x="150418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4" name="New picture"/>
          <p:cNvPicPr/>
          <p:nvPr/>
        </p:nvPicPr>
        <p:blipFill>
          <a:blip r:embed="rId1539"/>
          <a:srcRect/>
          <a:stretch>
            <a:fillRect/>
          </a:stretch>
        </p:blipFill>
        <p:spPr>
          <a:xfrm>
            <a:off x="1535621" y="10427018"/>
            <a:ext cx="30575" cy="73343"/>
          </a:xfrm>
          <a:prstGeom prst="rect"/>
          <a:ln w="0">
            <a:noFill/>
          </a:ln>
        </p:spPr>
      </p:pic>
      <p:pic>
        <p:nvPicPr>
          <p:cNvPr id="2545" name="New picture"/>
          <p:cNvPicPr/>
          <p:nvPr/>
        </p:nvPicPr>
        <p:blipFill>
          <a:blip r:embed="rId1540"/>
          <a:srcRect/>
          <a:stretch>
            <a:fillRect/>
          </a:stretch>
        </p:blipFill>
        <p:spPr>
          <a:xfrm>
            <a:off x="1569244" y="10446925"/>
            <a:ext cx="28956" cy="53435"/>
          </a:xfrm>
          <a:prstGeom prst="rect"/>
          <a:ln w="0">
            <a:noFill/>
          </a:ln>
        </p:spPr>
      </p:pic>
      <p:sp>
        <p:nvSpPr>
          <p:cNvPr id="2546" name="New shape"/>
          <p:cNvSpPr/>
          <p:nvPr/>
        </p:nvSpPr>
        <p:spPr>
          <a:xfrm>
            <a:off x="1596676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47" name="New shape"/>
          <p:cNvSpPr/>
          <p:nvPr/>
        </p:nvSpPr>
        <p:spPr>
          <a:xfrm>
            <a:off x="1632204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8" name="New picture"/>
          <p:cNvPicPr/>
          <p:nvPr/>
        </p:nvPicPr>
        <p:blipFill>
          <a:blip r:embed="rId1541"/>
          <a:srcRect/>
          <a:stretch>
            <a:fillRect/>
          </a:stretch>
        </p:blipFill>
        <p:spPr>
          <a:xfrm>
            <a:off x="1651635" y="10446925"/>
            <a:ext cx="48863" cy="54959"/>
          </a:xfrm>
          <a:prstGeom prst="rect"/>
          <a:ln w="0">
            <a:noFill/>
          </a:ln>
        </p:spPr>
      </p:pic>
      <p:sp>
        <p:nvSpPr>
          <p:cNvPr id="2549" name="New shape"/>
          <p:cNvSpPr/>
          <p:nvPr/>
        </p:nvSpPr>
        <p:spPr>
          <a:xfrm>
            <a:off x="166087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0" name="New picture"/>
          <p:cNvPicPr/>
          <p:nvPr/>
        </p:nvPicPr>
        <p:blipFill>
          <a:blip r:embed="rId1542"/>
          <a:srcRect/>
          <a:stretch>
            <a:fillRect/>
          </a:stretch>
        </p:blipFill>
        <p:spPr>
          <a:xfrm>
            <a:off x="1708213" y="10446925"/>
            <a:ext cx="48863" cy="54959"/>
          </a:xfrm>
          <a:prstGeom prst="rect"/>
          <a:ln w="0">
            <a:noFill/>
          </a:ln>
        </p:spPr>
      </p:pic>
      <p:sp>
        <p:nvSpPr>
          <p:cNvPr id="2551" name="New shape"/>
          <p:cNvSpPr/>
          <p:nvPr/>
        </p:nvSpPr>
        <p:spPr>
          <a:xfrm>
            <a:off x="1717357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2" name="New picture"/>
          <p:cNvPicPr/>
          <p:nvPr/>
        </p:nvPicPr>
        <p:blipFill>
          <a:blip r:embed="rId1543"/>
          <a:srcRect/>
          <a:stretch>
            <a:fillRect/>
          </a:stretch>
        </p:blipFill>
        <p:spPr>
          <a:xfrm>
            <a:off x="1767745" y="10446925"/>
            <a:ext cx="27432" cy="53435"/>
          </a:xfrm>
          <a:prstGeom prst="rect"/>
          <a:ln w="0">
            <a:noFill/>
          </a:ln>
        </p:spPr>
      </p:pic>
      <p:pic>
        <p:nvPicPr>
          <p:cNvPr id="2553" name="New picture"/>
          <p:cNvPicPr/>
          <p:nvPr/>
        </p:nvPicPr>
        <p:blipFill>
          <a:blip r:embed="rId1544"/>
          <a:srcRect/>
          <a:stretch>
            <a:fillRect/>
          </a:stretch>
        </p:blipFill>
        <p:spPr>
          <a:xfrm>
            <a:off x="1801273" y="10446925"/>
            <a:ext cx="44196" cy="53435"/>
          </a:xfrm>
          <a:prstGeom prst="rect"/>
          <a:ln w="0">
            <a:noFill/>
          </a:ln>
        </p:spPr>
      </p:pic>
      <p:sp>
        <p:nvSpPr>
          <p:cNvPr id="2554" name="New shape"/>
          <p:cNvSpPr/>
          <p:nvPr/>
        </p:nvSpPr>
        <p:spPr>
          <a:xfrm>
            <a:off x="1851755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5" name="New picture"/>
          <p:cNvPicPr/>
          <p:nvPr/>
        </p:nvPicPr>
        <p:blipFill>
          <a:blip r:embed="rId1545"/>
          <a:srcRect/>
          <a:stretch>
            <a:fillRect/>
          </a:stretch>
        </p:blipFill>
        <p:spPr>
          <a:xfrm>
            <a:off x="1883759" y="10446925"/>
            <a:ext cx="47339" cy="54959"/>
          </a:xfrm>
          <a:prstGeom prst="rect"/>
          <a:ln w="0">
            <a:noFill/>
          </a:ln>
        </p:spPr>
      </p:pic>
      <p:sp>
        <p:nvSpPr>
          <p:cNvPr id="2556" name="New shape"/>
          <p:cNvSpPr/>
          <p:nvPr/>
        </p:nvSpPr>
        <p:spPr>
          <a:xfrm>
            <a:off x="189290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7" name="New picture"/>
          <p:cNvPicPr/>
          <p:nvPr/>
        </p:nvPicPr>
        <p:blipFill>
          <a:blip r:embed="rId1546"/>
          <a:srcRect/>
          <a:stretch>
            <a:fillRect/>
          </a:stretch>
        </p:blipFill>
        <p:spPr>
          <a:xfrm>
            <a:off x="1941767" y="10446925"/>
            <a:ext cx="29051" cy="53435"/>
          </a:xfrm>
          <a:prstGeom prst="rect"/>
          <a:ln w="0">
            <a:noFill/>
          </a:ln>
        </p:spPr>
      </p:pic>
      <p:pic>
        <p:nvPicPr>
          <p:cNvPr id="2558" name="New picture"/>
          <p:cNvPicPr/>
          <p:nvPr/>
        </p:nvPicPr>
        <p:blipFill>
          <a:blip r:embed="rId1547"/>
          <a:srcRect/>
          <a:stretch>
            <a:fillRect/>
          </a:stretch>
        </p:blipFill>
        <p:spPr>
          <a:xfrm>
            <a:off x="1972342" y="10430161"/>
            <a:ext cx="24479" cy="71723"/>
          </a:xfrm>
          <a:prstGeom prst="rect"/>
          <a:ln w="0">
            <a:noFill/>
          </a:ln>
        </p:spPr>
      </p:pic>
      <p:sp>
        <p:nvSpPr>
          <p:cNvPr id="2559" name="New shape"/>
          <p:cNvSpPr/>
          <p:nvPr/>
        </p:nvSpPr>
        <p:spPr>
          <a:xfrm>
            <a:off x="2004441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60" name="New shape"/>
          <p:cNvSpPr/>
          <p:nvPr/>
        </p:nvSpPr>
        <p:spPr>
          <a:xfrm>
            <a:off x="2004441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1" name="New picture"/>
          <p:cNvPicPr/>
          <p:nvPr/>
        </p:nvPicPr>
        <p:blipFill>
          <a:blip r:embed="rId1548"/>
          <a:srcRect/>
          <a:stretch>
            <a:fillRect/>
          </a:stretch>
        </p:blipFill>
        <p:spPr>
          <a:xfrm>
            <a:off x="2024253" y="10446924"/>
            <a:ext cx="45815" cy="54959"/>
          </a:xfrm>
          <a:prstGeom prst="rect"/>
          <a:ln w="0">
            <a:noFill/>
          </a:ln>
        </p:spPr>
      </p:pic>
      <p:sp>
        <p:nvSpPr>
          <p:cNvPr id="2562" name="New shape"/>
          <p:cNvSpPr/>
          <p:nvPr/>
        </p:nvSpPr>
        <p:spPr>
          <a:xfrm>
            <a:off x="2077212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3" name="New picture"/>
          <p:cNvPicPr/>
          <p:nvPr/>
        </p:nvPicPr>
        <p:blipFill>
          <a:blip r:embed="rId1549"/>
          <a:srcRect/>
          <a:stretch>
            <a:fillRect/>
          </a:stretch>
        </p:blipFill>
        <p:spPr>
          <a:xfrm>
            <a:off x="2097596" y="10446925"/>
            <a:ext cx="48863" cy="54959"/>
          </a:xfrm>
          <a:prstGeom prst="rect"/>
          <a:ln w="0">
            <a:noFill/>
          </a:ln>
        </p:spPr>
      </p:pic>
      <p:sp>
        <p:nvSpPr>
          <p:cNvPr id="2564" name="New shape"/>
          <p:cNvSpPr/>
          <p:nvPr/>
        </p:nvSpPr>
        <p:spPr>
          <a:xfrm>
            <a:off x="210826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5" name="New picture"/>
          <p:cNvPicPr/>
          <p:nvPr/>
        </p:nvPicPr>
        <p:blipFill>
          <a:blip r:embed="rId1550"/>
          <a:srcRect/>
          <a:stretch>
            <a:fillRect/>
          </a:stretch>
        </p:blipFill>
        <p:spPr>
          <a:xfrm>
            <a:off x="2154079" y="10446925"/>
            <a:ext cx="44291" cy="54959"/>
          </a:xfrm>
          <a:prstGeom prst="rect"/>
          <a:ln w="0">
            <a:noFill/>
          </a:ln>
        </p:spPr>
      </p:pic>
      <p:sp>
        <p:nvSpPr>
          <p:cNvPr id="2566" name="New shape"/>
          <p:cNvSpPr/>
          <p:nvPr/>
        </p:nvSpPr>
        <p:spPr>
          <a:xfrm>
            <a:off x="2201418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7" name="New picture"/>
          <p:cNvPicPr/>
          <p:nvPr/>
        </p:nvPicPr>
        <p:blipFill>
          <a:blip r:embed="rId1551"/>
          <a:srcRect/>
          <a:stretch>
            <a:fillRect/>
          </a:stretch>
        </p:blipFill>
        <p:spPr>
          <a:xfrm>
            <a:off x="2236565" y="10428636"/>
            <a:ext cx="45720" cy="73247"/>
          </a:xfrm>
          <a:prstGeom prst="rect"/>
          <a:ln w="0">
            <a:noFill/>
          </a:ln>
        </p:spPr>
      </p:pic>
      <p:sp>
        <p:nvSpPr>
          <p:cNvPr id="2568" name="New shape"/>
          <p:cNvSpPr/>
          <p:nvPr/>
        </p:nvSpPr>
        <p:spPr>
          <a:xfrm>
            <a:off x="2244185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9" name="New picture"/>
          <p:cNvPicPr/>
          <p:nvPr/>
        </p:nvPicPr>
        <p:blipFill>
          <a:blip r:embed="rId1552"/>
          <a:srcRect/>
          <a:stretch>
            <a:fillRect/>
          </a:stretch>
        </p:blipFill>
        <p:spPr>
          <a:xfrm>
            <a:off x="2290001" y="10446927"/>
            <a:ext cx="48863" cy="54959"/>
          </a:xfrm>
          <a:prstGeom prst="rect"/>
          <a:ln w="0">
            <a:noFill/>
          </a:ln>
        </p:spPr>
      </p:pic>
      <p:sp>
        <p:nvSpPr>
          <p:cNvPr id="2570" name="New shape"/>
          <p:cNvSpPr/>
          <p:nvPr/>
        </p:nvSpPr>
        <p:spPr>
          <a:xfrm>
            <a:off x="2299145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1" name="New picture"/>
          <p:cNvPicPr/>
          <p:nvPr/>
        </p:nvPicPr>
        <p:blipFill>
          <a:blip r:embed="rId1553"/>
          <a:srcRect/>
          <a:stretch>
            <a:fillRect/>
          </a:stretch>
        </p:blipFill>
        <p:spPr>
          <a:xfrm>
            <a:off x="2346484" y="10446927"/>
            <a:ext cx="48863" cy="54959"/>
          </a:xfrm>
          <a:prstGeom prst="rect"/>
          <a:ln w="0">
            <a:noFill/>
          </a:ln>
        </p:spPr>
      </p:pic>
      <p:sp>
        <p:nvSpPr>
          <p:cNvPr id="2572" name="New shape"/>
          <p:cNvSpPr/>
          <p:nvPr/>
        </p:nvSpPr>
        <p:spPr>
          <a:xfrm>
            <a:off x="2355628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3" name="New picture"/>
          <p:cNvPicPr/>
          <p:nvPr/>
        </p:nvPicPr>
        <p:blipFill>
          <a:blip r:embed="rId1554"/>
          <a:srcRect/>
          <a:stretch>
            <a:fillRect/>
          </a:stretch>
        </p:blipFill>
        <p:spPr>
          <a:xfrm>
            <a:off x="2406015" y="10428638"/>
            <a:ext cx="44291" cy="71724"/>
          </a:xfrm>
          <a:prstGeom prst="rect"/>
          <a:ln w="0">
            <a:noFill/>
          </a:ln>
        </p:spPr>
      </p:pic>
      <p:pic>
        <p:nvPicPr>
          <p:cNvPr id="2574" name="New picture"/>
          <p:cNvPicPr/>
          <p:nvPr/>
        </p:nvPicPr>
        <p:blipFill>
          <a:blip r:embed="rId1555"/>
          <a:srcRect/>
          <a:stretch>
            <a:fillRect/>
          </a:stretch>
        </p:blipFill>
        <p:spPr>
          <a:xfrm>
            <a:off x="2453355" y="10446925"/>
            <a:ext cx="44291" cy="54959"/>
          </a:xfrm>
          <a:prstGeom prst="rect"/>
          <a:ln w="0">
            <a:noFill/>
          </a:ln>
        </p:spPr>
      </p:pic>
      <p:sp>
        <p:nvSpPr>
          <p:cNvPr id="2575" name="New shape"/>
          <p:cNvSpPr/>
          <p:nvPr/>
        </p:nvSpPr>
        <p:spPr>
          <a:xfrm>
            <a:off x="2503932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6" name="New picture"/>
          <p:cNvPicPr/>
          <p:nvPr/>
        </p:nvPicPr>
        <p:blipFill>
          <a:blip r:embed="rId1556"/>
          <a:srcRect/>
          <a:stretch>
            <a:fillRect/>
          </a:stretch>
        </p:blipFill>
        <p:spPr>
          <a:xfrm>
            <a:off x="2538889" y="10446925"/>
            <a:ext cx="48958" cy="54959"/>
          </a:xfrm>
          <a:prstGeom prst="rect"/>
          <a:ln w="0">
            <a:noFill/>
          </a:ln>
        </p:spPr>
      </p:pic>
      <p:sp>
        <p:nvSpPr>
          <p:cNvPr id="2577" name="New shape"/>
          <p:cNvSpPr/>
          <p:nvPr/>
        </p:nvSpPr>
        <p:spPr>
          <a:xfrm>
            <a:off x="2548128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8" name="New picture"/>
          <p:cNvPicPr/>
          <p:nvPr/>
        </p:nvPicPr>
        <p:blipFill>
          <a:blip r:embed="rId1557"/>
          <a:srcRect/>
          <a:stretch>
            <a:fillRect/>
          </a:stretch>
        </p:blipFill>
        <p:spPr>
          <a:xfrm>
            <a:off x="2598420" y="10428636"/>
            <a:ext cx="45720" cy="73247"/>
          </a:xfrm>
          <a:prstGeom prst="rect"/>
          <a:ln w="0">
            <a:noFill/>
          </a:ln>
        </p:spPr>
      </p:pic>
      <p:sp>
        <p:nvSpPr>
          <p:cNvPr id="2579" name="New shape"/>
          <p:cNvSpPr/>
          <p:nvPr/>
        </p:nvSpPr>
        <p:spPr>
          <a:xfrm>
            <a:off x="2606040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0" name="New picture"/>
          <p:cNvPicPr/>
          <p:nvPr/>
        </p:nvPicPr>
        <p:blipFill>
          <a:blip r:embed="rId1558"/>
          <a:srcRect/>
          <a:stretch>
            <a:fillRect/>
          </a:stretch>
        </p:blipFill>
        <p:spPr>
          <a:xfrm>
            <a:off x="2651855" y="10446927"/>
            <a:ext cx="48863" cy="54959"/>
          </a:xfrm>
          <a:prstGeom prst="rect"/>
          <a:ln w="0">
            <a:noFill/>
          </a:ln>
        </p:spPr>
      </p:pic>
      <p:sp>
        <p:nvSpPr>
          <p:cNvPr id="2581" name="New shape"/>
          <p:cNvSpPr/>
          <p:nvPr/>
        </p:nvSpPr>
        <p:spPr>
          <a:xfrm>
            <a:off x="2660999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2" name="New picture"/>
          <p:cNvPicPr/>
          <p:nvPr/>
        </p:nvPicPr>
        <p:blipFill>
          <a:blip r:embed="rId1559"/>
          <a:srcRect/>
          <a:stretch>
            <a:fillRect/>
          </a:stretch>
        </p:blipFill>
        <p:spPr>
          <a:xfrm>
            <a:off x="2711387" y="10448449"/>
            <a:ext cx="42767" cy="53435"/>
          </a:xfrm>
          <a:prstGeom prst="rect"/>
          <a:ln w="0">
            <a:noFill/>
          </a:ln>
        </p:spPr>
      </p:pic>
      <p:pic>
        <p:nvPicPr>
          <p:cNvPr id="2583" name="New picture"/>
          <p:cNvPicPr/>
          <p:nvPr/>
        </p:nvPicPr>
        <p:blipFill>
          <a:blip r:embed="rId1560"/>
          <a:srcRect/>
          <a:stretch>
            <a:fillRect/>
          </a:stretch>
        </p:blipFill>
        <p:spPr>
          <a:xfrm>
            <a:off x="2763393" y="10430161"/>
            <a:ext cx="25908" cy="71723"/>
          </a:xfrm>
          <a:prstGeom prst="rect"/>
          <a:ln w="0">
            <a:noFill/>
          </a:ln>
        </p:spPr>
      </p:pic>
      <p:sp>
        <p:nvSpPr>
          <p:cNvPr id="2584" name="New shape"/>
          <p:cNvSpPr/>
          <p:nvPr/>
        </p:nvSpPr>
        <p:spPr>
          <a:xfrm>
            <a:off x="27919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5" name="New picture"/>
          <p:cNvPicPr/>
          <p:nvPr/>
        </p:nvPicPr>
        <p:blipFill>
          <a:blip r:embed="rId1561"/>
          <a:srcRect/>
          <a:stretch>
            <a:fillRect/>
          </a:stretch>
        </p:blipFill>
        <p:spPr>
          <a:xfrm>
            <a:off x="2830544" y="10446925"/>
            <a:ext cx="71723" cy="53435"/>
          </a:xfrm>
          <a:prstGeom prst="rect"/>
          <a:ln w="0">
            <a:noFill/>
          </a:ln>
        </p:spPr>
      </p:pic>
      <p:pic>
        <p:nvPicPr>
          <p:cNvPr id="2586" name="New picture"/>
          <p:cNvPicPr/>
          <p:nvPr/>
        </p:nvPicPr>
        <p:blipFill>
          <a:blip r:embed="rId1562"/>
          <a:srcRect/>
          <a:stretch>
            <a:fillRect/>
          </a:stretch>
        </p:blipFill>
        <p:spPr>
          <a:xfrm>
            <a:off x="2911507" y="10446925"/>
            <a:ext cx="48863" cy="54959"/>
          </a:xfrm>
          <a:prstGeom prst="rect"/>
          <a:ln w="0">
            <a:noFill/>
          </a:ln>
        </p:spPr>
      </p:pic>
      <p:sp>
        <p:nvSpPr>
          <p:cNvPr id="2587" name="New shape"/>
          <p:cNvSpPr/>
          <p:nvPr/>
        </p:nvSpPr>
        <p:spPr>
          <a:xfrm>
            <a:off x="2922175" y="10474356"/>
            <a:ext cx="25908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8" name="New picture"/>
          <p:cNvPicPr/>
          <p:nvPr/>
        </p:nvPicPr>
        <p:blipFill>
          <a:blip r:embed="rId1563"/>
          <a:srcRect/>
          <a:stretch>
            <a:fillRect/>
          </a:stretch>
        </p:blipFill>
        <p:spPr>
          <a:xfrm>
            <a:off x="2969514" y="10446924"/>
            <a:ext cx="45815" cy="54959"/>
          </a:xfrm>
          <a:prstGeom prst="rect"/>
          <a:ln w="0">
            <a:noFill/>
          </a:ln>
        </p:spPr>
      </p:pic>
      <p:pic>
        <p:nvPicPr>
          <p:cNvPr id="2589" name="New picture"/>
          <p:cNvPicPr/>
          <p:nvPr/>
        </p:nvPicPr>
        <p:blipFill>
          <a:blip r:embed="rId1564"/>
          <a:srcRect/>
          <a:stretch>
            <a:fillRect/>
          </a:stretch>
        </p:blipFill>
        <p:spPr>
          <a:xfrm>
            <a:off x="3022949" y="10428638"/>
            <a:ext cx="42767" cy="71724"/>
          </a:xfrm>
          <a:prstGeom prst="rect"/>
          <a:ln w="0">
            <a:noFill/>
          </a:ln>
        </p:spPr>
      </p:pic>
      <p:sp>
        <p:nvSpPr>
          <p:cNvPr id="2590" name="New shape"/>
          <p:cNvSpPr/>
          <p:nvPr/>
        </p:nvSpPr>
        <p:spPr>
          <a:xfrm>
            <a:off x="3079432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1" name="New shape"/>
          <p:cNvSpPr/>
          <p:nvPr/>
        </p:nvSpPr>
        <p:spPr>
          <a:xfrm>
            <a:off x="3079432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2" name="New picture"/>
          <p:cNvPicPr/>
          <p:nvPr/>
        </p:nvPicPr>
        <p:blipFill>
          <a:blip r:embed="rId1565"/>
          <a:srcRect/>
          <a:stretch>
            <a:fillRect/>
          </a:stretch>
        </p:blipFill>
        <p:spPr>
          <a:xfrm>
            <a:off x="3100864" y="10446925"/>
            <a:ext cx="44196" cy="53435"/>
          </a:xfrm>
          <a:prstGeom prst="rect"/>
          <a:ln w="0">
            <a:noFill/>
          </a:ln>
        </p:spPr>
      </p:pic>
      <p:pic>
        <p:nvPicPr>
          <p:cNvPr id="2593" name="New picture"/>
          <p:cNvPicPr/>
          <p:nvPr/>
        </p:nvPicPr>
        <p:blipFill>
          <a:blip r:embed="rId1566"/>
          <a:srcRect/>
          <a:stretch>
            <a:fillRect/>
          </a:stretch>
        </p:blipFill>
        <p:spPr>
          <a:xfrm>
            <a:off x="3155823" y="10446925"/>
            <a:ext cx="47339" cy="54959"/>
          </a:xfrm>
          <a:prstGeom prst="rect"/>
          <a:ln w="0">
            <a:noFill/>
          </a:ln>
        </p:spPr>
      </p:pic>
      <p:sp>
        <p:nvSpPr>
          <p:cNvPr id="2594" name="New shape"/>
          <p:cNvSpPr/>
          <p:nvPr/>
        </p:nvSpPr>
        <p:spPr>
          <a:xfrm>
            <a:off x="3164967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5" name="New shape"/>
          <p:cNvSpPr/>
          <p:nvPr/>
        </p:nvSpPr>
        <p:spPr>
          <a:xfrm>
            <a:off x="32110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6" name="New shape"/>
          <p:cNvSpPr/>
          <p:nvPr/>
        </p:nvSpPr>
        <p:spPr>
          <a:xfrm>
            <a:off x="3249168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7" name="New picture"/>
          <p:cNvPicPr/>
          <p:nvPr/>
        </p:nvPicPr>
        <p:blipFill>
          <a:blip r:embed="rId1567"/>
          <a:srcRect/>
          <a:stretch>
            <a:fillRect/>
          </a:stretch>
        </p:blipFill>
        <p:spPr>
          <a:xfrm>
            <a:off x="3268885" y="10446925"/>
            <a:ext cx="47339" cy="54959"/>
          </a:xfrm>
          <a:prstGeom prst="rect"/>
          <a:ln w="0">
            <a:noFill/>
          </a:ln>
        </p:spPr>
      </p:pic>
      <p:sp>
        <p:nvSpPr>
          <p:cNvPr id="2598" name="New shape"/>
          <p:cNvSpPr/>
          <p:nvPr/>
        </p:nvSpPr>
        <p:spPr>
          <a:xfrm>
            <a:off x="3278029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9" name="New picture"/>
          <p:cNvPicPr/>
          <p:nvPr/>
        </p:nvPicPr>
        <p:blipFill>
          <a:blip r:embed="rId1568"/>
          <a:srcRect/>
          <a:stretch>
            <a:fillRect/>
          </a:stretch>
        </p:blipFill>
        <p:spPr>
          <a:xfrm>
            <a:off x="3325272" y="10446925"/>
            <a:ext cx="47339" cy="54959"/>
          </a:xfrm>
          <a:prstGeom prst="rect"/>
          <a:ln w="0">
            <a:noFill/>
          </a:ln>
        </p:spPr>
      </p:pic>
      <p:sp>
        <p:nvSpPr>
          <p:cNvPr id="2600" name="New shape"/>
          <p:cNvSpPr/>
          <p:nvPr/>
        </p:nvSpPr>
        <p:spPr>
          <a:xfrm>
            <a:off x="3334417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1" name="New picture"/>
          <p:cNvPicPr/>
          <p:nvPr/>
        </p:nvPicPr>
        <p:blipFill>
          <a:blip r:embed="rId1569"/>
          <a:srcRect/>
          <a:stretch>
            <a:fillRect/>
          </a:stretch>
        </p:blipFill>
        <p:spPr>
          <a:xfrm>
            <a:off x="3384803" y="10446925"/>
            <a:ext cx="27432" cy="53435"/>
          </a:xfrm>
          <a:prstGeom prst="rect"/>
          <a:ln w="0">
            <a:noFill/>
          </a:ln>
        </p:spPr>
      </p:pic>
      <p:pic>
        <p:nvPicPr>
          <p:cNvPr id="2602" name="New picture"/>
          <p:cNvPicPr/>
          <p:nvPr/>
        </p:nvPicPr>
        <p:blipFill>
          <a:blip r:embed="rId1570"/>
          <a:srcRect/>
          <a:stretch>
            <a:fillRect/>
          </a:stretch>
        </p:blipFill>
        <p:spPr>
          <a:xfrm>
            <a:off x="3418427" y="10446925"/>
            <a:ext cx="42767" cy="53435"/>
          </a:xfrm>
          <a:prstGeom prst="rect"/>
          <a:ln w="0">
            <a:noFill/>
          </a:ln>
        </p:spPr>
      </p:pic>
      <p:sp>
        <p:nvSpPr>
          <p:cNvPr id="2603" name="New shape"/>
          <p:cNvSpPr/>
          <p:nvPr/>
        </p:nvSpPr>
        <p:spPr>
          <a:xfrm>
            <a:off x="3474910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04" name="New shape"/>
          <p:cNvSpPr/>
          <p:nvPr/>
        </p:nvSpPr>
        <p:spPr>
          <a:xfrm>
            <a:off x="3474910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5" name="New picture"/>
          <p:cNvPicPr/>
          <p:nvPr/>
        </p:nvPicPr>
        <p:blipFill>
          <a:blip r:embed="rId1571"/>
          <a:srcRect/>
          <a:stretch>
            <a:fillRect/>
          </a:stretch>
        </p:blipFill>
        <p:spPr>
          <a:xfrm>
            <a:off x="3497866" y="10446925"/>
            <a:ext cx="42767" cy="53435"/>
          </a:xfrm>
          <a:prstGeom prst="rect"/>
          <a:ln w="0">
            <a:noFill/>
          </a:ln>
        </p:spPr>
      </p:pic>
      <p:pic>
        <p:nvPicPr>
          <p:cNvPr id="2606" name="New picture"/>
          <p:cNvPicPr/>
          <p:nvPr/>
        </p:nvPicPr>
        <p:blipFill>
          <a:blip r:embed="rId1572"/>
          <a:srcRect/>
          <a:stretch>
            <a:fillRect/>
          </a:stretch>
        </p:blipFill>
        <p:spPr>
          <a:xfrm>
            <a:off x="3549777" y="10446925"/>
            <a:ext cx="47339" cy="73247"/>
          </a:xfrm>
          <a:prstGeom prst="rect"/>
          <a:ln w="0">
            <a:noFill/>
          </a:ln>
        </p:spPr>
      </p:pic>
      <p:sp>
        <p:nvSpPr>
          <p:cNvPr id="2607" name="New shape"/>
          <p:cNvSpPr/>
          <p:nvPr/>
        </p:nvSpPr>
        <p:spPr>
          <a:xfrm>
            <a:off x="3560445" y="10454545"/>
            <a:ext cx="27527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8" name="New picture"/>
          <p:cNvPicPr/>
          <p:nvPr/>
        </p:nvPicPr>
        <p:blipFill>
          <a:blip r:embed="rId1573"/>
          <a:srcRect/>
          <a:stretch>
            <a:fillRect/>
          </a:stretch>
        </p:blipFill>
        <p:spPr>
          <a:xfrm>
            <a:off x="7132131" y="10427018"/>
            <a:ext cx="48863" cy="73342"/>
          </a:xfrm>
          <a:prstGeom prst="rect"/>
          <a:ln w="0">
            <a:noFill/>
          </a:ln>
        </p:spPr>
      </p:pic>
      <p:sp>
        <p:nvSpPr>
          <p:cNvPr id="2609" name="New shape"/>
          <p:cNvSpPr/>
          <p:nvPr/>
        </p:nvSpPr>
        <p:spPr>
          <a:xfrm>
            <a:off x="7185661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0" name="New picture"/>
          <p:cNvPicPr/>
          <p:nvPr/>
        </p:nvPicPr>
        <p:blipFill>
          <a:blip r:embed="rId1574"/>
          <a:srcRect/>
          <a:stretch>
            <a:fillRect/>
          </a:stretch>
        </p:blipFill>
        <p:spPr>
          <a:xfrm>
            <a:off x="7217665" y="10427018"/>
            <a:ext cx="48863" cy="74867"/>
          </a:xfrm>
          <a:prstGeom prst="rect"/>
          <a:ln w="0">
            <a:noFill/>
          </a:ln>
        </p:spPr>
      </p:pic>
      <p:sp>
        <p:nvSpPr>
          <p:cNvPr id="2611" name="New shape"/>
          <p:cNvSpPr/>
          <p:nvPr/>
        </p:nvSpPr>
        <p:spPr>
          <a:xfrm>
            <a:off x="7228331" y="10460641"/>
            <a:ext cx="29052" cy="335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12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  <p:sp>
        <p:nvSpPr>
          <p:cNvPr id="2613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68274" y="413099"/>
            <a:ext cx="105347" cy="112871"/>
          </a:xfrm>
          <a:prstGeom prst="rect"/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671322" y="416147"/>
            <a:ext cx="99250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" name="New shape"/>
          <p:cNvSpPr/>
          <p:nvPr/>
        </p:nvSpPr>
        <p:spPr>
          <a:xfrm>
            <a:off x="698849" y="428339"/>
            <a:ext cx="42672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695706" y="422243"/>
            <a:ext cx="50482" cy="671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671322" y="416147"/>
            <a:ext cx="99250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698849" y="428339"/>
            <a:ext cx="42672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79716" y="443580"/>
            <a:ext cx="74867" cy="85439"/>
          </a:xfrm>
          <a:prstGeom prst="rect"/>
          <a:ln w="0">
            <a:noFill/>
          </a:ln>
        </p:spPr>
      </p:pic>
      <p:sp>
        <p:nvSpPr>
          <p:cNvPr id="9" name="New shape"/>
          <p:cNvSpPr/>
          <p:nvPr/>
        </p:nvSpPr>
        <p:spPr>
          <a:xfrm>
            <a:off x="782764" y="446627"/>
            <a:ext cx="7029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782764" y="446627"/>
            <a:ext cx="70294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" name="New picture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63727" y="419195"/>
            <a:ext cx="53435" cy="109823"/>
          </a:xfrm>
          <a:prstGeom prst="rect"/>
          <a:ln w="0">
            <a:noFill/>
          </a:ln>
        </p:spPr>
      </p:pic>
      <p:sp>
        <p:nvSpPr>
          <p:cNvPr id="12" name="New shape"/>
          <p:cNvSpPr/>
          <p:nvPr/>
        </p:nvSpPr>
        <p:spPr>
          <a:xfrm>
            <a:off x="866775" y="422243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866775" y="422243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" name="New picture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21734" y="442056"/>
            <a:ext cx="76390" cy="86963"/>
          </a:xfrm>
          <a:prstGeom prst="rect"/>
          <a:ln w="0">
            <a:noFill/>
          </a:ln>
        </p:spPr>
      </p:pic>
      <p:sp>
        <p:nvSpPr>
          <p:cNvPr id="15" name="New shape"/>
          <p:cNvSpPr/>
          <p:nvPr/>
        </p:nvSpPr>
        <p:spPr>
          <a:xfrm>
            <a:off x="927830" y="446628"/>
            <a:ext cx="6724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" name="New shape"/>
          <p:cNvSpPr/>
          <p:nvPr/>
        </p:nvSpPr>
        <p:spPr>
          <a:xfrm>
            <a:off x="938593" y="457296"/>
            <a:ext cx="44196" cy="229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" name="New shape"/>
          <p:cNvSpPr/>
          <p:nvPr/>
        </p:nvSpPr>
        <p:spPr>
          <a:xfrm>
            <a:off x="935450" y="451200"/>
            <a:ext cx="50482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924782" y="443580"/>
            <a:ext cx="71818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938593" y="454248"/>
            <a:ext cx="44196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" name="New picture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013365" y="443580"/>
            <a:ext cx="74866" cy="85439"/>
          </a:xfrm>
          <a:prstGeom prst="rect"/>
          <a:ln w="0">
            <a:noFill/>
          </a:ln>
        </p:spPr>
      </p:pic>
      <p:sp>
        <p:nvSpPr>
          <p:cNvPr id="21" name="New shape"/>
          <p:cNvSpPr/>
          <p:nvPr/>
        </p:nvSpPr>
        <p:spPr>
          <a:xfrm>
            <a:off x="1016413" y="446627"/>
            <a:ext cx="6877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" name="New shape"/>
          <p:cNvSpPr/>
          <p:nvPr/>
        </p:nvSpPr>
        <p:spPr>
          <a:xfrm>
            <a:off x="1016413" y="446627"/>
            <a:ext cx="68771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" name="New picture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106519" y="442055"/>
            <a:ext cx="48863" cy="83915"/>
          </a:xfrm>
          <a:prstGeom prst="rect"/>
          <a:ln w="0">
            <a:noFill/>
          </a:ln>
        </p:spPr>
      </p:pic>
      <p:sp>
        <p:nvSpPr>
          <p:cNvPr id="24" name="New shape"/>
          <p:cNvSpPr/>
          <p:nvPr/>
        </p:nvSpPr>
        <p:spPr>
          <a:xfrm>
            <a:off x="1109567" y="445103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1109567" y="443579"/>
            <a:ext cx="42767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" name="New picture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1202722" y="506159"/>
            <a:ext cx="21336" cy="21336"/>
          </a:xfrm>
          <a:prstGeom prst="rect"/>
          <a:ln w="0">
            <a:noFill/>
          </a:ln>
        </p:spPr>
      </p:pic>
      <p:sp>
        <p:nvSpPr>
          <p:cNvPr id="27" name="New shape"/>
          <p:cNvSpPr/>
          <p:nvPr/>
        </p:nvSpPr>
        <p:spPr>
          <a:xfrm>
            <a:off x="1207294" y="510731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" name="New picture"/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1202722" y="449675"/>
            <a:ext cx="21336" cy="22955"/>
          </a:xfrm>
          <a:prstGeom prst="rect"/>
          <a:ln w="0">
            <a:noFill/>
          </a:ln>
        </p:spPr>
      </p:pic>
      <p:sp>
        <p:nvSpPr>
          <p:cNvPr id="29" name="New shape"/>
          <p:cNvSpPr/>
          <p:nvPr/>
        </p:nvSpPr>
        <p:spPr>
          <a:xfrm>
            <a:off x="1207294" y="454247"/>
            <a:ext cx="12192" cy="1228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1204246" y="507683"/>
            <a:ext cx="18288" cy="1828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1205770" y="452723"/>
            <a:ext cx="16764" cy="1685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" name="New picture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1274540" y="416147"/>
            <a:ext cx="80867" cy="108299"/>
          </a:xfrm>
          <a:prstGeom prst="rect"/>
          <a:ln w="0">
            <a:noFill/>
          </a:ln>
        </p:spPr>
      </p:pic>
      <p:pic>
        <p:nvPicPr>
          <p:cNvPr id="33" name="New picture"/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1353883" y="443579"/>
            <a:ext cx="77915" cy="82391"/>
          </a:xfrm>
          <a:prstGeom prst="rect"/>
          <a:ln w="0">
            <a:noFill/>
          </a:ln>
        </p:spPr>
      </p:pic>
      <p:sp>
        <p:nvSpPr>
          <p:cNvPr id="34" name="New shape"/>
          <p:cNvSpPr/>
          <p:nvPr/>
        </p:nvSpPr>
        <p:spPr>
          <a:xfrm>
            <a:off x="1367600" y="454247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" name="New picture"/>
          <p:cNvPicPr/>
          <p:nvPr/>
        </p:nvPicPr>
        <p:blipFill>
          <a:blip r:embed="rId12"/>
          <a:srcRect/>
          <a:stretch>
            <a:fillRect/>
          </a:stretch>
        </p:blipFill>
        <p:spPr>
          <a:xfrm>
            <a:off x="1453134" y="416147"/>
            <a:ext cx="74866" cy="109823"/>
          </a:xfrm>
          <a:prstGeom prst="rect"/>
          <a:ln w="0">
            <a:noFill/>
          </a:ln>
        </p:spPr>
      </p:pic>
      <p:sp>
        <p:nvSpPr>
          <p:cNvPr id="36" name="New shape"/>
          <p:cNvSpPr/>
          <p:nvPr/>
        </p:nvSpPr>
        <p:spPr>
          <a:xfrm>
            <a:off x="1466945" y="45424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" name="New picture"/>
          <p:cNvPicPr/>
          <p:nvPr/>
        </p:nvPicPr>
        <p:blipFill>
          <a:blip r:embed="rId13"/>
          <a:srcRect/>
          <a:stretch>
            <a:fillRect/>
          </a:stretch>
        </p:blipFill>
        <p:spPr>
          <a:xfrm>
            <a:off x="1534097" y="446627"/>
            <a:ext cx="71723" cy="116015"/>
          </a:xfrm>
          <a:prstGeom prst="rect"/>
          <a:ln w="0">
            <a:noFill/>
          </a:ln>
        </p:spPr>
      </p:pic>
      <p:pic>
        <p:nvPicPr>
          <p:cNvPr id="38" name="New picture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1650111" y="413099"/>
            <a:ext cx="74867" cy="112871"/>
          </a:xfrm>
          <a:prstGeom prst="rect"/>
          <a:ln w="0">
            <a:noFill/>
          </a:ln>
        </p:spPr>
      </p:pic>
      <p:pic>
        <p:nvPicPr>
          <p:cNvPr id="39" name="New picture"/>
          <p:cNvPicPr/>
          <p:nvPr/>
        </p:nvPicPr>
        <p:blipFill>
          <a:blip r:embed="rId15"/>
          <a:srcRect/>
          <a:stretch>
            <a:fillRect/>
          </a:stretch>
        </p:blipFill>
        <p:spPr>
          <a:xfrm>
            <a:off x="1738693" y="443579"/>
            <a:ext cx="71818" cy="82391"/>
          </a:xfrm>
          <a:prstGeom prst="rect"/>
          <a:ln w="0">
            <a:noFill/>
          </a:ln>
        </p:spPr>
      </p:pic>
      <p:sp>
        <p:nvSpPr>
          <p:cNvPr id="40" name="New shape"/>
          <p:cNvSpPr/>
          <p:nvPr/>
        </p:nvSpPr>
        <p:spPr>
          <a:xfrm>
            <a:off x="1752410" y="45424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" name="New picture"/>
          <p:cNvPicPr/>
          <p:nvPr/>
        </p:nvPicPr>
        <p:blipFill>
          <a:blip r:embed="rId16"/>
          <a:srcRect/>
          <a:stretch>
            <a:fillRect/>
          </a:stretch>
        </p:blipFill>
        <p:spPr>
          <a:xfrm>
            <a:off x="1821180" y="445103"/>
            <a:ext cx="77914" cy="117539"/>
          </a:xfrm>
          <a:prstGeom prst="rect"/>
          <a:ln w="0">
            <a:noFill/>
          </a:ln>
        </p:spPr>
      </p:pic>
      <p:sp>
        <p:nvSpPr>
          <p:cNvPr id="42" name="New shape"/>
          <p:cNvSpPr/>
          <p:nvPr/>
        </p:nvSpPr>
        <p:spPr>
          <a:xfrm>
            <a:off x="1837944" y="454247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" name="New shape"/>
          <p:cNvSpPr/>
          <p:nvPr/>
        </p:nvSpPr>
        <p:spPr>
          <a:xfrm>
            <a:off x="1833372" y="522923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" name="New picture"/>
          <p:cNvPicPr/>
          <p:nvPr/>
        </p:nvPicPr>
        <p:blipFill>
          <a:blip r:embed="rId17"/>
          <a:srcRect/>
          <a:stretch>
            <a:fillRect/>
          </a:stretch>
        </p:blipFill>
        <p:spPr>
          <a:xfrm>
            <a:off x="1908239" y="443674"/>
            <a:ext cx="67246" cy="82391"/>
          </a:xfrm>
          <a:prstGeom prst="rect"/>
          <a:ln w="0">
            <a:noFill/>
          </a:ln>
        </p:spPr>
      </p:pic>
      <p:sp>
        <p:nvSpPr>
          <p:cNvPr id="45" name="New shape"/>
          <p:cNvSpPr/>
          <p:nvPr/>
        </p:nvSpPr>
        <p:spPr>
          <a:xfrm>
            <a:off x="1922050" y="484822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" name="New picture"/>
          <p:cNvPicPr/>
          <p:nvPr/>
        </p:nvPicPr>
        <p:blipFill>
          <a:blip r:embed="rId18"/>
          <a:srcRect/>
          <a:stretch>
            <a:fillRect/>
          </a:stretch>
        </p:blipFill>
        <p:spPr>
          <a:xfrm>
            <a:off x="1998345" y="443579"/>
            <a:ext cx="42767" cy="80962"/>
          </a:xfrm>
          <a:prstGeom prst="rect"/>
          <a:ln w="0">
            <a:noFill/>
          </a:ln>
        </p:spPr>
      </p:pic>
      <p:pic>
        <p:nvPicPr>
          <p:cNvPr id="47" name="New picture"/>
          <p:cNvPicPr/>
          <p:nvPr/>
        </p:nvPicPr>
        <p:blipFill>
          <a:blip r:embed="rId19"/>
          <a:srcRect/>
          <a:stretch>
            <a:fillRect/>
          </a:stretch>
        </p:blipFill>
        <p:spPr>
          <a:xfrm>
            <a:off x="2045684" y="443579"/>
            <a:ext cx="65627" cy="82391"/>
          </a:xfrm>
          <a:prstGeom prst="rect"/>
          <a:ln w="0">
            <a:noFill/>
          </a:ln>
        </p:spPr>
      </p:pic>
      <p:sp>
        <p:nvSpPr>
          <p:cNvPr id="48" name="New shape"/>
          <p:cNvSpPr/>
          <p:nvPr/>
        </p:nvSpPr>
        <p:spPr>
          <a:xfrm>
            <a:off x="2057876" y="484822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" name="New picture"/>
          <p:cNvPicPr/>
          <p:nvPr/>
        </p:nvPicPr>
        <p:blipFill>
          <a:blip r:embed="rId20"/>
          <a:srcRect/>
          <a:stretch>
            <a:fillRect/>
          </a:stretch>
        </p:blipFill>
        <p:spPr>
          <a:xfrm>
            <a:off x="2134172" y="443579"/>
            <a:ext cx="70294" cy="80867"/>
          </a:xfrm>
          <a:prstGeom prst="rect"/>
          <a:ln w="0">
            <a:noFill/>
          </a:ln>
        </p:spPr>
      </p:pic>
      <p:pic>
        <p:nvPicPr>
          <p:cNvPr id="50" name="New picture"/>
          <p:cNvPicPr/>
          <p:nvPr/>
        </p:nvPicPr>
        <p:blipFill>
          <a:blip r:embed="rId21"/>
          <a:srcRect/>
          <a:stretch>
            <a:fillRect/>
          </a:stretch>
        </p:blipFill>
        <p:spPr>
          <a:xfrm>
            <a:off x="671322" y="640461"/>
            <a:ext cx="80962" cy="117538"/>
          </a:xfrm>
          <a:prstGeom prst="rect"/>
          <a:ln w="0">
            <a:noFill/>
          </a:ln>
        </p:spPr>
      </p:pic>
      <p:sp>
        <p:nvSpPr>
          <p:cNvPr id="51" name="New shape"/>
          <p:cNvSpPr/>
          <p:nvPr/>
        </p:nvSpPr>
        <p:spPr>
          <a:xfrm>
            <a:off x="674370" y="645033"/>
            <a:ext cx="73343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2" name="New shape"/>
          <p:cNvSpPr/>
          <p:nvPr/>
        </p:nvSpPr>
        <p:spPr>
          <a:xfrm>
            <a:off x="674370" y="641985"/>
            <a:ext cx="74867" cy="1129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" name="New picture"/>
          <p:cNvPicPr/>
          <p:nvPr/>
        </p:nvPicPr>
        <p:blipFill>
          <a:blip r:embed="rId22"/>
          <a:srcRect/>
          <a:stretch>
            <a:fillRect/>
          </a:stretch>
        </p:blipFill>
        <p:spPr>
          <a:xfrm>
            <a:off x="767525" y="672560"/>
            <a:ext cx="16764" cy="82391"/>
          </a:xfrm>
          <a:prstGeom prst="rect"/>
          <a:ln w="0">
            <a:noFill/>
          </a:ln>
        </p:spPr>
      </p:pic>
      <p:sp>
        <p:nvSpPr>
          <p:cNvPr id="54" name="New shape"/>
          <p:cNvSpPr/>
          <p:nvPr/>
        </p:nvSpPr>
        <p:spPr>
          <a:xfrm>
            <a:off x="769049" y="67560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" name="New picture"/>
          <p:cNvPicPr/>
          <p:nvPr/>
        </p:nvPicPr>
        <p:blipFill>
          <a:blip r:embed="rId23"/>
          <a:srcRect/>
          <a:stretch>
            <a:fillRect/>
          </a:stretch>
        </p:blipFill>
        <p:spPr>
          <a:xfrm>
            <a:off x="764477" y="637413"/>
            <a:ext cx="21336" cy="21336"/>
          </a:xfrm>
          <a:prstGeom prst="rect"/>
          <a:ln w="0">
            <a:noFill/>
          </a:ln>
        </p:spPr>
      </p:pic>
      <p:sp>
        <p:nvSpPr>
          <p:cNvPr id="56" name="New shape"/>
          <p:cNvSpPr/>
          <p:nvPr/>
        </p:nvSpPr>
        <p:spPr>
          <a:xfrm>
            <a:off x="769049" y="643509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769049" y="67560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767525" y="640461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" name="New picture"/>
          <p:cNvPicPr/>
          <p:nvPr/>
        </p:nvPicPr>
        <p:blipFill>
          <a:blip r:embed="rId24"/>
          <a:srcRect/>
          <a:stretch>
            <a:fillRect/>
          </a:stretch>
        </p:blipFill>
        <p:spPr>
          <a:xfrm>
            <a:off x="795052" y="648081"/>
            <a:ext cx="53435" cy="109919"/>
          </a:xfrm>
          <a:prstGeom prst="rect"/>
          <a:ln w="0">
            <a:noFill/>
          </a:ln>
        </p:spPr>
      </p:pic>
      <p:sp>
        <p:nvSpPr>
          <p:cNvPr id="60" name="New shape"/>
          <p:cNvSpPr/>
          <p:nvPr/>
        </p:nvSpPr>
        <p:spPr>
          <a:xfrm>
            <a:off x="798100" y="651129"/>
            <a:ext cx="47339" cy="102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1" name="New shape"/>
          <p:cNvSpPr/>
          <p:nvPr/>
        </p:nvSpPr>
        <p:spPr>
          <a:xfrm>
            <a:off x="798100" y="651129"/>
            <a:ext cx="47339" cy="10382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" name="New picture"/>
          <p:cNvPicPr/>
          <p:nvPr/>
        </p:nvPicPr>
        <p:blipFill>
          <a:blip r:embed="rId25"/>
          <a:srcRect/>
          <a:stretch>
            <a:fillRect/>
          </a:stretch>
        </p:blipFill>
        <p:spPr>
          <a:xfrm>
            <a:off x="853059" y="670941"/>
            <a:ext cx="76295" cy="87058"/>
          </a:xfrm>
          <a:prstGeom prst="rect"/>
          <a:ln w="0">
            <a:noFill/>
          </a:ln>
        </p:spPr>
      </p:pic>
      <p:sp>
        <p:nvSpPr>
          <p:cNvPr id="63" name="New shape"/>
          <p:cNvSpPr/>
          <p:nvPr/>
        </p:nvSpPr>
        <p:spPr>
          <a:xfrm>
            <a:off x="857631" y="675608"/>
            <a:ext cx="68675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4" name="New shape"/>
          <p:cNvSpPr/>
          <p:nvPr/>
        </p:nvSpPr>
        <p:spPr>
          <a:xfrm>
            <a:off x="868299" y="686276"/>
            <a:ext cx="45815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5" name="New shape"/>
          <p:cNvSpPr/>
          <p:nvPr/>
        </p:nvSpPr>
        <p:spPr>
          <a:xfrm>
            <a:off x="866775" y="680180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6" name="New shape"/>
          <p:cNvSpPr/>
          <p:nvPr/>
        </p:nvSpPr>
        <p:spPr>
          <a:xfrm>
            <a:off x="856107" y="672560"/>
            <a:ext cx="70199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7" name="New shape"/>
          <p:cNvSpPr/>
          <p:nvPr/>
        </p:nvSpPr>
        <p:spPr>
          <a:xfrm>
            <a:off x="868299" y="68322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" name="New picture"/>
          <p:cNvPicPr/>
          <p:nvPr/>
        </p:nvPicPr>
        <p:blipFill>
          <a:blip r:embed="rId26"/>
          <a:srcRect/>
          <a:stretch>
            <a:fillRect/>
          </a:stretch>
        </p:blipFill>
        <p:spPr>
          <a:xfrm>
            <a:off x="984313" y="735044"/>
            <a:ext cx="21431" cy="21431"/>
          </a:xfrm>
          <a:prstGeom prst="rect"/>
          <a:ln w="0">
            <a:noFill/>
          </a:ln>
        </p:spPr>
      </p:pic>
      <p:sp>
        <p:nvSpPr>
          <p:cNvPr id="69" name="New shape"/>
          <p:cNvSpPr/>
          <p:nvPr/>
        </p:nvSpPr>
        <p:spPr>
          <a:xfrm>
            <a:off x="988981" y="739616"/>
            <a:ext cx="12192" cy="1228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" name="New picture"/>
          <p:cNvPicPr/>
          <p:nvPr/>
        </p:nvPicPr>
        <p:blipFill>
          <a:blip r:embed="rId27"/>
          <a:srcRect/>
          <a:stretch>
            <a:fillRect/>
          </a:stretch>
        </p:blipFill>
        <p:spPr>
          <a:xfrm>
            <a:off x="984313" y="678656"/>
            <a:ext cx="21431" cy="22860"/>
          </a:xfrm>
          <a:prstGeom prst="rect"/>
          <a:ln w="0">
            <a:noFill/>
          </a:ln>
        </p:spPr>
      </p:pic>
      <p:sp>
        <p:nvSpPr>
          <p:cNvPr id="71" name="New shape"/>
          <p:cNvSpPr/>
          <p:nvPr/>
        </p:nvSpPr>
        <p:spPr>
          <a:xfrm>
            <a:off x="988981" y="683228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2" name="New shape"/>
          <p:cNvSpPr/>
          <p:nvPr/>
        </p:nvSpPr>
        <p:spPr>
          <a:xfrm>
            <a:off x="985933" y="736568"/>
            <a:ext cx="16764" cy="1838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3" name="New shape"/>
          <p:cNvSpPr/>
          <p:nvPr/>
        </p:nvSpPr>
        <p:spPr>
          <a:xfrm>
            <a:off x="985933" y="681704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4" name="New shape"/>
          <p:cNvSpPr/>
          <p:nvPr/>
        </p:nvSpPr>
        <p:spPr>
          <a:xfrm>
            <a:off x="1054608" y="762000"/>
            <a:ext cx="530352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" name="New picture"/>
          <p:cNvPicPr/>
          <p:nvPr/>
        </p:nvPicPr>
        <p:blipFill>
          <a:blip r:embed="rId28"/>
          <a:srcRect/>
          <a:stretch>
            <a:fillRect/>
          </a:stretch>
        </p:blipFill>
        <p:spPr>
          <a:xfrm>
            <a:off x="1062228" y="641985"/>
            <a:ext cx="108395" cy="112966"/>
          </a:xfrm>
          <a:prstGeom prst="rect"/>
          <a:ln w="0">
            <a:noFill/>
          </a:ln>
        </p:spPr>
      </p:pic>
      <p:sp>
        <p:nvSpPr>
          <p:cNvPr id="76" name="New shape"/>
          <p:cNvSpPr/>
          <p:nvPr/>
        </p:nvSpPr>
        <p:spPr>
          <a:xfrm>
            <a:off x="1075944" y="654177"/>
            <a:ext cx="80962" cy="90106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7" name="New shape"/>
          <p:cNvSpPr/>
          <p:nvPr/>
        </p:nvSpPr>
        <p:spPr>
          <a:xfrm>
            <a:off x="1190530" y="645033"/>
            <a:ext cx="10668" cy="38195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" name="New picture"/>
          <p:cNvPicPr/>
          <p:nvPr/>
        </p:nvPicPr>
        <p:blipFill>
          <a:blip r:embed="rId29"/>
          <a:srcRect/>
          <a:stretch>
            <a:fillRect/>
          </a:stretch>
        </p:blipFill>
        <p:spPr>
          <a:xfrm>
            <a:off x="1227201" y="645033"/>
            <a:ext cx="76295" cy="108394"/>
          </a:xfrm>
          <a:prstGeom prst="rect"/>
          <a:ln w="0">
            <a:noFill/>
          </a:ln>
        </p:spPr>
      </p:pic>
      <p:sp>
        <p:nvSpPr>
          <p:cNvPr id="79" name="New shape"/>
          <p:cNvSpPr/>
          <p:nvPr/>
        </p:nvSpPr>
        <p:spPr>
          <a:xfrm>
            <a:off x="1240917" y="655701"/>
            <a:ext cx="45815" cy="47339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" name="New picture"/>
          <p:cNvPicPr/>
          <p:nvPr/>
        </p:nvPicPr>
        <p:blipFill>
          <a:blip r:embed="rId30"/>
          <a:srcRect/>
          <a:stretch>
            <a:fillRect/>
          </a:stretch>
        </p:blipFill>
        <p:spPr>
          <a:xfrm>
            <a:off x="1314164" y="672465"/>
            <a:ext cx="71818" cy="82486"/>
          </a:xfrm>
          <a:prstGeom prst="rect"/>
          <a:ln w="0">
            <a:noFill/>
          </a:ln>
        </p:spPr>
      </p:pic>
      <p:sp>
        <p:nvSpPr>
          <p:cNvPr id="81" name="New shape"/>
          <p:cNvSpPr/>
          <p:nvPr/>
        </p:nvSpPr>
        <p:spPr>
          <a:xfrm>
            <a:off x="1326452" y="683228"/>
            <a:ext cx="45815" cy="2590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2" name="New shape"/>
          <p:cNvSpPr/>
          <p:nvPr/>
        </p:nvSpPr>
        <p:spPr>
          <a:xfrm>
            <a:off x="1405890" y="675608"/>
            <a:ext cx="13716" cy="77819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" name="New picture"/>
          <p:cNvPicPr/>
          <p:nvPr/>
        </p:nvPicPr>
        <p:blipFill>
          <a:blip r:embed="rId31"/>
          <a:srcRect/>
          <a:stretch>
            <a:fillRect/>
          </a:stretch>
        </p:blipFill>
        <p:spPr>
          <a:xfrm>
            <a:off x="1404366" y="640461"/>
            <a:ext cx="16764" cy="16764"/>
          </a:xfrm>
          <a:prstGeom prst="rect"/>
          <a:ln w="0">
            <a:noFill/>
          </a:ln>
        </p:spPr>
      </p:pic>
      <p:sp>
        <p:nvSpPr>
          <p:cNvPr id="84" name="New shape"/>
          <p:cNvSpPr/>
          <p:nvPr/>
        </p:nvSpPr>
        <p:spPr>
          <a:xfrm>
            <a:off x="1446276" y="644652"/>
            <a:ext cx="13716" cy="108204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5" name="New shape"/>
          <p:cNvSpPr/>
          <p:nvPr/>
        </p:nvSpPr>
        <p:spPr>
          <a:xfrm>
            <a:off x="1485900" y="644652"/>
            <a:ext cx="13716" cy="108204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" name="New picture"/>
          <p:cNvPicPr/>
          <p:nvPr/>
        </p:nvPicPr>
        <p:blipFill>
          <a:blip r:embed="rId32"/>
          <a:srcRect/>
          <a:stretch>
            <a:fillRect/>
          </a:stretch>
        </p:blipFill>
        <p:spPr>
          <a:xfrm>
            <a:off x="1512665" y="675608"/>
            <a:ext cx="70294" cy="115919"/>
          </a:xfrm>
          <a:prstGeom prst="rect"/>
          <a:ln w="0">
            <a:noFill/>
          </a:ln>
        </p:spPr>
      </p:pic>
      <p:sp>
        <p:nvSpPr>
          <p:cNvPr id="87" name="New shape"/>
          <p:cNvSpPr/>
          <p:nvPr/>
        </p:nvSpPr>
        <p:spPr>
          <a:xfrm>
            <a:off x="1644396" y="629412"/>
            <a:ext cx="12192" cy="13868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8" name="New shape"/>
          <p:cNvSpPr/>
          <p:nvPr/>
        </p:nvSpPr>
        <p:spPr>
          <a:xfrm>
            <a:off x="1717548" y="762000"/>
            <a:ext cx="580644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" name="New picture"/>
          <p:cNvPicPr/>
          <p:nvPr/>
        </p:nvPicPr>
        <p:blipFill>
          <a:blip r:embed="rId33"/>
          <a:srcRect/>
          <a:stretch>
            <a:fillRect/>
          </a:stretch>
        </p:blipFill>
        <p:spPr>
          <a:xfrm>
            <a:off x="1717357" y="645033"/>
            <a:ext cx="99251" cy="108394"/>
          </a:xfrm>
          <a:prstGeom prst="rect"/>
          <a:ln w="0">
            <a:noFill/>
          </a:ln>
        </p:spPr>
      </p:pic>
      <p:sp>
        <p:nvSpPr>
          <p:cNvPr id="90" name="New shape"/>
          <p:cNvSpPr/>
          <p:nvPr/>
        </p:nvSpPr>
        <p:spPr>
          <a:xfrm>
            <a:off x="1746313" y="657225"/>
            <a:ext cx="42767" cy="59531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" name="New picture"/>
          <p:cNvPicPr/>
          <p:nvPr/>
        </p:nvPicPr>
        <p:blipFill>
          <a:blip r:embed="rId34"/>
          <a:srcRect/>
          <a:stretch>
            <a:fillRect/>
          </a:stretch>
        </p:blipFill>
        <p:spPr>
          <a:xfrm>
            <a:off x="1830324" y="672560"/>
            <a:ext cx="120682" cy="80867"/>
          </a:xfrm>
          <a:prstGeom prst="rect"/>
          <a:ln w="0">
            <a:noFill/>
          </a:ln>
        </p:spPr>
      </p:pic>
      <p:pic>
        <p:nvPicPr>
          <p:cNvPr id="92" name="New picture"/>
          <p:cNvPicPr/>
          <p:nvPr/>
        </p:nvPicPr>
        <p:blipFill>
          <a:blip r:embed="rId35"/>
          <a:srcRect/>
          <a:stretch>
            <a:fillRect/>
          </a:stretch>
        </p:blipFill>
        <p:spPr>
          <a:xfrm>
            <a:off x="1967770" y="672465"/>
            <a:ext cx="65723" cy="82391"/>
          </a:xfrm>
          <a:prstGeom prst="rect"/>
          <a:ln w="0">
            <a:noFill/>
          </a:ln>
        </p:spPr>
      </p:pic>
      <p:sp>
        <p:nvSpPr>
          <p:cNvPr id="93" name="New shape"/>
          <p:cNvSpPr/>
          <p:nvPr/>
        </p:nvSpPr>
        <p:spPr>
          <a:xfrm>
            <a:off x="1981581" y="713708"/>
            <a:ext cx="38100" cy="30480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" name="New picture"/>
          <p:cNvPicPr/>
          <p:nvPr/>
        </p:nvPicPr>
        <p:blipFill>
          <a:blip r:embed="rId36"/>
          <a:srcRect/>
          <a:stretch>
            <a:fillRect/>
          </a:stretch>
        </p:blipFill>
        <p:spPr>
          <a:xfrm>
            <a:off x="2050256" y="675608"/>
            <a:ext cx="58007" cy="77819"/>
          </a:xfrm>
          <a:prstGeom prst="rect"/>
          <a:ln w="0">
            <a:noFill/>
          </a:ln>
        </p:spPr>
      </p:pic>
      <p:pic>
        <p:nvPicPr>
          <p:cNvPr id="95" name="New picture"/>
          <p:cNvPicPr/>
          <p:nvPr/>
        </p:nvPicPr>
        <p:blipFill>
          <a:blip r:embed="rId37"/>
          <a:srcRect/>
          <a:stretch>
            <a:fillRect/>
          </a:stretch>
        </p:blipFill>
        <p:spPr>
          <a:xfrm>
            <a:off x="2117408" y="672465"/>
            <a:ext cx="77914" cy="82391"/>
          </a:xfrm>
          <a:prstGeom prst="rect"/>
          <a:ln w="0">
            <a:noFill/>
          </a:ln>
        </p:spPr>
      </p:pic>
      <p:sp>
        <p:nvSpPr>
          <p:cNvPr id="96" name="New shape"/>
          <p:cNvSpPr/>
          <p:nvPr/>
        </p:nvSpPr>
        <p:spPr>
          <a:xfrm>
            <a:off x="2129599" y="683133"/>
            <a:ext cx="51911" cy="61055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" name="New picture"/>
          <p:cNvPicPr/>
          <p:nvPr/>
        </p:nvPicPr>
        <p:blipFill>
          <a:blip r:embed="rId38"/>
          <a:srcRect/>
          <a:stretch>
            <a:fillRect/>
          </a:stretch>
        </p:blipFill>
        <p:spPr>
          <a:xfrm>
            <a:off x="2215134" y="672560"/>
            <a:ext cx="68770" cy="80867"/>
          </a:xfrm>
          <a:prstGeom prst="rect"/>
          <a:ln w="0">
            <a:noFill/>
          </a:ln>
        </p:spPr>
      </p:pic>
      <p:pic>
        <p:nvPicPr>
          <p:cNvPr id="98" name="New picture"/>
          <p:cNvPicPr/>
          <p:nvPr/>
        </p:nvPicPr>
        <p:blipFill>
          <a:blip r:embed="rId39"/>
          <a:srcRect/>
          <a:stretch>
            <a:fillRect/>
          </a:stretch>
        </p:blipFill>
        <p:spPr>
          <a:xfrm>
            <a:off x="677418" y="1023461"/>
            <a:ext cx="93155" cy="112967"/>
          </a:xfrm>
          <a:prstGeom prst="rect"/>
          <a:ln w="0">
            <a:noFill/>
          </a:ln>
        </p:spPr>
      </p:pic>
      <p:pic>
        <p:nvPicPr>
          <p:cNvPr id="99" name="New picture"/>
          <p:cNvPicPr/>
          <p:nvPr/>
        </p:nvPicPr>
        <p:blipFill>
          <a:blip r:embed="rId40"/>
          <a:srcRect/>
          <a:stretch>
            <a:fillRect/>
          </a:stretch>
        </p:blipFill>
        <p:spPr>
          <a:xfrm>
            <a:off x="776668" y="1054036"/>
            <a:ext cx="71818" cy="82391"/>
          </a:xfrm>
          <a:prstGeom prst="rect"/>
          <a:ln w="0">
            <a:noFill/>
          </a:ln>
        </p:spPr>
      </p:pic>
      <p:sp>
        <p:nvSpPr>
          <p:cNvPr id="100" name="New shape"/>
          <p:cNvSpPr/>
          <p:nvPr/>
        </p:nvSpPr>
        <p:spPr>
          <a:xfrm>
            <a:off x="790385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1" name="New shape"/>
          <p:cNvSpPr/>
          <p:nvPr/>
        </p:nvSpPr>
        <p:spPr>
          <a:xfrm>
            <a:off x="908304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2" name="New shape"/>
          <p:cNvSpPr/>
          <p:nvPr/>
        </p:nvSpPr>
        <p:spPr>
          <a:xfrm>
            <a:off x="947738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" name="New picture"/>
          <p:cNvPicPr/>
          <p:nvPr/>
        </p:nvPicPr>
        <p:blipFill>
          <a:blip r:embed="rId41"/>
          <a:srcRect/>
          <a:stretch>
            <a:fillRect/>
          </a:stretch>
        </p:blipFill>
        <p:spPr>
          <a:xfrm>
            <a:off x="946214" y="1021937"/>
            <a:ext cx="16764" cy="16859"/>
          </a:xfrm>
          <a:prstGeom prst="rect"/>
          <a:ln w="0">
            <a:noFill/>
          </a:ln>
        </p:spPr>
      </p:pic>
      <p:pic>
        <p:nvPicPr>
          <p:cNvPr id="104" name="New picture"/>
          <p:cNvPicPr/>
          <p:nvPr/>
        </p:nvPicPr>
        <p:blipFill>
          <a:blip r:embed="rId42"/>
          <a:srcRect/>
          <a:stretch>
            <a:fillRect/>
          </a:stretch>
        </p:blipFill>
        <p:spPr>
          <a:xfrm>
            <a:off x="975265" y="1057084"/>
            <a:ext cx="73247" cy="77819"/>
          </a:xfrm>
          <a:prstGeom prst="rect"/>
          <a:ln w="0">
            <a:noFill/>
          </a:ln>
        </p:spPr>
      </p:pic>
      <p:pic>
        <p:nvPicPr>
          <p:cNvPr id="105" name="New picture"/>
          <p:cNvPicPr/>
          <p:nvPr/>
        </p:nvPicPr>
        <p:blipFill>
          <a:blip r:embed="rId43"/>
          <a:srcRect/>
          <a:stretch>
            <a:fillRect/>
          </a:stretch>
        </p:blipFill>
        <p:spPr>
          <a:xfrm>
            <a:off x="1060704" y="1054036"/>
            <a:ext cx="42767" cy="80867"/>
          </a:xfrm>
          <a:prstGeom prst="rect"/>
          <a:ln w="0">
            <a:noFill/>
          </a:ln>
        </p:spPr>
      </p:pic>
      <p:pic>
        <p:nvPicPr>
          <p:cNvPr id="106" name="New picture"/>
          <p:cNvPicPr/>
          <p:nvPr/>
        </p:nvPicPr>
        <p:blipFill>
          <a:blip r:embed="rId44"/>
          <a:srcRect/>
          <a:stretch>
            <a:fillRect/>
          </a:stretch>
        </p:blipFill>
        <p:spPr>
          <a:xfrm>
            <a:off x="1109567" y="1054036"/>
            <a:ext cx="71818" cy="82391"/>
          </a:xfrm>
          <a:prstGeom prst="rect"/>
          <a:ln w="0">
            <a:noFill/>
          </a:ln>
        </p:spPr>
      </p:pic>
      <p:sp>
        <p:nvSpPr>
          <p:cNvPr id="107" name="New shape"/>
          <p:cNvSpPr/>
          <p:nvPr/>
        </p:nvSpPr>
        <p:spPr>
          <a:xfrm>
            <a:off x="1123283" y="106470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" name="New picture"/>
          <p:cNvPicPr/>
          <p:nvPr/>
        </p:nvPicPr>
        <p:blipFill>
          <a:blip r:embed="rId45"/>
          <a:srcRect/>
          <a:stretch>
            <a:fillRect/>
          </a:stretch>
        </p:blipFill>
        <p:spPr>
          <a:xfrm>
            <a:off x="1236345" y="1054036"/>
            <a:ext cx="70199" cy="82391"/>
          </a:xfrm>
          <a:prstGeom prst="rect"/>
          <a:ln w="0">
            <a:noFill/>
          </a:ln>
        </p:spPr>
      </p:pic>
      <p:sp>
        <p:nvSpPr>
          <p:cNvPr id="109" name="New shape"/>
          <p:cNvSpPr/>
          <p:nvPr/>
        </p:nvSpPr>
        <p:spPr>
          <a:xfrm>
            <a:off x="1248537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" name="New picture"/>
          <p:cNvPicPr/>
          <p:nvPr/>
        </p:nvPicPr>
        <p:blipFill>
          <a:blip r:embed="rId46"/>
          <a:srcRect/>
          <a:stretch>
            <a:fillRect/>
          </a:stretch>
        </p:blipFill>
        <p:spPr>
          <a:xfrm>
            <a:off x="1318831" y="1054037"/>
            <a:ext cx="58007" cy="82391"/>
          </a:xfrm>
          <a:prstGeom prst="rect"/>
          <a:ln w="0">
            <a:noFill/>
          </a:ln>
        </p:spPr>
      </p:pic>
      <p:pic>
        <p:nvPicPr>
          <p:cNvPr id="111" name="New picture"/>
          <p:cNvPicPr/>
          <p:nvPr/>
        </p:nvPicPr>
        <p:blipFill>
          <a:blip r:embed="rId47"/>
          <a:srcRect/>
          <a:stretch>
            <a:fillRect/>
          </a:stretch>
        </p:blipFill>
        <p:spPr>
          <a:xfrm>
            <a:off x="1384363" y="1032605"/>
            <a:ext cx="47339" cy="103822"/>
          </a:xfrm>
          <a:prstGeom prst="rect"/>
          <a:ln w="0">
            <a:noFill/>
          </a:ln>
        </p:spPr>
      </p:pic>
      <p:pic>
        <p:nvPicPr>
          <p:cNvPr id="112" name="New picture"/>
          <p:cNvPicPr/>
          <p:nvPr/>
        </p:nvPicPr>
        <p:blipFill>
          <a:blip r:embed="rId48"/>
          <a:srcRect/>
          <a:stretch>
            <a:fillRect/>
          </a:stretch>
        </p:blipFill>
        <p:spPr>
          <a:xfrm>
            <a:off x="1488281" y="1057180"/>
            <a:ext cx="70295" cy="79343"/>
          </a:xfrm>
          <a:prstGeom prst="rect"/>
          <a:ln w="0">
            <a:noFill/>
          </a:ln>
        </p:spPr>
      </p:pic>
      <p:pic>
        <p:nvPicPr>
          <p:cNvPr id="113" name="New picture"/>
          <p:cNvPicPr/>
          <p:nvPr/>
        </p:nvPicPr>
        <p:blipFill>
          <a:blip r:embed="rId49"/>
          <a:srcRect/>
          <a:stretch>
            <a:fillRect/>
          </a:stretch>
        </p:blipFill>
        <p:spPr>
          <a:xfrm>
            <a:off x="1582960" y="1054036"/>
            <a:ext cx="68675" cy="80867"/>
          </a:xfrm>
          <a:prstGeom prst="rect"/>
          <a:ln w="0">
            <a:noFill/>
          </a:ln>
        </p:spPr>
      </p:pic>
      <p:pic>
        <p:nvPicPr>
          <p:cNvPr id="114" name="New picture"/>
          <p:cNvPicPr/>
          <p:nvPr/>
        </p:nvPicPr>
        <p:blipFill>
          <a:blip r:embed="rId50"/>
          <a:srcRect/>
          <a:stretch>
            <a:fillRect/>
          </a:stretch>
        </p:blipFill>
        <p:spPr>
          <a:xfrm>
            <a:off x="1706689" y="1055560"/>
            <a:ext cx="77914" cy="117539"/>
          </a:xfrm>
          <a:prstGeom prst="rect"/>
          <a:ln w="0">
            <a:noFill/>
          </a:ln>
        </p:spPr>
      </p:pic>
      <p:sp>
        <p:nvSpPr>
          <p:cNvPr id="115" name="New shape"/>
          <p:cNvSpPr/>
          <p:nvPr/>
        </p:nvSpPr>
        <p:spPr>
          <a:xfrm>
            <a:off x="1723549" y="1064704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" name="New shape"/>
          <p:cNvSpPr/>
          <p:nvPr/>
        </p:nvSpPr>
        <p:spPr>
          <a:xfrm>
            <a:off x="1720501" y="1133380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" name="New picture"/>
          <p:cNvPicPr/>
          <p:nvPr/>
        </p:nvPicPr>
        <p:blipFill>
          <a:blip r:embed="rId51"/>
          <a:srcRect/>
          <a:stretch>
            <a:fillRect/>
          </a:stretch>
        </p:blipFill>
        <p:spPr>
          <a:xfrm>
            <a:off x="1801273" y="1057085"/>
            <a:ext cx="68675" cy="79438"/>
          </a:xfrm>
          <a:prstGeom prst="rect"/>
          <a:ln w="0">
            <a:noFill/>
          </a:ln>
        </p:spPr>
      </p:pic>
      <p:sp>
        <p:nvSpPr>
          <p:cNvPr id="118" name="New shape"/>
          <p:cNvSpPr/>
          <p:nvPr/>
        </p:nvSpPr>
        <p:spPr>
          <a:xfrm>
            <a:off x="1895951" y="1057084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" name="New picture"/>
          <p:cNvPicPr/>
          <p:nvPr/>
        </p:nvPicPr>
        <p:blipFill>
          <a:blip r:embed="rId52"/>
          <a:srcRect/>
          <a:stretch>
            <a:fillRect/>
          </a:stretch>
        </p:blipFill>
        <p:spPr>
          <a:xfrm>
            <a:off x="1894427" y="1021937"/>
            <a:ext cx="16859" cy="16859"/>
          </a:xfrm>
          <a:prstGeom prst="rect"/>
          <a:ln w="0">
            <a:noFill/>
          </a:ln>
        </p:spPr>
      </p:pic>
      <p:pic>
        <p:nvPicPr>
          <p:cNvPr id="120" name="New picture"/>
          <p:cNvPicPr/>
          <p:nvPr/>
        </p:nvPicPr>
        <p:blipFill>
          <a:blip r:embed="rId53"/>
          <a:srcRect/>
          <a:stretch>
            <a:fillRect/>
          </a:stretch>
        </p:blipFill>
        <p:spPr>
          <a:xfrm>
            <a:off x="1929574" y="1026604"/>
            <a:ext cx="74867" cy="109823"/>
          </a:xfrm>
          <a:prstGeom prst="rect"/>
          <a:ln w="0">
            <a:noFill/>
          </a:ln>
        </p:spPr>
      </p:pic>
      <p:sp>
        <p:nvSpPr>
          <p:cNvPr id="121" name="New shape"/>
          <p:cNvSpPr/>
          <p:nvPr/>
        </p:nvSpPr>
        <p:spPr>
          <a:xfrm>
            <a:off x="1943290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" name="New picture"/>
          <p:cNvPicPr/>
          <p:nvPr/>
        </p:nvPicPr>
        <p:blipFill>
          <a:blip r:embed="rId54"/>
          <a:srcRect/>
          <a:stretch>
            <a:fillRect/>
          </a:stretch>
        </p:blipFill>
        <p:spPr>
          <a:xfrm>
            <a:off x="2024253" y="1054036"/>
            <a:ext cx="71818" cy="82391"/>
          </a:xfrm>
          <a:prstGeom prst="rect"/>
          <a:ln w="0">
            <a:noFill/>
          </a:ln>
        </p:spPr>
      </p:pic>
      <p:sp>
        <p:nvSpPr>
          <p:cNvPr id="123" name="New shape"/>
          <p:cNvSpPr/>
          <p:nvPr/>
        </p:nvSpPr>
        <p:spPr>
          <a:xfrm>
            <a:off x="2037969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" name="New picture"/>
          <p:cNvPicPr/>
          <p:nvPr/>
        </p:nvPicPr>
        <p:blipFill>
          <a:blip r:embed="rId55"/>
          <a:srcRect/>
          <a:stretch>
            <a:fillRect/>
          </a:stretch>
        </p:blipFill>
        <p:spPr>
          <a:xfrm>
            <a:off x="2155603" y="1054036"/>
            <a:ext cx="74771" cy="117538"/>
          </a:xfrm>
          <a:prstGeom prst="rect"/>
          <a:ln w="0">
            <a:noFill/>
          </a:ln>
        </p:spPr>
      </p:pic>
      <p:sp>
        <p:nvSpPr>
          <p:cNvPr id="125" name="New shape"/>
          <p:cNvSpPr/>
          <p:nvPr/>
        </p:nvSpPr>
        <p:spPr>
          <a:xfrm>
            <a:off x="2169319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" name="New picture"/>
          <p:cNvPicPr/>
          <p:nvPr/>
        </p:nvPicPr>
        <p:blipFill>
          <a:blip r:embed="rId56"/>
          <a:srcRect/>
          <a:stretch>
            <a:fillRect/>
          </a:stretch>
        </p:blipFill>
        <p:spPr>
          <a:xfrm>
            <a:off x="2250281" y="1054036"/>
            <a:ext cx="42767" cy="80867"/>
          </a:xfrm>
          <a:prstGeom prst="rect"/>
          <a:ln w="0">
            <a:noFill/>
          </a:ln>
        </p:spPr>
      </p:pic>
      <p:pic>
        <p:nvPicPr>
          <p:cNvPr id="127" name="New picture"/>
          <p:cNvPicPr/>
          <p:nvPr/>
        </p:nvPicPr>
        <p:blipFill>
          <a:blip r:embed="rId57"/>
          <a:srcRect/>
          <a:stretch>
            <a:fillRect/>
          </a:stretch>
        </p:blipFill>
        <p:spPr>
          <a:xfrm>
            <a:off x="2297621" y="1054036"/>
            <a:ext cx="65627" cy="82391"/>
          </a:xfrm>
          <a:prstGeom prst="rect"/>
          <a:ln w="0">
            <a:noFill/>
          </a:ln>
        </p:spPr>
      </p:pic>
      <p:sp>
        <p:nvSpPr>
          <p:cNvPr id="128" name="New shape"/>
          <p:cNvSpPr/>
          <p:nvPr/>
        </p:nvSpPr>
        <p:spPr>
          <a:xfrm>
            <a:off x="2311336" y="109518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" name="New picture"/>
          <p:cNvPicPr/>
          <p:nvPr/>
        </p:nvPicPr>
        <p:blipFill>
          <a:blip r:embed="rId58"/>
          <a:srcRect/>
          <a:stretch>
            <a:fillRect/>
          </a:stretch>
        </p:blipFill>
        <p:spPr>
          <a:xfrm>
            <a:off x="2375440" y="1032700"/>
            <a:ext cx="48863" cy="103727"/>
          </a:xfrm>
          <a:prstGeom prst="rect"/>
          <a:ln w="0">
            <a:noFill/>
          </a:ln>
        </p:spPr>
      </p:pic>
      <p:sp>
        <p:nvSpPr>
          <p:cNvPr id="130" name="New shape"/>
          <p:cNvSpPr/>
          <p:nvPr/>
        </p:nvSpPr>
        <p:spPr>
          <a:xfrm>
            <a:off x="2441162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" name="New picture"/>
          <p:cNvPicPr/>
          <p:nvPr/>
        </p:nvPicPr>
        <p:blipFill>
          <a:blip r:embed="rId59"/>
          <a:srcRect/>
          <a:stretch>
            <a:fillRect/>
          </a:stretch>
        </p:blipFill>
        <p:spPr>
          <a:xfrm>
            <a:off x="2439638" y="1021937"/>
            <a:ext cx="16764" cy="16859"/>
          </a:xfrm>
          <a:prstGeom prst="rect"/>
          <a:ln w="0">
            <a:noFill/>
          </a:ln>
        </p:spPr>
      </p:pic>
      <p:pic>
        <p:nvPicPr>
          <p:cNvPr id="132" name="New picture"/>
          <p:cNvPicPr/>
          <p:nvPr/>
        </p:nvPicPr>
        <p:blipFill>
          <a:blip r:embed="rId60"/>
          <a:srcRect/>
          <a:stretch>
            <a:fillRect/>
          </a:stretch>
        </p:blipFill>
        <p:spPr>
          <a:xfrm>
            <a:off x="2476309" y="1054036"/>
            <a:ext cx="73247" cy="117538"/>
          </a:xfrm>
          <a:prstGeom prst="rect"/>
          <a:ln w="0">
            <a:noFill/>
          </a:ln>
        </p:spPr>
      </p:pic>
      <p:sp>
        <p:nvSpPr>
          <p:cNvPr id="133" name="New shape"/>
          <p:cNvSpPr/>
          <p:nvPr/>
        </p:nvSpPr>
        <p:spPr>
          <a:xfrm>
            <a:off x="2488502" y="1064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" name="New picture"/>
          <p:cNvPicPr/>
          <p:nvPr/>
        </p:nvPicPr>
        <p:blipFill>
          <a:blip r:embed="rId61"/>
          <a:srcRect/>
          <a:stretch>
            <a:fillRect/>
          </a:stretch>
        </p:blipFill>
        <p:spPr>
          <a:xfrm>
            <a:off x="2575560" y="1057085"/>
            <a:ext cx="68675" cy="79343"/>
          </a:xfrm>
          <a:prstGeom prst="rect"/>
          <a:ln w="0">
            <a:noFill/>
          </a:ln>
        </p:spPr>
      </p:pic>
      <p:pic>
        <p:nvPicPr>
          <p:cNvPr id="135" name="New picture"/>
          <p:cNvPicPr/>
          <p:nvPr/>
        </p:nvPicPr>
        <p:blipFill>
          <a:blip r:embed="rId62"/>
          <a:srcRect/>
          <a:stretch>
            <a:fillRect/>
          </a:stretch>
        </p:blipFill>
        <p:spPr>
          <a:xfrm>
            <a:off x="2664047" y="1054132"/>
            <a:ext cx="71818" cy="82391"/>
          </a:xfrm>
          <a:prstGeom prst="rect"/>
          <a:ln w="0">
            <a:noFill/>
          </a:ln>
        </p:spPr>
      </p:pic>
      <p:sp>
        <p:nvSpPr>
          <p:cNvPr id="136" name="New shape"/>
          <p:cNvSpPr/>
          <p:nvPr/>
        </p:nvSpPr>
        <p:spPr>
          <a:xfrm>
            <a:off x="2677859" y="106479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" name="New picture"/>
          <p:cNvPicPr/>
          <p:nvPr/>
        </p:nvPicPr>
        <p:blipFill>
          <a:blip r:embed="rId63"/>
          <a:srcRect/>
          <a:stretch>
            <a:fillRect/>
          </a:stretch>
        </p:blipFill>
        <p:spPr>
          <a:xfrm>
            <a:off x="2790825" y="1026604"/>
            <a:ext cx="74867" cy="109823"/>
          </a:xfrm>
          <a:prstGeom prst="rect"/>
          <a:ln w="0">
            <a:noFill/>
          </a:ln>
        </p:spPr>
      </p:pic>
      <p:sp>
        <p:nvSpPr>
          <p:cNvPr id="138" name="New shape"/>
          <p:cNvSpPr/>
          <p:nvPr/>
        </p:nvSpPr>
        <p:spPr>
          <a:xfrm>
            <a:off x="2804541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" name="New picture"/>
          <p:cNvPicPr/>
          <p:nvPr/>
        </p:nvPicPr>
        <p:blipFill>
          <a:blip r:embed="rId64"/>
          <a:srcRect/>
          <a:stretch>
            <a:fillRect/>
          </a:stretch>
        </p:blipFill>
        <p:spPr>
          <a:xfrm>
            <a:off x="2885504" y="1054036"/>
            <a:ext cx="71818" cy="82391"/>
          </a:xfrm>
          <a:prstGeom prst="rect"/>
          <a:ln w="0">
            <a:noFill/>
          </a:ln>
        </p:spPr>
      </p:pic>
      <p:sp>
        <p:nvSpPr>
          <p:cNvPr id="140" name="New shape"/>
          <p:cNvSpPr/>
          <p:nvPr/>
        </p:nvSpPr>
        <p:spPr>
          <a:xfrm>
            <a:off x="2899220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" name="New picture"/>
          <p:cNvPicPr/>
          <p:nvPr/>
        </p:nvPicPr>
        <p:blipFill>
          <a:blip r:embed="rId65"/>
          <a:srcRect/>
          <a:stretch>
            <a:fillRect/>
          </a:stretch>
        </p:blipFill>
        <p:spPr>
          <a:xfrm>
            <a:off x="3016853" y="1053941"/>
            <a:ext cx="120586" cy="80867"/>
          </a:xfrm>
          <a:prstGeom prst="rect"/>
          <a:ln w="0">
            <a:noFill/>
          </a:ln>
        </p:spPr>
      </p:pic>
      <p:sp>
        <p:nvSpPr>
          <p:cNvPr id="142" name="New shape"/>
          <p:cNvSpPr/>
          <p:nvPr/>
        </p:nvSpPr>
        <p:spPr>
          <a:xfrm>
            <a:off x="3163443" y="105708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" name="New picture"/>
          <p:cNvPicPr/>
          <p:nvPr/>
        </p:nvPicPr>
        <p:blipFill>
          <a:blip r:embed="rId66"/>
          <a:srcRect/>
          <a:stretch>
            <a:fillRect/>
          </a:stretch>
        </p:blipFill>
        <p:spPr>
          <a:xfrm>
            <a:off x="3160395" y="1021937"/>
            <a:ext cx="16764" cy="16859"/>
          </a:xfrm>
          <a:prstGeom prst="rect"/>
          <a:ln w="0">
            <a:noFill/>
          </a:ln>
        </p:spPr>
      </p:pic>
      <p:pic>
        <p:nvPicPr>
          <p:cNvPr id="144" name="New picture"/>
          <p:cNvPicPr/>
          <p:nvPr/>
        </p:nvPicPr>
        <p:blipFill>
          <a:blip r:embed="rId67"/>
          <a:srcRect/>
          <a:stretch>
            <a:fillRect/>
          </a:stretch>
        </p:blipFill>
        <p:spPr>
          <a:xfrm>
            <a:off x="3192399" y="1054037"/>
            <a:ext cx="58102" cy="82391"/>
          </a:xfrm>
          <a:prstGeom prst="rect"/>
          <a:ln w="0">
            <a:noFill/>
          </a:ln>
        </p:spPr>
      </p:pic>
      <p:pic>
        <p:nvPicPr>
          <p:cNvPr id="145" name="New picture"/>
          <p:cNvPicPr/>
          <p:nvPr/>
        </p:nvPicPr>
        <p:blipFill>
          <a:blip r:embed="rId68"/>
          <a:srcRect/>
          <a:stretch>
            <a:fillRect/>
          </a:stretch>
        </p:blipFill>
        <p:spPr>
          <a:xfrm>
            <a:off x="3264122" y="1054036"/>
            <a:ext cx="71818" cy="82486"/>
          </a:xfrm>
          <a:prstGeom prst="rect"/>
          <a:ln w="0">
            <a:noFill/>
          </a:ln>
        </p:spPr>
      </p:pic>
      <p:sp>
        <p:nvSpPr>
          <p:cNvPr id="146" name="New shape"/>
          <p:cNvSpPr/>
          <p:nvPr/>
        </p:nvSpPr>
        <p:spPr>
          <a:xfrm>
            <a:off x="3277933" y="106479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" name="New picture"/>
          <p:cNvPicPr/>
          <p:nvPr/>
        </p:nvPicPr>
        <p:blipFill>
          <a:blip r:embed="rId69"/>
          <a:srcRect/>
          <a:stretch>
            <a:fillRect/>
          </a:stretch>
        </p:blipFill>
        <p:spPr>
          <a:xfrm>
            <a:off x="3390995" y="1054036"/>
            <a:ext cx="70199" cy="82391"/>
          </a:xfrm>
          <a:prstGeom prst="rect"/>
          <a:ln w="0">
            <a:noFill/>
          </a:ln>
        </p:spPr>
      </p:pic>
      <p:sp>
        <p:nvSpPr>
          <p:cNvPr id="148" name="New shape"/>
          <p:cNvSpPr/>
          <p:nvPr/>
        </p:nvSpPr>
        <p:spPr>
          <a:xfrm>
            <a:off x="3403187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" name="New picture"/>
          <p:cNvPicPr/>
          <p:nvPr/>
        </p:nvPicPr>
        <p:blipFill>
          <a:blip r:embed="rId70"/>
          <a:srcRect/>
          <a:stretch>
            <a:fillRect/>
          </a:stretch>
        </p:blipFill>
        <p:spPr>
          <a:xfrm>
            <a:off x="3481006" y="1053941"/>
            <a:ext cx="70295" cy="80867"/>
          </a:xfrm>
          <a:prstGeom prst="rect"/>
          <a:ln w="0">
            <a:noFill/>
          </a:ln>
        </p:spPr>
      </p:pic>
      <p:pic>
        <p:nvPicPr>
          <p:cNvPr id="150" name="New picture"/>
          <p:cNvPicPr/>
          <p:nvPr/>
        </p:nvPicPr>
        <p:blipFill>
          <a:blip r:embed="rId71"/>
          <a:srcRect/>
          <a:stretch>
            <a:fillRect/>
          </a:stretch>
        </p:blipFill>
        <p:spPr>
          <a:xfrm>
            <a:off x="3610832" y="1054036"/>
            <a:ext cx="129826" cy="82391"/>
          </a:xfrm>
          <a:prstGeom prst="rect"/>
          <a:ln w="0">
            <a:noFill/>
          </a:ln>
        </p:spPr>
      </p:pic>
      <p:sp>
        <p:nvSpPr>
          <p:cNvPr id="151" name="New shape"/>
          <p:cNvSpPr/>
          <p:nvPr/>
        </p:nvSpPr>
        <p:spPr>
          <a:xfrm>
            <a:off x="3685698" y="1064704"/>
            <a:ext cx="42768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2" name="New shape"/>
          <p:cNvSpPr/>
          <p:nvPr/>
        </p:nvSpPr>
        <p:spPr>
          <a:xfrm>
            <a:off x="3623024" y="1064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" name="New picture"/>
          <p:cNvPicPr/>
          <p:nvPr/>
        </p:nvPicPr>
        <p:blipFill>
          <a:blip r:embed="rId72"/>
          <a:srcRect/>
          <a:stretch>
            <a:fillRect/>
          </a:stretch>
        </p:blipFill>
        <p:spPr>
          <a:xfrm>
            <a:off x="3760470" y="1057085"/>
            <a:ext cx="70295" cy="79438"/>
          </a:xfrm>
          <a:prstGeom prst="rect"/>
          <a:ln w="0">
            <a:noFill/>
          </a:ln>
        </p:spPr>
      </p:pic>
      <p:pic>
        <p:nvPicPr>
          <p:cNvPr id="154" name="New picture"/>
          <p:cNvPicPr/>
          <p:nvPr/>
        </p:nvPicPr>
        <p:blipFill>
          <a:blip r:embed="rId73"/>
          <a:srcRect/>
          <a:stretch>
            <a:fillRect/>
          </a:stretch>
        </p:blipFill>
        <p:spPr>
          <a:xfrm>
            <a:off x="3842956" y="1057084"/>
            <a:ext cx="73342" cy="77819"/>
          </a:xfrm>
          <a:prstGeom prst="rect"/>
          <a:ln w="0">
            <a:noFill/>
          </a:ln>
        </p:spPr>
      </p:pic>
      <p:pic>
        <p:nvPicPr>
          <p:cNvPr id="155" name="New picture"/>
          <p:cNvPicPr/>
          <p:nvPr/>
        </p:nvPicPr>
        <p:blipFill>
          <a:blip r:embed="rId74"/>
          <a:srcRect/>
          <a:stretch>
            <a:fillRect/>
          </a:stretch>
        </p:blipFill>
        <p:spPr>
          <a:xfrm>
            <a:off x="3930015" y="1054036"/>
            <a:ext cx="42767" cy="80867"/>
          </a:xfrm>
          <a:prstGeom prst="rect"/>
          <a:ln w="0">
            <a:noFill/>
          </a:ln>
        </p:spPr>
      </p:pic>
      <p:pic>
        <p:nvPicPr>
          <p:cNvPr id="156" name="New picture"/>
          <p:cNvPicPr/>
          <p:nvPr/>
        </p:nvPicPr>
        <p:blipFill>
          <a:blip r:embed="rId75"/>
          <a:srcRect/>
          <a:stretch>
            <a:fillRect/>
          </a:stretch>
        </p:blipFill>
        <p:spPr>
          <a:xfrm>
            <a:off x="3977259" y="1054132"/>
            <a:ext cx="71818" cy="82391"/>
          </a:xfrm>
          <a:prstGeom prst="rect"/>
          <a:ln w="0">
            <a:noFill/>
          </a:ln>
        </p:spPr>
      </p:pic>
      <p:sp>
        <p:nvSpPr>
          <p:cNvPr id="157" name="New shape"/>
          <p:cNvSpPr/>
          <p:nvPr/>
        </p:nvSpPr>
        <p:spPr>
          <a:xfrm>
            <a:off x="3991070" y="106479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" name="New picture"/>
          <p:cNvPicPr/>
          <p:nvPr/>
        </p:nvPicPr>
        <p:blipFill>
          <a:blip r:embed="rId76"/>
          <a:srcRect/>
          <a:stretch>
            <a:fillRect/>
          </a:stretch>
        </p:blipFill>
        <p:spPr>
          <a:xfrm>
            <a:off x="4104037" y="1026604"/>
            <a:ext cx="74866" cy="109823"/>
          </a:xfrm>
          <a:prstGeom prst="rect"/>
          <a:ln w="0">
            <a:noFill/>
          </a:ln>
        </p:spPr>
      </p:pic>
      <p:sp>
        <p:nvSpPr>
          <p:cNvPr id="159" name="New shape"/>
          <p:cNvSpPr/>
          <p:nvPr/>
        </p:nvSpPr>
        <p:spPr>
          <a:xfrm>
            <a:off x="4117848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" name="New picture"/>
          <p:cNvPicPr/>
          <p:nvPr/>
        </p:nvPicPr>
        <p:blipFill>
          <a:blip r:embed="rId77"/>
          <a:srcRect/>
          <a:stretch>
            <a:fillRect/>
          </a:stretch>
        </p:blipFill>
        <p:spPr>
          <a:xfrm>
            <a:off x="4203288" y="1057085"/>
            <a:ext cx="70199" cy="79343"/>
          </a:xfrm>
          <a:prstGeom prst="rect"/>
          <a:ln w="0">
            <a:noFill/>
          </a:ln>
        </p:spPr>
      </p:pic>
      <p:pic>
        <p:nvPicPr>
          <p:cNvPr id="161" name="New picture"/>
          <p:cNvPicPr/>
          <p:nvPr/>
        </p:nvPicPr>
        <p:blipFill>
          <a:blip r:embed="rId78"/>
          <a:srcRect/>
          <a:stretch>
            <a:fillRect/>
          </a:stretch>
        </p:blipFill>
        <p:spPr>
          <a:xfrm>
            <a:off x="4337685" y="1054036"/>
            <a:ext cx="120682" cy="80867"/>
          </a:xfrm>
          <a:prstGeom prst="rect"/>
          <a:ln w="0">
            <a:noFill/>
          </a:ln>
        </p:spPr>
      </p:pic>
      <p:pic>
        <p:nvPicPr>
          <p:cNvPr id="162" name="New picture"/>
          <p:cNvPicPr/>
          <p:nvPr/>
        </p:nvPicPr>
        <p:blipFill>
          <a:blip r:embed="rId79"/>
          <a:srcRect/>
          <a:stretch>
            <a:fillRect/>
          </a:stretch>
        </p:blipFill>
        <p:spPr>
          <a:xfrm>
            <a:off x="4475131" y="1054036"/>
            <a:ext cx="65627" cy="82391"/>
          </a:xfrm>
          <a:prstGeom prst="rect"/>
          <a:ln w="0">
            <a:noFill/>
          </a:ln>
        </p:spPr>
      </p:pic>
      <p:sp>
        <p:nvSpPr>
          <p:cNvPr id="163" name="New shape"/>
          <p:cNvSpPr/>
          <p:nvPr/>
        </p:nvSpPr>
        <p:spPr>
          <a:xfrm>
            <a:off x="4488847" y="109518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" name="New picture"/>
          <p:cNvPicPr/>
          <p:nvPr/>
        </p:nvPicPr>
        <p:blipFill>
          <a:blip r:embed="rId80"/>
          <a:srcRect/>
          <a:stretch>
            <a:fillRect/>
          </a:stretch>
        </p:blipFill>
        <p:spPr>
          <a:xfrm>
            <a:off x="4559141" y="1054036"/>
            <a:ext cx="65627" cy="82391"/>
          </a:xfrm>
          <a:prstGeom prst="rect"/>
          <a:ln w="0">
            <a:noFill/>
          </a:ln>
        </p:spPr>
      </p:pic>
      <p:pic>
        <p:nvPicPr>
          <p:cNvPr id="165" name="New picture"/>
          <p:cNvPicPr/>
          <p:nvPr/>
        </p:nvPicPr>
        <p:blipFill>
          <a:blip r:embed="rId81"/>
          <a:srcRect/>
          <a:stretch>
            <a:fillRect/>
          </a:stretch>
        </p:blipFill>
        <p:spPr>
          <a:xfrm>
            <a:off x="4643152" y="1026605"/>
            <a:ext cx="67151" cy="108299"/>
          </a:xfrm>
          <a:prstGeom prst="rect"/>
          <a:ln w="0">
            <a:noFill/>
          </a:ln>
        </p:spPr>
      </p:pic>
      <p:sp>
        <p:nvSpPr>
          <p:cNvPr id="166" name="New shape"/>
          <p:cNvSpPr/>
          <p:nvPr/>
        </p:nvSpPr>
        <p:spPr>
          <a:xfrm>
            <a:off x="4736307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" name="New picture"/>
          <p:cNvPicPr/>
          <p:nvPr/>
        </p:nvPicPr>
        <p:blipFill>
          <a:blip r:embed="rId82"/>
          <a:srcRect/>
          <a:stretch>
            <a:fillRect/>
          </a:stretch>
        </p:blipFill>
        <p:spPr>
          <a:xfrm>
            <a:off x="4734782" y="1021937"/>
            <a:ext cx="16764" cy="16859"/>
          </a:xfrm>
          <a:prstGeom prst="rect"/>
          <a:ln w="0">
            <a:noFill/>
          </a:ln>
        </p:spPr>
      </p:pic>
      <p:pic>
        <p:nvPicPr>
          <p:cNvPr id="168" name="New picture"/>
          <p:cNvPicPr/>
          <p:nvPr/>
        </p:nvPicPr>
        <p:blipFill>
          <a:blip r:embed="rId83"/>
          <a:srcRect/>
          <a:stretch>
            <a:fillRect/>
          </a:stretch>
        </p:blipFill>
        <p:spPr>
          <a:xfrm>
            <a:off x="4774406" y="1054036"/>
            <a:ext cx="70295" cy="80867"/>
          </a:xfrm>
          <a:prstGeom prst="rect"/>
          <a:ln w="0">
            <a:noFill/>
          </a:ln>
        </p:spPr>
      </p:pic>
      <p:pic>
        <p:nvPicPr>
          <p:cNvPr id="169" name="New picture"/>
          <p:cNvPicPr/>
          <p:nvPr/>
        </p:nvPicPr>
        <p:blipFill>
          <a:blip r:embed="rId84"/>
          <a:srcRect/>
          <a:stretch>
            <a:fillRect/>
          </a:stretch>
        </p:blipFill>
        <p:spPr>
          <a:xfrm>
            <a:off x="4864512" y="1054036"/>
            <a:ext cx="71818" cy="82486"/>
          </a:xfrm>
          <a:prstGeom prst="rect"/>
          <a:ln w="0">
            <a:noFill/>
          </a:ln>
        </p:spPr>
      </p:pic>
      <p:sp>
        <p:nvSpPr>
          <p:cNvPr id="170" name="New shape"/>
          <p:cNvSpPr/>
          <p:nvPr/>
        </p:nvSpPr>
        <p:spPr>
          <a:xfrm>
            <a:off x="4876800" y="106479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1" name="New shape"/>
          <p:cNvSpPr/>
          <p:nvPr/>
        </p:nvSpPr>
        <p:spPr>
          <a:xfrm>
            <a:off x="4995672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" name="New picture"/>
          <p:cNvPicPr/>
          <p:nvPr/>
        </p:nvPicPr>
        <p:blipFill>
          <a:blip r:embed="rId85"/>
          <a:srcRect/>
          <a:stretch>
            <a:fillRect/>
          </a:stretch>
        </p:blipFill>
        <p:spPr>
          <a:xfrm>
            <a:off x="5029486" y="1054036"/>
            <a:ext cx="71723" cy="82486"/>
          </a:xfrm>
          <a:prstGeom prst="rect"/>
          <a:ln w="0">
            <a:noFill/>
          </a:ln>
        </p:spPr>
      </p:pic>
      <p:sp>
        <p:nvSpPr>
          <p:cNvPr id="173" name="New shape"/>
          <p:cNvSpPr/>
          <p:nvPr/>
        </p:nvSpPr>
        <p:spPr>
          <a:xfrm>
            <a:off x="5043201" y="106479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" name="New picture"/>
          <p:cNvPicPr/>
          <p:nvPr/>
        </p:nvPicPr>
        <p:blipFill>
          <a:blip r:embed="rId86"/>
          <a:srcRect/>
          <a:stretch>
            <a:fillRect/>
          </a:stretch>
        </p:blipFill>
        <p:spPr>
          <a:xfrm>
            <a:off x="5114925" y="1054036"/>
            <a:ext cx="65722" cy="82391"/>
          </a:xfrm>
          <a:prstGeom prst="rect"/>
          <a:ln w="0">
            <a:noFill/>
          </a:ln>
        </p:spPr>
      </p:pic>
      <p:sp>
        <p:nvSpPr>
          <p:cNvPr id="175" name="New shape"/>
          <p:cNvSpPr/>
          <p:nvPr/>
        </p:nvSpPr>
        <p:spPr>
          <a:xfrm>
            <a:off x="5128736" y="1095280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" name="New picture"/>
          <p:cNvPicPr/>
          <p:nvPr/>
        </p:nvPicPr>
        <p:blipFill>
          <a:blip r:embed="rId87"/>
          <a:srcRect/>
          <a:stretch>
            <a:fillRect/>
          </a:stretch>
        </p:blipFill>
        <p:spPr>
          <a:xfrm>
            <a:off x="5205032" y="1054036"/>
            <a:ext cx="41243" cy="80867"/>
          </a:xfrm>
          <a:prstGeom prst="rect"/>
          <a:ln w="0">
            <a:noFill/>
          </a:ln>
        </p:spPr>
      </p:pic>
      <p:pic>
        <p:nvPicPr>
          <p:cNvPr id="177" name="New picture"/>
          <p:cNvPicPr/>
          <p:nvPr/>
        </p:nvPicPr>
        <p:blipFill>
          <a:blip r:embed="rId88"/>
          <a:srcRect/>
          <a:stretch>
            <a:fillRect/>
          </a:stretch>
        </p:blipFill>
        <p:spPr>
          <a:xfrm>
            <a:off x="5259991" y="1053941"/>
            <a:ext cx="70295" cy="80867"/>
          </a:xfrm>
          <a:prstGeom prst="rect"/>
          <a:ln w="0">
            <a:noFill/>
          </a:ln>
        </p:spPr>
      </p:pic>
      <p:sp>
        <p:nvSpPr>
          <p:cNvPr id="178" name="New shape"/>
          <p:cNvSpPr/>
          <p:nvPr/>
        </p:nvSpPr>
        <p:spPr>
          <a:xfrm>
            <a:off x="5354765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" name="New picture"/>
          <p:cNvPicPr/>
          <p:nvPr/>
        </p:nvPicPr>
        <p:blipFill>
          <a:blip r:embed="rId89"/>
          <a:srcRect/>
          <a:stretch>
            <a:fillRect/>
          </a:stretch>
        </p:blipFill>
        <p:spPr>
          <a:xfrm>
            <a:off x="5353240" y="1021937"/>
            <a:ext cx="16764" cy="16859"/>
          </a:xfrm>
          <a:prstGeom prst="rect"/>
          <a:ln w="0">
            <a:noFill/>
          </a:ln>
        </p:spPr>
      </p:pic>
      <p:pic>
        <p:nvPicPr>
          <p:cNvPr id="180" name="New picture"/>
          <p:cNvPicPr/>
          <p:nvPr/>
        </p:nvPicPr>
        <p:blipFill>
          <a:blip r:embed="rId90"/>
          <a:srcRect/>
          <a:stretch>
            <a:fillRect/>
          </a:stretch>
        </p:blipFill>
        <p:spPr>
          <a:xfrm>
            <a:off x="5394389" y="1054036"/>
            <a:ext cx="68771" cy="80867"/>
          </a:xfrm>
          <a:prstGeom prst="rect"/>
          <a:ln w="0">
            <a:noFill/>
          </a:ln>
        </p:spPr>
      </p:pic>
      <p:pic>
        <p:nvPicPr>
          <p:cNvPr id="181" name="New picture"/>
          <p:cNvPicPr/>
          <p:nvPr/>
        </p:nvPicPr>
        <p:blipFill>
          <a:blip r:embed="rId91"/>
          <a:srcRect/>
          <a:stretch>
            <a:fillRect/>
          </a:stretch>
        </p:blipFill>
        <p:spPr>
          <a:xfrm>
            <a:off x="5478399" y="1055560"/>
            <a:ext cx="77915" cy="117539"/>
          </a:xfrm>
          <a:prstGeom prst="rect"/>
          <a:ln w="0">
            <a:noFill/>
          </a:ln>
        </p:spPr>
      </p:pic>
      <p:sp>
        <p:nvSpPr>
          <p:cNvPr id="182" name="New shape"/>
          <p:cNvSpPr/>
          <p:nvPr/>
        </p:nvSpPr>
        <p:spPr>
          <a:xfrm>
            <a:off x="5495163" y="1064704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3" name="New shape"/>
          <p:cNvSpPr/>
          <p:nvPr/>
        </p:nvSpPr>
        <p:spPr>
          <a:xfrm>
            <a:off x="5490590" y="1133380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" name="New picture"/>
          <p:cNvPicPr/>
          <p:nvPr/>
        </p:nvPicPr>
        <p:blipFill>
          <a:blip r:embed="rId92"/>
          <a:srcRect/>
          <a:stretch>
            <a:fillRect/>
          </a:stretch>
        </p:blipFill>
        <p:spPr>
          <a:xfrm>
            <a:off x="5568505" y="1118140"/>
            <a:ext cx="16764" cy="18288"/>
          </a:xfrm>
          <a:prstGeom prst="rect"/>
          <a:ln w="0">
            <a:noFill/>
          </a:ln>
        </p:spPr>
      </p:pic>
      <p:pic>
        <p:nvPicPr>
          <p:cNvPr id="185" name="New picture"/>
          <p:cNvPicPr/>
          <p:nvPr/>
        </p:nvPicPr>
        <p:blipFill>
          <a:blip r:embed="rId93"/>
          <a:srcRect/>
          <a:stretch>
            <a:fillRect/>
          </a:stretch>
        </p:blipFill>
        <p:spPr>
          <a:xfrm>
            <a:off x="5637180" y="1026604"/>
            <a:ext cx="96203" cy="108299"/>
          </a:xfrm>
          <a:prstGeom prst="rect"/>
          <a:ln w="0">
            <a:noFill/>
          </a:ln>
        </p:spPr>
      </p:pic>
      <p:pic>
        <p:nvPicPr>
          <p:cNvPr id="186" name="New picture"/>
          <p:cNvPicPr/>
          <p:nvPr/>
        </p:nvPicPr>
        <p:blipFill>
          <a:blip r:embed="rId94"/>
          <a:srcRect/>
          <a:stretch>
            <a:fillRect/>
          </a:stretch>
        </p:blipFill>
        <p:spPr>
          <a:xfrm>
            <a:off x="5734907" y="1054036"/>
            <a:ext cx="77915" cy="82391"/>
          </a:xfrm>
          <a:prstGeom prst="rect"/>
          <a:ln w="0">
            <a:noFill/>
          </a:ln>
        </p:spPr>
      </p:pic>
      <p:sp>
        <p:nvSpPr>
          <p:cNvPr id="187" name="New shape"/>
          <p:cNvSpPr/>
          <p:nvPr/>
        </p:nvSpPr>
        <p:spPr>
          <a:xfrm>
            <a:off x="5748719" y="106470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" name="New picture"/>
          <p:cNvPicPr/>
          <p:nvPr/>
        </p:nvPicPr>
        <p:blipFill>
          <a:blip r:embed="rId95"/>
          <a:srcRect/>
          <a:stretch>
            <a:fillRect/>
          </a:stretch>
        </p:blipFill>
        <p:spPr>
          <a:xfrm>
            <a:off x="5832634" y="1057085"/>
            <a:ext cx="70199" cy="79343"/>
          </a:xfrm>
          <a:prstGeom prst="rect"/>
          <a:ln w="0">
            <a:noFill/>
          </a:ln>
        </p:spPr>
      </p:pic>
      <p:pic>
        <p:nvPicPr>
          <p:cNvPr id="189" name="New picture"/>
          <p:cNvPicPr/>
          <p:nvPr/>
        </p:nvPicPr>
        <p:blipFill>
          <a:blip r:embed="rId96"/>
          <a:srcRect/>
          <a:stretch>
            <a:fillRect/>
          </a:stretch>
        </p:blipFill>
        <p:spPr>
          <a:xfrm>
            <a:off x="5916644" y="1054037"/>
            <a:ext cx="58007" cy="82391"/>
          </a:xfrm>
          <a:prstGeom prst="rect"/>
          <a:ln w="0">
            <a:noFill/>
          </a:ln>
        </p:spPr>
      </p:pic>
      <p:pic>
        <p:nvPicPr>
          <p:cNvPr id="190" name="New picture"/>
          <p:cNvPicPr/>
          <p:nvPr/>
        </p:nvPicPr>
        <p:blipFill>
          <a:blip r:embed="rId97"/>
          <a:srcRect/>
          <a:stretch>
            <a:fillRect/>
          </a:stretch>
        </p:blipFill>
        <p:spPr>
          <a:xfrm>
            <a:off x="6026562" y="1026604"/>
            <a:ext cx="76391" cy="109823"/>
          </a:xfrm>
          <a:prstGeom prst="rect"/>
          <a:ln w="0">
            <a:noFill/>
          </a:ln>
        </p:spPr>
      </p:pic>
      <p:sp>
        <p:nvSpPr>
          <p:cNvPr id="191" name="New shape"/>
          <p:cNvSpPr/>
          <p:nvPr/>
        </p:nvSpPr>
        <p:spPr>
          <a:xfrm>
            <a:off x="6040374" y="1064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" name="New picture"/>
          <p:cNvPicPr/>
          <p:nvPr/>
        </p:nvPicPr>
        <p:blipFill>
          <a:blip r:embed="rId98"/>
          <a:srcRect/>
          <a:stretch>
            <a:fillRect/>
          </a:stretch>
        </p:blipFill>
        <p:spPr>
          <a:xfrm>
            <a:off x="6122765" y="1054036"/>
            <a:ext cx="70295" cy="82391"/>
          </a:xfrm>
          <a:prstGeom prst="rect"/>
          <a:ln w="0">
            <a:noFill/>
          </a:ln>
        </p:spPr>
      </p:pic>
      <p:sp>
        <p:nvSpPr>
          <p:cNvPr id="193" name="New shape"/>
          <p:cNvSpPr/>
          <p:nvPr/>
        </p:nvSpPr>
        <p:spPr>
          <a:xfrm>
            <a:off x="6135053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4" name="New shape"/>
          <p:cNvSpPr/>
          <p:nvPr/>
        </p:nvSpPr>
        <p:spPr>
          <a:xfrm>
            <a:off x="6145721" y="1018889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" name="New picture"/>
          <p:cNvPicPr/>
          <p:nvPr/>
        </p:nvPicPr>
        <p:blipFill>
          <a:blip r:embed="rId99"/>
          <a:srcRect/>
          <a:stretch>
            <a:fillRect/>
          </a:stretch>
        </p:blipFill>
        <p:spPr>
          <a:xfrm>
            <a:off x="6208395" y="1054036"/>
            <a:ext cx="64103" cy="82391"/>
          </a:xfrm>
          <a:prstGeom prst="rect"/>
          <a:ln w="0">
            <a:noFill/>
          </a:ln>
        </p:spPr>
      </p:pic>
      <p:pic>
        <p:nvPicPr>
          <p:cNvPr id="196" name="New picture"/>
          <p:cNvPicPr/>
          <p:nvPr/>
        </p:nvPicPr>
        <p:blipFill>
          <a:blip r:embed="rId100"/>
          <a:srcRect/>
          <a:stretch>
            <a:fillRect/>
          </a:stretch>
        </p:blipFill>
        <p:spPr>
          <a:xfrm>
            <a:off x="6283166" y="1054036"/>
            <a:ext cx="77819" cy="82391"/>
          </a:xfrm>
          <a:prstGeom prst="rect"/>
          <a:ln w="0">
            <a:noFill/>
          </a:ln>
        </p:spPr>
      </p:pic>
      <p:sp>
        <p:nvSpPr>
          <p:cNvPr id="197" name="New shape"/>
          <p:cNvSpPr/>
          <p:nvPr/>
        </p:nvSpPr>
        <p:spPr>
          <a:xfrm>
            <a:off x="6296882" y="106470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" name="New picture"/>
          <p:cNvPicPr/>
          <p:nvPr/>
        </p:nvPicPr>
        <p:blipFill>
          <a:blip r:embed="rId101"/>
          <a:srcRect/>
          <a:stretch>
            <a:fillRect/>
          </a:stretch>
        </p:blipFill>
        <p:spPr>
          <a:xfrm>
            <a:off x="6380893" y="1057085"/>
            <a:ext cx="70295" cy="79438"/>
          </a:xfrm>
          <a:prstGeom prst="rect"/>
          <a:ln w="0">
            <a:noFill/>
          </a:ln>
        </p:spPr>
      </p:pic>
      <p:pic>
        <p:nvPicPr>
          <p:cNvPr id="199" name="New picture"/>
          <p:cNvPicPr/>
          <p:nvPr/>
        </p:nvPicPr>
        <p:blipFill>
          <a:blip r:embed="rId102"/>
          <a:srcRect/>
          <a:stretch>
            <a:fillRect/>
          </a:stretch>
        </p:blipFill>
        <p:spPr>
          <a:xfrm>
            <a:off x="6463285" y="1057084"/>
            <a:ext cx="73342" cy="77819"/>
          </a:xfrm>
          <a:prstGeom prst="rect"/>
          <a:ln w="0">
            <a:noFill/>
          </a:ln>
        </p:spPr>
      </p:pic>
      <p:pic>
        <p:nvPicPr>
          <p:cNvPr id="200" name="New picture"/>
          <p:cNvPicPr/>
          <p:nvPr/>
        </p:nvPicPr>
        <p:blipFill>
          <a:blip r:embed="rId103"/>
          <a:srcRect/>
          <a:stretch>
            <a:fillRect/>
          </a:stretch>
        </p:blipFill>
        <p:spPr>
          <a:xfrm>
            <a:off x="6550343" y="1054036"/>
            <a:ext cx="42767" cy="80867"/>
          </a:xfrm>
          <a:prstGeom prst="rect"/>
          <a:ln w="0">
            <a:noFill/>
          </a:ln>
        </p:spPr>
      </p:pic>
      <p:sp>
        <p:nvSpPr>
          <p:cNvPr id="201" name="New shape"/>
          <p:cNvSpPr/>
          <p:nvPr/>
        </p:nvSpPr>
        <p:spPr>
          <a:xfrm>
            <a:off x="6606921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" name="New picture"/>
          <p:cNvPicPr/>
          <p:nvPr/>
        </p:nvPicPr>
        <p:blipFill>
          <a:blip r:embed="rId104"/>
          <a:srcRect/>
          <a:stretch>
            <a:fillRect/>
          </a:stretch>
        </p:blipFill>
        <p:spPr>
          <a:xfrm>
            <a:off x="6605397" y="1022032"/>
            <a:ext cx="16859" cy="16764"/>
          </a:xfrm>
          <a:prstGeom prst="rect"/>
          <a:ln w="0">
            <a:noFill/>
          </a:ln>
        </p:spPr>
      </p:pic>
      <p:pic>
        <p:nvPicPr>
          <p:cNvPr id="203" name="New picture"/>
          <p:cNvPicPr/>
          <p:nvPr/>
        </p:nvPicPr>
        <p:blipFill>
          <a:blip r:embed="rId105"/>
          <a:srcRect/>
          <a:stretch>
            <a:fillRect/>
          </a:stretch>
        </p:blipFill>
        <p:spPr>
          <a:xfrm>
            <a:off x="6645021" y="1054036"/>
            <a:ext cx="42767" cy="80867"/>
          </a:xfrm>
          <a:prstGeom prst="rect"/>
          <a:ln w="0">
            <a:noFill/>
          </a:ln>
        </p:spPr>
      </p:pic>
      <p:pic>
        <p:nvPicPr>
          <p:cNvPr id="204" name="New picture"/>
          <p:cNvPicPr/>
          <p:nvPr/>
        </p:nvPicPr>
        <p:blipFill>
          <a:blip r:embed="rId106"/>
          <a:srcRect/>
          <a:stretch>
            <a:fillRect/>
          </a:stretch>
        </p:blipFill>
        <p:spPr>
          <a:xfrm>
            <a:off x="6693886" y="1054036"/>
            <a:ext cx="70294" cy="82391"/>
          </a:xfrm>
          <a:prstGeom prst="rect"/>
          <a:ln w="0">
            <a:noFill/>
          </a:ln>
        </p:spPr>
      </p:pic>
      <p:sp>
        <p:nvSpPr>
          <p:cNvPr id="205" name="New shape"/>
          <p:cNvSpPr/>
          <p:nvPr/>
        </p:nvSpPr>
        <p:spPr>
          <a:xfrm>
            <a:off x="6706172" y="106470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" name="New picture"/>
          <p:cNvPicPr/>
          <p:nvPr/>
        </p:nvPicPr>
        <p:blipFill>
          <a:blip r:embed="rId107"/>
          <a:srcRect/>
          <a:stretch>
            <a:fillRect/>
          </a:stretch>
        </p:blipFill>
        <p:spPr>
          <a:xfrm>
            <a:off x="6776371" y="1057085"/>
            <a:ext cx="58007" cy="77819"/>
          </a:xfrm>
          <a:prstGeom prst="rect"/>
          <a:ln w="0">
            <a:noFill/>
          </a:ln>
        </p:spPr>
      </p:pic>
      <p:pic>
        <p:nvPicPr>
          <p:cNvPr id="207" name="New picture"/>
          <p:cNvPicPr/>
          <p:nvPr/>
        </p:nvPicPr>
        <p:blipFill>
          <a:blip r:embed="rId108"/>
          <a:srcRect/>
          <a:stretch>
            <a:fillRect/>
          </a:stretch>
        </p:blipFill>
        <p:spPr>
          <a:xfrm>
            <a:off x="677418" y="1282922"/>
            <a:ext cx="64103" cy="82391"/>
          </a:xfrm>
          <a:prstGeom prst="rect"/>
          <a:ln w="0">
            <a:noFill/>
          </a:ln>
        </p:spPr>
      </p:pic>
      <p:pic>
        <p:nvPicPr>
          <p:cNvPr id="208" name="New picture"/>
          <p:cNvPicPr/>
          <p:nvPr/>
        </p:nvPicPr>
        <p:blipFill>
          <a:blip r:embed="rId109"/>
          <a:srcRect/>
          <a:stretch>
            <a:fillRect/>
          </a:stretch>
        </p:blipFill>
        <p:spPr>
          <a:xfrm>
            <a:off x="752285" y="1282922"/>
            <a:ext cx="77819" cy="82391"/>
          </a:xfrm>
          <a:prstGeom prst="rect"/>
          <a:ln w="0">
            <a:noFill/>
          </a:ln>
        </p:spPr>
      </p:pic>
      <p:sp>
        <p:nvSpPr>
          <p:cNvPr id="209" name="New shape"/>
          <p:cNvSpPr/>
          <p:nvPr/>
        </p:nvSpPr>
        <p:spPr>
          <a:xfrm>
            <a:off x="766001" y="129359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" name="New picture"/>
          <p:cNvPicPr/>
          <p:nvPr/>
        </p:nvPicPr>
        <p:blipFill>
          <a:blip r:embed="rId110"/>
          <a:srcRect/>
          <a:stretch>
            <a:fillRect/>
          </a:stretch>
        </p:blipFill>
        <p:spPr>
          <a:xfrm>
            <a:off x="850011" y="1282922"/>
            <a:ext cx="122111" cy="80867"/>
          </a:xfrm>
          <a:prstGeom prst="rect"/>
          <a:ln w="0">
            <a:noFill/>
          </a:ln>
        </p:spPr>
      </p:pic>
      <p:pic>
        <p:nvPicPr>
          <p:cNvPr id="211" name="New picture"/>
          <p:cNvPicPr/>
          <p:nvPr/>
        </p:nvPicPr>
        <p:blipFill>
          <a:blip r:embed="rId111"/>
          <a:srcRect/>
          <a:stretch>
            <a:fillRect/>
          </a:stretch>
        </p:blipFill>
        <p:spPr>
          <a:xfrm>
            <a:off x="995077" y="1282922"/>
            <a:ext cx="122111" cy="80867"/>
          </a:xfrm>
          <a:prstGeom prst="rect"/>
          <a:ln w="0">
            <a:noFill/>
          </a:ln>
        </p:spPr>
      </p:pic>
      <p:pic>
        <p:nvPicPr>
          <p:cNvPr id="212" name="New picture"/>
          <p:cNvPicPr/>
          <p:nvPr/>
        </p:nvPicPr>
        <p:blipFill>
          <a:blip r:embed="rId112"/>
          <a:srcRect/>
          <a:stretch>
            <a:fillRect/>
          </a:stretch>
        </p:blipFill>
        <p:spPr>
          <a:xfrm>
            <a:off x="1136999" y="1283018"/>
            <a:ext cx="70295" cy="82391"/>
          </a:xfrm>
          <a:prstGeom prst="rect"/>
          <a:ln w="0">
            <a:noFill/>
          </a:ln>
        </p:spPr>
      </p:pic>
      <p:sp>
        <p:nvSpPr>
          <p:cNvPr id="213" name="New shape"/>
          <p:cNvSpPr/>
          <p:nvPr/>
        </p:nvSpPr>
        <p:spPr>
          <a:xfrm>
            <a:off x="1149286" y="1293685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" name="New picture"/>
          <p:cNvPicPr/>
          <p:nvPr/>
        </p:nvPicPr>
        <p:blipFill>
          <a:blip r:embed="rId113"/>
          <a:srcRect/>
          <a:stretch>
            <a:fillRect/>
          </a:stretch>
        </p:blipFill>
        <p:spPr>
          <a:xfrm>
            <a:off x="1227201" y="1282922"/>
            <a:ext cx="70199" cy="80867"/>
          </a:xfrm>
          <a:prstGeom prst="rect"/>
          <a:ln w="0">
            <a:noFill/>
          </a:ln>
        </p:spPr>
      </p:pic>
      <p:pic>
        <p:nvPicPr>
          <p:cNvPr id="215" name="New picture"/>
          <p:cNvPicPr/>
          <p:nvPr/>
        </p:nvPicPr>
        <p:blipFill>
          <a:blip r:embed="rId114"/>
          <a:srcRect/>
          <a:stretch>
            <a:fillRect/>
          </a:stretch>
        </p:blipFill>
        <p:spPr>
          <a:xfrm>
            <a:off x="1311211" y="1261586"/>
            <a:ext cx="47339" cy="103727"/>
          </a:xfrm>
          <a:prstGeom prst="rect"/>
          <a:ln w="0">
            <a:noFill/>
          </a:ln>
        </p:spPr>
      </p:pic>
      <p:pic>
        <p:nvPicPr>
          <p:cNvPr id="216" name="New picture"/>
          <p:cNvPicPr/>
          <p:nvPr/>
        </p:nvPicPr>
        <p:blipFill>
          <a:blip r:embed="rId115"/>
          <a:srcRect/>
          <a:stretch>
            <a:fillRect/>
          </a:stretch>
        </p:blipFill>
        <p:spPr>
          <a:xfrm>
            <a:off x="1410367" y="1282922"/>
            <a:ext cx="64199" cy="82391"/>
          </a:xfrm>
          <a:prstGeom prst="rect"/>
          <a:ln w="0">
            <a:noFill/>
          </a:ln>
        </p:spPr>
      </p:pic>
      <p:pic>
        <p:nvPicPr>
          <p:cNvPr id="217" name="New picture"/>
          <p:cNvPicPr/>
          <p:nvPr/>
        </p:nvPicPr>
        <p:blipFill>
          <a:blip r:embed="rId116"/>
          <a:srcRect/>
          <a:stretch>
            <a:fillRect/>
          </a:stretch>
        </p:blipFill>
        <p:spPr>
          <a:xfrm>
            <a:off x="1491329" y="1282922"/>
            <a:ext cx="42767" cy="80867"/>
          </a:xfrm>
          <a:prstGeom prst="rect"/>
          <a:ln w="0">
            <a:noFill/>
          </a:ln>
        </p:spPr>
      </p:pic>
      <p:pic>
        <p:nvPicPr>
          <p:cNvPr id="218" name="New picture"/>
          <p:cNvPicPr/>
          <p:nvPr/>
        </p:nvPicPr>
        <p:blipFill>
          <a:blip r:embed="rId117"/>
          <a:srcRect/>
          <a:stretch>
            <a:fillRect/>
          </a:stretch>
        </p:blipFill>
        <p:spPr>
          <a:xfrm>
            <a:off x="1540288" y="1283018"/>
            <a:ext cx="70199" cy="82391"/>
          </a:xfrm>
          <a:prstGeom prst="rect"/>
          <a:ln w="0">
            <a:noFill/>
          </a:ln>
        </p:spPr>
      </p:pic>
      <p:sp>
        <p:nvSpPr>
          <p:cNvPr id="219" name="New shape"/>
          <p:cNvSpPr/>
          <p:nvPr/>
        </p:nvSpPr>
        <p:spPr>
          <a:xfrm>
            <a:off x="1552480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0" name="New shape"/>
          <p:cNvSpPr/>
          <p:nvPr/>
        </p:nvSpPr>
        <p:spPr>
          <a:xfrm>
            <a:off x="1563148" y="1247870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" name="New picture"/>
          <p:cNvPicPr/>
          <p:nvPr/>
        </p:nvPicPr>
        <p:blipFill>
          <a:blip r:embed="rId118"/>
          <a:srcRect/>
          <a:stretch>
            <a:fillRect/>
          </a:stretch>
        </p:blipFill>
        <p:spPr>
          <a:xfrm>
            <a:off x="1625632" y="1283018"/>
            <a:ext cx="71818" cy="82391"/>
          </a:xfrm>
          <a:prstGeom prst="rect"/>
          <a:ln w="0">
            <a:noFill/>
          </a:ln>
        </p:spPr>
      </p:pic>
      <p:sp>
        <p:nvSpPr>
          <p:cNvPr id="222" name="New shape"/>
          <p:cNvSpPr/>
          <p:nvPr/>
        </p:nvSpPr>
        <p:spPr>
          <a:xfrm>
            <a:off x="1639443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" name="New picture"/>
          <p:cNvPicPr/>
          <p:nvPr/>
        </p:nvPicPr>
        <p:blipFill>
          <a:blip r:embed="rId119"/>
          <a:srcRect/>
          <a:stretch>
            <a:fillRect/>
          </a:stretch>
        </p:blipFill>
        <p:spPr>
          <a:xfrm>
            <a:off x="1717358" y="1282922"/>
            <a:ext cx="42767" cy="80867"/>
          </a:xfrm>
          <a:prstGeom prst="rect"/>
          <a:ln w="0">
            <a:noFill/>
          </a:ln>
        </p:spPr>
      </p:pic>
      <p:pic>
        <p:nvPicPr>
          <p:cNvPr id="224" name="New picture"/>
          <p:cNvPicPr/>
          <p:nvPr/>
        </p:nvPicPr>
        <p:blipFill>
          <a:blip r:embed="rId120"/>
          <a:srcRect/>
          <a:stretch>
            <a:fillRect/>
          </a:stretch>
        </p:blipFill>
        <p:spPr>
          <a:xfrm>
            <a:off x="1808988" y="1255490"/>
            <a:ext cx="74771" cy="109823"/>
          </a:xfrm>
          <a:prstGeom prst="rect"/>
          <a:ln w="0">
            <a:noFill/>
          </a:ln>
        </p:spPr>
      </p:pic>
      <p:sp>
        <p:nvSpPr>
          <p:cNvPr id="225" name="New shape"/>
          <p:cNvSpPr/>
          <p:nvPr/>
        </p:nvSpPr>
        <p:spPr>
          <a:xfrm>
            <a:off x="1821180" y="129359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" name="New picture"/>
          <p:cNvPicPr/>
          <p:nvPr/>
        </p:nvPicPr>
        <p:blipFill>
          <a:blip r:embed="rId121"/>
          <a:srcRect/>
          <a:stretch>
            <a:fillRect/>
          </a:stretch>
        </p:blipFill>
        <p:spPr>
          <a:xfrm>
            <a:off x="1903667" y="1282922"/>
            <a:ext cx="70199" cy="82391"/>
          </a:xfrm>
          <a:prstGeom prst="rect"/>
          <a:ln w="0">
            <a:noFill/>
          </a:ln>
        </p:spPr>
      </p:pic>
      <p:sp>
        <p:nvSpPr>
          <p:cNvPr id="227" name="New shape"/>
          <p:cNvSpPr/>
          <p:nvPr/>
        </p:nvSpPr>
        <p:spPr>
          <a:xfrm>
            <a:off x="1915859" y="129359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" name="New picture"/>
          <p:cNvPicPr/>
          <p:nvPr/>
        </p:nvPicPr>
        <p:blipFill>
          <a:blip r:embed="rId122"/>
          <a:srcRect/>
          <a:stretch>
            <a:fillRect/>
          </a:stretch>
        </p:blipFill>
        <p:spPr>
          <a:xfrm>
            <a:off x="1986153" y="1282922"/>
            <a:ext cx="58007" cy="82391"/>
          </a:xfrm>
          <a:prstGeom prst="rect"/>
          <a:ln w="0">
            <a:noFill/>
          </a:ln>
        </p:spPr>
      </p:pic>
      <p:pic>
        <p:nvPicPr>
          <p:cNvPr id="229" name="New picture"/>
          <p:cNvPicPr/>
          <p:nvPr/>
        </p:nvPicPr>
        <p:blipFill>
          <a:blip r:embed="rId123"/>
          <a:srcRect/>
          <a:stretch>
            <a:fillRect/>
          </a:stretch>
        </p:blipFill>
        <p:spPr>
          <a:xfrm>
            <a:off x="2096072" y="1283018"/>
            <a:ext cx="65723" cy="82391"/>
          </a:xfrm>
          <a:prstGeom prst="rect"/>
          <a:ln w="0">
            <a:noFill/>
          </a:ln>
        </p:spPr>
      </p:pic>
      <p:sp>
        <p:nvSpPr>
          <p:cNvPr id="230" name="New shape"/>
          <p:cNvSpPr/>
          <p:nvPr/>
        </p:nvSpPr>
        <p:spPr>
          <a:xfrm>
            <a:off x="2109883" y="1324166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1" name="New shape"/>
          <p:cNvSpPr/>
          <p:nvPr/>
        </p:nvSpPr>
        <p:spPr>
          <a:xfrm>
            <a:off x="2185416" y="1255776"/>
            <a:ext cx="15240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" name="New picture"/>
          <p:cNvPicPr/>
          <p:nvPr/>
        </p:nvPicPr>
        <p:blipFill>
          <a:blip r:embed="rId124"/>
          <a:srcRect/>
          <a:stretch>
            <a:fillRect/>
          </a:stretch>
        </p:blipFill>
        <p:spPr>
          <a:xfrm>
            <a:off x="2215134" y="1284447"/>
            <a:ext cx="77914" cy="117539"/>
          </a:xfrm>
          <a:prstGeom prst="rect"/>
          <a:ln w="0">
            <a:noFill/>
          </a:ln>
        </p:spPr>
      </p:pic>
      <p:sp>
        <p:nvSpPr>
          <p:cNvPr id="233" name="New shape"/>
          <p:cNvSpPr/>
          <p:nvPr/>
        </p:nvSpPr>
        <p:spPr>
          <a:xfrm>
            <a:off x="2231898" y="1293591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4" name="New shape"/>
          <p:cNvSpPr/>
          <p:nvPr/>
        </p:nvSpPr>
        <p:spPr>
          <a:xfrm>
            <a:off x="2227326" y="1362266"/>
            <a:ext cx="51911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" name="New picture"/>
          <p:cNvPicPr/>
          <p:nvPr/>
        </p:nvPicPr>
        <p:blipFill>
          <a:blip r:embed="rId125"/>
          <a:srcRect/>
          <a:stretch>
            <a:fillRect/>
          </a:stretch>
        </p:blipFill>
        <p:spPr>
          <a:xfrm>
            <a:off x="2302192" y="1282922"/>
            <a:ext cx="79439" cy="82391"/>
          </a:xfrm>
          <a:prstGeom prst="rect"/>
          <a:ln w="0">
            <a:noFill/>
          </a:ln>
        </p:spPr>
      </p:pic>
      <p:sp>
        <p:nvSpPr>
          <p:cNvPr id="236" name="New shape"/>
          <p:cNvSpPr/>
          <p:nvPr/>
        </p:nvSpPr>
        <p:spPr>
          <a:xfrm>
            <a:off x="2315908" y="129359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" name="New picture"/>
          <p:cNvPicPr/>
          <p:nvPr/>
        </p:nvPicPr>
        <p:blipFill>
          <a:blip r:embed="rId126"/>
          <a:srcRect/>
          <a:stretch>
            <a:fillRect/>
          </a:stretch>
        </p:blipFill>
        <p:spPr>
          <a:xfrm>
            <a:off x="2401443" y="1282922"/>
            <a:ext cx="41243" cy="80867"/>
          </a:xfrm>
          <a:prstGeom prst="rect"/>
          <a:ln w="0">
            <a:noFill/>
          </a:ln>
        </p:spPr>
      </p:pic>
      <p:sp>
        <p:nvSpPr>
          <p:cNvPr id="238" name="New shape"/>
          <p:cNvSpPr/>
          <p:nvPr/>
        </p:nvSpPr>
        <p:spPr>
          <a:xfrm>
            <a:off x="2457926" y="128597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" name="New picture"/>
          <p:cNvPicPr/>
          <p:nvPr/>
        </p:nvPicPr>
        <p:blipFill>
          <a:blip r:embed="rId127"/>
          <a:srcRect/>
          <a:stretch>
            <a:fillRect/>
          </a:stretch>
        </p:blipFill>
        <p:spPr>
          <a:xfrm>
            <a:off x="2456402" y="1250918"/>
            <a:ext cx="16764" cy="16764"/>
          </a:xfrm>
          <a:prstGeom prst="rect"/>
          <a:ln w="0">
            <a:noFill/>
          </a:ln>
        </p:spPr>
      </p:pic>
      <p:pic>
        <p:nvPicPr>
          <p:cNvPr id="240" name="New picture"/>
          <p:cNvPicPr/>
          <p:nvPr/>
        </p:nvPicPr>
        <p:blipFill>
          <a:blip r:embed="rId128"/>
          <a:srcRect/>
          <a:stretch>
            <a:fillRect/>
          </a:stretch>
        </p:blipFill>
        <p:spPr>
          <a:xfrm>
            <a:off x="2486978" y="1261586"/>
            <a:ext cx="47339" cy="103727"/>
          </a:xfrm>
          <a:prstGeom prst="rect"/>
          <a:ln w="0">
            <a:noFill/>
          </a:ln>
        </p:spPr>
      </p:pic>
      <p:pic>
        <p:nvPicPr>
          <p:cNvPr id="241" name="New picture"/>
          <p:cNvPicPr/>
          <p:nvPr/>
        </p:nvPicPr>
        <p:blipFill>
          <a:blip r:embed="rId129"/>
          <a:srcRect/>
          <a:stretch>
            <a:fillRect/>
          </a:stretch>
        </p:blipFill>
        <p:spPr>
          <a:xfrm>
            <a:off x="2552605" y="1255490"/>
            <a:ext cx="68770" cy="108299"/>
          </a:xfrm>
          <a:prstGeom prst="rect"/>
          <a:ln w="0">
            <a:noFill/>
          </a:ln>
        </p:spPr>
      </p:pic>
      <p:pic>
        <p:nvPicPr>
          <p:cNvPr id="242" name="New picture"/>
          <p:cNvPicPr/>
          <p:nvPr/>
        </p:nvPicPr>
        <p:blipFill>
          <a:blip r:embed="rId130"/>
          <a:srcRect/>
          <a:stretch>
            <a:fillRect/>
          </a:stretch>
        </p:blipFill>
        <p:spPr>
          <a:xfrm>
            <a:off x="2644235" y="1282922"/>
            <a:ext cx="122110" cy="80867"/>
          </a:xfrm>
          <a:prstGeom prst="rect"/>
          <a:ln w="0">
            <a:noFill/>
          </a:ln>
        </p:spPr>
      </p:pic>
      <p:pic>
        <p:nvPicPr>
          <p:cNvPr id="243" name="New picture"/>
          <p:cNvPicPr/>
          <p:nvPr/>
        </p:nvPicPr>
        <p:blipFill>
          <a:blip r:embed="rId131"/>
          <a:srcRect/>
          <a:stretch>
            <a:fillRect/>
          </a:stretch>
        </p:blipFill>
        <p:spPr>
          <a:xfrm>
            <a:off x="2786158" y="1283018"/>
            <a:ext cx="70295" cy="82391"/>
          </a:xfrm>
          <a:prstGeom prst="rect"/>
          <a:ln w="0">
            <a:noFill/>
          </a:ln>
        </p:spPr>
      </p:pic>
      <p:sp>
        <p:nvSpPr>
          <p:cNvPr id="244" name="New shape"/>
          <p:cNvSpPr/>
          <p:nvPr/>
        </p:nvSpPr>
        <p:spPr>
          <a:xfrm>
            <a:off x="2798445" y="1293685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" name="New picture"/>
          <p:cNvPicPr/>
          <p:nvPr/>
        </p:nvPicPr>
        <p:blipFill>
          <a:blip r:embed="rId132"/>
          <a:srcRect/>
          <a:stretch>
            <a:fillRect/>
          </a:stretch>
        </p:blipFill>
        <p:spPr>
          <a:xfrm>
            <a:off x="2868739" y="1282922"/>
            <a:ext cx="58007" cy="82391"/>
          </a:xfrm>
          <a:prstGeom prst="rect"/>
          <a:ln w="0">
            <a:noFill/>
          </a:ln>
        </p:spPr>
      </p:pic>
      <p:pic>
        <p:nvPicPr>
          <p:cNvPr id="246" name="New picture"/>
          <p:cNvPicPr/>
          <p:nvPr/>
        </p:nvPicPr>
        <p:blipFill>
          <a:blip r:embed="rId133"/>
          <a:srcRect/>
          <a:stretch>
            <a:fillRect/>
          </a:stretch>
        </p:blipFill>
        <p:spPr>
          <a:xfrm>
            <a:off x="2978658" y="1282922"/>
            <a:ext cx="65627" cy="82391"/>
          </a:xfrm>
          <a:prstGeom prst="rect"/>
          <a:ln w="0">
            <a:noFill/>
          </a:ln>
        </p:spPr>
      </p:pic>
      <p:sp>
        <p:nvSpPr>
          <p:cNvPr id="247" name="New shape"/>
          <p:cNvSpPr/>
          <p:nvPr/>
        </p:nvSpPr>
        <p:spPr>
          <a:xfrm>
            <a:off x="2990850" y="1324166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" name="New picture"/>
          <p:cNvPicPr/>
          <p:nvPr/>
        </p:nvPicPr>
        <p:blipFill>
          <a:blip r:embed="rId134"/>
          <a:srcRect/>
          <a:stretch>
            <a:fillRect/>
          </a:stretch>
        </p:blipFill>
        <p:spPr>
          <a:xfrm>
            <a:off x="3056572" y="1253966"/>
            <a:ext cx="53435" cy="109919"/>
          </a:xfrm>
          <a:prstGeom prst="rect"/>
          <a:ln w="0">
            <a:noFill/>
          </a:ln>
        </p:spPr>
      </p:pic>
      <p:sp>
        <p:nvSpPr>
          <p:cNvPr id="249" name="New shape"/>
          <p:cNvSpPr/>
          <p:nvPr/>
        </p:nvSpPr>
        <p:spPr>
          <a:xfrm>
            <a:off x="3117628" y="128597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" name="New picture"/>
          <p:cNvPicPr/>
          <p:nvPr/>
        </p:nvPicPr>
        <p:blipFill>
          <a:blip r:embed="rId135"/>
          <a:srcRect/>
          <a:stretch>
            <a:fillRect/>
          </a:stretch>
        </p:blipFill>
        <p:spPr>
          <a:xfrm>
            <a:off x="3116104" y="1250823"/>
            <a:ext cx="16764" cy="16859"/>
          </a:xfrm>
          <a:prstGeom prst="rect"/>
          <a:ln w="0">
            <a:noFill/>
          </a:ln>
        </p:spPr>
      </p:pic>
      <p:pic>
        <p:nvPicPr>
          <p:cNvPr id="251" name="New picture"/>
          <p:cNvPicPr/>
          <p:nvPr/>
        </p:nvPicPr>
        <p:blipFill>
          <a:blip r:embed="rId136"/>
          <a:srcRect/>
          <a:stretch>
            <a:fillRect/>
          </a:stretch>
        </p:blipFill>
        <p:spPr>
          <a:xfrm>
            <a:off x="3157347" y="1282922"/>
            <a:ext cx="68675" cy="80867"/>
          </a:xfrm>
          <a:prstGeom prst="rect"/>
          <a:ln w="0">
            <a:noFill/>
          </a:ln>
        </p:spPr>
      </p:pic>
      <p:pic>
        <p:nvPicPr>
          <p:cNvPr id="252" name="New picture"/>
          <p:cNvPicPr/>
          <p:nvPr/>
        </p:nvPicPr>
        <p:blipFill>
          <a:blip r:embed="rId137"/>
          <a:srcRect/>
          <a:stretch>
            <a:fillRect/>
          </a:stretch>
        </p:blipFill>
        <p:spPr>
          <a:xfrm>
            <a:off x="3285553" y="1255395"/>
            <a:ext cx="74866" cy="109919"/>
          </a:xfrm>
          <a:prstGeom prst="rect"/>
          <a:ln w="0">
            <a:noFill/>
          </a:ln>
        </p:spPr>
      </p:pic>
      <p:sp>
        <p:nvSpPr>
          <p:cNvPr id="253" name="New shape"/>
          <p:cNvSpPr/>
          <p:nvPr/>
        </p:nvSpPr>
        <p:spPr>
          <a:xfrm>
            <a:off x="3299365" y="129359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" name="New picture"/>
          <p:cNvPicPr/>
          <p:nvPr/>
        </p:nvPicPr>
        <p:blipFill>
          <a:blip r:embed="rId138"/>
          <a:srcRect/>
          <a:stretch>
            <a:fillRect/>
          </a:stretch>
        </p:blipFill>
        <p:spPr>
          <a:xfrm>
            <a:off x="3380328" y="1282922"/>
            <a:ext cx="71723" cy="82391"/>
          </a:xfrm>
          <a:prstGeom prst="rect"/>
          <a:ln w="0">
            <a:noFill/>
          </a:ln>
        </p:spPr>
      </p:pic>
      <p:sp>
        <p:nvSpPr>
          <p:cNvPr id="255" name="New shape"/>
          <p:cNvSpPr/>
          <p:nvPr/>
        </p:nvSpPr>
        <p:spPr>
          <a:xfrm>
            <a:off x="3394043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" name="New picture"/>
          <p:cNvPicPr/>
          <p:nvPr/>
        </p:nvPicPr>
        <p:blipFill>
          <a:blip r:embed="rId139"/>
          <a:srcRect/>
          <a:stretch>
            <a:fillRect/>
          </a:stretch>
        </p:blipFill>
        <p:spPr>
          <a:xfrm>
            <a:off x="3507010" y="1282922"/>
            <a:ext cx="64103" cy="82391"/>
          </a:xfrm>
          <a:prstGeom prst="rect"/>
          <a:ln w="0">
            <a:noFill/>
          </a:ln>
        </p:spPr>
      </p:pic>
      <p:pic>
        <p:nvPicPr>
          <p:cNvPr id="257" name="New picture"/>
          <p:cNvPicPr/>
          <p:nvPr/>
        </p:nvPicPr>
        <p:blipFill>
          <a:blip r:embed="rId140"/>
          <a:srcRect/>
          <a:stretch>
            <a:fillRect/>
          </a:stretch>
        </p:blipFill>
        <p:spPr>
          <a:xfrm>
            <a:off x="3581781" y="1282922"/>
            <a:ext cx="77915" cy="82391"/>
          </a:xfrm>
          <a:prstGeom prst="rect"/>
          <a:ln w="0">
            <a:noFill/>
          </a:ln>
        </p:spPr>
      </p:pic>
      <p:sp>
        <p:nvSpPr>
          <p:cNvPr id="258" name="New shape"/>
          <p:cNvSpPr/>
          <p:nvPr/>
        </p:nvSpPr>
        <p:spPr>
          <a:xfrm>
            <a:off x="3593973" y="129359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" name="New shape"/>
          <p:cNvSpPr/>
          <p:nvPr/>
        </p:nvSpPr>
        <p:spPr>
          <a:xfrm>
            <a:off x="3678936" y="12557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0" name="New shape"/>
          <p:cNvSpPr/>
          <p:nvPr/>
        </p:nvSpPr>
        <p:spPr>
          <a:xfrm>
            <a:off x="3718560" y="1255776"/>
            <a:ext cx="15240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" name="New picture"/>
          <p:cNvPicPr/>
          <p:nvPr/>
        </p:nvPicPr>
        <p:blipFill>
          <a:blip r:embed="rId141"/>
          <a:srcRect/>
          <a:stretch>
            <a:fillRect/>
          </a:stretch>
        </p:blipFill>
        <p:spPr>
          <a:xfrm>
            <a:off x="3754469" y="1282922"/>
            <a:ext cx="70199" cy="82486"/>
          </a:xfrm>
          <a:prstGeom prst="rect"/>
          <a:ln w="0">
            <a:noFill/>
          </a:ln>
        </p:spPr>
      </p:pic>
      <p:sp>
        <p:nvSpPr>
          <p:cNvPr id="262" name="New shape"/>
          <p:cNvSpPr/>
          <p:nvPr/>
        </p:nvSpPr>
        <p:spPr>
          <a:xfrm>
            <a:off x="3766661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" name="New picture"/>
          <p:cNvPicPr/>
          <p:nvPr/>
        </p:nvPicPr>
        <p:blipFill>
          <a:blip r:embed="rId142"/>
          <a:srcRect/>
          <a:stretch>
            <a:fillRect/>
          </a:stretch>
        </p:blipFill>
        <p:spPr>
          <a:xfrm>
            <a:off x="3840004" y="1282922"/>
            <a:ext cx="64103" cy="82391"/>
          </a:xfrm>
          <a:prstGeom prst="rect"/>
          <a:ln w="0">
            <a:noFill/>
          </a:ln>
        </p:spPr>
      </p:pic>
      <p:pic>
        <p:nvPicPr>
          <p:cNvPr id="264" name="New picture"/>
          <p:cNvPicPr/>
          <p:nvPr/>
        </p:nvPicPr>
        <p:blipFill>
          <a:blip r:embed="rId143"/>
          <a:srcRect/>
          <a:stretch>
            <a:fillRect/>
          </a:stretch>
        </p:blipFill>
        <p:spPr>
          <a:xfrm>
            <a:off x="3914680" y="1261491"/>
            <a:ext cx="47339" cy="103822"/>
          </a:xfrm>
          <a:prstGeom prst="rect"/>
          <a:ln w="0">
            <a:noFill/>
          </a:ln>
        </p:spPr>
      </p:pic>
      <p:pic>
        <p:nvPicPr>
          <p:cNvPr id="265" name="New picture"/>
          <p:cNvPicPr/>
          <p:nvPr/>
        </p:nvPicPr>
        <p:blipFill>
          <a:blip r:embed="rId144"/>
          <a:srcRect/>
          <a:stretch>
            <a:fillRect/>
          </a:stretch>
        </p:blipFill>
        <p:spPr>
          <a:xfrm>
            <a:off x="3972687" y="1282922"/>
            <a:ext cx="71818" cy="82486"/>
          </a:xfrm>
          <a:prstGeom prst="rect"/>
          <a:ln w="0">
            <a:noFill/>
          </a:ln>
        </p:spPr>
      </p:pic>
      <p:sp>
        <p:nvSpPr>
          <p:cNvPr id="266" name="New shape"/>
          <p:cNvSpPr/>
          <p:nvPr/>
        </p:nvSpPr>
        <p:spPr>
          <a:xfrm>
            <a:off x="3986498" y="129368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" name="New picture"/>
          <p:cNvPicPr/>
          <p:nvPr/>
        </p:nvPicPr>
        <p:blipFill>
          <a:blip r:embed="rId145"/>
          <a:srcRect/>
          <a:stretch>
            <a:fillRect/>
          </a:stretch>
        </p:blipFill>
        <p:spPr>
          <a:xfrm>
            <a:off x="4064413" y="1282827"/>
            <a:ext cx="42767" cy="80962"/>
          </a:xfrm>
          <a:prstGeom prst="rect"/>
          <a:ln w="0">
            <a:noFill/>
          </a:ln>
        </p:spPr>
      </p:pic>
      <p:sp>
        <p:nvSpPr>
          <p:cNvPr id="268" name="New shape"/>
          <p:cNvSpPr/>
          <p:nvPr/>
        </p:nvSpPr>
        <p:spPr>
          <a:xfrm>
            <a:off x="4160520" y="12557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" name="New picture"/>
          <p:cNvPicPr/>
          <p:nvPr/>
        </p:nvPicPr>
        <p:blipFill>
          <a:blip r:embed="rId146"/>
          <a:srcRect/>
          <a:stretch>
            <a:fillRect/>
          </a:stretch>
        </p:blipFill>
        <p:spPr>
          <a:xfrm>
            <a:off x="4194143" y="1282922"/>
            <a:ext cx="71818" cy="82486"/>
          </a:xfrm>
          <a:prstGeom prst="rect"/>
          <a:ln w="0">
            <a:noFill/>
          </a:ln>
        </p:spPr>
      </p:pic>
      <p:sp>
        <p:nvSpPr>
          <p:cNvPr id="270" name="New shape"/>
          <p:cNvSpPr/>
          <p:nvPr/>
        </p:nvSpPr>
        <p:spPr>
          <a:xfrm>
            <a:off x="4207954" y="129368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" name="New picture"/>
          <p:cNvPicPr/>
          <p:nvPr/>
        </p:nvPicPr>
        <p:blipFill>
          <a:blip r:embed="rId147"/>
          <a:srcRect/>
          <a:stretch>
            <a:fillRect/>
          </a:stretch>
        </p:blipFill>
        <p:spPr>
          <a:xfrm>
            <a:off x="4276630" y="1282922"/>
            <a:ext cx="58007" cy="82391"/>
          </a:xfrm>
          <a:prstGeom prst="rect"/>
          <a:ln w="0">
            <a:noFill/>
          </a:ln>
        </p:spPr>
      </p:pic>
      <p:pic>
        <p:nvPicPr>
          <p:cNvPr id="272" name="New picture"/>
          <p:cNvPicPr/>
          <p:nvPr/>
        </p:nvPicPr>
        <p:blipFill>
          <a:blip r:embed="rId148"/>
          <a:srcRect/>
          <a:stretch>
            <a:fillRect/>
          </a:stretch>
        </p:blipFill>
        <p:spPr>
          <a:xfrm>
            <a:off x="4388072" y="1255490"/>
            <a:ext cx="74866" cy="109823"/>
          </a:xfrm>
          <a:prstGeom prst="rect"/>
          <a:ln w="0">
            <a:noFill/>
          </a:ln>
        </p:spPr>
      </p:pic>
      <p:sp>
        <p:nvSpPr>
          <p:cNvPr id="273" name="New shape"/>
          <p:cNvSpPr/>
          <p:nvPr/>
        </p:nvSpPr>
        <p:spPr>
          <a:xfrm>
            <a:off x="4401883" y="129359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" name="New picture"/>
          <p:cNvPicPr/>
          <p:nvPr/>
        </p:nvPicPr>
        <p:blipFill>
          <a:blip r:embed="rId149"/>
          <a:srcRect/>
          <a:stretch>
            <a:fillRect/>
          </a:stretch>
        </p:blipFill>
        <p:spPr>
          <a:xfrm>
            <a:off x="4482750" y="1282922"/>
            <a:ext cx="77915" cy="82391"/>
          </a:xfrm>
          <a:prstGeom prst="rect"/>
          <a:ln w="0">
            <a:noFill/>
          </a:ln>
        </p:spPr>
      </p:pic>
      <p:sp>
        <p:nvSpPr>
          <p:cNvPr id="275" name="New shape"/>
          <p:cNvSpPr/>
          <p:nvPr/>
        </p:nvSpPr>
        <p:spPr>
          <a:xfrm>
            <a:off x="4496467" y="1293590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" name="New picture"/>
          <p:cNvPicPr/>
          <p:nvPr/>
        </p:nvPicPr>
        <p:blipFill>
          <a:blip r:embed="rId150"/>
          <a:srcRect/>
          <a:stretch>
            <a:fillRect/>
          </a:stretch>
        </p:blipFill>
        <p:spPr>
          <a:xfrm>
            <a:off x="4580477" y="1282922"/>
            <a:ext cx="70295" cy="80867"/>
          </a:xfrm>
          <a:prstGeom prst="rect"/>
          <a:ln w="0">
            <a:noFill/>
          </a:ln>
        </p:spPr>
      </p:pic>
      <p:pic>
        <p:nvPicPr>
          <p:cNvPr id="277" name="New picture"/>
          <p:cNvPicPr/>
          <p:nvPr/>
        </p:nvPicPr>
        <p:blipFill>
          <a:blip r:embed="rId151"/>
          <a:srcRect/>
          <a:stretch>
            <a:fillRect/>
          </a:stretch>
        </p:blipFill>
        <p:spPr>
          <a:xfrm>
            <a:off x="4675156" y="1282922"/>
            <a:ext cx="68675" cy="80867"/>
          </a:xfrm>
          <a:prstGeom prst="rect"/>
          <a:ln w="0">
            <a:noFill/>
          </a:ln>
        </p:spPr>
      </p:pic>
      <p:pic>
        <p:nvPicPr>
          <p:cNvPr id="278" name="New picture"/>
          <p:cNvPicPr/>
          <p:nvPr/>
        </p:nvPicPr>
        <p:blipFill>
          <a:blip r:embed="rId152"/>
          <a:srcRect/>
          <a:stretch>
            <a:fillRect/>
          </a:stretch>
        </p:blipFill>
        <p:spPr>
          <a:xfrm>
            <a:off x="4763738" y="1282922"/>
            <a:ext cx="71818" cy="82391"/>
          </a:xfrm>
          <a:prstGeom prst="rect"/>
          <a:ln w="0">
            <a:noFill/>
          </a:ln>
        </p:spPr>
      </p:pic>
      <p:sp>
        <p:nvSpPr>
          <p:cNvPr id="279" name="New shape"/>
          <p:cNvSpPr/>
          <p:nvPr/>
        </p:nvSpPr>
        <p:spPr>
          <a:xfrm>
            <a:off x="4777454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0" name="New shape"/>
          <p:cNvSpPr/>
          <p:nvPr/>
        </p:nvSpPr>
        <p:spPr>
          <a:xfrm>
            <a:off x="4788217" y="1247870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1" name="New picture"/>
          <p:cNvPicPr/>
          <p:nvPr/>
        </p:nvPicPr>
        <p:blipFill>
          <a:blip r:embed="rId153"/>
          <a:srcRect/>
          <a:stretch>
            <a:fillRect/>
          </a:stretch>
        </p:blipFill>
        <p:spPr>
          <a:xfrm>
            <a:off x="4850702" y="1282922"/>
            <a:ext cx="71818" cy="82486"/>
          </a:xfrm>
          <a:prstGeom prst="rect"/>
          <a:ln w="0">
            <a:noFill/>
          </a:ln>
        </p:spPr>
      </p:pic>
      <p:sp>
        <p:nvSpPr>
          <p:cNvPr id="282" name="New shape"/>
          <p:cNvSpPr/>
          <p:nvPr/>
        </p:nvSpPr>
        <p:spPr>
          <a:xfrm>
            <a:off x="4862988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3" name="New picture"/>
          <p:cNvPicPr/>
          <p:nvPr/>
        </p:nvPicPr>
        <p:blipFill>
          <a:blip r:embed="rId154"/>
          <a:srcRect/>
          <a:stretch>
            <a:fillRect/>
          </a:stretch>
        </p:blipFill>
        <p:spPr>
          <a:xfrm>
            <a:off x="4933283" y="1282922"/>
            <a:ext cx="58007" cy="82487"/>
          </a:xfrm>
          <a:prstGeom prst="rect"/>
          <a:ln w="0">
            <a:noFill/>
          </a:ln>
        </p:spPr>
      </p:pic>
      <p:pic>
        <p:nvPicPr>
          <p:cNvPr id="284" name="New picture"/>
          <p:cNvPicPr/>
          <p:nvPr/>
        </p:nvPicPr>
        <p:blipFill>
          <a:blip r:embed="rId155"/>
          <a:srcRect/>
          <a:stretch>
            <a:fillRect/>
          </a:stretch>
        </p:blipFill>
        <p:spPr>
          <a:xfrm>
            <a:off x="5049297" y="1282922"/>
            <a:ext cx="68771" cy="80867"/>
          </a:xfrm>
          <a:prstGeom prst="rect"/>
          <a:ln w="0">
            <a:noFill/>
          </a:ln>
        </p:spPr>
      </p:pic>
      <p:pic>
        <p:nvPicPr>
          <p:cNvPr id="285" name="New picture"/>
          <p:cNvPicPr/>
          <p:nvPr/>
        </p:nvPicPr>
        <p:blipFill>
          <a:blip r:embed="rId156"/>
          <a:srcRect/>
          <a:stretch>
            <a:fillRect/>
          </a:stretch>
        </p:blipFill>
        <p:spPr>
          <a:xfrm>
            <a:off x="5137881" y="1282922"/>
            <a:ext cx="71723" cy="82391"/>
          </a:xfrm>
          <a:prstGeom prst="rect"/>
          <a:ln w="0">
            <a:noFill/>
          </a:ln>
        </p:spPr>
      </p:pic>
      <p:sp>
        <p:nvSpPr>
          <p:cNvPr id="286" name="New shape"/>
          <p:cNvSpPr/>
          <p:nvPr/>
        </p:nvSpPr>
        <p:spPr>
          <a:xfrm>
            <a:off x="5151596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7" name="New shape"/>
          <p:cNvSpPr/>
          <p:nvPr/>
        </p:nvSpPr>
        <p:spPr>
          <a:xfrm>
            <a:off x="5160741" y="1247870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8" name="New picture"/>
          <p:cNvPicPr/>
          <p:nvPr/>
        </p:nvPicPr>
        <p:blipFill>
          <a:blip r:embed="rId157"/>
          <a:srcRect/>
          <a:stretch>
            <a:fillRect/>
          </a:stretch>
        </p:blipFill>
        <p:spPr>
          <a:xfrm>
            <a:off x="5224938" y="1282922"/>
            <a:ext cx="64198" cy="82391"/>
          </a:xfrm>
          <a:prstGeom prst="rect"/>
          <a:ln w="0">
            <a:noFill/>
          </a:ln>
        </p:spPr>
      </p:pic>
      <p:pic>
        <p:nvPicPr>
          <p:cNvPr id="289" name="New picture"/>
          <p:cNvPicPr/>
          <p:nvPr/>
        </p:nvPicPr>
        <p:blipFill>
          <a:blip r:embed="rId158"/>
          <a:srcRect/>
          <a:stretch>
            <a:fillRect/>
          </a:stretch>
        </p:blipFill>
        <p:spPr>
          <a:xfrm>
            <a:off x="5299806" y="1282922"/>
            <a:ext cx="70199" cy="82391"/>
          </a:xfrm>
          <a:prstGeom prst="rect"/>
          <a:ln w="0">
            <a:noFill/>
          </a:ln>
        </p:spPr>
      </p:pic>
      <p:sp>
        <p:nvSpPr>
          <p:cNvPr id="290" name="New shape"/>
          <p:cNvSpPr/>
          <p:nvPr/>
        </p:nvSpPr>
        <p:spPr>
          <a:xfrm>
            <a:off x="5311997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1" name="New picture"/>
          <p:cNvPicPr/>
          <p:nvPr/>
        </p:nvPicPr>
        <p:blipFill>
          <a:blip r:embed="rId159"/>
          <a:srcRect/>
          <a:stretch>
            <a:fillRect/>
          </a:stretch>
        </p:blipFill>
        <p:spPr>
          <a:xfrm>
            <a:off x="5382196" y="1282922"/>
            <a:ext cx="58007" cy="82391"/>
          </a:xfrm>
          <a:prstGeom prst="rect"/>
          <a:ln w="0">
            <a:noFill/>
          </a:ln>
        </p:spPr>
      </p:pic>
      <p:pic>
        <p:nvPicPr>
          <p:cNvPr id="292" name="New picture"/>
          <p:cNvPicPr/>
          <p:nvPr/>
        </p:nvPicPr>
        <p:blipFill>
          <a:blip r:embed="rId160"/>
          <a:srcRect/>
          <a:stretch>
            <a:fillRect/>
          </a:stretch>
        </p:blipFill>
        <p:spPr>
          <a:xfrm>
            <a:off x="5449348" y="1282922"/>
            <a:ext cx="58102" cy="82391"/>
          </a:xfrm>
          <a:prstGeom prst="rect"/>
          <a:ln w="0">
            <a:noFill/>
          </a:ln>
        </p:spPr>
      </p:pic>
      <p:pic>
        <p:nvPicPr>
          <p:cNvPr id="293" name="New picture"/>
          <p:cNvPicPr/>
          <p:nvPr/>
        </p:nvPicPr>
        <p:blipFill>
          <a:blip r:embed="rId161"/>
          <a:srcRect/>
          <a:stretch>
            <a:fillRect/>
          </a:stretch>
        </p:blipFill>
        <p:spPr>
          <a:xfrm>
            <a:off x="5519642" y="1282922"/>
            <a:ext cx="65627" cy="82391"/>
          </a:xfrm>
          <a:prstGeom prst="rect"/>
          <a:ln w="0">
            <a:noFill/>
          </a:ln>
        </p:spPr>
      </p:pic>
      <p:sp>
        <p:nvSpPr>
          <p:cNvPr id="294" name="New shape"/>
          <p:cNvSpPr/>
          <p:nvPr/>
        </p:nvSpPr>
        <p:spPr>
          <a:xfrm>
            <a:off x="5533358" y="132416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5" name="New shape"/>
          <p:cNvSpPr/>
          <p:nvPr/>
        </p:nvSpPr>
        <p:spPr>
          <a:xfrm>
            <a:off x="5609749" y="128597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6" name="New picture"/>
          <p:cNvPicPr/>
          <p:nvPr/>
        </p:nvPicPr>
        <p:blipFill>
          <a:blip r:embed="rId162"/>
          <a:srcRect/>
          <a:stretch>
            <a:fillRect/>
          </a:stretch>
        </p:blipFill>
        <p:spPr>
          <a:xfrm>
            <a:off x="5608225" y="1250918"/>
            <a:ext cx="16764" cy="16764"/>
          </a:xfrm>
          <a:prstGeom prst="rect"/>
          <a:ln w="0">
            <a:noFill/>
          </a:ln>
        </p:spPr>
      </p:pic>
      <p:pic>
        <p:nvPicPr>
          <p:cNvPr id="297" name="New picture"/>
          <p:cNvPicPr/>
          <p:nvPr/>
        </p:nvPicPr>
        <p:blipFill>
          <a:blip r:embed="rId163"/>
          <a:srcRect/>
          <a:stretch>
            <a:fillRect/>
          </a:stretch>
        </p:blipFill>
        <p:spPr>
          <a:xfrm>
            <a:off x="5647944" y="1282922"/>
            <a:ext cx="42767" cy="80867"/>
          </a:xfrm>
          <a:prstGeom prst="rect"/>
          <a:ln w="0">
            <a:noFill/>
          </a:ln>
        </p:spPr>
      </p:pic>
      <p:pic>
        <p:nvPicPr>
          <p:cNvPr id="298" name="New picture"/>
          <p:cNvPicPr/>
          <p:nvPr/>
        </p:nvPicPr>
        <p:blipFill>
          <a:blip r:embed="rId164"/>
          <a:srcRect/>
          <a:stretch>
            <a:fillRect/>
          </a:stretch>
        </p:blipFill>
        <p:spPr>
          <a:xfrm>
            <a:off x="5696807" y="1282922"/>
            <a:ext cx="71723" cy="82391"/>
          </a:xfrm>
          <a:prstGeom prst="rect"/>
          <a:ln w="0">
            <a:noFill/>
          </a:ln>
        </p:spPr>
      </p:pic>
      <p:sp>
        <p:nvSpPr>
          <p:cNvPr id="299" name="New shape"/>
          <p:cNvSpPr/>
          <p:nvPr/>
        </p:nvSpPr>
        <p:spPr>
          <a:xfrm>
            <a:off x="5710523" y="1293590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0" name="New picture"/>
          <p:cNvPicPr/>
          <p:nvPr/>
        </p:nvPicPr>
        <p:blipFill>
          <a:blip r:embed="rId165"/>
          <a:srcRect/>
          <a:stretch>
            <a:fillRect/>
          </a:stretch>
        </p:blipFill>
        <p:spPr>
          <a:xfrm>
            <a:off x="5779104" y="1282922"/>
            <a:ext cx="58102" cy="82391"/>
          </a:xfrm>
          <a:prstGeom prst="rect"/>
          <a:ln w="0">
            <a:noFill/>
          </a:ln>
        </p:spPr>
      </p:pic>
      <p:pic>
        <p:nvPicPr>
          <p:cNvPr id="301" name="New picture"/>
          <p:cNvPicPr/>
          <p:nvPr/>
        </p:nvPicPr>
        <p:blipFill>
          <a:blip r:embed="rId166"/>
          <a:srcRect/>
          <a:stretch>
            <a:fillRect/>
          </a:stretch>
        </p:blipFill>
        <p:spPr>
          <a:xfrm>
            <a:off x="5895308" y="1282922"/>
            <a:ext cx="74771" cy="117538"/>
          </a:xfrm>
          <a:prstGeom prst="rect"/>
          <a:ln w="0">
            <a:noFill/>
          </a:ln>
        </p:spPr>
      </p:pic>
      <p:sp>
        <p:nvSpPr>
          <p:cNvPr id="302" name="New shape"/>
          <p:cNvSpPr/>
          <p:nvPr/>
        </p:nvSpPr>
        <p:spPr>
          <a:xfrm>
            <a:off x="5909025" y="129359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3" name="New picture"/>
          <p:cNvPicPr/>
          <p:nvPr/>
        </p:nvPicPr>
        <p:blipFill>
          <a:blip r:embed="rId167"/>
          <a:srcRect/>
          <a:stretch>
            <a:fillRect/>
          </a:stretch>
        </p:blipFill>
        <p:spPr>
          <a:xfrm>
            <a:off x="5985319" y="1283018"/>
            <a:ext cx="77915" cy="82391"/>
          </a:xfrm>
          <a:prstGeom prst="rect"/>
          <a:ln w="0">
            <a:noFill/>
          </a:ln>
        </p:spPr>
      </p:pic>
      <p:sp>
        <p:nvSpPr>
          <p:cNvPr id="304" name="New shape"/>
          <p:cNvSpPr/>
          <p:nvPr/>
        </p:nvSpPr>
        <p:spPr>
          <a:xfrm>
            <a:off x="5999035" y="129368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5" name="New picture"/>
          <p:cNvPicPr/>
          <p:nvPr/>
        </p:nvPicPr>
        <p:blipFill>
          <a:blip r:embed="rId168"/>
          <a:srcRect/>
          <a:stretch>
            <a:fillRect/>
          </a:stretch>
        </p:blipFill>
        <p:spPr>
          <a:xfrm>
            <a:off x="6083142" y="1285970"/>
            <a:ext cx="70199" cy="79438"/>
          </a:xfrm>
          <a:prstGeom prst="rect"/>
          <a:ln w="0">
            <a:noFill/>
          </a:ln>
        </p:spPr>
      </p:pic>
      <p:pic>
        <p:nvPicPr>
          <p:cNvPr id="306" name="New picture"/>
          <p:cNvPicPr/>
          <p:nvPr/>
        </p:nvPicPr>
        <p:blipFill>
          <a:blip r:embed="rId169"/>
          <a:srcRect/>
          <a:stretch>
            <a:fillRect/>
          </a:stretch>
        </p:blipFill>
        <p:spPr>
          <a:xfrm>
            <a:off x="6177820" y="1282922"/>
            <a:ext cx="42672" cy="80867"/>
          </a:xfrm>
          <a:prstGeom prst="rect"/>
          <a:ln w="0">
            <a:noFill/>
          </a:ln>
        </p:spPr>
      </p:pic>
      <p:pic>
        <p:nvPicPr>
          <p:cNvPr id="307" name="New picture"/>
          <p:cNvPicPr/>
          <p:nvPr/>
        </p:nvPicPr>
        <p:blipFill>
          <a:blip r:embed="rId170"/>
          <a:srcRect/>
          <a:stretch>
            <a:fillRect/>
          </a:stretch>
        </p:blipFill>
        <p:spPr>
          <a:xfrm>
            <a:off x="6269355" y="1255490"/>
            <a:ext cx="74866" cy="109823"/>
          </a:xfrm>
          <a:prstGeom prst="rect"/>
          <a:ln w="0">
            <a:noFill/>
          </a:ln>
        </p:spPr>
      </p:pic>
      <p:sp>
        <p:nvSpPr>
          <p:cNvPr id="308" name="New shape"/>
          <p:cNvSpPr/>
          <p:nvPr/>
        </p:nvSpPr>
        <p:spPr>
          <a:xfrm>
            <a:off x="6281642" y="129359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9" name="New picture"/>
          <p:cNvPicPr/>
          <p:nvPr/>
        </p:nvPicPr>
        <p:blipFill>
          <a:blip r:embed="rId171"/>
          <a:srcRect/>
          <a:stretch>
            <a:fillRect/>
          </a:stretch>
        </p:blipFill>
        <p:spPr>
          <a:xfrm>
            <a:off x="6364033" y="1282922"/>
            <a:ext cx="70295" cy="82391"/>
          </a:xfrm>
          <a:prstGeom prst="rect"/>
          <a:ln w="0">
            <a:noFill/>
          </a:ln>
        </p:spPr>
      </p:pic>
      <p:sp>
        <p:nvSpPr>
          <p:cNvPr id="310" name="New shape"/>
          <p:cNvSpPr/>
          <p:nvPr/>
        </p:nvSpPr>
        <p:spPr>
          <a:xfrm>
            <a:off x="6376321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1" name="New picture"/>
          <p:cNvPicPr/>
          <p:nvPr/>
        </p:nvPicPr>
        <p:blipFill>
          <a:blip r:embed="rId172"/>
          <a:srcRect/>
          <a:stretch>
            <a:fillRect/>
          </a:stretch>
        </p:blipFill>
        <p:spPr>
          <a:xfrm>
            <a:off x="6446520" y="1282922"/>
            <a:ext cx="58007" cy="82391"/>
          </a:xfrm>
          <a:prstGeom prst="rect"/>
          <a:ln w="0">
            <a:noFill/>
          </a:ln>
        </p:spPr>
      </p:pic>
      <p:pic>
        <p:nvPicPr>
          <p:cNvPr id="312" name="New picture"/>
          <p:cNvPicPr/>
          <p:nvPr/>
        </p:nvPicPr>
        <p:blipFill>
          <a:blip r:embed="rId173"/>
          <a:srcRect/>
          <a:stretch>
            <a:fillRect/>
          </a:stretch>
        </p:blipFill>
        <p:spPr>
          <a:xfrm>
            <a:off x="681990" y="1511903"/>
            <a:ext cx="76390" cy="117538"/>
          </a:xfrm>
          <a:prstGeom prst="rect"/>
          <a:ln w="0">
            <a:noFill/>
          </a:ln>
        </p:spPr>
      </p:pic>
      <p:sp>
        <p:nvSpPr>
          <p:cNvPr id="313" name="New shape"/>
          <p:cNvSpPr/>
          <p:nvPr/>
        </p:nvSpPr>
        <p:spPr>
          <a:xfrm>
            <a:off x="695706" y="1522571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4" name="New picture"/>
          <p:cNvPicPr/>
          <p:nvPr/>
        </p:nvPicPr>
        <p:blipFill>
          <a:blip r:embed="rId174"/>
          <a:srcRect/>
          <a:stretch>
            <a:fillRect/>
          </a:stretch>
        </p:blipFill>
        <p:spPr>
          <a:xfrm>
            <a:off x="778193" y="1511808"/>
            <a:ext cx="42767" cy="80962"/>
          </a:xfrm>
          <a:prstGeom prst="rect"/>
          <a:ln w="0">
            <a:noFill/>
          </a:ln>
        </p:spPr>
      </p:pic>
      <p:pic>
        <p:nvPicPr>
          <p:cNvPr id="315" name="New picture"/>
          <p:cNvPicPr/>
          <p:nvPr/>
        </p:nvPicPr>
        <p:blipFill>
          <a:blip r:embed="rId175"/>
          <a:srcRect/>
          <a:stretch>
            <a:fillRect/>
          </a:stretch>
        </p:blipFill>
        <p:spPr>
          <a:xfrm>
            <a:off x="825532" y="1511903"/>
            <a:ext cx="77915" cy="82391"/>
          </a:xfrm>
          <a:prstGeom prst="rect"/>
          <a:ln w="0">
            <a:noFill/>
          </a:ln>
        </p:spPr>
      </p:pic>
      <p:sp>
        <p:nvSpPr>
          <p:cNvPr id="316" name="New shape"/>
          <p:cNvSpPr/>
          <p:nvPr/>
        </p:nvSpPr>
        <p:spPr>
          <a:xfrm>
            <a:off x="839248" y="1522571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7" name="New picture"/>
          <p:cNvPicPr/>
          <p:nvPr/>
        </p:nvPicPr>
        <p:blipFill>
          <a:blip r:embed="rId176"/>
          <a:srcRect/>
          <a:stretch>
            <a:fillRect/>
          </a:stretch>
        </p:blipFill>
        <p:spPr>
          <a:xfrm>
            <a:off x="906494" y="1514856"/>
            <a:ext cx="32099" cy="117538"/>
          </a:xfrm>
          <a:prstGeom prst="rect"/>
          <a:ln w="0">
            <a:noFill/>
          </a:ln>
        </p:spPr>
      </p:pic>
      <p:pic>
        <p:nvPicPr>
          <p:cNvPr id="318" name="New picture"/>
          <p:cNvPicPr/>
          <p:nvPr/>
        </p:nvPicPr>
        <p:blipFill>
          <a:blip r:embed="rId177"/>
          <a:srcRect/>
          <a:stretch>
            <a:fillRect/>
          </a:stretch>
        </p:blipFill>
        <p:spPr>
          <a:xfrm>
            <a:off x="923258" y="1479804"/>
            <a:ext cx="16859" cy="16764"/>
          </a:xfrm>
          <a:prstGeom prst="rect"/>
          <a:ln w="0">
            <a:noFill/>
          </a:ln>
        </p:spPr>
      </p:pic>
      <p:pic>
        <p:nvPicPr>
          <p:cNvPr id="319" name="New picture"/>
          <p:cNvPicPr/>
          <p:nvPr/>
        </p:nvPicPr>
        <p:blipFill>
          <a:blip r:embed="rId178"/>
          <a:srcRect/>
          <a:stretch>
            <a:fillRect/>
          </a:stretch>
        </p:blipFill>
        <p:spPr>
          <a:xfrm>
            <a:off x="958310" y="1511904"/>
            <a:ext cx="71818" cy="82391"/>
          </a:xfrm>
          <a:prstGeom prst="rect"/>
          <a:ln w="0">
            <a:noFill/>
          </a:ln>
        </p:spPr>
      </p:pic>
      <p:sp>
        <p:nvSpPr>
          <p:cNvPr id="320" name="New shape"/>
          <p:cNvSpPr/>
          <p:nvPr/>
        </p:nvSpPr>
        <p:spPr>
          <a:xfrm>
            <a:off x="972122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1" name="New picture"/>
          <p:cNvPicPr/>
          <p:nvPr/>
        </p:nvPicPr>
        <p:blipFill>
          <a:blip r:embed="rId179"/>
          <a:srcRect/>
          <a:stretch>
            <a:fillRect/>
          </a:stretch>
        </p:blipFill>
        <p:spPr>
          <a:xfrm>
            <a:off x="1039368" y="1490472"/>
            <a:ext cx="47339" cy="103822"/>
          </a:xfrm>
          <a:prstGeom prst="rect"/>
          <a:ln w="0">
            <a:noFill/>
          </a:ln>
        </p:spPr>
      </p:pic>
      <p:pic>
        <p:nvPicPr>
          <p:cNvPr id="322" name="New picture"/>
          <p:cNvPicPr/>
          <p:nvPr/>
        </p:nvPicPr>
        <p:blipFill>
          <a:blip r:embed="rId180"/>
          <a:srcRect/>
          <a:stretch>
            <a:fillRect/>
          </a:stretch>
        </p:blipFill>
        <p:spPr>
          <a:xfrm>
            <a:off x="1095851" y="1511903"/>
            <a:ext cx="58007" cy="82391"/>
          </a:xfrm>
          <a:prstGeom prst="rect"/>
          <a:ln w="0">
            <a:noFill/>
          </a:ln>
        </p:spPr>
      </p:pic>
      <p:pic>
        <p:nvPicPr>
          <p:cNvPr id="323" name="New picture"/>
          <p:cNvPicPr/>
          <p:nvPr/>
        </p:nvPicPr>
        <p:blipFill>
          <a:blip r:embed="rId181"/>
          <a:srcRect/>
          <a:stretch>
            <a:fillRect/>
          </a:stretch>
        </p:blipFill>
        <p:spPr>
          <a:xfrm>
            <a:off x="1202722" y="1511903"/>
            <a:ext cx="58007" cy="82391"/>
          </a:xfrm>
          <a:prstGeom prst="rect"/>
          <a:ln w="0">
            <a:noFill/>
          </a:ln>
        </p:spPr>
      </p:pic>
      <p:pic>
        <p:nvPicPr>
          <p:cNvPr id="324" name="New picture"/>
          <p:cNvPicPr/>
          <p:nvPr/>
        </p:nvPicPr>
        <p:blipFill>
          <a:blip r:embed="rId182"/>
          <a:srcRect/>
          <a:stretch>
            <a:fillRect/>
          </a:stretch>
        </p:blipFill>
        <p:spPr>
          <a:xfrm>
            <a:off x="1279017" y="1511808"/>
            <a:ext cx="74866" cy="117539"/>
          </a:xfrm>
          <a:prstGeom prst="rect"/>
          <a:ln w="0">
            <a:noFill/>
          </a:ln>
        </p:spPr>
      </p:pic>
      <p:sp>
        <p:nvSpPr>
          <p:cNvPr id="325" name="New shape"/>
          <p:cNvSpPr/>
          <p:nvPr/>
        </p:nvSpPr>
        <p:spPr>
          <a:xfrm>
            <a:off x="1292733" y="152247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6" name="New picture"/>
          <p:cNvPicPr/>
          <p:nvPr/>
        </p:nvPicPr>
        <p:blipFill>
          <a:blip r:embed="rId183"/>
          <a:srcRect/>
          <a:stretch>
            <a:fillRect/>
          </a:stretch>
        </p:blipFill>
        <p:spPr>
          <a:xfrm>
            <a:off x="1369123" y="1511808"/>
            <a:ext cx="71819" cy="82486"/>
          </a:xfrm>
          <a:prstGeom prst="rect"/>
          <a:ln w="0">
            <a:noFill/>
          </a:ln>
        </p:spPr>
      </p:pic>
      <p:sp>
        <p:nvSpPr>
          <p:cNvPr id="327" name="New shape"/>
          <p:cNvSpPr/>
          <p:nvPr/>
        </p:nvSpPr>
        <p:spPr>
          <a:xfrm>
            <a:off x="1382935" y="152257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28" name="New shape"/>
          <p:cNvSpPr/>
          <p:nvPr/>
        </p:nvSpPr>
        <p:spPr>
          <a:xfrm>
            <a:off x="1392079" y="1476756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9" name="New picture"/>
          <p:cNvPicPr/>
          <p:nvPr/>
        </p:nvPicPr>
        <p:blipFill>
          <a:blip r:embed="rId184"/>
          <a:srcRect/>
          <a:stretch>
            <a:fillRect/>
          </a:stretch>
        </p:blipFill>
        <p:spPr>
          <a:xfrm>
            <a:off x="1456182" y="1511808"/>
            <a:ext cx="64199" cy="82391"/>
          </a:xfrm>
          <a:prstGeom prst="rect"/>
          <a:ln w="0">
            <a:noFill/>
          </a:ln>
        </p:spPr>
      </p:pic>
      <p:sp>
        <p:nvSpPr>
          <p:cNvPr id="330" name="New shape"/>
          <p:cNvSpPr/>
          <p:nvPr/>
        </p:nvSpPr>
        <p:spPr>
          <a:xfrm>
            <a:off x="1538669" y="1514856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1" name="New picture"/>
          <p:cNvPicPr/>
          <p:nvPr/>
        </p:nvPicPr>
        <p:blipFill>
          <a:blip r:embed="rId185"/>
          <a:srcRect/>
          <a:stretch>
            <a:fillRect/>
          </a:stretch>
        </p:blipFill>
        <p:spPr>
          <a:xfrm>
            <a:off x="1537145" y="1479804"/>
            <a:ext cx="16764" cy="16764"/>
          </a:xfrm>
          <a:prstGeom prst="rect"/>
          <a:ln w="0">
            <a:noFill/>
          </a:ln>
        </p:spPr>
      </p:pic>
      <p:pic>
        <p:nvPicPr>
          <p:cNvPr id="332" name="New picture"/>
          <p:cNvPicPr/>
          <p:nvPr/>
        </p:nvPicPr>
        <p:blipFill>
          <a:blip r:embed="rId186"/>
          <a:srcRect/>
          <a:stretch>
            <a:fillRect/>
          </a:stretch>
        </p:blipFill>
        <p:spPr>
          <a:xfrm>
            <a:off x="1567720" y="1482852"/>
            <a:ext cx="51911" cy="109823"/>
          </a:xfrm>
          <a:prstGeom prst="rect"/>
          <a:ln w="0">
            <a:noFill/>
          </a:ln>
        </p:spPr>
      </p:pic>
      <p:sp>
        <p:nvSpPr>
          <p:cNvPr id="333" name="New shape"/>
          <p:cNvSpPr/>
          <p:nvPr/>
        </p:nvSpPr>
        <p:spPr>
          <a:xfrm>
            <a:off x="1628775" y="1514856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4" name="New picture"/>
          <p:cNvPicPr/>
          <p:nvPr/>
        </p:nvPicPr>
        <p:blipFill>
          <a:blip r:embed="rId187"/>
          <a:srcRect/>
          <a:stretch>
            <a:fillRect/>
          </a:stretch>
        </p:blipFill>
        <p:spPr>
          <a:xfrm>
            <a:off x="1627251" y="1479804"/>
            <a:ext cx="16764" cy="16764"/>
          </a:xfrm>
          <a:prstGeom prst="rect"/>
          <a:ln w="0">
            <a:noFill/>
          </a:ln>
        </p:spPr>
      </p:pic>
      <p:pic>
        <p:nvPicPr>
          <p:cNvPr id="335" name="New picture"/>
          <p:cNvPicPr/>
          <p:nvPr/>
        </p:nvPicPr>
        <p:blipFill>
          <a:blip r:embed="rId188"/>
          <a:srcRect/>
          <a:stretch>
            <a:fillRect/>
          </a:stretch>
        </p:blipFill>
        <p:spPr>
          <a:xfrm>
            <a:off x="1662398" y="1511808"/>
            <a:ext cx="74771" cy="117538"/>
          </a:xfrm>
          <a:prstGeom prst="rect"/>
          <a:ln w="0">
            <a:noFill/>
          </a:ln>
        </p:spPr>
      </p:pic>
      <p:sp>
        <p:nvSpPr>
          <p:cNvPr id="336" name="New shape"/>
          <p:cNvSpPr/>
          <p:nvPr/>
        </p:nvSpPr>
        <p:spPr>
          <a:xfrm>
            <a:off x="1676114" y="152247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7" name="New picture"/>
          <p:cNvPicPr/>
          <p:nvPr/>
        </p:nvPicPr>
        <p:blipFill>
          <a:blip r:embed="rId189"/>
          <a:srcRect/>
          <a:stretch>
            <a:fillRect/>
          </a:stretch>
        </p:blipFill>
        <p:spPr>
          <a:xfrm>
            <a:off x="1761649" y="1514951"/>
            <a:ext cx="70295" cy="79343"/>
          </a:xfrm>
          <a:prstGeom prst="rect"/>
          <a:ln w="0">
            <a:noFill/>
          </a:ln>
        </p:spPr>
      </p:pic>
      <p:pic>
        <p:nvPicPr>
          <p:cNvPr id="338" name="New picture"/>
          <p:cNvPicPr/>
          <p:nvPr/>
        </p:nvPicPr>
        <p:blipFill>
          <a:blip r:embed="rId190"/>
          <a:srcRect/>
          <a:stretch>
            <a:fillRect/>
          </a:stretch>
        </p:blipFill>
        <p:spPr>
          <a:xfrm>
            <a:off x="1851660" y="1511808"/>
            <a:ext cx="71818" cy="82391"/>
          </a:xfrm>
          <a:prstGeom prst="rect"/>
          <a:ln w="0">
            <a:noFill/>
          </a:ln>
        </p:spPr>
      </p:pic>
      <p:sp>
        <p:nvSpPr>
          <p:cNvPr id="339" name="New shape"/>
          <p:cNvSpPr/>
          <p:nvPr/>
        </p:nvSpPr>
        <p:spPr>
          <a:xfrm>
            <a:off x="1863852" y="152247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0" name="New picture"/>
          <p:cNvPicPr/>
          <p:nvPr/>
        </p:nvPicPr>
        <p:blipFill>
          <a:blip r:embed="rId191"/>
          <a:srcRect/>
          <a:stretch>
            <a:fillRect/>
          </a:stretch>
        </p:blipFill>
        <p:spPr>
          <a:xfrm>
            <a:off x="1934051" y="1511808"/>
            <a:ext cx="58102" cy="82487"/>
          </a:xfrm>
          <a:prstGeom prst="rect"/>
          <a:ln w="0">
            <a:noFill/>
          </a:ln>
        </p:spPr>
      </p:pic>
      <p:pic>
        <p:nvPicPr>
          <p:cNvPr id="341" name="New picture"/>
          <p:cNvPicPr/>
          <p:nvPr/>
        </p:nvPicPr>
        <p:blipFill>
          <a:blip r:embed="rId192"/>
          <a:srcRect/>
          <a:stretch>
            <a:fillRect/>
          </a:stretch>
        </p:blipFill>
        <p:spPr>
          <a:xfrm>
            <a:off x="2005965" y="1575912"/>
            <a:ext cx="21336" cy="42767"/>
          </a:xfrm>
          <a:prstGeom prst="rect"/>
          <a:ln w="0">
            <a:noFill/>
          </a:ln>
        </p:spPr>
      </p:pic>
      <p:pic>
        <p:nvPicPr>
          <p:cNvPr id="342" name="New picture"/>
          <p:cNvPicPr/>
          <p:nvPr/>
        </p:nvPicPr>
        <p:blipFill>
          <a:blip r:embed="rId193"/>
          <a:srcRect/>
          <a:stretch>
            <a:fillRect/>
          </a:stretch>
        </p:blipFill>
        <p:spPr>
          <a:xfrm>
            <a:off x="2086928" y="1511808"/>
            <a:ext cx="64103" cy="82391"/>
          </a:xfrm>
          <a:prstGeom prst="rect"/>
          <a:ln w="0">
            <a:noFill/>
          </a:ln>
        </p:spPr>
      </p:pic>
      <p:pic>
        <p:nvPicPr>
          <p:cNvPr id="343" name="New picture"/>
          <p:cNvPicPr/>
          <p:nvPr/>
        </p:nvPicPr>
        <p:blipFill>
          <a:blip r:embed="rId194"/>
          <a:srcRect/>
          <a:stretch>
            <a:fillRect/>
          </a:stretch>
        </p:blipFill>
        <p:spPr>
          <a:xfrm>
            <a:off x="2161699" y="1511808"/>
            <a:ext cx="77914" cy="82486"/>
          </a:xfrm>
          <a:prstGeom prst="rect"/>
          <a:ln w="0">
            <a:noFill/>
          </a:ln>
        </p:spPr>
      </p:pic>
      <p:sp>
        <p:nvSpPr>
          <p:cNvPr id="344" name="New shape"/>
          <p:cNvSpPr/>
          <p:nvPr/>
        </p:nvSpPr>
        <p:spPr>
          <a:xfrm>
            <a:off x="2175415" y="1522571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5" name="New picture"/>
          <p:cNvPicPr/>
          <p:nvPr/>
        </p:nvPicPr>
        <p:blipFill>
          <a:blip r:embed="rId195"/>
          <a:srcRect/>
          <a:stretch>
            <a:fillRect/>
          </a:stretch>
        </p:blipFill>
        <p:spPr>
          <a:xfrm>
            <a:off x="2259425" y="1511903"/>
            <a:ext cx="120586" cy="80867"/>
          </a:xfrm>
          <a:prstGeom prst="rect"/>
          <a:ln w="0">
            <a:noFill/>
          </a:ln>
        </p:spPr>
      </p:pic>
      <p:pic>
        <p:nvPicPr>
          <p:cNvPr id="346" name="New picture"/>
          <p:cNvPicPr/>
          <p:nvPr/>
        </p:nvPicPr>
        <p:blipFill>
          <a:blip r:embed="rId196"/>
          <a:srcRect/>
          <a:stretch>
            <a:fillRect/>
          </a:stretch>
        </p:blipFill>
        <p:spPr>
          <a:xfrm>
            <a:off x="2404491" y="1511903"/>
            <a:ext cx="120682" cy="80867"/>
          </a:xfrm>
          <a:prstGeom prst="rect"/>
          <a:ln w="0">
            <a:noFill/>
          </a:ln>
        </p:spPr>
      </p:pic>
      <p:pic>
        <p:nvPicPr>
          <p:cNvPr id="347" name="New picture"/>
          <p:cNvPicPr/>
          <p:nvPr/>
        </p:nvPicPr>
        <p:blipFill>
          <a:blip r:embed="rId197"/>
          <a:srcRect/>
          <a:stretch>
            <a:fillRect/>
          </a:stretch>
        </p:blipFill>
        <p:spPr>
          <a:xfrm>
            <a:off x="2544985" y="1511808"/>
            <a:ext cx="71723" cy="82486"/>
          </a:xfrm>
          <a:prstGeom prst="rect"/>
          <a:ln w="0">
            <a:noFill/>
          </a:ln>
        </p:spPr>
      </p:pic>
      <p:sp>
        <p:nvSpPr>
          <p:cNvPr id="348" name="New shape"/>
          <p:cNvSpPr/>
          <p:nvPr/>
        </p:nvSpPr>
        <p:spPr>
          <a:xfrm>
            <a:off x="2558701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9" name="New picture"/>
          <p:cNvPicPr/>
          <p:nvPr/>
        </p:nvPicPr>
        <p:blipFill>
          <a:blip r:embed="rId198"/>
          <a:srcRect/>
          <a:stretch>
            <a:fillRect/>
          </a:stretch>
        </p:blipFill>
        <p:spPr>
          <a:xfrm>
            <a:off x="2636615" y="1511808"/>
            <a:ext cx="70294" cy="80962"/>
          </a:xfrm>
          <a:prstGeom prst="rect"/>
          <a:ln w="0">
            <a:noFill/>
          </a:ln>
        </p:spPr>
      </p:pic>
      <p:pic>
        <p:nvPicPr>
          <p:cNvPr id="350" name="New picture"/>
          <p:cNvPicPr/>
          <p:nvPr/>
        </p:nvPicPr>
        <p:blipFill>
          <a:blip r:embed="rId199"/>
          <a:srcRect/>
          <a:stretch>
            <a:fillRect/>
          </a:stretch>
        </p:blipFill>
        <p:spPr>
          <a:xfrm>
            <a:off x="2719007" y="1490472"/>
            <a:ext cx="48863" cy="103727"/>
          </a:xfrm>
          <a:prstGeom prst="rect"/>
          <a:ln w="0">
            <a:noFill/>
          </a:ln>
        </p:spPr>
      </p:pic>
      <p:pic>
        <p:nvPicPr>
          <p:cNvPr id="351" name="New picture"/>
          <p:cNvPicPr/>
          <p:nvPr/>
        </p:nvPicPr>
        <p:blipFill>
          <a:blip r:embed="rId200"/>
          <a:srcRect/>
          <a:stretch>
            <a:fillRect/>
          </a:stretch>
        </p:blipFill>
        <p:spPr>
          <a:xfrm>
            <a:off x="2819876" y="1511808"/>
            <a:ext cx="64103" cy="82487"/>
          </a:xfrm>
          <a:prstGeom prst="rect"/>
          <a:ln w="0">
            <a:noFill/>
          </a:ln>
        </p:spPr>
      </p:pic>
      <p:pic>
        <p:nvPicPr>
          <p:cNvPr id="352" name="New picture"/>
          <p:cNvPicPr/>
          <p:nvPr/>
        </p:nvPicPr>
        <p:blipFill>
          <a:blip r:embed="rId201"/>
          <a:srcRect/>
          <a:stretch>
            <a:fillRect/>
          </a:stretch>
        </p:blipFill>
        <p:spPr>
          <a:xfrm>
            <a:off x="2893123" y="1511808"/>
            <a:ext cx="79439" cy="82486"/>
          </a:xfrm>
          <a:prstGeom prst="rect"/>
          <a:ln w="0">
            <a:noFill/>
          </a:ln>
        </p:spPr>
      </p:pic>
      <p:sp>
        <p:nvSpPr>
          <p:cNvPr id="353" name="New shape"/>
          <p:cNvSpPr/>
          <p:nvPr/>
        </p:nvSpPr>
        <p:spPr>
          <a:xfrm>
            <a:off x="2906839" y="1522571"/>
            <a:ext cx="5200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4" name="New picture"/>
          <p:cNvPicPr/>
          <p:nvPr/>
        </p:nvPicPr>
        <p:blipFill>
          <a:blip r:embed="rId202"/>
          <a:srcRect/>
          <a:stretch>
            <a:fillRect/>
          </a:stretch>
        </p:blipFill>
        <p:spPr>
          <a:xfrm>
            <a:off x="2992374" y="1511903"/>
            <a:ext cx="68675" cy="80867"/>
          </a:xfrm>
          <a:prstGeom prst="rect"/>
          <a:ln w="0">
            <a:noFill/>
          </a:ln>
        </p:spPr>
      </p:pic>
      <p:pic>
        <p:nvPicPr>
          <p:cNvPr id="355" name="New picture"/>
          <p:cNvPicPr/>
          <p:nvPr/>
        </p:nvPicPr>
        <p:blipFill>
          <a:blip r:embed="rId203"/>
          <a:srcRect/>
          <a:stretch>
            <a:fillRect/>
          </a:stretch>
        </p:blipFill>
        <p:spPr>
          <a:xfrm>
            <a:off x="3081052" y="1511808"/>
            <a:ext cx="64103" cy="82391"/>
          </a:xfrm>
          <a:prstGeom prst="rect"/>
          <a:ln w="0">
            <a:noFill/>
          </a:ln>
        </p:spPr>
      </p:pic>
      <p:pic>
        <p:nvPicPr>
          <p:cNvPr id="356" name="New picture"/>
          <p:cNvPicPr/>
          <p:nvPr/>
        </p:nvPicPr>
        <p:blipFill>
          <a:blip r:embed="rId204"/>
          <a:srcRect/>
          <a:stretch>
            <a:fillRect/>
          </a:stretch>
        </p:blipFill>
        <p:spPr>
          <a:xfrm>
            <a:off x="3155823" y="1511808"/>
            <a:ext cx="71723" cy="82486"/>
          </a:xfrm>
          <a:prstGeom prst="rect"/>
          <a:ln w="0">
            <a:noFill/>
          </a:ln>
        </p:spPr>
      </p:pic>
      <p:sp>
        <p:nvSpPr>
          <p:cNvPr id="357" name="New shape"/>
          <p:cNvSpPr/>
          <p:nvPr/>
        </p:nvSpPr>
        <p:spPr>
          <a:xfrm>
            <a:off x="3168015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8" name="New picture"/>
          <p:cNvPicPr/>
          <p:nvPr/>
        </p:nvPicPr>
        <p:blipFill>
          <a:blip r:embed="rId205"/>
          <a:srcRect/>
          <a:stretch>
            <a:fillRect/>
          </a:stretch>
        </p:blipFill>
        <p:spPr>
          <a:xfrm>
            <a:off x="3233642" y="1514951"/>
            <a:ext cx="73343" cy="77819"/>
          </a:xfrm>
          <a:prstGeom prst="rect"/>
          <a:ln w="0">
            <a:noFill/>
          </a:ln>
        </p:spPr>
      </p:pic>
      <p:pic>
        <p:nvPicPr>
          <p:cNvPr id="359" name="New picture"/>
          <p:cNvPicPr/>
          <p:nvPr/>
        </p:nvPicPr>
        <p:blipFill>
          <a:blip r:embed="rId206"/>
          <a:srcRect/>
          <a:stretch>
            <a:fillRect/>
          </a:stretch>
        </p:blipFill>
        <p:spPr>
          <a:xfrm>
            <a:off x="3314605" y="1511808"/>
            <a:ext cx="77915" cy="82486"/>
          </a:xfrm>
          <a:prstGeom prst="rect"/>
          <a:ln w="0">
            <a:noFill/>
          </a:ln>
        </p:spPr>
      </p:pic>
      <p:sp>
        <p:nvSpPr>
          <p:cNvPr id="360" name="New shape"/>
          <p:cNvSpPr/>
          <p:nvPr/>
        </p:nvSpPr>
        <p:spPr>
          <a:xfrm>
            <a:off x="3328321" y="1522571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61" name="New shape"/>
          <p:cNvSpPr/>
          <p:nvPr/>
        </p:nvSpPr>
        <p:spPr>
          <a:xfrm>
            <a:off x="3413856" y="1514951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2" name="New picture"/>
          <p:cNvPicPr/>
          <p:nvPr/>
        </p:nvPicPr>
        <p:blipFill>
          <a:blip r:embed="rId207"/>
          <a:srcRect/>
          <a:stretch>
            <a:fillRect/>
          </a:stretch>
        </p:blipFill>
        <p:spPr>
          <a:xfrm>
            <a:off x="3412331" y="1479899"/>
            <a:ext cx="16859" cy="16764"/>
          </a:xfrm>
          <a:prstGeom prst="rect"/>
          <a:ln w="0">
            <a:noFill/>
          </a:ln>
        </p:spPr>
      </p:pic>
      <p:pic>
        <p:nvPicPr>
          <p:cNvPr id="363" name="New picture"/>
          <p:cNvPicPr/>
          <p:nvPr/>
        </p:nvPicPr>
        <p:blipFill>
          <a:blip r:embed="rId208"/>
          <a:srcRect/>
          <a:stretch>
            <a:fillRect/>
          </a:stretch>
        </p:blipFill>
        <p:spPr>
          <a:xfrm>
            <a:off x="3452051" y="1511903"/>
            <a:ext cx="42767" cy="80867"/>
          </a:xfrm>
          <a:prstGeom prst="rect"/>
          <a:ln w="0">
            <a:noFill/>
          </a:ln>
        </p:spPr>
      </p:pic>
      <p:pic>
        <p:nvPicPr>
          <p:cNvPr id="364" name="New picture"/>
          <p:cNvPicPr/>
          <p:nvPr/>
        </p:nvPicPr>
        <p:blipFill>
          <a:blip r:embed="rId209"/>
          <a:srcRect/>
          <a:stretch>
            <a:fillRect/>
          </a:stretch>
        </p:blipFill>
        <p:spPr>
          <a:xfrm>
            <a:off x="3543681" y="1484376"/>
            <a:ext cx="74771" cy="109919"/>
          </a:xfrm>
          <a:prstGeom prst="rect"/>
          <a:ln w="0">
            <a:noFill/>
          </a:ln>
        </p:spPr>
      </p:pic>
      <p:sp>
        <p:nvSpPr>
          <p:cNvPr id="365" name="New shape"/>
          <p:cNvSpPr/>
          <p:nvPr/>
        </p:nvSpPr>
        <p:spPr>
          <a:xfrm>
            <a:off x="3555873" y="1522571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6" name="New picture"/>
          <p:cNvPicPr/>
          <p:nvPr/>
        </p:nvPicPr>
        <p:blipFill>
          <a:blip r:embed="rId210"/>
          <a:srcRect/>
          <a:stretch>
            <a:fillRect/>
          </a:stretch>
        </p:blipFill>
        <p:spPr>
          <a:xfrm>
            <a:off x="3638264" y="1511808"/>
            <a:ext cx="70295" cy="82391"/>
          </a:xfrm>
          <a:prstGeom prst="rect"/>
          <a:ln w="0">
            <a:noFill/>
          </a:ln>
        </p:spPr>
      </p:pic>
      <p:sp>
        <p:nvSpPr>
          <p:cNvPr id="367" name="New shape"/>
          <p:cNvSpPr/>
          <p:nvPr/>
        </p:nvSpPr>
        <p:spPr>
          <a:xfrm>
            <a:off x="3650552" y="152247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8" name="New picture"/>
          <p:cNvPicPr/>
          <p:nvPr/>
        </p:nvPicPr>
        <p:blipFill>
          <a:blip r:embed="rId211"/>
          <a:srcRect/>
          <a:stretch>
            <a:fillRect/>
          </a:stretch>
        </p:blipFill>
        <p:spPr>
          <a:xfrm>
            <a:off x="3720751" y="1511808"/>
            <a:ext cx="58102" cy="82487"/>
          </a:xfrm>
          <a:prstGeom prst="rect"/>
          <a:ln w="0">
            <a:noFill/>
          </a:ln>
        </p:spPr>
      </p:pic>
      <p:pic>
        <p:nvPicPr>
          <p:cNvPr id="369" name="New picture"/>
          <p:cNvPicPr/>
          <p:nvPr/>
        </p:nvPicPr>
        <p:blipFill>
          <a:blip r:embed="rId212"/>
          <a:srcRect/>
          <a:stretch>
            <a:fillRect/>
          </a:stretch>
        </p:blipFill>
        <p:spPr>
          <a:xfrm>
            <a:off x="3836860" y="1511903"/>
            <a:ext cx="74771" cy="117443"/>
          </a:xfrm>
          <a:prstGeom prst="rect"/>
          <a:ln w="0">
            <a:noFill/>
          </a:ln>
        </p:spPr>
      </p:pic>
      <p:sp>
        <p:nvSpPr>
          <p:cNvPr id="370" name="New shape"/>
          <p:cNvSpPr/>
          <p:nvPr/>
        </p:nvSpPr>
        <p:spPr>
          <a:xfrm>
            <a:off x="3850577" y="152257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1" name="New picture"/>
          <p:cNvPicPr/>
          <p:nvPr/>
        </p:nvPicPr>
        <p:blipFill>
          <a:blip r:embed="rId213"/>
          <a:srcRect/>
          <a:stretch>
            <a:fillRect/>
          </a:stretch>
        </p:blipFill>
        <p:spPr>
          <a:xfrm>
            <a:off x="3931539" y="1511903"/>
            <a:ext cx="42672" cy="80867"/>
          </a:xfrm>
          <a:prstGeom prst="rect"/>
          <a:ln w="0">
            <a:noFill/>
          </a:ln>
        </p:spPr>
      </p:pic>
      <p:pic>
        <p:nvPicPr>
          <p:cNvPr id="372" name="New picture"/>
          <p:cNvPicPr/>
          <p:nvPr/>
        </p:nvPicPr>
        <p:blipFill>
          <a:blip r:embed="rId214"/>
          <a:srcRect/>
          <a:stretch>
            <a:fillRect/>
          </a:stretch>
        </p:blipFill>
        <p:spPr>
          <a:xfrm>
            <a:off x="3980402" y="1511808"/>
            <a:ext cx="77819" cy="82486"/>
          </a:xfrm>
          <a:prstGeom prst="rect"/>
          <a:ln w="0">
            <a:noFill/>
          </a:ln>
        </p:spPr>
      </p:pic>
      <p:sp>
        <p:nvSpPr>
          <p:cNvPr id="373" name="New shape"/>
          <p:cNvSpPr/>
          <p:nvPr/>
        </p:nvSpPr>
        <p:spPr>
          <a:xfrm>
            <a:off x="3992594" y="1522571"/>
            <a:ext cx="51912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4" name="New picture"/>
          <p:cNvPicPr/>
          <p:nvPr/>
        </p:nvPicPr>
        <p:blipFill>
          <a:blip r:embed="rId215"/>
          <a:srcRect/>
          <a:stretch>
            <a:fillRect/>
          </a:stretch>
        </p:blipFill>
        <p:spPr>
          <a:xfrm>
            <a:off x="4068985" y="1513332"/>
            <a:ext cx="77819" cy="117539"/>
          </a:xfrm>
          <a:prstGeom prst="rect"/>
          <a:ln w="0">
            <a:noFill/>
          </a:ln>
        </p:spPr>
      </p:pic>
      <p:sp>
        <p:nvSpPr>
          <p:cNvPr id="375" name="New shape"/>
          <p:cNvSpPr/>
          <p:nvPr/>
        </p:nvSpPr>
        <p:spPr>
          <a:xfrm>
            <a:off x="4085749" y="1522571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76" name="New shape"/>
          <p:cNvSpPr/>
          <p:nvPr/>
        </p:nvSpPr>
        <p:spPr>
          <a:xfrm>
            <a:off x="4081176" y="1591246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7" name="New picture"/>
          <p:cNvPicPr/>
          <p:nvPr/>
        </p:nvPicPr>
        <p:blipFill>
          <a:blip r:embed="rId216"/>
          <a:srcRect/>
          <a:stretch>
            <a:fillRect/>
          </a:stretch>
        </p:blipFill>
        <p:spPr>
          <a:xfrm>
            <a:off x="4162139" y="1511903"/>
            <a:ext cx="42767" cy="80867"/>
          </a:xfrm>
          <a:prstGeom prst="rect"/>
          <a:ln w="0">
            <a:noFill/>
          </a:ln>
        </p:spPr>
      </p:pic>
      <p:pic>
        <p:nvPicPr>
          <p:cNvPr id="378" name="New picture"/>
          <p:cNvPicPr/>
          <p:nvPr/>
        </p:nvPicPr>
        <p:blipFill>
          <a:blip r:embed="rId217"/>
          <a:srcRect/>
          <a:stretch>
            <a:fillRect/>
          </a:stretch>
        </p:blipFill>
        <p:spPr>
          <a:xfrm>
            <a:off x="4209479" y="1511903"/>
            <a:ext cx="65627" cy="82391"/>
          </a:xfrm>
          <a:prstGeom prst="rect"/>
          <a:ln w="0">
            <a:noFill/>
          </a:ln>
        </p:spPr>
      </p:pic>
      <p:sp>
        <p:nvSpPr>
          <p:cNvPr id="379" name="New shape"/>
          <p:cNvSpPr/>
          <p:nvPr/>
        </p:nvSpPr>
        <p:spPr>
          <a:xfrm>
            <a:off x="4223195" y="1553051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0" name="New picture"/>
          <p:cNvPicPr/>
          <p:nvPr/>
        </p:nvPicPr>
        <p:blipFill>
          <a:blip r:embed="rId218"/>
          <a:srcRect/>
          <a:stretch>
            <a:fillRect/>
          </a:stretch>
        </p:blipFill>
        <p:spPr>
          <a:xfrm>
            <a:off x="4297966" y="1511903"/>
            <a:ext cx="122110" cy="80867"/>
          </a:xfrm>
          <a:prstGeom prst="rect"/>
          <a:ln w="0">
            <a:noFill/>
          </a:ln>
        </p:spPr>
      </p:pic>
      <p:pic>
        <p:nvPicPr>
          <p:cNvPr id="381" name="New picture"/>
          <p:cNvPicPr/>
          <p:nvPr/>
        </p:nvPicPr>
        <p:blipFill>
          <a:blip r:embed="rId219"/>
          <a:srcRect/>
          <a:stretch>
            <a:fillRect/>
          </a:stretch>
        </p:blipFill>
        <p:spPr>
          <a:xfrm>
            <a:off x="4443032" y="1511903"/>
            <a:ext cx="122110" cy="80867"/>
          </a:xfrm>
          <a:prstGeom prst="rect"/>
          <a:ln w="0">
            <a:noFill/>
          </a:ln>
        </p:spPr>
      </p:pic>
      <p:pic>
        <p:nvPicPr>
          <p:cNvPr id="382" name="New picture"/>
          <p:cNvPicPr/>
          <p:nvPr/>
        </p:nvPicPr>
        <p:blipFill>
          <a:blip r:embed="rId220"/>
          <a:srcRect/>
          <a:stretch>
            <a:fillRect/>
          </a:stretch>
        </p:blipFill>
        <p:spPr>
          <a:xfrm>
            <a:off x="4585049" y="1511808"/>
            <a:ext cx="70295" cy="82486"/>
          </a:xfrm>
          <a:prstGeom prst="rect"/>
          <a:ln w="0">
            <a:noFill/>
          </a:ln>
        </p:spPr>
      </p:pic>
      <p:sp>
        <p:nvSpPr>
          <p:cNvPr id="383" name="New shape"/>
          <p:cNvSpPr/>
          <p:nvPr/>
        </p:nvSpPr>
        <p:spPr>
          <a:xfrm>
            <a:off x="4597336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4" name="New picture"/>
          <p:cNvPicPr/>
          <p:nvPr/>
        </p:nvPicPr>
        <p:blipFill>
          <a:blip r:embed="rId221"/>
          <a:srcRect/>
          <a:stretch>
            <a:fillRect/>
          </a:stretch>
        </p:blipFill>
        <p:spPr>
          <a:xfrm>
            <a:off x="4667536" y="1511808"/>
            <a:ext cx="56483" cy="82487"/>
          </a:xfrm>
          <a:prstGeom prst="rect"/>
          <a:ln w="0">
            <a:noFill/>
          </a:ln>
        </p:spPr>
      </p:pic>
      <p:pic>
        <p:nvPicPr>
          <p:cNvPr id="385" name="New picture"/>
          <p:cNvPicPr/>
          <p:nvPr/>
        </p:nvPicPr>
        <p:blipFill>
          <a:blip r:embed="rId222"/>
          <a:srcRect/>
          <a:stretch>
            <a:fillRect/>
          </a:stretch>
        </p:blipFill>
        <p:spPr>
          <a:xfrm>
            <a:off x="4782026" y="1511903"/>
            <a:ext cx="76391" cy="117538"/>
          </a:xfrm>
          <a:prstGeom prst="rect"/>
          <a:ln w="0">
            <a:noFill/>
          </a:ln>
        </p:spPr>
      </p:pic>
      <p:sp>
        <p:nvSpPr>
          <p:cNvPr id="386" name="New shape"/>
          <p:cNvSpPr/>
          <p:nvPr/>
        </p:nvSpPr>
        <p:spPr>
          <a:xfrm>
            <a:off x="4795742" y="1522571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7" name="New picture"/>
          <p:cNvPicPr/>
          <p:nvPr/>
        </p:nvPicPr>
        <p:blipFill>
          <a:blip r:embed="rId223"/>
          <a:srcRect/>
          <a:stretch>
            <a:fillRect/>
          </a:stretch>
        </p:blipFill>
        <p:spPr>
          <a:xfrm>
            <a:off x="4873656" y="1511808"/>
            <a:ext cx="77915" cy="82486"/>
          </a:xfrm>
          <a:prstGeom prst="rect"/>
          <a:ln w="0">
            <a:noFill/>
          </a:ln>
        </p:spPr>
      </p:pic>
      <p:sp>
        <p:nvSpPr>
          <p:cNvPr id="388" name="New shape"/>
          <p:cNvSpPr/>
          <p:nvPr/>
        </p:nvSpPr>
        <p:spPr>
          <a:xfrm>
            <a:off x="4885944" y="1522571"/>
            <a:ext cx="51912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9" name="New picture"/>
          <p:cNvPicPr/>
          <p:nvPr/>
        </p:nvPicPr>
        <p:blipFill>
          <a:blip r:embed="rId224"/>
          <a:srcRect/>
          <a:stretch>
            <a:fillRect/>
          </a:stretch>
        </p:blipFill>
        <p:spPr>
          <a:xfrm>
            <a:off x="4971383" y="1514856"/>
            <a:ext cx="70199" cy="79343"/>
          </a:xfrm>
          <a:prstGeom prst="rect"/>
          <a:ln w="0">
            <a:noFill/>
          </a:ln>
        </p:spPr>
      </p:pic>
      <p:pic>
        <p:nvPicPr>
          <p:cNvPr id="390" name="New picture"/>
          <p:cNvPicPr/>
          <p:nvPr/>
        </p:nvPicPr>
        <p:blipFill>
          <a:blip r:embed="rId225"/>
          <a:srcRect/>
          <a:stretch>
            <a:fillRect/>
          </a:stretch>
        </p:blipFill>
        <p:spPr>
          <a:xfrm>
            <a:off x="5064538" y="1511808"/>
            <a:ext cx="42767" cy="80962"/>
          </a:xfrm>
          <a:prstGeom prst="rect"/>
          <a:ln w="0">
            <a:noFill/>
          </a:ln>
        </p:spPr>
      </p:pic>
      <p:pic>
        <p:nvPicPr>
          <p:cNvPr id="391" name="New picture"/>
          <p:cNvPicPr/>
          <p:nvPr/>
        </p:nvPicPr>
        <p:blipFill>
          <a:blip r:embed="rId226"/>
          <a:srcRect/>
          <a:stretch>
            <a:fillRect/>
          </a:stretch>
        </p:blipFill>
        <p:spPr>
          <a:xfrm>
            <a:off x="5154644" y="1511808"/>
            <a:ext cx="65722" cy="82487"/>
          </a:xfrm>
          <a:prstGeom prst="rect"/>
          <a:ln w="0">
            <a:noFill/>
          </a:ln>
        </p:spPr>
      </p:pic>
      <p:sp>
        <p:nvSpPr>
          <p:cNvPr id="392" name="New shape"/>
          <p:cNvSpPr/>
          <p:nvPr/>
        </p:nvSpPr>
        <p:spPr>
          <a:xfrm>
            <a:off x="5168455" y="1553051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3" name="New picture"/>
          <p:cNvPicPr/>
          <p:nvPr/>
        </p:nvPicPr>
        <p:blipFill>
          <a:blip r:embed="rId227"/>
          <a:srcRect/>
          <a:stretch>
            <a:fillRect/>
          </a:stretch>
        </p:blipFill>
        <p:spPr>
          <a:xfrm>
            <a:off x="5240179" y="1511808"/>
            <a:ext cx="64198" cy="82487"/>
          </a:xfrm>
          <a:prstGeom prst="rect"/>
          <a:ln w="0">
            <a:noFill/>
          </a:ln>
        </p:spPr>
      </p:pic>
      <p:pic>
        <p:nvPicPr>
          <p:cNvPr id="394" name="New picture"/>
          <p:cNvPicPr/>
          <p:nvPr/>
        </p:nvPicPr>
        <p:blipFill>
          <a:blip r:embed="rId228"/>
          <a:srcRect/>
          <a:stretch>
            <a:fillRect/>
          </a:stretch>
        </p:blipFill>
        <p:spPr>
          <a:xfrm>
            <a:off x="5314950" y="1511808"/>
            <a:ext cx="64103" cy="82487"/>
          </a:xfrm>
          <a:prstGeom prst="rect"/>
          <a:ln w="0">
            <a:noFill/>
          </a:ln>
        </p:spPr>
      </p:pic>
      <p:pic>
        <p:nvPicPr>
          <p:cNvPr id="395" name="New picture"/>
          <p:cNvPicPr/>
          <p:nvPr/>
        </p:nvPicPr>
        <p:blipFill>
          <a:blip r:embed="rId229"/>
          <a:srcRect/>
          <a:stretch>
            <a:fillRect/>
          </a:stretch>
        </p:blipFill>
        <p:spPr>
          <a:xfrm>
            <a:off x="5388388" y="1511808"/>
            <a:ext cx="71723" cy="82391"/>
          </a:xfrm>
          <a:prstGeom prst="rect"/>
          <a:ln w="0">
            <a:noFill/>
          </a:ln>
        </p:spPr>
      </p:pic>
      <p:sp>
        <p:nvSpPr>
          <p:cNvPr id="396" name="New shape"/>
          <p:cNvSpPr/>
          <p:nvPr/>
        </p:nvSpPr>
        <p:spPr>
          <a:xfrm>
            <a:off x="5402104" y="152247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97" name="New shape"/>
          <p:cNvSpPr/>
          <p:nvPr/>
        </p:nvSpPr>
        <p:spPr>
          <a:xfrm>
            <a:off x="5411248" y="1476756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8" name="New picture"/>
          <p:cNvPicPr/>
          <p:nvPr/>
        </p:nvPicPr>
        <p:blipFill>
          <a:blip r:embed="rId230"/>
          <a:srcRect/>
          <a:stretch>
            <a:fillRect/>
          </a:stretch>
        </p:blipFill>
        <p:spPr>
          <a:xfrm>
            <a:off x="5475351" y="1484376"/>
            <a:ext cx="74771" cy="109919"/>
          </a:xfrm>
          <a:prstGeom prst="rect"/>
          <a:ln w="0">
            <a:noFill/>
          </a:ln>
        </p:spPr>
      </p:pic>
      <p:sp>
        <p:nvSpPr>
          <p:cNvPr id="399" name="New shape"/>
          <p:cNvSpPr/>
          <p:nvPr/>
        </p:nvSpPr>
        <p:spPr>
          <a:xfrm>
            <a:off x="5489067" y="152257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0" name="New picture"/>
          <p:cNvPicPr/>
          <p:nvPr/>
        </p:nvPicPr>
        <p:blipFill>
          <a:blip r:embed="rId231"/>
          <a:srcRect/>
          <a:stretch>
            <a:fillRect/>
          </a:stretch>
        </p:blipFill>
        <p:spPr>
          <a:xfrm>
            <a:off x="5569934" y="1511808"/>
            <a:ext cx="71818" cy="82486"/>
          </a:xfrm>
          <a:prstGeom prst="rect"/>
          <a:ln w="0">
            <a:noFill/>
          </a:ln>
        </p:spPr>
      </p:pic>
      <p:sp>
        <p:nvSpPr>
          <p:cNvPr id="401" name="New shape"/>
          <p:cNvSpPr/>
          <p:nvPr/>
        </p:nvSpPr>
        <p:spPr>
          <a:xfrm>
            <a:off x="5583745" y="152257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2" name="New picture"/>
          <p:cNvPicPr/>
          <p:nvPr/>
        </p:nvPicPr>
        <p:blipFill>
          <a:blip r:embed="rId232"/>
          <a:srcRect/>
          <a:stretch>
            <a:fillRect/>
          </a:stretch>
        </p:blipFill>
        <p:spPr>
          <a:xfrm>
            <a:off x="5661660" y="1511903"/>
            <a:ext cx="41243" cy="80867"/>
          </a:xfrm>
          <a:prstGeom prst="rect"/>
          <a:ln w="0">
            <a:noFill/>
          </a:ln>
        </p:spPr>
      </p:pic>
      <p:pic>
        <p:nvPicPr>
          <p:cNvPr id="403" name="New picture"/>
          <p:cNvPicPr/>
          <p:nvPr/>
        </p:nvPicPr>
        <p:blipFill>
          <a:blip r:embed="rId233"/>
          <a:srcRect/>
          <a:stretch>
            <a:fillRect/>
          </a:stretch>
        </p:blipFill>
        <p:spPr>
          <a:xfrm>
            <a:off x="5750243" y="1511808"/>
            <a:ext cx="65627" cy="82487"/>
          </a:xfrm>
          <a:prstGeom prst="rect"/>
          <a:ln w="0">
            <a:noFill/>
          </a:ln>
        </p:spPr>
      </p:pic>
      <p:sp>
        <p:nvSpPr>
          <p:cNvPr id="404" name="New shape"/>
          <p:cNvSpPr/>
          <p:nvPr/>
        </p:nvSpPr>
        <p:spPr>
          <a:xfrm>
            <a:off x="5763959" y="155305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05" name="New shape"/>
          <p:cNvSpPr/>
          <p:nvPr/>
        </p:nvSpPr>
        <p:spPr>
          <a:xfrm>
            <a:off x="5768531" y="1476756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6" name="New picture"/>
          <p:cNvPicPr/>
          <p:nvPr/>
        </p:nvPicPr>
        <p:blipFill>
          <a:blip r:embed="rId234"/>
          <a:srcRect/>
          <a:stretch>
            <a:fillRect/>
          </a:stretch>
        </p:blipFill>
        <p:spPr>
          <a:xfrm>
            <a:off x="5875401" y="1484376"/>
            <a:ext cx="74866" cy="109919"/>
          </a:xfrm>
          <a:prstGeom prst="rect"/>
          <a:ln w="0">
            <a:noFill/>
          </a:ln>
        </p:spPr>
      </p:pic>
      <p:sp>
        <p:nvSpPr>
          <p:cNvPr id="407" name="New shape"/>
          <p:cNvSpPr/>
          <p:nvPr/>
        </p:nvSpPr>
        <p:spPr>
          <a:xfrm>
            <a:off x="5889213" y="152257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8" name="New picture"/>
          <p:cNvPicPr/>
          <p:nvPr/>
        </p:nvPicPr>
        <p:blipFill>
          <a:blip r:embed="rId235"/>
          <a:srcRect/>
          <a:stretch>
            <a:fillRect/>
          </a:stretch>
        </p:blipFill>
        <p:spPr>
          <a:xfrm>
            <a:off x="5970079" y="1511808"/>
            <a:ext cx="71818" cy="82486"/>
          </a:xfrm>
          <a:prstGeom prst="rect"/>
          <a:ln w="0">
            <a:noFill/>
          </a:ln>
        </p:spPr>
      </p:pic>
      <p:sp>
        <p:nvSpPr>
          <p:cNvPr id="409" name="New shape"/>
          <p:cNvSpPr/>
          <p:nvPr/>
        </p:nvSpPr>
        <p:spPr>
          <a:xfrm>
            <a:off x="5982367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0" name="New picture"/>
          <p:cNvPicPr/>
          <p:nvPr/>
        </p:nvPicPr>
        <p:blipFill>
          <a:blip r:embed="rId236"/>
          <a:srcRect/>
          <a:stretch>
            <a:fillRect/>
          </a:stretch>
        </p:blipFill>
        <p:spPr>
          <a:xfrm>
            <a:off x="6052566" y="1511903"/>
            <a:ext cx="58007" cy="82487"/>
          </a:xfrm>
          <a:prstGeom prst="rect"/>
          <a:ln w="0">
            <a:noFill/>
          </a:ln>
        </p:spPr>
      </p:pic>
      <p:pic>
        <p:nvPicPr>
          <p:cNvPr id="411" name="New picture"/>
          <p:cNvPicPr/>
          <p:nvPr/>
        </p:nvPicPr>
        <p:blipFill>
          <a:blip r:embed="rId237"/>
          <a:srcRect/>
          <a:stretch>
            <a:fillRect/>
          </a:stretch>
        </p:blipFill>
        <p:spPr>
          <a:xfrm>
            <a:off x="6164008" y="1484376"/>
            <a:ext cx="74866" cy="109919"/>
          </a:xfrm>
          <a:prstGeom prst="rect"/>
          <a:ln w="0">
            <a:noFill/>
          </a:ln>
        </p:spPr>
      </p:pic>
      <p:sp>
        <p:nvSpPr>
          <p:cNvPr id="412" name="New shape"/>
          <p:cNvSpPr/>
          <p:nvPr/>
        </p:nvSpPr>
        <p:spPr>
          <a:xfrm>
            <a:off x="6177820" y="152257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3" name="New picture"/>
          <p:cNvPicPr/>
          <p:nvPr/>
        </p:nvPicPr>
        <p:blipFill>
          <a:blip r:embed="rId238"/>
          <a:srcRect/>
          <a:stretch>
            <a:fillRect/>
          </a:stretch>
        </p:blipFill>
        <p:spPr>
          <a:xfrm>
            <a:off x="6258687" y="1511808"/>
            <a:ext cx="77915" cy="82486"/>
          </a:xfrm>
          <a:prstGeom prst="rect"/>
          <a:ln w="0">
            <a:noFill/>
          </a:ln>
        </p:spPr>
      </p:pic>
      <p:sp>
        <p:nvSpPr>
          <p:cNvPr id="414" name="New shape"/>
          <p:cNvSpPr/>
          <p:nvPr/>
        </p:nvSpPr>
        <p:spPr>
          <a:xfrm>
            <a:off x="6272499" y="1522571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5" name="New picture"/>
          <p:cNvPicPr/>
          <p:nvPr/>
        </p:nvPicPr>
        <p:blipFill>
          <a:blip r:embed="rId239"/>
          <a:srcRect/>
          <a:stretch>
            <a:fillRect/>
          </a:stretch>
        </p:blipFill>
        <p:spPr>
          <a:xfrm>
            <a:off x="6356414" y="1511903"/>
            <a:ext cx="70199" cy="80867"/>
          </a:xfrm>
          <a:prstGeom prst="rect"/>
          <a:ln w="0">
            <a:noFill/>
          </a:ln>
        </p:spPr>
      </p:pic>
      <p:pic>
        <p:nvPicPr>
          <p:cNvPr id="416" name="New picture"/>
          <p:cNvPicPr/>
          <p:nvPr/>
        </p:nvPicPr>
        <p:blipFill>
          <a:blip r:embed="rId240"/>
          <a:srcRect/>
          <a:stretch>
            <a:fillRect/>
          </a:stretch>
        </p:blipFill>
        <p:spPr>
          <a:xfrm>
            <a:off x="6451092" y="1511903"/>
            <a:ext cx="68675" cy="80867"/>
          </a:xfrm>
          <a:prstGeom prst="rect"/>
          <a:ln w="0">
            <a:noFill/>
          </a:ln>
        </p:spPr>
      </p:pic>
      <p:pic>
        <p:nvPicPr>
          <p:cNvPr id="417" name="New picture"/>
          <p:cNvPicPr/>
          <p:nvPr/>
        </p:nvPicPr>
        <p:blipFill>
          <a:blip r:embed="rId241"/>
          <a:srcRect/>
          <a:stretch>
            <a:fillRect/>
          </a:stretch>
        </p:blipFill>
        <p:spPr>
          <a:xfrm>
            <a:off x="6539674" y="1511808"/>
            <a:ext cx="71819" cy="82486"/>
          </a:xfrm>
          <a:prstGeom prst="rect"/>
          <a:ln w="0">
            <a:noFill/>
          </a:ln>
        </p:spPr>
      </p:pic>
      <p:sp>
        <p:nvSpPr>
          <p:cNvPr id="418" name="New shape"/>
          <p:cNvSpPr/>
          <p:nvPr/>
        </p:nvSpPr>
        <p:spPr>
          <a:xfrm>
            <a:off x="6553389" y="152257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19" name="New shape"/>
          <p:cNvSpPr/>
          <p:nvPr/>
        </p:nvSpPr>
        <p:spPr>
          <a:xfrm>
            <a:off x="6562629" y="1476756"/>
            <a:ext cx="32003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0" name="New picture"/>
          <p:cNvPicPr/>
          <p:nvPr/>
        </p:nvPicPr>
        <p:blipFill>
          <a:blip r:embed="rId242"/>
          <a:srcRect/>
          <a:stretch>
            <a:fillRect/>
          </a:stretch>
        </p:blipFill>
        <p:spPr>
          <a:xfrm>
            <a:off x="6626732" y="1511808"/>
            <a:ext cx="70200" cy="82486"/>
          </a:xfrm>
          <a:prstGeom prst="rect"/>
          <a:ln w="0">
            <a:noFill/>
          </a:ln>
        </p:spPr>
      </p:pic>
      <p:sp>
        <p:nvSpPr>
          <p:cNvPr id="421" name="New shape"/>
          <p:cNvSpPr/>
          <p:nvPr/>
        </p:nvSpPr>
        <p:spPr>
          <a:xfrm>
            <a:off x="6638925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2" name="New picture"/>
          <p:cNvPicPr/>
          <p:nvPr/>
        </p:nvPicPr>
        <p:blipFill>
          <a:blip r:embed="rId243"/>
          <a:srcRect/>
          <a:stretch>
            <a:fillRect/>
          </a:stretch>
        </p:blipFill>
        <p:spPr>
          <a:xfrm>
            <a:off x="6709219" y="1511903"/>
            <a:ext cx="58007" cy="82391"/>
          </a:xfrm>
          <a:prstGeom prst="rect"/>
          <a:ln w="0">
            <a:noFill/>
          </a:ln>
        </p:spPr>
      </p:pic>
      <p:pic>
        <p:nvPicPr>
          <p:cNvPr id="423" name="New picture"/>
          <p:cNvPicPr/>
          <p:nvPr/>
        </p:nvPicPr>
        <p:blipFill>
          <a:blip r:embed="rId244"/>
          <a:srcRect/>
          <a:stretch>
            <a:fillRect/>
          </a:stretch>
        </p:blipFill>
        <p:spPr>
          <a:xfrm>
            <a:off x="674370" y="1740789"/>
            <a:ext cx="58007" cy="82486"/>
          </a:xfrm>
          <a:prstGeom prst="rect"/>
          <a:ln w="0">
            <a:noFill/>
          </a:ln>
        </p:spPr>
      </p:pic>
      <p:pic>
        <p:nvPicPr>
          <p:cNvPr id="424" name="New picture"/>
          <p:cNvPicPr/>
          <p:nvPr/>
        </p:nvPicPr>
        <p:blipFill>
          <a:blip r:embed="rId245"/>
          <a:srcRect/>
          <a:stretch>
            <a:fillRect/>
          </a:stretch>
        </p:blipFill>
        <p:spPr>
          <a:xfrm>
            <a:off x="750760" y="1743742"/>
            <a:ext cx="68771" cy="79343"/>
          </a:xfrm>
          <a:prstGeom prst="rect"/>
          <a:ln w="0">
            <a:noFill/>
          </a:ln>
        </p:spPr>
      </p:pic>
      <p:pic>
        <p:nvPicPr>
          <p:cNvPr id="425" name="New picture"/>
          <p:cNvPicPr/>
          <p:nvPr/>
        </p:nvPicPr>
        <p:blipFill>
          <a:blip r:embed="rId246"/>
          <a:srcRect/>
          <a:stretch>
            <a:fillRect/>
          </a:stretch>
        </p:blipFill>
        <p:spPr>
          <a:xfrm>
            <a:off x="843915" y="1740789"/>
            <a:ext cx="42767" cy="80867"/>
          </a:xfrm>
          <a:prstGeom prst="rect"/>
          <a:ln w="0">
            <a:noFill/>
          </a:ln>
        </p:spPr>
      </p:pic>
      <p:pic>
        <p:nvPicPr>
          <p:cNvPr id="426" name="New picture"/>
          <p:cNvPicPr/>
          <p:nvPr/>
        </p:nvPicPr>
        <p:blipFill>
          <a:blip r:embed="rId247"/>
          <a:srcRect/>
          <a:stretch>
            <a:fillRect/>
          </a:stretch>
        </p:blipFill>
        <p:spPr>
          <a:xfrm>
            <a:off x="932402" y="1710214"/>
            <a:ext cx="80962" cy="116015"/>
          </a:xfrm>
          <a:prstGeom prst="rect"/>
          <a:ln w="0">
            <a:noFill/>
          </a:ln>
        </p:spPr>
      </p:pic>
      <p:sp>
        <p:nvSpPr>
          <p:cNvPr id="427" name="New shape"/>
          <p:cNvSpPr/>
          <p:nvPr/>
        </p:nvSpPr>
        <p:spPr>
          <a:xfrm>
            <a:off x="937069" y="1713262"/>
            <a:ext cx="73247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8" name="New shape"/>
          <p:cNvSpPr/>
          <p:nvPr/>
        </p:nvSpPr>
        <p:spPr>
          <a:xfrm>
            <a:off x="950785" y="1754505"/>
            <a:ext cx="45815" cy="5648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9" name="New shape"/>
          <p:cNvSpPr/>
          <p:nvPr/>
        </p:nvSpPr>
        <p:spPr>
          <a:xfrm>
            <a:off x="946214" y="1749933"/>
            <a:ext cx="51911" cy="656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0" name="New shape"/>
          <p:cNvSpPr/>
          <p:nvPr/>
        </p:nvSpPr>
        <p:spPr>
          <a:xfrm>
            <a:off x="935450" y="1713262"/>
            <a:ext cx="74866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1" name="New shape"/>
          <p:cNvSpPr/>
          <p:nvPr/>
        </p:nvSpPr>
        <p:spPr>
          <a:xfrm>
            <a:off x="949261" y="175145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2" name="New picture"/>
          <p:cNvPicPr/>
          <p:nvPr/>
        </p:nvPicPr>
        <p:blipFill>
          <a:blip r:embed="rId248"/>
          <a:srcRect/>
          <a:stretch>
            <a:fillRect/>
          </a:stretch>
        </p:blipFill>
        <p:spPr>
          <a:xfrm>
            <a:off x="1027081" y="1739265"/>
            <a:ext cx="76390" cy="86963"/>
          </a:xfrm>
          <a:prstGeom prst="rect"/>
          <a:ln w="0">
            <a:noFill/>
          </a:ln>
        </p:spPr>
      </p:pic>
      <p:sp>
        <p:nvSpPr>
          <p:cNvPr id="433" name="New shape"/>
          <p:cNvSpPr/>
          <p:nvPr/>
        </p:nvSpPr>
        <p:spPr>
          <a:xfrm>
            <a:off x="1033272" y="1743837"/>
            <a:ext cx="6715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4" name="New shape"/>
          <p:cNvSpPr/>
          <p:nvPr/>
        </p:nvSpPr>
        <p:spPr>
          <a:xfrm>
            <a:off x="1043940" y="1754506"/>
            <a:ext cx="44291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5" name="New shape"/>
          <p:cNvSpPr/>
          <p:nvPr/>
        </p:nvSpPr>
        <p:spPr>
          <a:xfrm>
            <a:off x="1040892" y="1748409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6" name="New shape"/>
          <p:cNvSpPr/>
          <p:nvPr/>
        </p:nvSpPr>
        <p:spPr>
          <a:xfrm>
            <a:off x="1030129" y="1740789"/>
            <a:ext cx="71818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7" name="New shape"/>
          <p:cNvSpPr/>
          <p:nvPr/>
        </p:nvSpPr>
        <p:spPr>
          <a:xfrm>
            <a:off x="1043940" y="175145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8" name="New picture"/>
          <p:cNvPicPr/>
          <p:nvPr/>
        </p:nvPicPr>
        <p:blipFill>
          <a:blip r:embed="rId249"/>
          <a:srcRect/>
          <a:stretch>
            <a:fillRect/>
          </a:stretch>
        </p:blipFill>
        <p:spPr>
          <a:xfrm>
            <a:off x="1109567" y="1739265"/>
            <a:ext cx="64103" cy="86963"/>
          </a:xfrm>
          <a:prstGeom prst="rect"/>
          <a:ln w="0">
            <a:noFill/>
          </a:ln>
        </p:spPr>
      </p:pic>
      <p:sp>
        <p:nvSpPr>
          <p:cNvPr id="439" name="New shape"/>
          <p:cNvSpPr/>
          <p:nvPr/>
        </p:nvSpPr>
        <p:spPr>
          <a:xfrm>
            <a:off x="1112615" y="1743837"/>
            <a:ext cx="56483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0" name="New shape"/>
          <p:cNvSpPr/>
          <p:nvPr/>
        </p:nvSpPr>
        <p:spPr>
          <a:xfrm>
            <a:off x="1112615" y="1740789"/>
            <a:ext cx="58007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1" name="New picture"/>
          <p:cNvPicPr/>
          <p:nvPr/>
        </p:nvPicPr>
        <p:blipFill>
          <a:blip r:embed="rId250"/>
          <a:srcRect/>
          <a:stretch>
            <a:fillRect/>
          </a:stretch>
        </p:blipFill>
        <p:spPr>
          <a:xfrm>
            <a:off x="1216438" y="1739265"/>
            <a:ext cx="64199" cy="86963"/>
          </a:xfrm>
          <a:prstGeom prst="rect"/>
          <a:ln w="0">
            <a:noFill/>
          </a:ln>
        </p:spPr>
      </p:pic>
      <p:sp>
        <p:nvSpPr>
          <p:cNvPr id="442" name="New shape"/>
          <p:cNvSpPr/>
          <p:nvPr/>
        </p:nvSpPr>
        <p:spPr>
          <a:xfrm>
            <a:off x="1219486" y="1743837"/>
            <a:ext cx="565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3" name="New shape"/>
          <p:cNvSpPr/>
          <p:nvPr/>
        </p:nvSpPr>
        <p:spPr>
          <a:xfrm>
            <a:off x="1219486" y="1740789"/>
            <a:ext cx="58102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4" name="New picture"/>
          <p:cNvPicPr/>
          <p:nvPr/>
        </p:nvPicPr>
        <p:blipFill>
          <a:blip r:embed="rId251"/>
          <a:srcRect/>
          <a:stretch>
            <a:fillRect/>
          </a:stretch>
        </p:blipFill>
        <p:spPr>
          <a:xfrm>
            <a:off x="1294352" y="1740789"/>
            <a:ext cx="18288" cy="82391"/>
          </a:xfrm>
          <a:prstGeom prst="rect"/>
          <a:ln w="0">
            <a:noFill/>
          </a:ln>
        </p:spPr>
      </p:pic>
      <p:sp>
        <p:nvSpPr>
          <p:cNvPr id="445" name="New shape"/>
          <p:cNvSpPr/>
          <p:nvPr/>
        </p:nvSpPr>
        <p:spPr>
          <a:xfrm>
            <a:off x="1297400" y="174383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6" name="New picture"/>
          <p:cNvPicPr/>
          <p:nvPr/>
        </p:nvPicPr>
        <p:blipFill>
          <a:blip r:embed="rId252"/>
          <a:srcRect/>
          <a:stretch>
            <a:fillRect/>
          </a:stretch>
        </p:blipFill>
        <p:spPr>
          <a:xfrm>
            <a:off x="1292828" y="1705642"/>
            <a:ext cx="21336" cy="21336"/>
          </a:xfrm>
          <a:prstGeom prst="rect"/>
          <a:ln w="0">
            <a:noFill/>
          </a:ln>
        </p:spPr>
      </p:pic>
      <p:sp>
        <p:nvSpPr>
          <p:cNvPr id="447" name="New shape"/>
          <p:cNvSpPr/>
          <p:nvPr/>
        </p:nvSpPr>
        <p:spPr>
          <a:xfrm>
            <a:off x="1297400" y="1711738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8" name="New shape"/>
          <p:cNvSpPr/>
          <p:nvPr/>
        </p:nvSpPr>
        <p:spPr>
          <a:xfrm>
            <a:off x="1297400" y="174383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9" name="New shape"/>
          <p:cNvSpPr/>
          <p:nvPr/>
        </p:nvSpPr>
        <p:spPr>
          <a:xfrm>
            <a:off x="1295876" y="1708690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0" name="New picture"/>
          <p:cNvPicPr/>
          <p:nvPr/>
        </p:nvPicPr>
        <p:blipFill>
          <a:blip r:embed="rId253"/>
          <a:srcRect/>
          <a:stretch>
            <a:fillRect/>
          </a:stretch>
        </p:blipFill>
        <p:spPr>
          <a:xfrm>
            <a:off x="1323404" y="1716310"/>
            <a:ext cx="53435" cy="109918"/>
          </a:xfrm>
          <a:prstGeom prst="rect"/>
          <a:ln w="0">
            <a:noFill/>
          </a:ln>
        </p:spPr>
      </p:pic>
      <p:sp>
        <p:nvSpPr>
          <p:cNvPr id="451" name="New shape"/>
          <p:cNvSpPr/>
          <p:nvPr/>
        </p:nvSpPr>
        <p:spPr>
          <a:xfrm>
            <a:off x="1326451" y="1719358"/>
            <a:ext cx="47339" cy="10229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52" name="New shape"/>
          <p:cNvSpPr/>
          <p:nvPr/>
        </p:nvSpPr>
        <p:spPr>
          <a:xfrm>
            <a:off x="1326451" y="1719358"/>
            <a:ext cx="47339" cy="10382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3" name="New picture"/>
          <p:cNvPicPr/>
          <p:nvPr/>
        </p:nvPicPr>
        <p:blipFill>
          <a:blip r:embed="rId254"/>
          <a:srcRect/>
          <a:stretch>
            <a:fillRect/>
          </a:stretch>
        </p:blipFill>
        <p:spPr>
          <a:xfrm>
            <a:off x="1381411" y="1739265"/>
            <a:ext cx="76295" cy="86963"/>
          </a:xfrm>
          <a:prstGeom prst="rect"/>
          <a:ln w="0">
            <a:noFill/>
          </a:ln>
        </p:spPr>
      </p:pic>
      <p:sp>
        <p:nvSpPr>
          <p:cNvPr id="454" name="New shape"/>
          <p:cNvSpPr/>
          <p:nvPr/>
        </p:nvSpPr>
        <p:spPr>
          <a:xfrm>
            <a:off x="1385983" y="1743837"/>
            <a:ext cx="68675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55" name="New shape"/>
          <p:cNvSpPr/>
          <p:nvPr/>
        </p:nvSpPr>
        <p:spPr>
          <a:xfrm>
            <a:off x="1396651" y="1754506"/>
            <a:ext cx="45815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56" name="New shape"/>
          <p:cNvSpPr/>
          <p:nvPr/>
        </p:nvSpPr>
        <p:spPr>
          <a:xfrm>
            <a:off x="1393603" y="1748409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57" name="New shape"/>
          <p:cNvSpPr/>
          <p:nvPr/>
        </p:nvSpPr>
        <p:spPr>
          <a:xfrm>
            <a:off x="1384459" y="1740789"/>
            <a:ext cx="70199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58" name="New shape"/>
          <p:cNvSpPr/>
          <p:nvPr/>
        </p:nvSpPr>
        <p:spPr>
          <a:xfrm>
            <a:off x="1396651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9" name="New picture"/>
          <p:cNvPicPr/>
          <p:nvPr/>
        </p:nvPicPr>
        <p:blipFill>
          <a:blip r:embed="rId255"/>
          <a:srcRect/>
          <a:stretch>
            <a:fillRect/>
          </a:stretch>
        </p:blipFill>
        <p:spPr>
          <a:xfrm>
            <a:off x="1463802" y="1739265"/>
            <a:ext cx="62675" cy="86963"/>
          </a:xfrm>
          <a:prstGeom prst="rect"/>
          <a:ln w="0">
            <a:noFill/>
          </a:ln>
        </p:spPr>
      </p:pic>
      <p:sp>
        <p:nvSpPr>
          <p:cNvPr id="460" name="New shape"/>
          <p:cNvSpPr/>
          <p:nvPr/>
        </p:nvSpPr>
        <p:spPr>
          <a:xfrm>
            <a:off x="1466945" y="1743837"/>
            <a:ext cx="56483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1" name="New shape"/>
          <p:cNvSpPr/>
          <p:nvPr/>
        </p:nvSpPr>
        <p:spPr>
          <a:xfrm>
            <a:off x="1466945" y="1740789"/>
            <a:ext cx="58007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2" name="New picture"/>
          <p:cNvPicPr/>
          <p:nvPr/>
        </p:nvPicPr>
        <p:blipFill>
          <a:blip r:embed="rId256"/>
          <a:srcRect/>
          <a:stretch>
            <a:fillRect/>
          </a:stretch>
        </p:blipFill>
        <p:spPr>
          <a:xfrm>
            <a:off x="1569244" y="1710213"/>
            <a:ext cx="151162" cy="112967"/>
          </a:xfrm>
          <a:prstGeom prst="rect"/>
          <a:ln w="0">
            <a:noFill/>
          </a:ln>
        </p:spPr>
      </p:pic>
      <p:sp>
        <p:nvSpPr>
          <p:cNvPr id="463" name="New shape"/>
          <p:cNvSpPr/>
          <p:nvPr/>
        </p:nvSpPr>
        <p:spPr>
          <a:xfrm>
            <a:off x="1572292" y="1713262"/>
            <a:ext cx="145066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4" name="New shape"/>
          <p:cNvSpPr/>
          <p:nvPr/>
        </p:nvSpPr>
        <p:spPr>
          <a:xfrm>
            <a:off x="1572292" y="1713262"/>
            <a:ext cx="145066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5" name="New picture"/>
          <p:cNvPicPr/>
          <p:nvPr/>
        </p:nvPicPr>
        <p:blipFill>
          <a:blip r:embed="rId257"/>
          <a:srcRect/>
          <a:stretch>
            <a:fillRect/>
          </a:stretch>
        </p:blipFill>
        <p:spPr>
          <a:xfrm>
            <a:off x="1718881" y="1739265"/>
            <a:ext cx="76295" cy="86963"/>
          </a:xfrm>
          <a:prstGeom prst="rect"/>
          <a:ln w="0">
            <a:noFill/>
          </a:ln>
        </p:spPr>
      </p:pic>
      <p:sp>
        <p:nvSpPr>
          <p:cNvPr id="466" name="New shape"/>
          <p:cNvSpPr/>
          <p:nvPr/>
        </p:nvSpPr>
        <p:spPr>
          <a:xfrm>
            <a:off x="1723453" y="1743837"/>
            <a:ext cx="68675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7" name="New shape"/>
          <p:cNvSpPr/>
          <p:nvPr/>
        </p:nvSpPr>
        <p:spPr>
          <a:xfrm>
            <a:off x="1734121" y="1754506"/>
            <a:ext cx="45815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8" name="New shape"/>
          <p:cNvSpPr/>
          <p:nvPr/>
        </p:nvSpPr>
        <p:spPr>
          <a:xfrm>
            <a:off x="1732597" y="1748409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9" name="New shape"/>
          <p:cNvSpPr/>
          <p:nvPr/>
        </p:nvSpPr>
        <p:spPr>
          <a:xfrm>
            <a:off x="1721929" y="1740789"/>
            <a:ext cx="71723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0" name="New shape"/>
          <p:cNvSpPr/>
          <p:nvPr/>
        </p:nvSpPr>
        <p:spPr>
          <a:xfrm>
            <a:off x="1734121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1" name="New picture"/>
          <p:cNvPicPr/>
          <p:nvPr/>
        </p:nvPicPr>
        <p:blipFill>
          <a:blip r:embed="rId258"/>
          <a:srcRect/>
          <a:stretch>
            <a:fillRect/>
          </a:stretch>
        </p:blipFill>
        <p:spPr>
          <a:xfrm>
            <a:off x="1812036" y="1710214"/>
            <a:ext cx="77819" cy="116015"/>
          </a:xfrm>
          <a:prstGeom prst="rect"/>
          <a:ln w="0">
            <a:noFill/>
          </a:ln>
        </p:spPr>
      </p:pic>
      <p:sp>
        <p:nvSpPr>
          <p:cNvPr id="472" name="New shape"/>
          <p:cNvSpPr/>
          <p:nvPr/>
        </p:nvSpPr>
        <p:spPr>
          <a:xfrm>
            <a:off x="1813560" y="1713262"/>
            <a:ext cx="71723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3" name="New shape"/>
          <p:cNvSpPr/>
          <p:nvPr/>
        </p:nvSpPr>
        <p:spPr>
          <a:xfrm>
            <a:off x="1827276" y="1754505"/>
            <a:ext cx="45815" cy="5648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4" name="New shape"/>
          <p:cNvSpPr/>
          <p:nvPr/>
        </p:nvSpPr>
        <p:spPr>
          <a:xfrm>
            <a:off x="1824228" y="1749933"/>
            <a:ext cx="53435" cy="656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5" name="New shape"/>
          <p:cNvSpPr/>
          <p:nvPr/>
        </p:nvSpPr>
        <p:spPr>
          <a:xfrm>
            <a:off x="1813560" y="1713262"/>
            <a:ext cx="74771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6" name="New shape"/>
          <p:cNvSpPr/>
          <p:nvPr/>
        </p:nvSpPr>
        <p:spPr>
          <a:xfrm>
            <a:off x="1827276" y="175145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7" name="New picture"/>
          <p:cNvPicPr/>
          <p:nvPr/>
        </p:nvPicPr>
        <p:blipFill>
          <a:blip r:embed="rId259"/>
          <a:srcRect/>
          <a:stretch>
            <a:fillRect/>
          </a:stretch>
        </p:blipFill>
        <p:spPr>
          <a:xfrm>
            <a:off x="1903667" y="1804798"/>
            <a:ext cx="21336" cy="42767"/>
          </a:xfrm>
          <a:prstGeom prst="rect"/>
          <a:ln w="0">
            <a:noFill/>
          </a:ln>
        </p:spPr>
      </p:pic>
      <p:pic>
        <p:nvPicPr>
          <p:cNvPr id="478" name="New picture"/>
          <p:cNvPicPr/>
          <p:nvPr/>
        </p:nvPicPr>
        <p:blipFill>
          <a:blip r:embed="rId260"/>
          <a:srcRect/>
          <a:stretch>
            <a:fillRect/>
          </a:stretch>
        </p:blipFill>
        <p:spPr>
          <a:xfrm>
            <a:off x="1984629" y="1740789"/>
            <a:ext cx="64103" cy="82391"/>
          </a:xfrm>
          <a:prstGeom prst="rect"/>
          <a:ln w="0">
            <a:noFill/>
          </a:ln>
        </p:spPr>
      </p:pic>
      <p:pic>
        <p:nvPicPr>
          <p:cNvPr id="479" name="New picture"/>
          <p:cNvPicPr/>
          <p:nvPr/>
        </p:nvPicPr>
        <p:blipFill>
          <a:blip r:embed="rId261"/>
          <a:srcRect/>
          <a:stretch>
            <a:fillRect/>
          </a:stretch>
        </p:blipFill>
        <p:spPr>
          <a:xfrm>
            <a:off x="2059305" y="1740694"/>
            <a:ext cx="77914" cy="82486"/>
          </a:xfrm>
          <a:prstGeom prst="rect"/>
          <a:ln w="0">
            <a:noFill/>
          </a:ln>
        </p:spPr>
      </p:pic>
      <p:sp>
        <p:nvSpPr>
          <p:cNvPr id="480" name="New shape"/>
          <p:cNvSpPr/>
          <p:nvPr/>
        </p:nvSpPr>
        <p:spPr>
          <a:xfrm>
            <a:off x="2073021" y="1751457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1" name="New picture"/>
          <p:cNvPicPr/>
          <p:nvPr/>
        </p:nvPicPr>
        <p:blipFill>
          <a:blip r:embed="rId262"/>
          <a:srcRect/>
          <a:stretch>
            <a:fillRect/>
          </a:stretch>
        </p:blipFill>
        <p:spPr>
          <a:xfrm>
            <a:off x="2157127" y="1740789"/>
            <a:ext cx="120586" cy="80867"/>
          </a:xfrm>
          <a:prstGeom prst="rect"/>
          <a:ln w="0">
            <a:noFill/>
          </a:ln>
        </p:spPr>
      </p:pic>
      <p:pic>
        <p:nvPicPr>
          <p:cNvPr id="482" name="New picture"/>
          <p:cNvPicPr/>
          <p:nvPr/>
        </p:nvPicPr>
        <p:blipFill>
          <a:blip r:embed="rId263"/>
          <a:srcRect/>
          <a:stretch>
            <a:fillRect/>
          </a:stretch>
        </p:blipFill>
        <p:spPr>
          <a:xfrm>
            <a:off x="2302192" y="1740789"/>
            <a:ext cx="120682" cy="80867"/>
          </a:xfrm>
          <a:prstGeom prst="rect"/>
          <a:ln w="0">
            <a:noFill/>
          </a:ln>
        </p:spPr>
      </p:pic>
      <p:pic>
        <p:nvPicPr>
          <p:cNvPr id="483" name="New picture"/>
          <p:cNvPicPr/>
          <p:nvPr/>
        </p:nvPicPr>
        <p:blipFill>
          <a:blip r:embed="rId264"/>
          <a:srcRect/>
          <a:stretch>
            <a:fillRect/>
          </a:stretch>
        </p:blipFill>
        <p:spPr>
          <a:xfrm>
            <a:off x="2442591" y="1740789"/>
            <a:ext cx="71818" cy="82391"/>
          </a:xfrm>
          <a:prstGeom prst="rect"/>
          <a:ln w="0">
            <a:noFill/>
          </a:ln>
        </p:spPr>
      </p:pic>
      <p:sp>
        <p:nvSpPr>
          <p:cNvPr id="484" name="New shape"/>
          <p:cNvSpPr/>
          <p:nvPr/>
        </p:nvSpPr>
        <p:spPr>
          <a:xfrm>
            <a:off x="2456402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5" name="New picture"/>
          <p:cNvPicPr/>
          <p:nvPr/>
        </p:nvPicPr>
        <p:blipFill>
          <a:blip r:embed="rId265"/>
          <a:srcRect/>
          <a:stretch>
            <a:fillRect/>
          </a:stretch>
        </p:blipFill>
        <p:spPr>
          <a:xfrm>
            <a:off x="2534317" y="1740694"/>
            <a:ext cx="70294" cy="80962"/>
          </a:xfrm>
          <a:prstGeom prst="rect"/>
          <a:ln w="0">
            <a:noFill/>
          </a:ln>
        </p:spPr>
      </p:pic>
      <p:pic>
        <p:nvPicPr>
          <p:cNvPr id="486" name="New picture"/>
          <p:cNvPicPr/>
          <p:nvPr/>
        </p:nvPicPr>
        <p:blipFill>
          <a:blip r:embed="rId266"/>
          <a:srcRect/>
          <a:stretch>
            <a:fillRect/>
          </a:stretch>
        </p:blipFill>
        <p:spPr>
          <a:xfrm>
            <a:off x="2616708" y="1719453"/>
            <a:ext cx="48863" cy="103727"/>
          </a:xfrm>
          <a:prstGeom prst="rect"/>
          <a:ln w="0">
            <a:noFill/>
          </a:ln>
        </p:spPr>
      </p:pic>
      <p:pic>
        <p:nvPicPr>
          <p:cNvPr id="487" name="New picture"/>
          <p:cNvPicPr/>
          <p:nvPr/>
        </p:nvPicPr>
        <p:blipFill>
          <a:blip r:embed="rId267"/>
          <a:srcRect/>
          <a:stretch>
            <a:fillRect/>
          </a:stretch>
        </p:blipFill>
        <p:spPr>
          <a:xfrm>
            <a:off x="2722150" y="1740789"/>
            <a:ext cx="41243" cy="80867"/>
          </a:xfrm>
          <a:prstGeom prst="rect"/>
          <a:ln w="0">
            <a:noFill/>
          </a:ln>
        </p:spPr>
      </p:pic>
      <p:pic>
        <p:nvPicPr>
          <p:cNvPr id="488" name="New picture"/>
          <p:cNvPicPr/>
          <p:nvPr/>
        </p:nvPicPr>
        <p:blipFill>
          <a:blip r:embed="rId268"/>
          <a:srcRect/>
          <a:stretch>
            <a:fillRect/>
          </a:stretch>
        </p:blipFill>
        <p:spPr>
          <a:xfrm>
            <a:off x="2769489" y="1740694"/>
            <a:ext cx="71723" cy="82391"/>
          </a:xfrm>
          <a:prstGeom prst="rect"/>
          <a:ln w="0">
            <a:noFill/>
          </a:ln>
        </p:spPr>
      </p:pic>
      <p:sp>
        <p:nvSpPr>
          <p:cNvPr id="489" name="New shape"/>
          <p:cNvSpPr/>
          <p:nvPr/>
        </p:nvSpPr>
        <p:spPr>
          <a:xfrm>
            <a:off x="2783205" y="175136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0" name="New picture"/>
          <p:cNvPicPr/>
          <p:nvPr/>
        </p:nvPicPr>
        <p:blipFill>
          <a:blip r:embed="rId269"/>
          <a:srcRect/>
          <a:stretch>
            <a:fillRect/>
          </a:stretch>
        </p:blipFill>
        <p:spPr>
          <a:xfrm>
            <a:off x="2856452" y="1740789"/>
            <a:ext cx="64199" cy="82391"/>
          </a:xfrm>
          <a:prstGeom prst="rect"/>
          <a:ln w="0">
            <a:noFill/>
          </a:ln>
        </p:spPr>
      </p:pic>
      <p:pic>
        <p:nvPicPr>
          <p:cNvPr id="491" name="New picture"/>
          <p:cNvPicPr/>
          <p:nvPr/>
        </p:nvPicPr>
        <p:blipFill>
          <a:blip r:embed="rId270"/>
          <a:srcRect/>
          <a:stretch>
            <a:fillRect/>
          </a:stretch>
        </p:blipFill>
        <p:spPr>
          <a:xfrm>
            <a:off x="2935891" y="1743742"/>
            <a:ext cx="70199" cy="79343"/>
          </a:xfrm>
          <a:prstGeom prst="rect"/>
          <a:ln w="0">
            <a:noFill/>
          </a:ln>
        </p:spPr>
      </p:pic>
      <p:pic>
        <p:nvPicPr>
          <p:cNvPr id="492" name="New picture"/>
          <p:cNvPicPr/>
          <p:nvPr/>
        </p:nvPicPr>
        <p:blipFill>
          <a:blip r:embed="rId271"/>
          <a:srcRect/>
          <a:stretch>
            <a:fillRect/>
          </a:stretch>
        </p:blipFill>
        <p:spPr>
          <a:xfrm>
            <a:off x="3025997" y="1740789"/>
            <a:ext cx="71723" cy="82391"/>
          </a:xfrm>
          <a:prstGeom prst="rect"/>
          <a:ln w="0">
            <a:noFill/>
          </a:ln>
        </p:spPr>
      </p:pic>
      <p:sp>
        <p:nvSpPr>
          <p:cNvPr id="493" name="New shape"/>
          <p:cNvSpPr/>
          <p:nvPr/>
        </p:nvSpPr>
        <p:spPr>
          <a:xfrm>
            <a:off x="3038189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4" name="New shape"/>
          <p:cNvSpPr/>
          <p:nvPr/>
        </p:nvSpPr>
        <p:spPr>
          <a:xfrm>
            <a:off x="3117628" y="174383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5" name="New picture"/>
          <p:cNvPicPr/>
          <p:nvPr/>
        </p:nvPicPr>
        <p:blipFill>
          <a:blip r:embed="rId272"/>
          <a:srcRect/>
          <a:stretch>
            <a:fillRect/>
          </a:stretch>
        </p:blipFill>
        <p:spPr>
          <a:xfrm>
            <a:off x="3116104" y="1708690"/>
            <a:ext cx="16764" cy="16859"/>
          </a:xfrm>
          <a:prstGeom prst="rect"/>
          <a:ln w="0">
            <a:noFill/>
          </a:ln>
        </p:spPr>
      </p:pic>
      <p:sp>
        <p:nvSpPr>
          <p:cNvPr id="496" name="New shape"/>
          <p:cNvSpPr/>
          <p:nvPr/>
        </p:nvSpPr>
        <p:spPr>
          <a:xfrm>
            <a:off x="3157728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7" name="New shape"/>
          <p:cNvSpPr/>
          <p:nvPr/>
        </p:nvSpPr>
        <p:spPr>
          <a:xfrm>
            <a:off x="3197352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8" name="New shape"/>
          <p:cNvSpPr/>
          <p:nvPr/>
        </p:nvSpPr>
        <p:spPr>
          <a:xfrm>
            <a:off x="3236690" y="1743837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9" name="New picture"/>
          <p:cNvPicPr/>
          <p:nvPr/>
        </p:nvPicPr>
        <p:blipFill>
          <a:blip r:embed="rId273"/>
          <a:srcRect/>
          <a:stretch>
            <a:fillRect/>
          </a:stretch>
        </p:blipFill>
        <p:spPr>
          <a:xfrm>
            <a:off x="3235166" y="1708690"/>
            <a:ext cx="16859" cy="16764"/>
          </a:xfrm>
          <a:prstGeom prst="rect"/>
          <a:ln w="0">
            <a:noFill/>
          </a:ln>
        </p:spPr>
      </p:pic>
      <p:pic>
        <p:nvPicPr>
          <p:cNvPr id="500" name="New picture"/>
          <p:cNvPicPr/>
          <p:nvPr/>
        </p:nvPicPr>
        <p:blipFill>
          <a:blip r:embed="rId274"/>
          <a:srcRect/>
          <a:stretch>
            <a:fillRect/>
          </a:stretch>
        </p:blipFill>
        <p:spPr>
          <a:xfrm>
            <a:off x="3274886" y="1740789"/>
            <a:ext cx="42767" cy="80867"/>
          </a:xfrm>
          <a:prstGeom prst="rect"/>
          <a:ln w="0">
            <a:noFill/>
          </a:ln>
        </p:spPr>
      </p:pic>
      <p:pic>
        <p:nvPicPr>
          <p:cNvPr id="501" name="New picture"/>
          <p:cNvPicPr/>
          <p:nvPr/>
        </p:nvPicPr>
        <p:blipFill>
          <a:blip r:embed="rId275"/>
          <a:srcRect/>
          <a:stretch>
            <a:fillRect/>
          </a:stretch>
        </p:blipFill>
        <p:spPr>
          <a:xfrm>
            <a:off x="3366515" y="1713262"/>
            <a:ext cx="74866" cy="109918"/>
          </a:xfrm>
          <a:prstGeom prst="rect"/>
          <a:ln w="0">
            <a:noFill/>
          </a:ln>
        </p:spPr>
      </p:pic>
      <p:sp>
        <p:nvSpPr>
          <p:cNvPr id="502" name="New shape"/>
          <p:cNvSpPr/>
          <p:nvPr/>
        </p:nvSpPr>
        <p:spPr>
          <a:xfrm>
            <a:off x="3378708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3" name="New picture"/>
          <p:cNvPicPr/>
          <p:nvPr/>
        </p:nvPicPr>
        <p:blipFill>
          <a:blip r:embed="rId276"/>
          <a:srcRect/>
          <a:stretch>
            <a:fillRect/>
          </a:stretch>
        </p:blipFill>
        <p:spPr>
          <a:xfrm>
            <a:off x="3461195" y="1740694"/>
            <a:ext cx="70199" cy="82486"/>
          </a:xfrm>
          <a:prstGeom prst="rect"/>
          <a:ln w="0">
            <a:noFill/>
          </a:ln>
        </p:spPr>
      </p:pic>
      <p:sp>
        <p:nvSpPr>
          <p:cNvPr id="504" name="New shape"/>
          <p:cNvSpPr/>
          <p:nvPr/>
        </p:nvSpPr>
        <p:spPr>
          <a:xfrm>
            <a:off x="3473386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5" name="New picture"/>
          <p:cNvPicPr/>
          <p:nvPr/>
        </p:nvPicPr>
        <p:blipFill>
          <a:blip r:embed="rId277"/>
          <a:srcRect/>
          <a:stretch>
            <a:fillRect/>
          </a:stretch>
        </p:blipFill>
        <p:spPr>
          <a:xfrm>
            <a:off x="3543681" y="1740789"/>
            <a:ext cx="58007" cy="82391"/>
          </a:xfrm>
          <a:prstGeom prst="rect"/>
          <a:ln w="0">
            <a:noFill/>
          </a:ln>
        </p:spPr>
      </p:pic>
      <p:pic>
        <p:nvPicPr>
          <p:cNvPr id="506" name="New picture"/>
          <p:cNvPicPr/>
          <p:nvPr/>
        </p:nvPicPr>
        <p:blipFill>
          <a:blip r:embed="rId278"/>
          <a:srcRect/>
          <a:stretch>
            <a:fillRect/>
          </a:stretch>
        </p:blipFill>
        <p:spPr>
          <a:xfrm>
            <a:off x="3655123" y="1713262"/>
            <a:ext cx="74866" cy="109918"/>
          </a:xfrm>
          <a:prstGeom prst="rect"/>
          <a:ln w="0">
            <a:noFill/>
          </a:ln>
        </p:spPr>
      </p:pic>
      <p:sp>
        <p:nvSpPr>
          <p:cNvPr id="507" name="New shape"/>
          <p:cNvSpPr/>
          <p:nvPr/>
        </p:nvSpPr>
        <p:spPr>
          <a:xfrm>
            <a:off x="3667316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8" name="New picture"/>
          <p:cNvPicPr/>
          <p:nvPr/>
        </p:nvPicPr>
        <p:blipFill>
          <a:blip r:embed="rId279"/>
          <a:srcRect/>
          <a:stretch>
            <a:fillRect/>
          </a:stretch>
        </p:blipFill>
        <p:spPr>
          <a:xfrm>
            <a:off x="3749802" y="1740789"/>
            <a:ext cx="77915" cy="82391"/>
          </a:xfrm>
          <a:prstGeom prst="rect"/>
          <a:ln w="0">
            <a:noFill/>
          </a:ln>
        </p:spPr>
      </p:pic>
      <p:sp>
        <p:nvSpPr>
          <p:cNvPr id="509" name="New shape"/>
          <p:cNvSpPr/>
          <p:nvPr/>
        </p:nvSpPr>
        <p:spPr>
          <a:xfrm>
            <a:off x="3763518" y="1751457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0" name="New picture"/>
          <p:cNvPicPr/>
          <p:nvPr/>
        </p:nvPicPr>
        <p:blipFill>
          <a:blip r:embed="rId280"/>
          <a:srcRect/>
          <a:stretch>
            <a:fillRect/>
          </a:stretch>
        </p:blipFill>
        <p:spPr>
          <a:xfrm>
            <a:off x="3847529" y="1740694"/>
            <a:ext cx="70295" cy="80962"/>
          </a:xfrm>
          <a:prstGeom prst="rect"/>
          <a:ln w="0">
            <a:noFill/>
          </a:ln>
        </p:spPr>
      </p:pic>
      <p:pic>
        <p:nvPicPr>
          <p:cNvPr id="511" name="New picture"/>
          <p:cNvPicPr/>
          <p:nvPr/>
        </p:nvPicPr>
        <p:blipFill>
          <a:blip r:embed="rId281"/>
          <a:srcRect/>
          <a:stretch>
            <a:fillRect/>
          </a:stretch>
        </p:blipFill>
        <p:spPr>
          <a:xfrm>
            <a:off x="3940683" y="1740789"/>
            <a:ext cx="70199" cy="80867"/>
          </a:xfrm>
          <a:prstGeom prst="rect"/>
          <a:ln w="0">
            <a:noFill/>
          </a:ln>
        </p:spPr>
      </p:pic>
      <p:pic>
        <p:nvPicPr>
          <p:cNvPr id="512" name="New picture"/>
          <p:cNvPicPr/>
          <p:nvPr/>
        </p:nvPicPr>
        <p:blipFill>
          <a:blip r:embed="rId282"/>
          <a:srcRect/>
          <a:stretch>
            <a:fillRect/>
          </a:stretch>
        </p:blipFill>
        <p:spPr>
          <a:xfrm>
            <a:off x="4030694" y="1740789"/>
            <a:ext cx="71818" cy="82391"/>
          </a:xfrm>
          <a:prstGeom prst="rect"/>
          <a:ln w="0">
            <a:noFill/>
          </a:ln>
        </p:spPr>
      </p:pic>
      <p:sp>
        <p:nvSpPr>
          <p:cNvPr id="513" name="New shape"/>
          <p:cNvSpPr/>
          <p:nvPr/>
        </p:nvSpPr>
        <p:spPr>
          <a:xfrm>
            <a:off x="4044410" y="175145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14" name="New shape"/>
          <p:cNvSpPr/>
          <p:nvPr/>
        </p:nvSpPr>
        <p:spPr>
          <a:xfrm>
            <a:off x="4053649" y="1705642"/>
            <a:ext cx="32004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5" name="New picture"/>
          <p:cNvPicPr/>
          <p:nvPr/>
        </p:nvPicPr>
        <p:blipFill>
          <a:blip r:embed="rId283"/>
          <a:srcRect/>
          <a:stretch>
            <a:fillRect/>
          </a:stretch>
        </p:blipFill>
        <p:spPr>
          <a:xfrm>
            <a:off x="4117849" y="1740789"/>
            <a:ext cx="70199" cy="82391"/>
          </a:xfrm>
          <a:prstGeom prst="rect"/>
          <a:ln w="0">
            <a:noFill/>
          </a:ln>
        </p:spPr>
      </p:pic>
      <p:sp>
        <p:nvSpPr>
          <p:cNvPr id="516" name="New shape"/>
          <p:cNvSpPr/>
          <p:nvPr/>
        </p:nvSpPr>
        <p:spPr>
          <a:xfrm>
            <a:off x="4130040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7" name="New picture"/>
          <p:cNvPicPr/>
          <p:nvPr/>
        </p:nvPicPr>
        <p:blipFill>
          <a:blip r:embed="rId284"/>
          <a:srcRect/>
          <a:stretch>
            <a:fillRect/>
          </a:stretch>
        </p:blipFill>
        <p:spPr>
          <a:xfrm>
            <a:off x="4200334" y="1740789"/>
            <a:ext cx="58007" cy="82391"/>
          </a:xfrm>
          <a:prstGeom prst="rect"/>
          <a:ln w="0">
            <a:noFill/>
          </a:ln>
        </p:spPr>
      </p:pic>
      <p:pic>
        <p:nvPicPr>
          <p:cNvPr id="518" name="New picture"/>
          <p:cNvPicPr/>
          <p:nvPr/>
        </p:nvPicPr>
        <p:blipFill>
          <a:blip r:embed="rId285"/>
          <a:srcRect/>
          <a:stretch>
            <a:fillRect/>
          </a:stretch>
        </p:blipFill>
        <p:spPr>
          <a:xfrm>
            <a:off x="4311682" y="1713357"/>
            <a:ext cx="74866" cy="109918"/>
          </a:xfrm>
          <a:prstGeom prst="rect"/>
          <a:ln w="0">
            <a:noFill/>
          </a:ln>
        </p:spPr>
      </p:pic>
      <p:sp>
        <p:nvSpPr>
          <p:cNvPr id="519" name="New shape"/>
          <p:cNvSpPr/>
          <p:nvPr/>
        </p:nvSpPr>
        <p:spPr>
          <a:xfrm>
            <a:off x="4323873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0" name="New picture"/>
          <p:cNvPicPr/>
          <p:nvPr/>
        </p:nvPicPr>
        <p:blipFill>
          <a:blip r:embed="rId286"/>
          <a:srcRect/>
          <a:stretch>
            <a:fillRect/>
          </a:stretch>
        </p:blipFill>
        <p:spPr>
          <a:xfrm>
            <a:off x="4406456" y="1740694"/>
            <a:ext cx="70199" cy="82391"/>
          </a:xfrm>
          <a:prstGeom prst="rect"/>
          <a:ln w="0">
            <a:noFill/>
          </a:ln>
        </p:spPr>
      </p:pic>
      <p:sp>
        <p:nvSpPr>
          <p:cNvPr id="521" name="New shape"/>
          <p:cNvSpPr/>
          <p:nvPr/>
        </p:nvSpPr>
        <p:spPr>
          <a:xfrm>
            <a:off x="4418647" y="175136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2" name="New picture"/>
          <p:cNvPicPr/>
          <p:nvPr/>
        </p:nvPicPr>
        <p:blipFill>
          <a:blip r:embed="rId287"/>
          <a:srcRect/>
          <a:stretch>
            <a:fillRect/>
          </a:stretch>
        </p:blipFill>
        <p:spPr>
          <a:xfrm>
            <a:off x="4496562" y="1740789"/>
            <a:ext cx="76295" cy="117443"/>
          </a:xfrm>
          <a:prstGeom prst="rect"/>
          <a:ln w="0">
            <a:noFill/>
          </a:ln>
        </p:spPr>
      </p:pic>
      <p:sp>
        <p:nvSpPr>
          <p:cNvPr id="523" name="New shape"/>
          <p:cNvSpPr/>
          <p:nvPr/>
        </p:nvSpPr>
        <p:spPr>
          <a:xfrm>
            <a:off x="4510278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4" name="New picture"/>
          <p:cNvPicPr/>
          <p:nvPr/>
        </p:nvPicPr>
        <p:blipFill>
          <a:blip r:embed="rId288"/>
          <a:srcRect/>
          <a:stretch>
            <a:fillRect/>
          </a:stretch>
        </p:blipFill>
        <p:spPr>
          <a:xfrm>
            <a:off x="4592765" y="1743837"/>
            <a:ext cx="68675" cy="79343"/>
          </a:xfrm>
          <a:prstGeom prst="rect"/>
          <a:ln w="0">
            <a:noFill/>
          </a:ln>
        </p:spPr>
      </p:pic>
      <p:sp>
        <p:nvSpPr>
          <p:cNvPr id="525" name="New shape"/>
          <p:cNvSpPr/>
          <p:nvPr/>
        </p:nvSpPr>
        <p:spPr>
          <a:xfrm>
            <a:off x="4687443" y="174383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6" name="New picture"/>
          <p:cNvPicPr/>
          <p:nvPr/>
        </p:nvPicPr>
        <p:blipFill>
          <a:blip r:embed="rId289"/>
          <a:srcRect/>
          <a:stretch>
            <a:fillRect/>
          </a:stretch>
        </p:blipFill>
        <p:spPr>
          <a:xfrm>
            <a:off x="4685919" y="1708690"/>
            <a:ext cx="16764" cy="16764"/>
          </a:xfrm>
          <a:prstGeom prst="rect"/>
          <a:ln w="0">
            <a:noFill/>
          </a:ln>
        </p:spPr>
      </p:pic>
      <p:pic>
        <p:nvPicPr>
          <p:cNvPr id="527" name="New picture"/>
          <p:cNvPicPr/>
          <p:nvPr/>
        </p:nvPicPr>
        <p:blipFill>
          <a:blip r:embed="rId290"/>
          <a:srcRect/>
          <a:stretch>
            <a:fillRect/>
          </a:stretch>
        </p:blipFill>
        <p:spPr>
          <a:xfrm>
            <a:off x="4717923" y="1740789"/>
            <a:ext cx="56483" cy="82391"/>
          </a:xfrm>
          <a:prstGeom prst="rect"/>
          <a:ln w="0">
            <a:noFill/>
          </a:ln>
        </p:spPr>
      </p:pic>
      <p:pic>
        <p:nvPicPr>
          <p:cNvPr id="528" name="New picture"/>
          <p:cNvPicPr/>
          <p:nvPr/>
        </p:nvPicPr>
        <p:blipFill>
          <a:blip r:embed="rId291"/>
          <a:srcRect/>
          <a:stretch>
            <a:fillRect/>
          </a:stretch>
        </p:blipFill>
        <p:spPr>
          <a:xfrm>
            <a:off x="4827841" y="1713262"/>
            <a:ext cx="76391" cy="109918"/>
          </a:xfrm>
          <a:prstGeom prst="rect"/>
          <a:ln w="0">
            <a:noFill/>
          </a:ln>
        </p:spPr>
      </p:pic>
      <p:sp>
        <p:nvSpPr>
          <p:cNvPr id="529" name="New shape"/>
          <p:cNvSpPr/>
          <p:nvPr/>
        </p:nvSpPr>
        <p:spPr>
          <a:xfrm>
            <a:off x="4841653" y="175145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0" name="New picture"/>
          <p:cNvPicPr/>
          <p:nvPr/>
        </p:nvPicPr>
        <p:blipFill>
          <a:blip r:embed="rId292"/>
          <a:srcRect/>
          <a:stretch>
            <a:fillRect/>
          </a:stretch>
        </p:blipFill>
        <p:spPr>
          <a:xfrm>
            <a:off x="4924044" y="1740694"/>
            <a:ext cx="70295" cy="82486"/>
          </a:xfrm>
          <a:prstGeom prst="rect"/>
          <a:ln w="0">
            <a:noFill/>
          </a:ln>
        </p:spPr>
      </p:pic>
      <p:sp>
        <p:nvSpPr>
          <p:cNvPr id="531" name="New shape"/>
          <p:cNvSpPr/>
          <p:nvPr/>
        </p:nvSpPr>
        <p:spPr>
          <a:xfrm>
            <a:off x="4936331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2" name="New picture"/>
          <p:cNvPicPr/>
          <p:nvPr/>
        </p:nvPicPr>
        <p:blipFill>
          <a:blip r:embed="rId293"/>
          <a:srcRect/>
          <a:stretch>
            <a:fillRect/>
          </a:stretch>
        </p:blipFill>
        <p:spPr>
          <a:xfrm>
            <a:off x="5006530" y="1740694"/>
            <a:ext cx="56483" cy="82486"/>
          </a:xfrm>
          <a:prstGeom prst="rect"/>
          <a:ln w="0">
            <a:noFill/>
          </a:ln>
        </p:spPr>
      </p:pic>
      <p:pic>
        <p:nvPicPr>
          <p:cNvPr id="533" name="New picture"/>
          <p:cNvPicPr/>
          <p:nvPr/>
        </p:nvPicPr>
        <p:blipFill>
          <a:blip r:embed="rId294"/>
          <a:srcRect/>
          <a:stretch>
            <a:fillRect/>
          </a:stretch>
        </p:blipFill>
        <p:spPr>
          <a:xfrm>
            <a:off x="5116449" y="1740789"/>
            <a:ext cx="65627" cy="82391"/>
          </a:xfrm>
          <a:prstGeom prst="rect"/>
          <a:ln w="0">
            <a:noFill/>
          </a:ln>
        </p:spPr>
      </p:pic>
      <p:sp>
        <p:nvSpPr>
          <p:cNvPr id="534" name="New shape"/>
          <p:cNvSpPr/>
          <p:nvPr/>
        </p:nvSpPr>
        <p:spPr>
          <a:xfrm>
            <a:off x="5128641" y="1781937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5" name="New picture"/>
          <p:cNvPicPr/>
          <p:nvPr/>
        </p:nvPicPr>
        <p:blipFill>
          <a:blip r:embed="rId295"/>
          <a:srcRect/>
          <a:stretch>
            <a:fillRect/>
          </a:stretch>
        </p:blipFill>
        <p:spPr>
          <a:xfrm>
            <a:off x="5205031" y="1740789"/>
            <a:ext cx="74866" cy="117443"/>
          </a:xfrm>
          <a:prstGeom prst="rect"/>
          <a:ln w="0">
            <a:noFill/>
          </a:ln>
        </p:spPr>
      </p:pic>
      <p:sp>
        <p:nvSpPr>
          <p:cNvPr id="536" name="New shape"/>
          <p:cNvSpPr/>
          <p:nvPr/>
        </p:nvSpPr>
        <p:spPr>
          <a:xfrm>
            <a:off x="5218843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7" name="New picture"/>
          <p:cNvPicPr/>
          <p:nvPr/>
        </p:nvPicPr>
        <p:blipFill>
          <a:blip r:embed="rId296"/>
          <a:srcRect/>
          <a:stretch>
            <a:fillRect/>
          </a:stretch>
        </p:blipFill>
        <p:spPr>
          <a:xfrm>
            <a:off x="5299710" y="1740789"/>
            <a:ext cx="76391" cy="117539"/>
          </a:xfrm>
          <a:prstGeom prst="rect"/>
          <a:ln w="0">
            <a:noFill/>
          </a:ln>
        </p:spPr>
      </p:pic>
      <p:sp>
        <p:nvSpPr>
          <p:cNvPr id="538" name="New shape"/>
          <p:cNvSpPr/>
          <p:nvPr/>
        </p:nvSpPr>
        <p:spPr>
          <a:xfrm>
            <a:off x="5313426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39" name="New shape"/>
          <p:cNvSpPr/>
          <p:nvPr/>
        </p:nvSpPr>
        <p:spPr>
          <a:xfrm>
            <a:off x="5396484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40" name="New shape"/>
          <p:cNvSpPr/>
          <p:nvPr/>
        </p:nvSpPr>
        <p:spPr>
          <a:xfrm>
            <a:off x="5435632" y="174383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1" name="New picture"/>
          <p:cNvPicPr/>
          <p:nvPr/>
        </p:nvPicPr>
        <p:blipFill>
          <a:blip r:embed="rId297"/>
          <a:srcRect/>
          <a:stretch>
            <a:fillRect/>
          </a:stretch>
        </p:blipFill>
        <p:spPr>
          <a:xfrm>
            <a:off x="5434107" y="1708785"/>
            <a:ext cx="16764" cy="16764"/>
          </a:xfrm>
          <a:prstGeom prst="rect"/>
          <a:ln w="0">
            <a:noFill/>
          </a:ln>
        </p:spPr>
      </p:pic>
      <p:pic>
        <p:nvPicPr>
          <p:cNvPr id="542" name="New picture"/>
          <p:cNvPicPr/>
          <p:nvPr/>
        </p:nvPicPr>
        <p:blipFill>
          <a:blip r:embed="rId298"/>
          <a:srcRect/>
          <a:stretch>
            <a:fillRect/>
          </a:stretch>
        </p:blipFill>
        <p:spPr>
          <a:xfrm>
            <a:off x="5470779" y="1740789"/>
            <a:ext cx="64103" cy="82486"/>
          </a:xfrm>
          <a:prstGeom prst="rect"/>
          <a:ln w="0">
            <a:noFill/>
          </a:ln>
        </p:spPr>
      </p:pic>
      <p:pic>
        <p:nvPicPr>
          <p:cNvPr id="543" name="New picture"/>
          <p:cNvPicPr/>
          <p:nvPr/>
        </p:nvPicPr>
        <p:blipFill>
          <a:blip r:embed="rId299"/>
          <a:srcRect/>
          <a:stretch>
            <a:fillRect/>
          </a:stretch>
        </p:blipFill>
        <p:spPr>
          <a:xfrm>
            <a:off x="5545551" y="1740789"/>
            <a:ext cx="65627" cy="82391"/>
          </a:xfrm>
          <a:prstGeom prst="rect"/>
          <a:ln w="0">
            <a:noFill/>
          </a:ln>
        </p:spPr>
      </p:pic>
      <p:sp>
        <p:nvSpPr>
          <p:cNvPr id="544" name="New shape"/>
          <p:cNvSpPr/>
          <p:nvPr/>
        </p:nvSpPr>
        <p:spPr>
          <a:xfrm>
            <a:off x="5559266" y="1781937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5" name="New picture"/>
          <p:cNvPicPr/>
          <p:nvPr/>
        </p:nvPicPr>
        <p:blipFill>
          <a:blip r:embed="rId300"/>
          <a:srcRect/>
          <a:stretch>
            <a:fillRect/>
          </a:stretch>
        </p:blipFill>
        <p:spPr>
          <a:xfrm>
            <a:off x="5624989" y="1719453"/>
            <a:ext cx="47339" cy="103823"/>
          </a:xfrm>
          <a:prstGeom prst="rect"/>
          <a:ln w="0">
            <a:noFill/>
          </a:ln>
        </p:spPr>
      </p:pic>
      <p:sp>
        <p:nvSpPr>
          <p:cNvPr id="546" name="New shape"/>
          <p:cNvSpPr/>
          <p:nvPr/>
        </p:nvSpPr>
        <p:spPr>
          <a:xfrm>
            <a:off x="5690615" y="1743837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7" name="New picture"/>
          <p:cNvPicPr/>
          <p:nvPr/>
        </p:nvPicPr>
        <p:blipFill>
          <a:blip r:embed="rId301"/>
          <a:srcRect/>
          <a:stretch>
            <a:fillRect/>
          </a:stretch>
        </p:blipFill>
        <p:spPr>
          <a:xfrm>
            <a:off x="5687568" y="1708690"/>
            <a:ext cx="16859" cy="16764"/>
          </a:xfrm>
          <a:prstGeom prst="rect"/>
          <a:ln w="0">
            <a:noFill/>
          </a:ln>
        </p:spPr>
      </p:pic>
      <p:pic>
        <p:nvPicPr>
          <p:cNvPr id="548" name="New picture"/>
          <p:cNvPicPr/>
          <p:nvPr/>
        </p:nvPicPr>
        <p:blipFill>
          <a:blip r:embed="rId302"/>
          <a:srcRect/>
          <a:stretch>
            <a:fillRect/>
          </a:stretch>
        </p:blipFill>
        <p:spPr>
          <a:xfrm>
            <a:off x="5724239" y="1740694"/>
            <a:ext cx="77915" cy="82391"/>
          </a:xfrm>
          <a:prstGeom prst="rect"/>
          <a:ln w="0">
            <a:noFill/>
          </a:ln>
        </p:spPr>
      </p:pic>
      <p:sp>
        <p:nvSpPr>
          <p:cNvPr id="549" name="New shape"/>
          <p:cNvSpPr/>
          <p:nvPr/>
        </p:nvSpPr>
        <p:spPr>
          <a:xfrm>
            <a:off x="5738051" y="175136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0" name="New picture"/>
          <p:cNvPicPr/>
          <p:nvPr/>
        </p:nvPicPr>
        <p:blipFill>
          <a:blip r:embed="rId303"/>
          <a:srcRect/>
          <a:stretch>
            <a:fillRect/>
          </a:stretch>
        </p:blipFill>
        <p:spPr>
          <a:xfrm>
            <a:off x="5821966" y="1740789"/>
            <a:ext cx="68675" cy="80867"/>
          </a:xfrm>
          <a:prstGeom prst="rect"/>
          <a:ln w="0">
            <a:noFill/>
          </a:ln>
        </p:spPr>
      </p:pic>
      <p:pic>
        <p:nvPicPr>
          <p:cNvPr id="551" name="New picture"/>
          <p:cNvPicPr/>
          <p:nvPr/>
        </p:nvPicPr>
        <p:blipFill>
          <a:blip r:embed="rId304"/>
          <a:srcRect/>
          <a:stretch>
            <a:fillRect/>
          </a:stretch>
        </p:blipFill>
        <p:spPr>
          <a:xfrm>
            <a:off x="5907500" y="1740789"/>
            <a:ext cx="58007" cy="82391"/>
          </a:xfrm>
          <a:prstGeom prst="rect"/>
          <a:ln w="0">
            <a:noFill/>
          </a:ln>
        </p:spPr>
      </p:pic>
      <p:pic>
        <p:nvPicPr>
          <p:cNvPr id="552" name="New picture"/>
          <p:cNvPicPr/>
          <p:nvPr/>
        </p:nvPicPr>
        <p:blipFill>
          <a:blip r:embed="rId305"/>
          <a:srcRect/>
          <a:stretch>
            <a:fillRect/>
          </a:stretch>
        </p:blipFill>
        <p:spPr>
          <a:xfrm>
            <a:off x="6019038" y="1740694"/>
            <a:ext cx="70199" cy="82391"/>
          </a:xfrm>
          <a:prstGeom prst="rect"/>
          <a:ln w="0">
            <a:noFill/>
          </a:ln>
        </p:spPr>
      </p:pic>
      <p:sp>
        <p:nvSpPr>
          <p:cNvPr id="553" name="New shape"/>
          <p:cNvSpPr/>
          <p:nvPr/>
        </p:nvSpPr>
        <p:spPr>
          <a:xfrm>
            <a:off x="6031230" y="175136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4" name="New picture"/>
          <p:cNvPicPr/>
          <p:nvPr/>
        </p:nvPicPr>
        <p:blipFill>
          <a:blip r:embed="rId306"/>
          <a:srcRect/>
          <a:stretch>
            <a:fillRect/>
          </a:stretch>
        </p:blipFill>
        <p:spPr>
          <a:xfrm>
            <a:off x="6098286" y="1719453"/>
            <a:ext cx="48863" cy="103727"/>
          </a:xfrm>
          <a:prstGeom prst="rect"/>
          <a:ln w="0">
            <a:noFill/>
          </a:ln>
        </p:spPr>
      </p:pic>
      <p:pic>
        <p:nvPicPr>
          <p:cNvPr id="555" name="New picture"/>
          <p:cNvPicPr/>
          <p:nvPr/>
        </p:nvPicPr>
        <p:blipFill>
          <a:blip r:embed="rId307"/>
          <a:srcRect/>
          <a:stretch>
            <a:fillRect/>
          </a:stretch>
        </p:blipFill>
        <p:spPr>
          <a:xfrm>
            <a:off x="6197632" y="1740789"/>
            <a:ext cx="65627" cy="82391"/>
          </a:xfrm>
          <a:prstGeom prst="rect"/>
          <a:ln w="0">
            <a:noFill/>
          </a:ln>
        </p:spPr>
      </p:pic>
      <p:pic>
        <p:nvPicPr>
          <p:cNvPr id="556" name="New picture"/>
          <p:cNvPicPr/>
          <p:nvPr/>
        </p:nvPicPr>
        <p:blipFill>
          <a:blip r:embed="rId308"/>
          <a:srcRect/>
          <a:stretch>
            <a:fillRect/>
          </a:stretch>
        </p:blipFill>
        <p:spPr>
          <a:xfrm>
            <a:off x="6272499" y="1740694"/>
            <a:ext cx="77819" cy="82391"/>
          </a:xfrm>
          <a:prstGeom prst="rect"/>
          <a:ln w="0">
            <a:noFill/>
          </a:ln>
        </p:spPr>
      </p:pic>
      <p:sp>
        <p:nvSpPr>
          <p:cNvPr id="557" name="New shape"/>
          <p:cNvSpPr/>
          <p:nvPr/>
        </p:nvSpPr>
        <p:spPr>
          <a:xfrm>
            <a:off x="6286215" y="175136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8" name="New picture"/>
          <p:cNvPicPr/>
          <p:nvPr/>
        </p:nvPicPr>
        <p:blipFill>
          <a:blip r:embed="rId309"/>
          <a:srcRect/>
          <a:stretch>
            <a:fillRect/>
          </a:stretch>
        </p:blipFill>
        <p:spPr>
          <a:xfrm>
            <a:off x="6370225" y="1740789"/>
            <a:ext cx="122110" cy="80867"/>
          </a:xfrm>
          <a:prstGeom prst="rect"/>
          <a:ln w="0">
            <a:noFill/>
          </a:ln>
        </p:spPr>
      </p:pic>
      <p:pic>
        <p:nvPicPr>
          <p:cNvPr id="559" name="New picture"/>
          <p:cNvPicPr/>
          <p:nvPr/>
        </p:nvPicPr>
        <p:blipFill>
          <a:blip r:embed="rId310"/>
          <a:srcRect/>
          <a:stretch>
            <a:fillRect/>
          </a:stretch>
        </p:blipFill>
        <p:spPr>
          <a:xfrm>
            <a:off x="6515291" y="1740789"/>
            <a:ext cx="122110" cy="80867"/>
          </a:xfrm>
          <a:prstGeom prst="rect"/>
          <a:ln w="0">
            <a:noFill/>
          </a:ln>
        </p:spPr>
      </p:pic>
      <p:pic>
        <p:nvPicPr>
          <p:cNvPr id="560" name="New picture"/>
          <p:cNvPicPr/>
          <p:nvPr/>
        </p:nvPicPr>
        <p:blipFill>
          <a:blip r:embed="rId311"/>
          <a:srcRect/>
          <a:stretch>
            <a:fillRect/>
          </a:stretch>
        </p:blipFill>
        <p:spPr>
          <a:xfrm>
            <a:off x="6657307" y="1740789"/>
            <a:ext cx="70200" cy="82391"/>
          </a:xfrm>
          <a:prstGeom prst="rect"/>
          <a:ln w="0">
            <a:noFill/>
          </a:ln>
        </p:spPr>
      </p:pic>
      <p:sp>
        <p:nvSpPr>
          <p:cNvPr id="561" name="New shape"/>
          <p:cNvSpPr/>
          <p:nvPr/>
        </p:nvSpPr>
        <p:spPr>
          <a:xfrm>
            <a:off x="6669500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2" name="New picture"/>
          <p:cNvPicPr/>
          <p:nvPr/>
        </p:nvPicPr>
        <p:blipFill>
          <a:blip r:embed="rId312"/>
          <a:srcRect/>
          <a:stretch>
            <a:fillRect/>
          </a:stretch>
        </p:blipFill>
        <p:spPr>
          <a:xfrm>
            <a:off x="6747320" y="1740789"/>
            <a:ext cx="70294" cy="80867"/>
          </a:xfrm>
          <a:prstGeom prst="rect"/>
          <a:ln w="0">
            <a:noFill/>
          </a:ln>
        </p:spPr>
      </p:pic>
      <p:pic>
        <p:nvPicPr>
          <p:cNvPr id="563" name="New picture"/>
          <p:cNvPicPr/>
          <p:nvPr/>
        </p:nvPicPr>
        <p:blipFill>
          <a:blip r:embed="rId313"/>
          <a:srcRect/>
          <a:stretch>
            <a:fillRect/>
          </a:stretch>
        </p:blipFill>
        <p:spPr>
          <a:xfrm>
            <a:off x="6831425" y="1719453"/>
            <a:ext cx="47339" cy="103727"/>
          </a:xfrm>
          <a:prstGeom prst="rect"/>
          <a:ln w="0">
            <a:noFill/>
          </a:ln>
        </p:spPr>
      </p:pic>
      <p:pic>
        <p:nvPicPr>
          <p:cNvPr id="564" name="New picture"/>
          <p:cNvPicPr/>
          <p:nvPr/>
        </p:nvPicPr>
        <p:blipFill>
          <a:blip r:embed="rId314"/>
          <a:srcRect/>
          <a:stretch>
            <a:fillRect/>
          </a:stretch>
        </p:blipFill>
        <p:spPr>
          <a:xfrm>
            <a:off x="677418" y="1942147"/>
            <a:ext cx="76390" cy="109918"/>
          </a:xfrm>
          <a:prstGeom prst="rect"/>
          <a:ln w="0">
            <a:noFill/>
          </a:ln>
        </p:spPr>
      </p:pic>
      <p:sp>
        <p:nvSpPr>
          <p:cNvPr id="565" name="New shape"/>
          <p:cNvSpPr/>
          <p:nvPr/>
        </p:nvSpPr>
        <p:spPr>
          <a:xfrm>
            <a:off x="691134" y="198034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6" name="New picture"/>
          <p:cNvPicPr/>
          <p:nvPr/>
        </p:nvPicPr>
        <p:blipFill>
          <a:blip r:embed="rId315"/>
          <a:srcRect/>
          <a:stretch>
            <a:fillRect/>
          </a:stretch>
        </p:blipFill>
        <p:spPr>
          <a:xfrm>
            <a:off x="773620" y="1969675"/>
            <a:ext cx="70294" cy="82391"/>
          </a:xfrm>
          <a:prstGeom prst="rect"/>
          <a:ln w="0">
            <a:noFill/>
          </a:ln>
        </p:spPr>
      </p:pic>
      <p:sp>
        <p:nvSpPr>
          <p:cNvPr id="567" name="New shape"/>
          <p:cNvSpPr/>
          <p:nvPr/>
        </p:nvSpPr>
        <p:spPr>
          <a:xfrm>
            <a:off x="785812" y="198034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68" name="New shape"/>
          <p:cNvSpPr/>
          <p:nvPr/>
        </p:nvSpPr>
        <p:spPr>
          <a:xfrm>
            <a:off x="796576" y="1934528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9" name="New picture"/>
          <p:cNvPicPr/>
          <p:nvPr/>
        </p:nvPicPr>
        <p:blipFill>
          <a:blip r:embed="rId316"/>
          <a:srcRect/>
          <a:stretch>
            <a:fillRect/>
          </a:stretch>
        </p:blipFill>
        <p:spPr>
          <a:xfrm>
            <a:off x="852964" y="1948244"/>
            <a:ext cx="47339" cy="103823"/>
          </a:xfrm>
          <a:prstGeom prst="rect"/>
          <a:ln w="0">
            <a:noFill/>
          </a:ln>
        </p:spPr>
      </p:pic>
      <p:pic>
        <p:nvPicPr>
          <p:cNvPr id="570" name="New picture"/>
          <p:cNvPicPr/>
          <p:nvPr/>
        </p:nvPicPr>
        <p:blipFill>
          <a:blip r:embed="rId317"/>
          <a:srcRect/>
          <a:stretch>
            <a:fillRect/>
          </a:stretch>
        </p:blipFill>
        <p:spPr>
          <a:xfrm>
            <a:off x="911066" y="1969675"/>
            <a:ext cx="71723" cy="82391"/>
          </a:xfrm>
          <a:prstGeom prst="rect"/>
          <a:ln w="0">
            <a:noFill/>
          </a:ln>
        </p:spPr>
      </p:pic>
      <p:sp>
        <p:nvSpPr>
          <p:cNvPr id="571" name="New shape"/>
          <p:cNvSpPr/>
          <p:nvPr/>
        </p:nvSpPr>
        <p:spPr>
          <a:xfrm>
            <a:off x="924782" y="198034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2" name="New picture"/>
          <p:cNvPicPr/>
          <p:nvPr/>
        </p:nvPicPr>
        <p:blipFill>
          <a:blip r:embed="rId318"/>
          <a:srcRect/>
          <a:stretch>
            <a:fillRect/>
          </a:stretch>
        </p:blipFill>
        <p:spPr>
          <a:xfrm>
            <a:off x="1002697" y="1969579"/>
            <a:ext cx="42767" cy="80962"/>
          </a:xfrm>
          <a:prstGeom prst="rect"/>
          <a:ln w="0">
            <a:noFill/>
          </a:ln>
        </p:spPr>
      </p:pic>
      <p:pic>
        <p:nvPicPr>
          <p:cNvPr id="573" name="New picture"/>
          <p:cNvPicPr/>
          <p:nvPr/>
        </p:nvPicPr>
        <p:blipFill>
          <a:blip r:embed="rId319"/>
          <a:srcRect/>
          <a:stretch>
            <a:fillRect/>
          </a:stretch>
        </p:blipFill>
        <p:spPr>
          <a:xfrm>
            <a:off x="1057656" y="1969674"/>
            <a:ext cx="120587" cy="80867"/>
          </a:xfrm>
          <a:prstGeom prst="rect"/>
          <a:ln w="0">
            <a:noFill/>
          </a:ln>
        </p:spPr>
      </p:pic>
      <p:sp>
        <p:nvSpPr>
          <p:cNvPr id="574" name="New shape"/>
          <p:cNvSpPr/>
          <p:nvPr/>
        </p:nvSpPr>
        <p:spPr>
          <a:xfrm>
            <a:off x="1204246" y="197272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5" name="New picture"/>
          <p:cNvPicPr/>
          <p:nvPr/>
        </p:nvPicPr>
        <p:blipFill>
          <a:blip r:embed="rId320"/>
          <a:srcRect/>
          <a:stretch>
            <a:fillRect/>
          </a:stretch>
        </p:blipFill>
        <p:spPr>
          <a:xfrm>
            <a:off x="1202722" y="1937670"/>
            <a:ext cx="16859" cy="16764"/>
          </a:xfrm>
          <a:prstGeom prst="rect"/>
          <a:ln w="0">
            <a:noFill/>
          </a:ln>
        </p:spPr>
      </p:pic>
      <p:pic>
        <p:nvPicPr>
          <p:cNvPr id="576" name="New picture"/>
          <p:cNvPicPr/>
          <p:nvPr/>
        </p:nvPicPr>
        <p:blipFill>
          <a:blip r:embed="rId321"/>
          <a:srcRect/>
          <a:stretch>
            <a:fillRect/>
          </a:stretch>
        </p:blipFill>
        <p:spPr>
          <a:xfrm>
            <a:off x="1242441" y="1969674"/>
            <a:ext cx="70199" cy="80867"/>
          </a:xfrm>
          <a:prstGeom prst="rect"/>
          <a:ln w="0">
            <a:noFill/>
          </a:ln>
        </p:spPr>
      </p:pic>
      <p:pic>
        <p:nvPicPr>
          <p:cNvPr id="577" name="New picture"/>
          <p:cNvPicPr/>
          <p:nvPr/>
        </p:nvPicPr>
        <p:blipFill>
          <a:blip r:embed="rId322"/>
          <a:srcRect/>
          <a:stretch>
            <a:fillRect/>
          </a:stretch>
        </p:blipFill>
        <p:spPr>
          <a:xfrm>
            <a:off x="1332548" y="1969675"/>
            <a:ext cx="70199" cy="82486"/>
          </a:xfrm>
          <a:prstGeom prst="rect"/>
          <a:ln w="0">
            <a:noFill/>
          </a:ln>
        </p:spPr>
      </p:pic>
      <p:sp>
        <p:nvSpPr>
          <p:cNvPr id="578" name="New shape"/>
          <p:cNvSpPr/>
          <p:nvPr/>
        </p:nvSpPr>
        <p:spPr>
          <a:xfrm>
            <a:off x="1344740" y="198043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9" name="New picture"/>
          <p:cNvPicPr/>
          <p:nvPr/>
        </p:nvPicPr>
        <p:blipFill>
          <a:blip r:embed="rId323"/>
          <a:srcRect/>
          <a:stretch>
            <a:fillRect/>
          </a:stretch>
        </p:blipFill>
        <p:spPr>
          <a:xfrm>
            <a:off x="1422654" y="1969674"/>
            <a:ext cx="42767" cy="80867"/>
          </a:xfrm>
          <a:prstGeom prst="rect"/>
          <a:ln w="0">
            <a:noFill/>
          </a:ln>
        </p:spPr>
      </p:pic>
      <p:sp>
        <p:nvSpPr>
          <p:cNvPr id="580" name="New shape"/>
          <p:cNvSpPr/>
          <p:nvPr/>
        </p:nvSpPr>
        <p:spPr>
          <a:xfrm>
            <a:off x="1519428" y="194157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1" name="New picture"/>
          <p:cNvPicPr/>
          <p:nvPr/>
        </p:nvPicPr>
        <p:blipFill>
          <a:blip r:embed="rId324"/>
          <a:srcRect/>
          <a:stretch>
            <a:fillRect/>
          </a:stretch>
        </p:blipFill>
        <p:spPr>
          <a:xfrm>
            <a:off x="1553908" y="1969675"/>
            <a:ext cx="70295" cy="82391"/>
          </a:xfrm>
          <a:prstGeom prst="rect"/>
          <a:ln w="0">
            <a:noFill/>
          </a:ln>
        </p:spPr>
      </p:pic>
      <p:sp>
        <p:nvSpPr>
          <p:cNvPr id="582" name="New shape"/>
          <p:cNvSpPr/>
          <p:nvPr/>
        </p:nvSpPr>
        <p:spPr>
          <a:xfrm>
            <a:off x="1566196" y="198034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3" name="New picture"/>
          <p:cNvPicPr/>
          <p:nvPr/>
        </p:nvPicPr>
        <p:blipFill>
          <a:blip r:embed="rId325"/>
          <a:srcRect/>
          <a:stretch>
            <a:fillRect/>
          </a:stretch>
        </p:blipFill>
        <p:spPr>
          <a:xfrm>
            <a:off x="1676114" y="1969675"/>
            <a:ext cx="58007" cy="82391"/>
          </a:xfrm>
          <a:prstGeom prst="rect"/>
          <a:ln w="0">
            <a:noFill/>
          </a:ln>
        </p:spPr>
      </p:pic>
      <p:pic>
        <p:nvPicPr>
          <p:cNvPr id="584" name="New picture"/>
          <p:cNvPicPr/>
          <p:nvPr/>
        </p:nvPicPr>
        <p:blipFill>
          <a:blip r:embed="rId326"/>
          <a:srcRect/>
          <a:stretch>
            <a:fillRect/>
          </a:stretch>
        </p:blipFill>
        <p:spPr>
          <a:xfrm>
            <a:off x="1747838" y="1969675"/>
            <a:ext cx="70295" cy="82486"/>
          </a:xfrm>
          <a:prstGeom prst="rect"/>
          <a:ln w="0">
            <a:noFill/>
          </a:ln>
        </p:spPr>
      </p:pic>
      <p:sp>
        <p:nvSpPr>
          <p:cNvPr id="585" name="New shape"/>
          <p:cNvSpPr/>
          <p:nvPr/>
        </p:nvSpPr>
        <p:spPr>
          <a:xfrm>
            <a:off x="1760125" y="198043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6" name="New picture"/>
          <p:cNvPicPr/>
          <p:nvPr/>
        </p:nvPicPr>
        <p:blipFill>
          <a:blip r:embed="rId327"/>
          <a:srcRect/>
          <a:stretch>
            <a:fillRect/>
          </a:stretch>
        </p:blipFill>
        <p:spPr>
          <a:xfrm>
            <a:off x="1837944" y="1969674"/>
            <a:ext cx="70199" cy="80867"/>
          </a:xfrm>
          <a:prstGeom prst="rect"/>
          <a:ln w="0">
            <a:noFill/>
          </a:ln>
        </p:spPr>
      </p:pic>
      <p:pic>
        <p:nvPicPr>
          <p:cNvPr id="587" name="New picture"/>
          <p:cNvPicPr/>
          <p:nvPr/>
        </p:nvPicPr>
        <p:blipFill>
          <a:blip r:embed="rId328"/>
          <a:srcRect/>
          <a:stretch>
            <a:fillRect/>
          </a:stretch>
        </p:blipFill>
        <p:spPr>
          <a:xfrm>
            <a:off x="1923383" y="1969580"/>
            <a:ext cx="58102" cy="82486"/>
          </a:xfrm>
          <a:prstGeom prst="rect"/>
          <a:ln w="0">
            <a:noFill/>
          </a:ln>
        </p:spPr>
      </p:pic>
      <p:pic>
        <p:nvPicPr>
          <p:cNvPr id="588" name="New picture"/>
          <p:cNvPicPr/>
          <p:nvPr/>
        </p:nvPicPr>
        <p:blipFill>
          <a:blip r:embed="rId329"/>
          <a:srcRect/>
          <a:stretch>
            <a:fillRect/>
          </a:stretch>
        </p:blipFill>
        <p:spPr>
          <a:xfrm>
            <a:off x="2034921" y="1942242"/>
            <a:ext cx="74867" cy="109823"/>
          </a:xfrm>
          <a:prstGeom prst="rect"/>
          <a:ln w="0">
            <a:noFill/>
          </a:ln>
        </p:spPr>
      </p:pic>
      <p:sp>
        <p:nvSpPr>
          <p:cNvPr id="589" name="New shape"/>
          <p:cNvSpPr/>
          <p:nvPr/>
        </p:nvSpPr>
        <p:spPr>
          <a:xfrm>
            <a:off x="2048732" y="198034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0" name="New picture"/>
          <p:cNvPicPr/>
          <p:nvPr/>
        </p:nvPicPr>
        <p:blipFill>
          <a:blip r:embed="rId330"/>
          <a:srcRect/>
          <a:stretch>
            <a:fillRect/>
          </a:stretch>
        </p:blipFill>
        <p:spPr>
          <a:xfrm>
            <a:off x="2129599" y="1969675"/>
            <a:ext cx="71818" cy="82486"/>
          </a:xfrm>
          <a:prstGeom prst="rect"/>
          <a:ln w="0">
            <a:noFill/>
          </a:ln>
        </p:spPr>
      </p:pic>
      <p:sp>
        <p:nvSpPr>
          <p:cNvPr id="591" name="New shape"/>
          <p:cNvSpPr/>
          <p:nvPr/>
        </p:nvSpPr>
        <p:spPr>
          <a:xfrm>
            <a:off x="2143411" y="198043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2" name="New picture"/>
          <p:cNvPicPr/>
          <p:nvPr/>
        </p:nvPicPr>
        <p:blipFill>
          <a:blip r:embed="rId331"/>
          <a:srcRect/>
          <a:stretch>
            <a:fillRect/>
          </a:stretch>
        </p:blipFill>
        <p:spPr>
          <a:xfrm>
            <a:off x="2250186" y="1948244"/>
            <a:ext cx="47339" cy="103823"/>
          </a:xfrm>
          <a:prstGeom prst="rect"/>
          <a:ln w="0">
            <a:noFill/>
          </a:ln>
        </p:spPr>
      </p:pic>
      <p:pic>
        <p:nvPicPr>
          <p:cNvPr id="593" name="New picture"/>
          <p:cNvPicPr/>
          <p:nvPr/>
        </p:nvPicPr>
        <p:blipFill>
          <a:blip r:embed="rId332"/>
          <a:srcRect/>
          <a:stretch>
            <a:fillRect/>
          </a:stretch>
        </p:blipFill>
        <p:spPr>
          <a:xfrm>
            <a:off x="2308289" y="1969580"/>
            <a:ext cx="77914" cy="82486"/>
          </a:xfrm>
          <a:prstGeom prst="rect"/>
          <a:ln w="0">
            <a:noFill/>
          </a:ln>
        </p:spPr>
      </p:pic>
      <p:sp>
        <p:nvSpPr>
          <p:cNvPr id="594" name="New shape"/>
          <p:cNvSpPr/>
          <p:nvPr/>
        </p:nvSpPr>
        <p:spPr>
          <a:xfrm>
            <a:off x="2322005" y="1980343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5" name="New picture"/>
          <p:cNvPicPr/>
          <p:nvPr/>
        </p:nvPicPr>
        <p:blipFill>
          <a:blip r:embed="rId333"/>
          <a:srcRect/>
          <a:stretch>
            <a:fillRect/>
          </a:stretch>
        </p:blipFill>
        <p:spPr>
          <a:xfrm>
            <a:off x="2406015" y="1972723"/>
            <a:ext cx="70295" cy="79438"/>
          </a:xfrm>
          <a:prstGeom prst="rect"/>
          <a:ln w="0">
            <a:noFill/>
          </a:ln>
        </p:spPr>
      </p:pic>
      <p:pic>
        <p:nvPicPr>
          <p:cNvPr id="596" name="New picture"/>
          <p:cNvPicPr/>
          <p:nvPr/>
        </p:nvPicPr>
        <p:blipFill>
          <a:blip r:embed="rId334"/>
          <a:srcRect/>
          <a:stretch>
            <a:fillRect/>
          </a:stretch>
        </p:blipFill>
        <p:spPr>
          <a:xfrm>
            <a:off x="2489930" y="1948339"/>
            <a:ext cx="48863" cy="103727"/>
          </a:xfrm>
          <a:prstGeom prst="rect"/>
          <a:ln w="0">
            <a:noFill/>
          </a:ln>
        </p:spPr>
      </p:pic>
      <p:pic>
        <p:nvPicPr>
          <p:cNvPr id="597" name="New picture"/>
          <p:cNvPicPr/>
          <p:nvPr/>
        </p:nvPicPr>
        <p:blipFill>
          <a:blip r:embed="rId335"/>
          <a:srcRect/>
          <a:stretch>
            <a:fillRect/>
          </a:stretch>
        </p:blipFill>
        <p:spPr>
          <a:xfrm>
            <a:off x="2548033" y="1969675"/>
            <a:ext cx="71818" cy="82391"/>
          </a:xfrm>
          <a:prstGeom prst="rect"/>
          <a:ln w="0">
            <a:noFill/>
          </a:ln>
        </p:spPr>
      </p:pic>
      <p:sp>
        <p:nvSpPr>
          <p:cNvPr id="598" name="New shape"/>
          <p:cNvSpPr/>
          <p:nvPr/>
        </p:nvSpPr>
        <p:spPr>
          <a:xfrm>
            <a:off x="2561749" y="198034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9" name="New picture"/>
          <p:cNvPicPr/>
          <p:nvPr/>
        </p:nvPicPr>
        <p:blipFill>
          <a:blip r:embed="rId336"/>
          <a:srcRect/>
          <a:stretch>
            <a:fillRect/>
          </a:stretch>
        </p:blipFill>
        <p:spPr>
          <a:xfrm>
            <a:off x="2632043" y="1969675"/>
            <a:ext cx="56483" cy="82391"/>
          </a:xfrm>
          <a:prstGeom prst="rect"/>
          <a:ln w="0">
            <a:noFill/>
          </a:ln>
        </p:spPr>
      </p:pic>
      <p:pic>
        <p:nvPicPr>
          <p:cNvPr id="600" name="New picture"/>
          <p:cNvPicPr/>
          <p:nvPr/>
        </p:nvPicPr>
        <p:blipFill>
          <a:blip r:embed="rId337"/>
          <a:srcRect/>
          <a:stretch>
            <a:fillRect/>
          </a:stretch>
        </p:blipFill>
        <p:spPr>
          <a:xfrm>
            <a:off x="2742057" y="1969675"/>
            <a:ext cx="64103" cy="82391"/>
          </a:xfrm>
          <a:prstGeom prst="rect"/>
          <a:ln w="0">
            <a:noFill/>
          </a:ln>
        </p:spPr>
      </p:pic>
      <p:pic>
        <p:nvPicPr>
          <p:cNvPr id="601" name="New picture"/>
          <p:cNvPicPr/>
          <p:nvPr/>
        </p:nvPicPr>
        <p:blipFill>
          <a:blip r:embed="rId338"/>
          <a:srcRect/>
          <a:stretch>
            <a:fillRect/>
          </a:stretch>
        </p:blipFill>
        <p:spPr>
          <a:xfrm>
            <a:off x="2816733" y="1969675"/>
            <a:ext cx="71818" cy="82486"/>
          </a:xfrm>
          <a:prstGeom prst="rect"/>
          <a:ln w="0">
            <a:noFill/>
          </a:ln>
        </p:spPr>
      </p:pic>
      <p:sp>
        <p:nvSpPr>
          <p:cNvPr id="602" name="New shape"/>
          <p:cNvSpPr/>
          <p:nvPr/>
        </p:nvSpPr>
        <p:spPr>
          <a:xfrm>
            <a:off x="2830544" y="198043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3" name="New picture"/>
          <p:cNvPicPr/>
          <p:nvPr/>
        </p:nvPicPr>
        <p:blipFill>
          <a:blip r:embed="rId339"/>
          <a:srcRect/>
          <a:stretch>
            <a:fillRect/>
          </a:stretch>
        </p:blipFill>
        <p:spPr>
          <a:xfrm>
            <a:off x="2899315" y="1969675"/>
            <a:ext cx="58007" cy="82391"/>
          </a:xfrm>
          <a:prstGeom prst="rect"/>
          <a:ln w="0">
            <a:noFill/>
          </a:ln>
        </p:spPr>
      </p:pic>
      <p:pic>
        <p:nvPicPr>
          <p:cNvPr id="604" name="New picture"/>
          <p:cNvPicPr/>
          <p:nvPr/>
        </p:nvPicPr>
        <p:blipFill>
          <a:blip r:embed="rId340"/>
          <a:srcRect/>
          <a:stretch>
            <a:fillRect/>
          </a:stretch>
        </p:blipFill>
        <p:spPr>
          <a:xfrm>
            <a:off x="3010757" y="1942147"/>
            <a:ext cx="74771" cy="109918"/>
          </a:xfrm>
          <a:prstGeom prst="rect"/>
          <a:ln w="0">
            <a:noFill/>
          </a:ln>
        </p:spPr>
      </p:pic>
      <p:sp>
        <p:nvSpPr>
          <p:cNvPr id="605" name="New shape"/>
          <p:cNvSpPr/>
          <p:nvPr/>
        </p:nvSpPr>
        <p:spPr>
          <a:xfrm>
            <a:off x="3024474" y="198034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6" name="New picture"/>
          <p:cNvPicPr/>
          <p:nvPr/>
        </p:nvPicPr>
        <p:blipFill>
          <a:blip r:embed="rId341"/>
          <a:srcRect/>
          <a:stretch>
            <a:fillRect/>
          </a:stretch>
        </p:blipFill>
        <p:spPr>
          <a:xfrm>
            <a:off x="3105436" y="1969675"/>
            <a:ext cx="77819" cy="82391"/>
          </a:xfrm>
          <a:prstGeom prst="rect"/>
          <a:ln w="0">
            <a:noFill/>
          </a:ln>
        </p:spPr>
      </p:pic>
      <p:sp>
        <p:nvSpPr>
          <p:cNvPr id="607" name="New shape"/>
          <p:cNvSpPr/>
          <p:nvPr/>
        </p:nvSpPr>
        <p:spPr>
          <a:xfrm>
            <a:off x="3119152" y="198034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8" name="New picture"/>
          <p:cNvPicPr/>
          <p:nvPr/>
        </p:nvPicPr>
        <p:blipFill>
          <a:blip r:embed="rId342"/>
          <a:srcRect/>
          <a:stretch>
            <a:fillRect/>
          </a:stretch>
        </p:blipFill>
        <p:spPr>
          <a:xfrm>
            <a:off x="3203163" y="1969674"/>
            <a:ext cx="70199" cy="80867"/>
          </a:xfrm>
          <a:prstGeom prst="rect"/>
          <a:ln w="0">
            <a:noFill/>
          </a:ln>
        </p:spPr>
      </p:pic>
      <p:pic>
        <p:nvPicPr>
          <p:cNvPr id="609" name="New picture"/>
          <p:cNvPicPr/>
          <p:nvPr/>
        </p:nvPicPr>
        <p:blipFill>
          <a:blip r:embed="rId343"/>
          <a:srcRect/>
          <a:stretch>
            <a:fillRect/>
          </a:stretch>
        </p:blipFill>
        <p:spPr>
          <a:xfrm>
            <a:off x="3297841" y="1969674"/>
            <a:ext cx="68675" cy="80867"/>
          </a:xfrm>
          <a:prstGeom prst="rect"/>
          <a:ln w="0">
            <a:noFill/>
          </a:ln>
        </p:spPr>
      </p:pic>
      <p:pic>
        <p:nvPicPr>
          <p:cNvPr id="610" name="New picture"/>
          <p:cNvPicPr/>
          <p:nvPr/>
        </p:nvPicPr>
        <p:blipFill>
          <a:blip r:embed="rId344"/>
          <a:srcRect/>
          <a:stretch>
            <a:fillRect/>
          </a:stretch>
        </p:blipFill>
        <p:spPr>
          <a:xfrm>
            <a:off x="3386327" y="1969675"/>
            <a:ext cx="71818" cy="82391"/>
          </a:xfrm>
          <a:prstGeom prst="rect"/>
          <a:ln w="0">
            <a:noFill/>
          </a:ln>
        </p:spPr>
      </p:pic>
      <p:sp>
        <p:nvSpPr>
          <p:cNvPr id="611" name="New shape"/>
          <p:cNvSpPr/>
          <p:nvPr/>
        </p:nvSpPr>
        <p:spPr>
          <a:xfrm>
            <a:off x="3400139" y="198034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12" name="New shape"/>
          <p:cNvSpPr/>
          <p:nvPr/>
        </p:nvSpPr>
        <p:spPr>
          <a:xfrm>
            <a:off x="3410807" y="1934528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3" name="New picture"/>
          <p:cNvPicPr/>
          <p:nvPr/>
        </p:nvPicPr>
        <p:blipFill>
          <a:blip r:embed="rId345"/>
          <a:srcRect/>
          <a:stretch>
            <a:fillRect/>
          </a:stretch>
        </p:blipFill>
        <p:spPr>
          <a:xfrm>
            <a:off x="3473386" y="1969675"/>
            <a:ext cx="71818" cy="82486"/>
          </a:xfrm>
          <a:prstGeom prst="rect"/>
          <a:ln w="0">
            <a:noFill/>
          </a:ln>
        </p:spPr>
      </p:pic>
      <p:sp>
        <p:nvSpPr>
          <p:cNvPr id="614" name="New shape"/>
          <p:cNvSpPr/>
          <p:nvPr/>
        </p:nvSpPr>
        <p:spPr>
          <a:xfrm>
            <a:off x="3485673" y="198043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5" name="New picture"/>
          <p:cNvPicPr/>
          <p:nvPr/>
        </p:nvPicPr>
        <p:blipFill>
          <a:blip r:embed="rId346"/>
          <a:srcRect/>
          <a:stretch>
            <a:fillRect/>
          </a:stretch>
        </p:blipFill>
        <p:spPr>
          <a:xfrm>
            <a:off x="3555778" y="1969675"/>
            <a:ext cx="58102" cy="82391"/>
          </a:xfrm>
          <a:prstGeom prst="rect"/>
          <a:ln w="0">
            <a:noFill/>
          </a:ln>
        </p:spPr>
      </p:pic>
      <p:pic>
        <p:nvPicPr>
          <p:cNvPr id="616" name="New picture"/>
          <p:cNvPicPr/>
          <p:nvPr/>
        </p:nvPicPr>
        <p:blipFill>
          <a:blip r:embed="rId347"/>
          <a:srcRect/>
          <a:stretch>
            <a:fillRect/>
          </a:stretch>
        </p:blipFill>
        <p:spPr>
          <a:xfrm>
            <a:off x="3632264" y="2033778"/>
            <a:ext cx="16764" cy="18288"/>
          </a:xfrm>
          <a:prstGeom prst="rect"/>
          <a:ln w="0">
            <a:noFill/>
          </a:ln>
        </p:spPr>
      </p:pic>
      <p:pic>
        <p:nvPicPr>
          <p:cNvPr id="617" name="New picture"/>
          <p:cNvPicPr/>
          <p:nvPr/>
        </p:nvPicPr>
        <p:blipFill>
          <a:blip r:embed="rId348"/>
          <a:srcRect/>
          <a:stretch>
            <a:fillRect/>
          </a:stretch>
        </p:blipFill>
        <p:spPr>
          <a:xfrm>
            <a:off x="677418" y="2320576"/>
            <a:ext cx="93155" cy="112966"/>
          </a:xfrm>
          <a:prstGeom prst="rect"/>
          <a:ln w="0">
            <a:noFill/>
          </a:ln>
        </p:spPr>
      </p:pic>
      <p:pic>
        <p:nvPicPr>
          <p:cNvPr id="618" name="New picture"/>
          <p:cNvPicPr/>
          <p:nvPr/>
        </p:nvPicPr>
        <p:blipFill>
          <a:blip r:embed="rId349"/>
          <a:srcRect/>
          <a:stretch>
            <a:fillRect/>
          </a:stretch>
        </p:blipFill>
        <p:spPr>
          <a:xfrm>
            <a:off x="776668" y="2351151"/>
            <a:ext cx="71818" cy="82391"/>
          </a:xfrm>
          <a:prstGeom prst="rect"/>
          <a:ln w="0">
            <a:noFill/>
          </a:ln>
        </p:spPr>
      </p:pic>
      <p:sp>
        <p:nvSpPr>
          <p:cNvPr id="619" name="New shape"/>
          <p:cNvSpPr/>
          <p:nvPr/>
        </p:nvSpPr>
        <p:spPr>
          <a:xfrm>
            <a:off x="790385" y="23618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20" name="New shape"/>
          <p:cNvSpPr/>
          <p:nvPr/>
        </p:nvSpPr>
        <p:spPr>
          <a:xfrm>
            <a:off x="908304" y="23241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21" name="New shape"/>
          <p:cNvSpPr/>
          <p:nvPr/>
        </p:nvSpPr>
        <p:spPr>
          <a:xfrm>
            <a:off x="947738" y="235419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2" name="New picture"/>
          <p:cNvPicPr/>
          <p:nvPr/>
        </p:nvPicPr>
        <p:blipFill>
          <a:blip r:embed="rId350"/>
          <a:srcRect/>
          <a:stretch>
            <a:fillRect/>
          </a:stretch>
        </p:blipFill>
        <p:spPr>
          <a:xfrm>
            <a:off x="946214" y="2319051"/>
            <a:ext cx="16764" cy="16859"/>
          </a:xfrm>
          <a:prstGeom prst="rect"/>
          <a:ln w="0">
            <a:noFill/>
          </a:ln>
        </p:spPr>
      </p:pic>
      <p:pic>
        <p:nvPicPr>
          <p:cNvPr id="623" name="New picture"/>
          <p:cNvPicPr/>
          <p:nvPr/>
        </p:nvPicPr>
        <p:blipFill>
          <a:blip r:embed="rId351"/>
          <a:srcRect/>
          <a:stretch>
            <a:fillRect/>
          </a:stretch>
        </p:blipFill>
        <p:spPr>
          <a:xfrm>
            <a:off x="975265" y="2354199"/>
            <a:ext cx="73247" cy="77819"/>
          </a:xfrm>
          <a:prstGeom prst="rect"/>
          <a:ln w="0">
            <a:noFill/>
          </a:ln>
        </p:spPr>
      </p:pic>
      <p:pic>
        <p:nvPicPr>
          <p:cNvPr id="624" name="New picture"/>
          <p:cNvPicPr/>
          <p:nvPr/>
        </p:nvPicPr>
        <p:blipFill>
          <a:blip r:embed="rId352"/>
          <a:srcRect/>
          <a:stretch>
            <a:fillRect/>
          </a:stretch>
        </p:blipFill>
        <p:spPr>
          <a:xfrm>
            <a:off x="1060704" y="2351246"/>
            <a:ext cx="42767" cy="80867"/>
          </a:xfrm>
          <a:prstGeom prst="rect"/>
          <a:ln w="0">
            <a:noFill/>
          </a:ln>
        </p:spPr>
      </p:pic>
      <p:pic>
        <p:nvPicPr>
          <p:cNvPr id="625" name="New picture"/>
          <p:cNvPicPr/>
          <p:nvPr/>
        </p:nvPicPr>
        <p:blipFill>
          <a:blip r:embed="rId353"/>
          <a:srcRect/>
          <a:stretch>
            <a:fillRect/>
          </a:stretch>
        </p:blipFill>
        <p:spPr>
          <a:xfrm>
            <a:off x="1109567" y="2351151"/>
            <a:ext cx="71818" cy="82391"/>
          </a:xfrm>
          <a:prstGeom prst="rect"/>
          <a:ln w="0">
            <a:noFill/>
          </a:ln>
        </p:spPr>
      </p:pic>
      <p:sp>
        <p:nvSpPr>
          <p:cNvPr id="626" name="New shape"/>
          <p:cNvSpPr/>
          <p:nvPr/>
        </p:nvSpPr>
        <p:spPr>
          <a:xfrm>
            <a:off x="1123283" y="236181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7" name="New picture"/>
          <p:cNvPicPr/>
          <p:nvPr/>
        </p:nvPicPr>
        <p:blipFill>
          <a:blip r:embed="rId354"/>
          <a:srcRect/>
          <a:stretch>
            <a:fillRect/>
          </a:stretch>
        </p:blipFill>
        <p:spPr>
          <a:xfrm>
            <a:off x="1240917" y="2351246"/>
            <a:ext cx="74771" cy="117443"/>
          </a:xfrm>
          <a:prstGeom prst="rect"/>
          <a:ln w="0">
            <a:noFill/>
          </a:ln>
        </p:spPr>
      </p:pic>
      <p:sp>
        <p:nvSpPr>
          <p:cNvPr id="628" name="New shape"/>
          <p:cNvSpPr/>
          <p:nvPr/>
        </p:nvSpPr>
        <p:spPr>
          <a:xfrm>
            <a:off x="1254633" y="236191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9" name="New picture"/>
          <p:cNvPicPr/>
          <p:nvPr/>
        </p:nvPicPr>
        <p:blipFill>
          <a:blip r:embed="rId355"/>
          <a:srcRect/>
          <a:stretch>
            <a:fillRect/>
          </a:stretch>
        </p:blipFill>
        <p:spPr>
          <a:xfrm>
            <a:off x="1335596" y="2351246"/>
            <a:ext cx="42672" cy="80867"/>
          </a:xfrm>
          <a:prstGeom prst="rect"/>
          <a:ln w="0">
            <a:noFill/>
          </a:ln>
        </p:spPr>
      </p:pic>
      <p:pic>
        <p:nvPicPr>
          <p:cNvPr id="630" name="New picture"/>
          <p:cNvPicPr/>
          <p:nvPr/>
        </p:nvPicPr>
        <p:blipFill>
          <a:blip r:embed="rId356"/>
          <a:srcRect/>
          <a:stretch>
            <a:fillRect/>
          </a:stretch>
        </p:blipFill>
        <p:spPr>
          <a:xfrm>
            <a:off x="1384364" y="2351151"/>
            <a:ext cx="70294" cy="82391"/>
          </a:xfrm>
          <a:prstGeom prst="rect"/>
          <a:ln w="0">
            <a:noFill/>
          </a:ln>
        </p:spPr>
      </p:pic>
      <p:sp>
        <p:nvSpPr>
          <p:cNvPr id="631" name="New shape"/>
          <p:cNvSpPr/>
          <p:nvPr/>
        </p:nvSpPr>
        <p:spPr>
          <a:xfrm>
            <a:off x="1396556" y="23618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32" name="New shape"/>
          <p:cNvSpPr/>
          <p:nvPr/>
        </p:nvSpPr>
        <p:spPr>
          <a:xfrm>
            <a:off x="1407319" y="2316004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3" name="New picture"/>
          <p:cNvPicPr/>
          <p:nvPr/>
        </p:nvPicPr>
        <p:blipFill>
          <a:blip r:embed="rId357"/>
          <a:srcRect/>
          <a:stretch>
            <a:fillRect/>
          </a:stretch>
        </p:blipFill>
        <p:spPr>
          <a:xfrm>
            <a:off x="1466945" y="2351151"/>
            <a:ext cx="58007" cy="82391"/>
          </a:xfrm>
          <a:prstGeom prst="rect"/>
          <a:ln w="0">
            <a:noFill/>
          </a:ln>
        </p:spPr>
      </p:pic>
      <p:pic>
        <p:nvPicPr>
          <p:cNvPr id="634" name="New picture"/>
          <p:cNvPicPr/>
          <p:nvPr/>
        </p:nvPicPr>
        <p:blipFill>
          <a:blip r:embed="rId358"/>
          <a:srcRect/>
          <a:stretch>
            <a:fillRect/>
          </a:stretch>
        </p:blipFill>
        <p:spPr>
          <a:xfrm>
            <a:off x="1538668" y="2351151"/>
            <a:ext cx="70199" cy="82391"/>
          </a:xfrm>
          <a:prstGeom prst="rect"/>
          <a:ln w="0">
            <a:noFill/>
          </a:ln>
        </p:spPr>
      </p:pic>
      <p:sp>
        <p:nvSpPr>
          <p:cNvPr id="635" name="New shape"/>
          <p:cNvSpPr/>
          <p:nvPr/>
        </p:nvSpPr>
        <p:spPr>
          <a:xfrm>
            <a:off x="1550861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6" name="New picture"/>
          <p:cNvPicPr/>
          <p:nvPr/>
        </p:nvPicPr>
        <p:blipFill>
          <a:blip r:embed="rId359"/>
          <a:srcRect/>
          <a:stretch>
            <a:fillRect/>
          </a:stretch>
        </p:blipFill>
        <p:spPr>
          <a:xfrm>
            <a:off x="1628775" y="2351246"/>
            <a:ext cx="70199" cy="80867"/>
          </a:xfrm>
          <a:prstGeom prst="rect"/>
          <a:ln w="0">
            <a:noFill/>
          </a:ln>
        </p:spPr>
      </p:pic>
      <p:pic>
        <p:nvPicPr>
          <p:cNvPr id="637" name="New picture"/>
          <p:cNvPicPr/>
          <p:nvPr/>
        </p:nvPicPr>
        <p:blipFill>
          <a:blip r:embed="rId360"/>
          <a:srcRect/>
          <a:stretch>
            <a:fillRect/>
          </a:stretch>
        </p:blipFill>
        <p:spPr>
          <a:xfrm>
            <a:off x="1712786" y="2329815"/>
            <a:ext cx="47339" cy="103727"/>
          </a:xfrm>
          <a:prstGeom prst="rect"/>
          <a:ln w="0">
            <a:noFill/>
          </a:ln>
        </p:spPr>
      </p:pic>
      <p:pic>
        <p:nvPicPr>
          <p:cNvPr id="638" name="New picture"/>
          <p:cNvPicPr/>
          <p:nvPr/>
        </p:nvPicPr>
        <p:blipFill>
          <a:blip r:embed="rId361"/>
          <a:srcRect/>
          <a:stretch>
            <a:fillRect/>
          </a:stretch>
        </p:blipFill>
        <p:spPr>
          <a:xfrm>
            <a:off x="1770793" y="2351151"/>
            <a:ext cx="70199" cy="82391"/>
          </a:xfrm>
          <a:prstGeom prst="rect"/>
          <a:ln w="0">
            <a:noFill/>
          </a:ln>
        </p:spPr>
      </p:pic>
      <p:sp>
        <p:nvSpPr>
          <p:cNvPr id="639" name="New shape"/>
          <p:cNvSpPr/>
          <p:nvPr/>
        </p:nvSpPr>
        <p:spPr>
          <a:xfrm>
            <a:off x="1782985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0" name="New picture"/>
          <p:cNvPicPr/>
          <p:nvPr/>
        </p:nvPicPr>
        <p:blipFill>
          <a:blip r:embed="rId362"/>
          <a:srcRect/>
          <a:stretch>
            <a:fillRect/>
          </a:stretch>
        </p:blipFill>
        <p:spPr>
          <a:xfrm>
            <a:off x="1895951" y="2351151"/>
            <a:ext cx="71818" cy="82486"/>
          </a:xfrm>
          <a:prstGeom prst="rect"/>
          <a:ln w="0">
            <a:noFill/>
          </a:ln>
        </p:spPr>
      </p:pic>
      <p:sp>
        <p:nvSpPr>
          <p:cNvPr id="641" name="New shape"/>
          <p:cNvSpPr/>
          <p:nvPr/>
        </p:nvSpPr>
        <p:spPr>
          <a:xfrm>
            <a:off x="1909762" y="236191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42" name="New shape"/>
          <p:cNvSpPr/>
          <p:nvPr/>
        </p:nvSpPr>
        <p:spPr>
          <a:xfrm>
            <a:off x="1918907" y="2316099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3" name="New picture"/>
          <p:cNvPicPr/>
          <p:nvPr/>
        </p:nvPicPr>
        <p:blipFill>
          <a:blip r:embed="rId363"/>
          <a:srcRect/>
          <a:stretch>
            <a:fillRect/>
          </a:stretch>
        </p:blipFill>
        <p:spPr>
          <a:xfrm>
            <a:off x="1978438" y="2352675"/>
            <a:ext cx="77914" cy="117539"/>
          </a:xfrm>
          <a:prstGeom prst="rect"/>
          <a:ln w="0">
            <a:noFill/>
          </a:ln>
        </p:spPr>
      </p:pic>
      <p:sp>
        <p:nvSpPr>
          <p:cNvPr id="644" name="New shape"/>
          <p:cNvSpPr/>
          <p:nvPr/>
        </p:nvSpPr>
        <p:spPr>
          <a:xfrm>
            <a:off x="1995297" y="2361819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45" name="New shape"/>
          <p:cNvSpPr/>
          <p:nvPr/>
        </p:nvSpPr>
        <p:spPr>
          <a:xfrm>
            <a:off x="1990630" y="2430494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6" name="New picture"/>
          <p:cNvPicPr/>
          <p:nvPr/>
        </p:nvPicPr>
        <p:blipFill>
          <a:blip r:embed="rId364"/>
          <a:srcRect/>
          <a:stretch>
            <a:fillRect/>
          </a:stretch>
        </p:blipFill>
        <p:spPr>
          <a:xfrm>
            <a:off x="2065496" y="2351151"/>
            <a:ext cx="65723" cy="82391"/>
          </a:xfrm>
          <a:prstGeom prst="rect"/>
          <a:ln w="0">
            <a:noFill/>
          </a:ln>
        </p:spPr>
      </p:pic>
      <p:sp>
        <p:nvSpPr>
          <p:cNvPr id="647" name="New shape"/>
          <p:cNvSpPr/>
          <p:nvPr/>
        </p:nvSpPr>
        <p:spPr>
          <a:xfrm>
            <a:off x="2079308" y="2392394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48" name="New shape"/>
          <p:cNvSpPr/>
          <p:nvPr/>
        </p:nvSpPr>
        <p:spPr>
          <a:xfrm>
            <a:off x="2154936" y="23241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9" name="New picture"/>
          <p:cNvPicPr/>
          <p:nvPr/>
        </p:nvPicPr>
        <p:blipFill>
          <a:blip r:embed="rId365"/>
          <a:srcRect/>
          <a:stretch>
            <a:fillRect/>
          </a:stretch>
        </p:blipFill>
        <p:spPr>
          <a:xfrm>
            <a:off x="2190655" y="2351246"/>
            <a:ext cx="70295" cy="82391"/>
          </a:xfrm>
          <a:prstGeom prst="rect"/>
          <a:ln w="0">
            <a:noFill/>
          </a:ln>
        </p:spPr>
      </p:pic>
      <p:sp>
        <p:nvSpPr>
          <p:cNvPr id="650" name="New shape"/>
          <p:cNvSpPr/>
          <p:nvPr/>
        </p:nvSpPr>
        <p:spPr>
          <a:xfrm>
            <a:off x="2202942" y="2361914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1" name="New picture"/>
          <p:cNvPicPr/>
          <p:nvPr/>
        </p:nvPicPr>
        <p:blipFill>
          <a:blip r:embed="rId366"/>
          <a:srcRect/>
          <a:stretch>
            <a:fillRect/>
          </a:stretch>
        </p:blipFill>
        <p:spPr>
          <a:xfrm>
            <a:off x="2280761" y="2351246"/>
            <a:ext cx="122110" cy="80867"/>
          </a:xfrm>
          <a:prstGeom prst="rect"/>
          <a:ln w="0">
            <a:noFill/>
          </a:ln>
        </p:spPr>
      </p:pic>
      <p:pic>
        <p:nvPicPr>
          <p:cNvPr id="652" name="New picture"/>
          <p:cNvPicPr/>
          <p:nvPr/>
        </p:nvPicPr>
        <p:blipFill>
          <a:blip r:embed="rId367"/>
          <a:srcRect/>
          <a:stretch>
            <a:fillRect/>
          </a:stretch>
        </p:blipFill>
        <p:spPr>
          <a:xfrm>
            <a:off x="2421350" y="2351151"/>
            <a:ext cx="71723" cy="82391"/>
          </a:xfrm>
          <a:prstGeom prst="rect"/>
          <a:ln w="0">
            <a:noFill/>
          </a:ln>
        </p:spPr>
      </p:pic>
      <p:sp>
        <p:nvSpPr>
          <p:cNvPr id="653" name="New shape"/>
          <p:cNvSpPr/>
          <p:nvPr/>
        </p:nvSpPr>
        <p:spPr>
          <a:xfrm>
            <a:off x="2435066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4" name="New picture"/>
          <p:cNvPicPr/>
          <p:nvPr/>
        </p:nvPicPr>
        <p:blipFill>
          <a:blip r:embed="rId368"/>
          <a:srcRect/>
          <a:stretch>
            <a:fillRect/>
          </a:stretch>
        </p:blipFill>
        <p:spPr>
          <a:xfrm>
            <a:off x="2512886" y="2351151"/>
            <a:ext cx="68770" cy="80867"/>
          </a:xfrm>
          <a:prstGeom prst="rect"/>
          <a:ln w="0">
            <a:noFill/>
          </a:ln>
        </p:spPr>
      </p:pic>
      <p:pic>
        <p:nvPicPr>
          <p:cNvPr id="655" name="New picture"/>
          <p:cNvPicPr/>
          <p:nvPr/>
        </p:nvPicPr>
        <p:blipFill>
          <a:blip r:embed="rId369"/>
          <a:srcRect/>
          <a:stretch>
            <a:fillRect/>
          </a:stretch>
        </p:blipFill>
        <p:spPr>
          <a:xfrm>
            <a:off x="2595372" y="2329815"/>
            <a:ext cx="48863" cy="103727"/>
          </a:xfrm>
          <a:prstGeom prst="rect"/>
          <a:ln w="0">
            <a:noFill/>
          </a:ln>
        </p:spPr>
      </p:pic>
      <p:sp>
        <p:nvSpPr>
          <p:cNvPr id="656" name="New shape"/>
          <p:cNvSpPr/>
          <p:nvPr/>
        </p:nvSpPr>
        <p:spPr>
          <a:xfrm>
            <a:off x="2700528" y="23241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7" name="New picture"/>
          <p:cNvPicPr/>
          <p:nvPr/>
        </p:nvPicPr>
        <p:blipFill>
          <a:blip r:embed="rId370"/>
          <a:srcRect/>
          <a:stretch>
            <a:fillRect/>
          </a:stretch>
        </p:blipFill>
        <p:spPr>
          <a:xfrm>
            <a:off x="2734247" y="2351246"/>
            <a:ext cx="71818" cy="82391"/>
          </a:xfrm>
          <a:prstGeom prst="rect"/>
          <a:ln w="0">
            <a:noFill/>
          </a:ln>
        </p:spPr>
      </p:pic>
      <p:sp>
        <p:nvSpPr>
          <p:cNvPr id="658" name="New shape"/>
          <p:cNvSpPr/>
          <p:nvPr/>
        </p:nvSpPr>
        <p:spPr>
          <a:xfrm>
            <a:off x="2748058" y="236191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9" name="New picture"/>
          <p:cNvPicPr/>
          <p:nvPr/>
        </p:nvPicPr>
        <p:blipFill>
          <a:blip r:embed="rId371"/>
          <a:srcRect/>
          <a:stretch>
            <a:fillRect/>
          </a:stretch>
        </p:blipFill>
        <p:spPr>
          <a:xfrm>
            <a:off x="2818352" y="2351151"/>
            <a:ext cx="56483" cy="82391"/>
          </a:xfrm>
          <a:prstGeom prst="rect"/>
          <a:ln w="0">
            <a:noFill/>
          </a:ln>
        </p:spPr>
      </p:pic>
      <p:pic>
        <p:nvPicPr>
          <p:cNvPr id="660" name="New picture"/>
          <p:cNvPicPr/>
          <p:nvPr/>
        </p:nvPicPr>
        <p:blipFill>
          <a:blip r:embed="rId372"/>
          <a:srcRect/>
          <a:stretch>
            <a:fillRect/>
          </a:stretch>
        </p:blipFill>
        <p:spPr>
          <a:xfrm>
            <a:off x="2923699" y="2329815"/>
            <a:ext cx="47339" cy="103727"/>
          </a:xfrm>
          <a:prstGeom prst="rect"/>
          <a:ln w="0">
            <a:noFill/>
          </a:ln>
        </p:spPr>
      </p:pic>
      <p:pic>
        <p:nvPicPr>
          <p:cNvPr id="661" name="New picture"/>
          <p:cNvPicPr/>
          <p:nvPr/>
        </p:nvPicPr>
        <p:blipFill>
          <a:blip r:embed="rId373"/>
          <a:srcRect/>
          <a:stretch>
            <a:fillRect/>
          </a:stretch>
        </p:blipFill>
        <p:spPr>
          <a:xfrm>
            <a:off x="2981706" y="2351151"/>
            <a:ext cx="70295" cy="82391"/>
          </a:xfrm>
          <a:prstGeom prst="rect"/>
          <a:ln w="0">
            <a:noFill/>
          </a:ln>
        </p:spPr>
      </p:pic>
      <p:sp>
        <p:nvSpPr>
          <p:cNvPr id="662" name="New shape"/>
          <p:cNvSpPr/>
          <p:nvPr/>
        </p:nvSpPr>
        <p:spPr>
          <a:xfrm>
            <a:off x="2993993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3" name="New picture"/>
          <p:cNvPicPr/>
          <p:nvPr/>
        </p:nvPicPr>
        <p:blipFill>
          <a:blip r:embed="rId374"/>
          <a:srcRect/>
          <a:stretch>
            <a:fillRect/>
          </a:stretch>
        </p:blipFill>
        <p:spPr>
          <a:xfrm>
            <a:off x="3067241" y="2351151"/>
            <a:ext cx="65627" cy="82391"/>
          </a:xfrm>
          <a:prstGeom prst="rect"/>
          <a:ln w="0">
            <a:noFill/>
          </a:ln>
        </p:spPr>
      </p:pic>
      <p:pic>
        <p:nvPicPr>
          <p:cNvPr id="664" name="New picture"/>
          <p:cNvPicPr/>
          <p:nvPr/>
        </p:nvPicPr>
        <p:blipFill>
          <a:blip r:embed="rId375"/>
          <a:srcRect/>
          <a:stretch>
            <a:fillRect/>
          </a:stretch>
        </p:blipFill>
        <p:spPr>
          <a:xfrm>
            <a:off x="3151251" y="2323719"/>
            <a:ext cx="67151" cy="108299"/>
          </a:xfrm>
          <a:prstGeom prst="rect"/>
          <a:ln w="0">
            <a:noFill/>
          </a:ln>
        </p:spPr>
      </p:pic>
      <p:pic>
        <p:nvPicPr>
          <p:cNvPr id="665" name="New picture"/>
          <p:cNvPicPr/>
          <p:nvPr/>
        </p:nvPicPr>
        <p:blipFill>
          <a:blip r:embed="rId376"/>
          <a:srcRect/>
          <a:stretch>
            <a:fillRect/>
          </a:stretch>
        </p:blipFill>
        <p:spPr>
          <a:xfrm>
            <a:off x="3242882" y="2351246"/>
            <a:ext cx="70199" cy="80867"/>
          </a:xfrm>
          <a:prstGeom prst="rect"/>
          <a:ln w="0">
            <a:noFill/>
          </a:ln>
        </p:spPr>
      </p:pic>
      <p:sp>
        <p:nvSpPr>
          <p:cNvPr id="666" name="New shape"/>
          <p:cNvSpPr/>
          <p:nvPr/>
        </p:nvSpPr>
        <p:spPr>
          <a:xfrm>
            <a:off x="3338988" y="2354104"/>
            <a:ext cx="12287" cy="7791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7" name="New picture"/>
          <p:cNvPicPr/>
          <p:nvPr/>
        </p:nvPicPr>
        <p:blipFill>
          <a:blip r:embed="rId377"/>
          <a:srcRect/>
          <a:stretch>
            <a:fillRect/>
          </a:stretch>
        </p:blipFill>
        <p:spPr>
          <a:xfrm>
            <a:off x="3335941" y="2319052"/>
            <a:ext cx="16859" cy="16764"/>
          </a:xfrm>
          <a:prstGeom prst="rect"/>
          <a:ln w="0">
            <a:noFill/>
          </a:ln>
        </p:spPr>
      </p:pic>
      <p:pic>
        <p:nvPicPr>
          <p:cNvPr id="668" name="New picture"/>
          <p:cNvPicPr/>
          <p:nvPr/>
        </p:nvPicPr>
        <p:blipFill>
          <a:blip r:embed="rId378"/>
          <a:srcRect/>
          <a:stretch>
            <a:fillRect/>
          </a:stretch>
        </p:blipFill>
        <p:spPr>
          <a:xfrm>
            <a:off x="3372612" y="2351151"/>
            <a:ext cx="73342" cy="117539"/>
          </a:xfrm>
          <a:prstGeom prst="rect"/>
          <a:ln w="0">
            <a:noFill/>
          </a:ln>
        </p:spPr>
      </p:pic>
      <p:sp>
        <p:nvSpPr>
          <p:cNvPr id="669" name="New shape"/>
          <p:cNvSpPr/>
          <p:nvPr/>
        </p:nvSpPr>
        <p:spPr>
          <a:xfrm>
            <a:off x="3386327" y="236181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0" name="New picture"/>
          <p:cNvPicPr/>
          <p:nvPr/>
        </p:nvPicPr>
        <p:blipFill>
          <a:blip r:embed="rId379"/>
          <a:srcRect/>
          <a:stretch>
            <a:fillRect/>
          </a:stretch>
        </p:blipFill>
        <p:spPr>
          <a:xfrm>
            <a:off x="3471862" y="2354200"/>
            <a:ext cx="70199" cy="79343"/>
          </a:xfrm>
          <a:prstGeom prst="rect"/>
          <a:ln w="0">
            <a:noFill/>
          </a:ln>
        </p:spPr>
      </p:pic>
      <p:pic>
        <p:nvPicPr>
          <p:cNvPr id="671" name="New picture"/>
          <p:cNvPicPr/>
          <p:nvPr/>
        </p:nvPicPr>
        <p:blipFill>
          <a:blip r:embed="rId380"/>
          <a:srcRect/>
          <a:stretch>
            <a:fillRect/>
          </a:stretch>
        </p:blipFill>
        <p:spPr>
          <a:xfrm>
            <a:off x="3562065" y="2351151"/>
            <a:ext cx="70199" cy="82486"/>
          </a:xfrm>
          <a:prstGeom prst="rect"/>
          <a:ln w="0">
            <a:noFill/>
          </a:ln>
        </p:spPr>
      </p:pic>
      <p:sp>
        <p:nvSpPr>
          <p:cNvPr id="672" name="New shape"/>
          <p:cNvSpPr/>
          <p:nvPr/>
        </p:nvSpPr>
        <p:spPr>
          <a:xfrm>
            <a:off x="3574256" y="236191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3" name="New picture"/>
          <p:cNvPicPr/>
          <p:nvPr/>
        </p:nvPicPr>
        <p:blipFill>
          <a:blip r:embed="rId381"/>
          <a:srcRect/>
          <a:stretch>
            <a:fillRect/>
          </a:stretch>
        </p:blipFill>
        <p:spPr>
          <a:xfrm>
            <a:off x="3644455" y="2351151"/>
            <a:ext cx="58007" cy="82391"/>
          </a:xfrm>
          <a:prstGeom prst="rect"/>
          <a:ln w="0">
            <a:noFill/>
          </a:ln>
        </p:spPr>
      </p:pic>
      <p:pic>
        <p:nvPicPr>
          <p:cNvPr id="674" name="New picture"/>
          <p:cNvPicPr/>
          <p:nvPr/>
        </p:nvPicPr>
        <p:blipFill>
          <a:blip r:embed="rId382"/>
          <a:srcRect/>
          <a:stretch>
            <a:fillRect/>
          </a:stretch>
        </p:blipFill>
        <p:spPr>
          <a:xfrm>
            <a:off x="3755898" y="2323624"/>
            <a:ext cx="74866" cy="109918"/>
          </a:xfrm>
          <a:prstGeom prst="rect"/>
          <a:ln w="0">
            <a:noFill/>
          </a:ln>
        </p:spPr>
      </p:pic>
      <p:sp>
        <p:nvSpPr>
          <p:cNvPr id="675" name="New shape"/>
          <p:cNvSpPr/>
          <p:nvPr/>
        </p:nvSpPr>
        <p:spPr>
          <a:xfrm>
            <a:off x="3768090" y="236181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6" name="New picture"/>
          <p:cNvPicPr/>
          <p:nvPr/>
        </p:nvPicPr>
        <p:blipFill>
          <a:blip r:embed="rId383"/>
          <a:srcRect/>
          <a:stretch>
            <a:fillRect/>
          </a:stretch>
        </p:blipFill>
        <p:spPr>
          <a:xfrm>
            <a:off x="3850577" y="2351151"/>
            <a:ext cx="70295" cy="82391"/>
          </a:xfrm>
          <a:prstGeom prst="rect"/>
          <a:ln w="0">
            <a:noFill/>
          </a:ln>
        </p:spPr>
      </p:pic>
      <p:sp>
        <p:nvSpPr>
          <p:cNvPr id="677" name="New shape"/>
          <p:cNvSpPr/>
          <p:nvPr/>
        </p:nvSpPr>
        <p:spPr>
          <a:xfrm>
            <a:off x="3862863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8" name="New picture"/>
          <p:cNvPicPr/>
          <p:nvPr/>
        </p:nvPicPr>
        <p:blipFill>
          <a:blip r:embed="rId384"/>
          <a:srcRect/>
          <a:stretch>
            <a:fillRect/>
          </a:stretch>
        </p:blipFill>
        <p:spPr>
          <a:xfrm>
            <a:off x="3971258" y="2322195"/>
            <a:ext cx="53435" cy="109918"/>
          </a:xfrm>
          <a:prstGeom prst="rect"/>
          <a:ln w="0">
            <a:noFill/>
          </a:ln>
        </p:spPr>
      </p:pic>
      <p:sp>
        <p:nvSpPr>
          <p:cNvPr id="679" name="New shape"/>
          <p:cNvSpPr/>
          <p:nvPr/>
        </p:nvSpPr>
        <p:spPr>
          <a:xfrm>
            <a:off x="4032314" y="235419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0" name="New picture"/>
          <p:cNvPicPr/>
          <p:nvPr/>
        </p:nvPicPr>
        <p:blipFill>
          <a:blip r:embed="rId385"/>
          <a:srcRect/>
          <a:stretch>
            <a:fillRect/>
          </a:stretch>
        </p:blipFill>
        <p:spPr>
          <a:xfrm>
            <a:off x="4030789" y="2319051"/>
            <a:ext cx="16764" cy="16859"/>
          </a:xfrm>
          <a:prstGeom prst="rect"/>
          <a:ln w="0">
            <a:noFill/>
          </a:ln>
        </p:spPr>
      </p:pic>
      <p:sp>
        <p:nvSpPr>
          <p:cNvPr id="681" name="New shape"/>
          <p:cNvSpPr/>
          <p:nvPr/>
        </p:nvSpPr>
        <p:spPr>
          <a:xfrm>
            <a:off x="4072128" y="23241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2" name="New picture"/>
          <p:cNvPicPr/>
          <p:nvPr/>
        </p:nvPicPr>
        <p:blipFill>
          <a:blip r:embed="rId386"/>
          <a:srcRect/>
          <a:stretch>
            <a:fillRect/>
          </a:stretch>
        </p:blipFill>
        <p:spPr>
          <a:xfrm>
            <a:off x="4101084" y="2329815"/>
            <a:ext cx="47244" cy="103727"/>
          </a:xfrm>
          <a:prstGeom prst="rect"/>
          <a:ln w="0">
            <a:noFill/>
          </a:ln>
        </p:spPr>
      </p:pic>
      <p:pic>
        <p:nvPicPr>
          <p:cNvPr id="683" name="New picture"/>
          <p:cNvPicPr/>
          <p:nvPr/>
        </p:nvPicPr>
        <p:blipFill>
          <a:blip r:embed="rId387"/>
          <a:srcRect/>
          <a:stretch>
            <a:fillRect/>
          </a:stretch>
        </p:blipFill>
        <p:spPr>
          <a:xfrm>
            <a:off x="4165188" y="2351246"/>
            <a:ext cx="42672" cy="80867"/>
          </a:xfrm>
          <a:prstGeom prst="rect"/>
          <a:ln w="0">
            <a:noFill/>
          </a:ln>
        </p:spPr>
      </p:pic>
      <p:pic>
        <p:nvPicPr>
          <p:cNvPr id="684" name="New picture"/>
          <p:cNvPicPr/>
          <p:nvPr/>
        </p:nvPicPr>
        <p:blipFill>
          <a:blip r:embed="rId388"/>
          <a:srcRect/>
          <a:stretch>
            <a:fillRect/>
          </a:stretch>
        </p:blipFill>
        <p:spPr>
          <a:xfrm>
            <a:off x="4212527" y="2351246"/>
            <a:ext cx="65722" cy="82391"/>
          </a:xfrm>
          <a:prstGeom prst="rect"/>
          <a:ln w="0">
            <a:noFill/>
          </a:ln>
        </p:spPr>
      </p:pic>
      <p:sp>
        <p:nvSpPr>
          <p:cNvPr id="685" name="New shape"/>
          <p:cNvSpPr/>
          <p:nvPr/>
        </p:nvSpPr>
        <p:spPr>
          <a:xfrm>
            <a:off x="4226338" y="2392394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6" name="New picture"/>
          <p:cNvPicPr/>
          <p:nvPr/>
        </p:nvPicPr>
        <p:blipFill>
          <a:blip r:embed="rId389"/>
          <a:srcRect/>
          <a:stretch>
            <a:fillRect/>
          </a:stretch>
        </p:blipFill>
        <p:spPr>
          <a:xfrm>
            <a:off x="4291870" y="2352675"/>
            <a:ext cx="77915" cy="117539"/>
          </a:xfrm>
          <a:prstGeom prst="rect"/>
          <a:ln w="0">
            <a:noFill/>
          </a:ln>
        </p:spPr>
      </p:pic>
      <p:sp>
        <p:nvSpPr>
          <p:cNvPr id="687" name="New shape"/>
          <p:cNvSpPr/>
          <p:nvPr/>
        </p:nvSpPr>
        <p:spPr>
          <a:xfrm>
            <a:off x="4308729" y="2361819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88" name="New shape"/>
          <p:cNvSpPr/>
          <p:nvPr/>
        </p:nvSpPr>
        <p:spPr>
          <a:xfrm>
            <a:off x="4305681" y="2430494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9" name="New picture"/>
          <p:cNvPicPr/>
          <p:nvPr/>
        </p:nvPicPr>
        <p:blipFill>
          <a:blip r:embed="rId390"/>
          <a:srcRect/>
          <a:stretch>
            <a:fillRect/>
          </a:stretch>
        </p:blipFill>
        <p:spPr>
          <a:xfrm>
            <a:off x="4380452" y="2351246"/>
            <a:ext cx="70295" cy="82391"/>
          </a:xfrm>
          <a:prstGeom prst="rect"/>
          <a:ln w="0">
            <a:noFill/>
          </a:ln>
        </p:spPr>
      </p:pic>
      <p:sp>
        <p:nvSpPr>
          <p:cNvPr id="690" name="New shape"/>
          <p:cNvSpPr/>
          <p:nvPr/>
        </p:nvSpPr>
        <p:spPr>
          <a:xfrm>
            <a:off x="4392740" y="2361914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1" name="New picture"/>
          <p:cNvPicPr/>
          <p:nvPr/>
        </p:nvPicPr>
        <p:blipFill>
          <a:blip r:embed="rId391"/>
          <a:srcRect/>
          <a:stretch>
            <a:fillRect/>
          </a:stretch>
        </p:blipFill>
        <p:spPr>
          <a:xfrm>
            <a:off x="4464463" y="2415254"/>
            <a:ext cx="21336" cy="42767"/>
          </a:xfrm>
          <a:prstGeom prst="rect"/>
          <a:ln w="0">
            <a:noFill/>
          </a:ln>
        </p:spPr>
      </p:pic>
      <p:sp>
        <p:nvSpPr>
          <p:cNvPr id="692" name="New shape"/>
          <p:cNvSpPr/>
          <p:nvPr/>
        </p:nvSpPr>
        <p:spPr>
          <a:xfrm>
            <a:off x="4550664" y="23241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3" name="New picture"/>
          <p:cNvPicPr/>
          <p:nvPr/>
        </p:nvPicPr>
        <p:blipFill>
          <a:blip r:embed="rId392"/>
          <a:srcRect/>
          <a:stretch>
            <a:fillRect/>
          </a:stretch>
        </p:blipFill>
        <p:spPr>
          <a:xfrm>
            <a:off x="4585049" y="2351151"/>
            <a:ext cx="70295" cy="82391"/>
          </a:xfrm>
          <a:prstGeom prst="rect"/>
          <a:ln w="0">
            <a:noFill/>
          </a:ln>
        </p:spPr>
      </p:pic>
      <p:sp>
        <p:nvSpPr>
          <p:cNvPr id="694" name="New shape"/>
          <p:cNvSpPr/>
          <p:nvPr/>
        </p:nvSpPr>
        <p:spPr>
          <a:xfrm>
            <a:off x="4597336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5" name="New picture"/>
          <p:cNvPicPr/>
          <p:nvPr/>
        </p:nvPicPr>
        <p:blipFill>
          <a:blip r:embed="rId393"/>
          <a:srcRect/>
          <a:stretch>
            <a:fillRect/>
          </a:stretch>
        </p:blipFill>
        <p:spPr>
          <a:xfrm>
            <a:off x="4667536" y="2351151"/>
            <a:ext cx="58007" cy="82391"/>
          </a:xfrm>
          <a:prstGeom prst="rect"/>
          <a:ln w="0">
            <a:noFill/>
          </a:ln>
        </p:spPr>
      </p:pic>
      <p:pic>
        <p:nvPicPr>
          <p:cNvPr id="696" name="New picture"/>
          <p:cNvPicPr/>
          <p:nvPr/>
        </p:nvPicPr>
        <p:blipFill>
          <a:blip r:embed="rId394"/>
          <a:srcRect/>
          <a:stretch>
            <a:fillRect/>
          </a:stretch>
        </p:blipFill>
        <p:spPr>
          <a:xfrm>
            <a:off x="4783646" y="2351246"/>
            <a:ext cx="120682" cy="80867"/>
          </a:xfrm>
          <a:prstGeom prst="rect"/>
          <a:ln w="0">
            <a:noFill/>
          </a:ln>
        </p:spPr>
      </p:pic>
      <p:pic>
        <p:nvPicPr>
          <p:cNvPr id="697" name="New picture"/>
          <p:cNvPicPr/>
          <p:nvPr/>
        </p:nvPicPr>
        <p:blipFill>
          <a:blip r:embed="rId395"/>
          <a:srcRect/>
          <a:stretch>
            <a:fillRect/>
          </a:stretch>
        </p:blipFill>
        <p:spPr>
          <a:xfrm>
            <a:off x="4924044" y="2351151"/>
            <a:ext cx="70295" cy="82486"/>
          </a:xfrm>
          <a:prstGeom prst="rect"/>
          <a:ln w="0">
            <a:noFill/>
          </a:ln>
        </p:spPr>
      </p:pic>
      <p:sp>
        <p:nvSpPr>
          <p:cNvPr id="698" name="New shape"/>
          <p:cNvSpPr/>
          <p:nvPr/>
        </p:nvSpPr>
        <p:spPr>
          <a:xfrm>
            <a:off x="4936331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9" name="New shape"/>
          <p:cNvSpPr/>
          <p:nvPr/>
        </p:nvSpPr>
        <p:spPr>
          <a:xfrm>
            <a:off x="4947000" y="231609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0" name="New picture"/>
          <p:cNvPicPr/>
          <p:nvPr/>
        </p:nvPicPr>
        <p:blipFill>
          <a:blip r:embed="rId396"/>
          <a:srcRect/>
          <a:stretch>
            <a:fillRect/>
          </a:stretch>
        </p:blipFill>
        <p:spPr>
          <a:xfrm>
            <a:off x="5003482" y="2329815"/>
            <a:ext cx="48863" cy="103727"/>
          </a:xfrm>
          <a:prstGeom prst="rect"/>
          <a:ln w="0">
            <a:noFill/>
          </a:ln>
        </p:spPr>
      </p:pic>
      <p:pic>
        <p:nvPicPr>
          <p:cNvPr id="701" name="New picture"/>
          <p:cNvPicPr/>
          <p:nvPr/>
        </p:nvPicPr>
        <p:blipFill>
          <a:blip r:embed="rId397"/>
          <a:srcRect/>
          <a:stretch>
            <a:fillRect/>
          </a:stretch>
        </p:blipFill>
        <p:spPr>
          <a:xfrm>
            <a:off x="5069110" y="2323719"/>
            <a:ext cx="68771" cy="108299"/>
          </a:xfrm>
          <a:prstGeom prst="rect"/>
          <a:ln w="0">
            <a:noFill/>
          </a:ln>
        </p:spPr>
      </p:pic>
      <p:pic>
        <p:nvPicPr>
          <p:cNvPr id="702" name="New picture"/>
          <p:cNvPicPr/>
          <p:nvPr/>
        </p:nvPicPr>
        <p:blipFill>
          <a:blip r:embed="rId398"/>
          <a:srcRect/>
          <a:stretch>
            <a:fillRect/>
          </a:stretch>
        </p:blipFill>
        <p:spPr>
          <a:xfrm>
            <a:off x="5157788" y="2351151"/>
            <a:ext cx="77819" cy="82391"/>
          </a:xfrm>
          <a:prstGeom prst="rect"/>
          <a:ln w="0">
            <a:noFill/>
          </a:ln>
        </p:spPr>
      </p:pic>
      <p:sp>
        <p:nvSpPr>
          <p:cNvPr id="703" name="New shape"/>
          <p:cNvSpPr/>
          <p:nvPr/>
        </p:nvSpPr>
        <p:spPr>
          <a:xfrm>
            <a:off x="5171504" y="236181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4" name="New picture"/>
          <p:cNvPicPr/>
          <p:nvPr/>
        </p:nvPicPr>
        <p:blipFill>
          <a:blip r:embed="rId399"/>
          <a:srcRect/>
          <a:stretch>
            <a:fillRect/>
          </a:stretch>
        </p:blipFill>
        <p:spPr>
          <a:xfrm>
            <a:off x="5250846" y="2323719"/>
            <a:ext cx="76391" cy="109823"/>
          </a:xfrm>
          <a:prstGeom prst="rect"/>
          <a:ln w="0">
            <a:noFill/>
          </a:ln>
        </p:spPr>
      </p:pic>
      <p:sp>
        <p:nvSpPr>
          <p:cNvPr id="705" name="New shape"/>
          <p:cNvSpPr/>
          <p:nvPr/>
        </p:nvSpPr>
        <p:spPr>
          <a:xfrm>
            <a:off x="5264658" y="236181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6" name="New picture"/>
          <p:cNvPicPr/>
          <p:nvPr/>
        </p:nvPicPr>
        <p:blipFill>
          <a:blip r:embed="rId400"/>
          <a:srcRect/>
          <a:stretch>
            <a:fillRect/>
          </a:stretch>
        </p:blipFill>
        <p:spPr>
          <a:xfrm>
            <a:off x="5347049" y="2351246"/>
            <a:ext cx="70295" cy="82391"/>
          </a:xfrm>
          <a:prstGeom prst="rect"/>
          <a:ln w="0">
            <a:noFill/>
          </a:ln>
        </p:spPr>
      </p:pic>
      <p:sp>
        <p:nvSpPr>
          <p:cNvPr id="707" name="New shape"/>
          <p:cNvSpPr/>
          <p:nvPr/>
        </p:nvSpPr>
        <p:spPr>
          <a:xfrm>
            <a:off x="5359336" y="2361914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8" name="New picture"/>
          <p:cNvPicPr/>
          <p:nvPr/>
        </p:nvPicPr>
        <p:blipFill>
          <a:blip r:embed="rId401"/>
          <a:srcRect/>
          <a:stretch>
            <a:fillRect/>
          </a:stretch>
        </p:blipFill>
        <p:spPr>
          <a:xfrm>
            <a:off x="5429536" y="2351151"/>
            <a:ext cx="58007" cy="82391"/>
          </a:xfrm>
          <a:prstGeom prst="rect"/>
          <a:ln w="0">
            <a:noFill/>
          </a:ln>
        </p:spPr>
      </p:pic>
      <p:pic>
        <p:nvPicPr>
          <p:cNvPr id="709" name="New picture"/>
          <p:cNvPicPr/>
          <p:nvPr/>
        </p:nvPicPr>
        <p:blipFill>
          <a:blip r:embed="rId402"/>
          <a:srcRect/>
          <a:stretch>
            <a:fillRect/>
          </a:stretch>
        </p:blipFill>
        <p:spPr>
          <a:xfrm>
            <a:off x="5544026" y="2351151"/>
            <a:ext cx="76391" cy="117539"/>
          </a:xfrm>
          <a:prstGeom prst="rect"/>
          <a:ln w="0">
            <a:noFill/>
          </a:ln>
        </p:spPr>
      </p:pic>
      <p:sp>
        <p:nvSpPr>
          <p:cNvPr id="710" name="New shape"/>
          <p:cNvSpPr/>
          <p:nvPr/>
        </p:nvSpPr>
        <p:spPr>
          <a:xfrm>
            <a:off x="5559266" y="2361914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1" name="New picture"/>
          <p:cNvPicPr/>
          <p:nvPr/>
        </p:nvPicPr>
        <p:blipFill>
          <a:blip r:embed="rId403"/>
          <a:srcRect/>
          <a:stretch>
            <a:fillRect/>
          </a:stretch>
        </p:blipFill>
        <p:spPr>
          <a:xfrm>
            <a:off x="5635656" y="2351151"/>
            <a:ext cx="77915" cy="82391"/>
          </a:xfrm>
          <a:prstGeom prst="rect"/>
          <a:ln w="0">
            <a:noFill/>
          </a:ln>
        </p:spPr>
      </p:pic>
      <p:sp>
        <p:nvSpPr>
          <p:cNvPr id="712" name="New shape"/>
          <p:cNvSpPr/>
          <p:nvPr/>
        </p:nvSpPr>
        <p:spPr>
          <a:xfrm>
            <a:off x="5649468" y="2361819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3" name="New picture"/>
          <p:cNvPicPr/>
          <p:nvPr/>
        </p:nvPicPr>
        <p:blipFill>
          <a:blip r:embed="rId404"/>
          <a:srcRect/>
          <a:stretch>
            <a:fillRect/>
          </a:stretch>
        </p:blipFill>
        <p:spPr>
          <a:xfrm>
            <a:off x="5733383" y="2354200"/>
            <a:ext cx="70199" cy="79343"/>
          </a:xfrm>
          <a:prstGeom prst="rect"/>
          <a:ln w="0">
            <a:noFill/>
          </a:ln>
        </p:spPr>
      </p:pic>
      <p:pic>
        <p:nvPicPr>
          <p:cNvPr id="714" name="New picture"/>
          <p:cNvPicPr/>
          <p:nvPr/>
        </p:nvPicPr>
        <p:blipFill>
          <a:blip r:embed="rId405"/>
          <a:srcRect/>
          <a:stretch>
            <a:fillRect/>
          </a:stretch>
        </p:blipFill>
        <p:spPr>
          <a:xfrm>
            <a:off x="5826538" y="2351246"/>
            <a:ext cx="42767" cy="80867"/>
          </a:xfrm>
          <a:prstGeom prst="rect"/>
          <a:ln w="0">
            <a:noFill/>
          </a:ln>
        </p:spPr>
      </p:pic>
      <p:pic>
        <p:nvPicPr>
          <p:cNvPr id="715" name="New picture"/>
          <p:cNvPicPr/>
          <p:nvPr/>
        </p:nvPicPr>
        <p:blipFill>
          <a:blip r:embed="rId406"/>
          <a:srcRect/>
          <a:stretch>
            <a:fillRect/>
          </a:stretch>
        </p:blipFill>
        <p:spPr>
          <a:xfrm>
            <a:off x="5922740" y="2351151"/>
            <a:ext cx="42767" cy="80867"/>
          </a:xfrm>
          <a:prstGeom prst="rect"/>
          <a:ln w="0">
            <a:noFill/>
          </a:ln>
        </p:spPr>
      </p:pic>
      <p:pic>
        <p:nvPicPr>
          <p:cNvPr id="716" name="New picture"/>
          <p:cNvPicPr/>
          <p:nvPr/>
        </p:nvPicPr>
        <p:blipFill>
          <a:blip r:embed="rId407"/>
          <a:srcRect/>
          <a:stretch>
            <a:fillRect/>
          </a:stretch>
        </p:blipFill>
        <p:spPr>
          <a:xfrm>
            <a:off x="5971603" y="2351246"/>
            <a:ext cx="70295" cy="82391"/>
          </a:xfrm>
          <a:prstGeom prst="rect"/>
          <a:ln w="0">
            <a:noFill/>
          </a:ln>
        </p:spPr>
      </p:pic>
      <p:sp>
        <p:nvSpPr>
          <p:cNvPr id="717" name="New shape"/>
          <p:cNvSpPr/>
          <p:nvPr/>
        </p:nvSpPr>
        <p:spPr>
          <a:xfrm>
            <a:off x="5983891" y="2361914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8" name="New picture"/>
          <p:cNvPicPr/>
          <p:nvPr/>
        </p:nvPicPr>
        <p:blipFill>
          <a:blip r:embed="rId408"/>
          <a:srcRect/>
          <a:stretch>
            <a:fillRect/>
          </a:stretch>
        </p:blipFill>
        <p:spPr>
          <a:xfrm>
            <a:off x="6061805" y="2351151"/>
            <a:ext cx="76295" cy="117539"/>
          </a:xfrm>
          <a:prstGeom prst="rect"/>
          <a:ln w="0">
            <a:noFill/>
          </a:ln>
        </p:spPr>
      </p:pic>
      <p:sp>
        <p:nvSpPr>
          <p:cNvPr id="719" name="New shape"/>
          <p:cNvSpPr/>
          <p:nvPr/>
        </p:nvSpPr>
        <p:spPr>
          <a:xfrm>
            <a:off x="6075521" y="2361914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0" name="New picture"/>
          <p:cNvPicPr/>
          <p:nvPr/>
        </p:nvPicPr>
        <p:blipFill>
          <a:blip r:embed="rId409"/>
          <a:srcRect/>
          <a:stretch>
            <a:fillRect/>
          </a:stretch>
        </p:blipFill>
        <p:spPr>
          <a:xfrm>
            <a:off x="6153341" y="2351151"/>
            <a:ext cx="70199" cy="82391"/>
          </a:xfrm>
          <a:prstGeom prst="rect"/>
          <a:ln w="0">
            <a:noFill/>
          </a:ln>
        </p:spPr>
      </p:pic>
      <p:sp>
        <p:nvSpPr>
          <p:cNvPr id="721" name="New shape"/>
          <p:cNvSpPr/>
          <p:nvPr/>
        </p:nvSpPr>
        <p:spPr>
          <a:xfrm>
            <a:off x="6165532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22" name="New shape"/>
          <p:cNvSpPr/>
          <p:nvPr/>
        </p:nvSpPr>
        <p:spPr>
          <a:xfrm>
            <a:off x="6176296" y="2316099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3" name="New picture"/>
          <p:cNvPicPr/>
          <p:nvPr/>
        </p:nvPicPr>
        <p:blipFill>
          <a:blip r:embed="rId410"/>
          <a:srcRect/>
          <a:stretch>
            <a:fillRect/>
          </a:stretch>
        </p:blipFill>
        <p:spPr>
          <a:xfrm>
            <a:off x="6243447" y="2351246"/>
            <a:ext cx="42767" cy="80867"/>
          </a:xfrm>
          <a:prstGeom prst="rect"/>
          <a:ln w="0">
            <a:noFill/>
          </a:ln>
        </p:spPr>
      </p:pic>
      <p:pic>
        <p:nvPicPr>
          <p:cNvPr id="724" name="New picture"/>
          <p:cNvPicPr/>
          <p:nvPr/>
        </p:nvPicPr>
        <p:blipFill>
          <a:blip r:embed="rId411"/>
          <a:srcRect/>
          <a:stretch>
            <a:fillRect/>
          </a:stretch>
        </p:blipFill>
        <p:spPr>
          <a:xfrm>
            <a:off x="6292310" y="2351151"/>
            <a:ext cx="70199" cy="82391"/>
          </a:xfrm>
          <a:prstGeom prst="rect"/>
          <a:ln w="0">
            <a:noFill/>
          </a:ln>
        </p:spPr>
      </p:pic>
      <p:sp>
        <p:nvSpPr>
          <p:cNvPr id="725" name="New shape"/>
          <p:cNvSpPr/>
          <p:nvPr/>
        </p:nvSpPr>
        <p:spPr>
          <a:xfrm>
            <a:off x="6304502" y="236181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6" name="New picture"/>
          <p:cNvPicPr/>
          <p:nvPr/>
        </p:nvPicPr>
        <p:blipFill>
          <a:blip r:embed="rId412"/>
          <a:srcRect/>
          <a:stretch>
            <a:fillRect/>
          </a:stretch>
        </p:blipFill>
        <p:spPr>
          <a:xfrm>
            <a:off x="6382417" y="2351246"/>
            <a:ext cx="42767" cy="80867"/>
          </a:xfrm>
          <a:prstGeom prst="rect"/>
          <a:ln w="0">
            <a:noFill/>
          </a:ln>
        </p:spPr>
      </p:pic>
      <p:pic>
        <p:nvPicPr>
          <p:cNvPr id="727" name="New picture"/>
          <p:cNvPicPr/>
          <p:nvPr/>
        </p:nvPicPr>
        <p:blipFill>
          <a:blip r:embed="rId413"/>
          <a:srcRect/>
          <a:stretch>
            <a:fillRect/>
          </a:stretch>
        </p:blipFill>
        <p:spPr>
          <a:xfrm>
            <a:off x="6474046" y="2323719"/>
            <a:ext cx="74771" cy="109823"/>
          </a:xfrm>
          <a:prstGeom prst="rect"/>
          <a:ln w="0">
            <a:noFill/>
          </a:ln>
        </p:spPr>
      </p:pic>
      <p:sp>
        <p:nvSpPr>
          <p:cNvPr id="728" name="New shape"/>
          <p:cNvSpPr/>
          <p:nvPr/>
        </p:nvSpPr>
        <p:spPr>
          <a:xfrm>
            <a:off x="6487763" y="236181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9" name="New picture"/>
          <p:cNvPicPr/>
          <p:nvPr/>
        </p:nvPicPr>
        <p:blipFill>
          <a:blip r:embed="rId414"/>
          <a:srcRect/>
          <a:stretch>
            <a:fillRect/>
          </a:stretch>
        </p:blipFill>
        <p:spPr>
          <a:xfrm>
            <a:off x="6568630" y="2351151"/>
            <a:ext cx="71818" cy="82391"/>
          </a:xfrm>
          <a:prstGeom prst="rect"/>
          <a:ln w="0">
            <a:noFill/>
          </a:ln>
        </p:spPr>
      </p:pic>
      <p:sp>
        <p:nvSpPr>
          <p:cNvPr id="730" name="New shape"/>
          <p:cNvSpPr/>
          <p:nvPr/>
        </p:nvSpPr>
        <p:spPr>
          <a:xfrm>
            <a:off x="6580823" y="236181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1" name="New picture"/>
          <p:cNvPicPr/>
          <p:nvPr/>
        </p:nvPicPr>
        <p:blipFill>
          <a:blip r:embed="rId415"/>
          <a:srcRect/>
          <a:stretch>
            <a:fillRect/>
          </a:stretch>
        </p:blipFill>
        <p:spPr>
          <a:xfrm>
            <a:off x="6651117" y="2351151"/>
            <a:ext cx="58103" cy="82391"/>
          </a:xfrm>
          <a:prstGeom prst="rect"/>
          <a:ln w="0">
            <a:noFill/>
          </a:ln>
        </p:spPr>
      </p:pic>
      <p:pic>
        <p:nvPicPr>
          <p:cNvPr id="732" name="New picture"/>
          <p:cNvPicPr/>
          <p:nvPr/>
        </p:nvPicPr>
        <p:blipFill>
          <a:blip r:embed="rId416"/>
          <a:srcRect/>
          <a:stretch>
            <a:fillRect/>
          </a:stretch>
        </p:blipFill>
        <p:spPr>
          <a:xfrm>
            <a:off x="672846" y="2581657"/>
            <a:ext cx="77914" cy="117443"/>
          </a:xfrm>
          <a:prstGeom prst="rect"/>
          <a:ln w="0">
            <a:noFill/>
          </a:ln>
        </p:spPr>
      </p:pic>
      <p:sp>
        <p:nvSpPr>
          <p:cNvPr id="733" name="New shape"/>
          <p:cNvSpPr/>
          <p:nvPr/>
        </p:nvSpPr>
        <p:spPr>
          <a:xfrm>
            <a:off x="689610" y="2590800"/>
            <a:ext cx="41243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34" name="New shape"/>
          <p:cNvSpPr/>
          <p:nvPr/>
        </p:nvSpPr>
        <p:spPr>
          <a:xfrm>
            <a:off x="686562" y="2659476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5" name="New picture"/>
          <p:cNvPicPr/>
          <p:nvPr/>
        </p:nvPicPr>
        <p:blipFill>
          <a:blip r:embed="rId417"/>
          <a:srcRect/>
          <a:stretch>
            <a:fillRect/>
          </a:stretch>
        </p:blipFill>
        <p:spPr>
          <a:xfrm>
            <a:off x="767525" y="2580036"/>
            <a:ext cx="42767" cy="80962"/>
          </a:xfrm>
          <a:prstGeom prst="rect"/>
          <a:ln w="0">
            <a:noFill/>
          </a:ln>
        </p:spPr>
      </p:pic>
      <p:pic>
        <p:nvPicPr>
          <p:cNvPr id="736" name="New picture"/>
          <p:cNvPicPr/>
          <p:nvPr/>
        </p:nvPicPr>
        <p:blipFill>
          <a:blip r:embed="rId418"/>
          <a:srcRect/>
          <a:stretch>
            <a:fillRect/>
          </a:stretch>
        </p:blipFill>
        <p:spPr>
          <a:xfrm>
            <a:off x="814864" y="2580132"/>
            <a:ext cx="77915" cy="82391"/>
          </a:xfrm>
          <a:prstGeom prst="rect"/>
          <a:ln w="0">
            <a:noFill/>
          </a:ln>
        </p:spPr>
      </p:pic>
      <p:sp>
        <p:nvSpPr>
          <p:cNvPr id="737" name="New shape"/>
          <p:cNvSpPr/>
          <p:nvPr/>
        </p:nvSpPr>
        <p:spPr>
          <a:xfrm>
            <a:off x="828580" y="2590800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8" name="New picture"/>
          <p:cNvPicPr/>
          <p:nvPr/>
        </p:nvPicPr>
        <p:blipFill>
          <a:blip r:embed="rId419"/>
          <a:srcRect/>
          <a:stretch>
            <a:fillRect/>
          </a:stretch>
        </p:blipFill>
        <p:spPr>
          <a:xfrm>
            <a:off x="912590" y="2583085"/>
            <a:ext cx="70199" cy="79438"/>
          </a:xfrm>
          <a:prstGeom prst="rect"/>
          <a:ln w="0">
            <a:noFill/>
          </a:ln>
        </p:spPr>
      </p:pic>
      <p:pic>
        <p:nvPicPr>
          <p:cNvPr id="739" name="New picture"/>
          <p:cNvPicPr/>
          <p:nvPr/>
        </p:nvPicPr>
        <p:blipFill>
          <a:blip r:embed="rId420"/>
          <a:srcRect/>
          <a:stretch>
            <a:fillRect/>
          </a:stretch>
        </p:blipFill>
        <p:spPr>
          <a:xfrm>
            <a:off x="1007269" y="2580037"/>
            <a:ext cx="74866" cy="117539"/>
          </a:xfrm>
          <a:prstGeom prst="rect"/>
          <a:ln w="0">
            <a:noFill/>
          </a:ln>
        </p:spPr>
      </p:pic>
      <p:sp>
        <p:nvSpPr>
          <p:cNvPr id="740" name="New shape"/>
          <p:cNvSpPr/>
          <p:nvPr/>
        </p:nvSpPr>
        <p:spPr>
          <a:xfrm>
            <a:off x="1020985" y="259070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1" name="New picture"/>
          <p:cNvPicPr/>
          <p:nvPr/>
        </p:nvPicPr>
        <p:blipFill>
          <a:blip r:embed="rId421"/>
          <a:srcRect/>
          <a:stretch>
            <a:fillRect/>
          </a:stretch>
        </p:blipFill>
        <p:spPr>
          <a:xfrm>
            <a:off x="1097280" y="2580132"/>
            <a:ext cx="71818" cy="82391"/>
          </a:xfrm>
          <a:prstGeom prst="rect"/>
          <a:ln w="0">
            <a:noFill/>
          </a:ln>
        </p:spPr>
      </p:pic>
      <p:sp>
        <p:nvSpPr>
          <p:cNvPr id="742" name="New shape"/>
          <p:cNvSpPr/>
          <p:nvPr/>
        </p:nvSpPr>
        <p:spPr>
          <a:xfrm>
            <a:off x="1111091" y="259080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3" name="New picture"/>
          <p:cNvPicPr/>
          <p:nvPr/>
        </p:nvPicPr>
        <p:blipFill>
          <a:blip r:embed="rId422"/>
          <a:srcRect/>
          <a:stretch>
            <a:fillRect/>
          </a:stretch>
        </p:blipFill>
        <p:spPr>
          <a:xfrm>
            <a:off x="1181386" y="2580132"/>
            <a:ext cx="56483" cy="82391"/>
          </a:xfrm>
          <a:prstGeom prst="rect"/>
          <a:ln w="0">
            <a:noFill/>
          </a:ln>
        </p:spPr>
      </p:pic>
      <p:pic>
        <p:nvPicPr>
          <p:cNvPr id="744" name="New picture"/>
          <p:cNvPicPr/>
          <p:nvPr/>
        </p:nvPicPr>
        <p:blipFill>
          <a:blip r:embed="rId423"/>
          <a:srcRect/>
          <a:stretch>
            <a:fillRect/>
          </a:stretch>
        </p:blipFill>
        <p:spPr>
          <a:xfrm>
            <a:off x="1291304" y="2580037"/>
            <a:ext cx="71723" cy="82391"/>
          </a:xfrm>
          <a:prstGeom prst="rect"/>
          <a:ln w="0">
            <a:noFill/>
          </a:ln>
        </p:spPr>
      </p:pic>
      <p:sp>
        <p:nvSpPr>
          <p:cNvPr id="745" name="New shape"/>
          <p:cNvSpPr/>
          <p:nvPr/>
        </p:nvSpPr>
        <p:spPr>
          <a:xfrm>
            <a:off x="1305020" y="259070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6" name="New picture"/>
          <p:cNvPicPr/>
          <p:nvPr/>
        </p:nvPicPr>
        <p:blipFill>
          <a:blip r:embed="rId424"/>
          <a:srcRect/>
          <a:stretch>
            <a:fillRect/>
          </a:stretch>
        </p:blipFill>
        <p:spPr>
          <a:xfrm>
            <a:off x="1372267" y="2558797"/>
            <a:ext cx="47339" cy="103727"/>
          </a:xfrm>
          <a:prstGeom prst="rect"/>
          <a:ln w="0">
            <a:noFill/>
          </a:ln>
        </p:spPr>
      </p:pic>
      <p:pic>
        <p:nvPicPr>
          <p:cNvPr id="747" name="New picture"/>
          <p:cNvPicPr/>
          <p:nvPr/>
        </p:nvPicPr>
        <p:blipFill>
          <a:blip r:embed="rId425"/>
          <a:srcRect/>
          <a:stretch>
            <a:fillRect/>
          </a:stretch>
        </p:blipFill>
        <p:spPr>
          <a:xfrm>
            <a:off x="1471517" y="2552604"/>
            <a:ext cx="74771" cy="109918"/>
          </a:xfrm>
          <a:prstGeom prst="rect"/>
          <a:ln w="0">
            <a:noFill/>
          </a:ln>
        </p:spPr>
      </p:pic>
      <p:sp>
        <p:nvSpPr>
          <p:cNvPr id="748" name="New shape"/>
          <p:cNvSpPr/>
          <p:nvPr/>
        </p:nvSpPr>
        <p:spPr>
          <a:xfrm>
            <a:off x="1485233" y="259080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9" name="New picture"/>
          <p:cNvPicPr/>
          <p:nvPr/>
        </p:nvPicPr>
        <p:blipFill>
          <a:blip r:embed="rId426"/>
          <a:srcRect/>
          <a:stretch>
            <a:fillRect/>
          </a:stretch>
        </p:blipFill>
        <p:spPr>
          <a:xfrm>
            <a:off x="1566196" y="2580037"/>
            <a:ext cx="71723" cy="82391"/>
          </a:xfrm>
          <a:prstGeom prst="rect"/>
          <a:ln w="0">
            <a:noFill/>
          </a:ln>
        </p:spPr>
      </p:pic>
      <p:sp>
        <p:nvSpPr>
          <p:cNvPr id="750" name="New shape"/>
          <p:cNvSpPr/>
          <p:nvPr/>
        </p:nvSpPr>
        <p:spPr>
          <a:xfrm>
            <a:off x="1579912" y="259070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1" name="New picture"/>
          <p:cNvPicPr/>
          <p:nvPr/>
        </p:nvPicPr>
        <p:blipFill>
          <a:blip r:embed="rId427"/>
          <a:srcRect/>
          <a:stretch>
            <a:fillRect/>
          </a:stretch>
        </p:blipFill>
        <p:spPr>
          <a:xfrm>
            <a:off x="1648587" y="2580132"/>
            <a:ext cx="58102" cy="82391"/>
          </a:xfrm>
          <a:prstGeom prst="rect"/>
          <a:ln w="0">
            <a:noFill/>
          </a:ln>
        </p:spPr>
      </p:pic>
      <p:pic>
        <p:nvPicPr>
          <p:cNvPr id="752" name="New picture"/>
          <p:cNvPicPr/>
          <p:nvPr/>
        </p:nvPicPr>
        <p:blipFill>
          <a:blip r:embed="rId428"/>
          <a:srcRect/>
          <a:stretch>
            <a:fillRect/>
          </a:stretch>
        </p:blipFill>
        <p:spPr>
          <a:xfrm>
            <a:off x="1755553" y="2558797"/>
            <a:ext cx="47339" cy="103727"/>
          </a:xfrm>
          <a:prstGeom prst="rect"/>
          <a:ln w="0">
            <a:noFill/>
          </a:ln>
        </p:spPr>
      </p:pic>
      <p:pic>
        <p:nvPicPr>
          <p:cNvPr id="753" name="New picture"/>
          <p:cNvPicPr/>
          <p:nvPr/>
        </p:nvPicPr>
        <p:blipFill>
          <a:blip r:embed="rId429"/>
          <a:srcRect/>
          <a:stretch>
            <a:fillRect/>
          </a:stretch>
        </p:blipFill>
        <p:spPr>
          <a:xfrm>
            <a:off x="1813560" y="2580037"/>
            <a:ext cx="70199" cy="82391"/>
          </a:xfrm>
          <a:prstGeom prst="rect"/>
          <a:ln w="0">
            <a:noFill/>
          </a:ln>
        </p:spPr>
      </p:pic>
      <p:sp>
        <p:nvSpPr>
          <p:cNvPr id="754" name="New shape"/>
          <p:cNvSpPr/>
          <p:nvPr/>
        </p:nvSpPr>
        <p:spPr>
          <a:xfrm>
            <a:off x="1825752" y="259070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5" name="New picture"/>
          <p:cNvPicPr/>
          <p:nvPr/>
        </p:nvPicPr>
        <p:blipFill>
          <a:blip r:embed="rId430"/>
          <a:srcRect/>
          <a:stretch>
            <a:fillRect/>
          </a:stretch>
        </p:blipFill>
        <p:spPr>
          <a:xfrm>
            <a:off x="1903667" y="2580132"/>
            <a:ext cx="70199" cy="80867"/>
          </a:xfrm>
          <a:prstGeom prst="rect"/>
          <a:ln w="0">
            <a:noFill/>
          </a:ln>
        </p:spPr>
      </p:pic>
      <p:pic>
        <p:nvPicPr>
          <p:cNvPr id="756" name="New picture"/>
          <p:cNvPicPr/>
          <p:nvPr/>
        </p:nvPicPr>
        <p:blipFill>
          <a:blip r:embed="rId431"/>
          <a:srcRect/>
          <a:stretch>
            <a:fillRect/>
          </a:stretch>
        </p:blipFill>
        <p:spPr>
          <a:xfrm>
            <a:off x="1993678" y="2552604"/>
            <a:ext cx="74867" cy="109918"/>
          </a:xfrm>
          <a:prstGeom prst="rect"/>
          <a:ln w="0">
            <a:noFill/>
          </a:ln>
        </p:spPr>
      </p:pic>
      <p:sp>
        <p:nvSpPr>
          <p:cNvPr id="757" name="New shape"/>
          <p:cNvSpPr/>
          <p:nvPr/>
        </p:nvSpPr>
        <p:spPr>
          <a:xfrm>
            <a:off x="2005965" y="259080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8" name="New picture"/>
          <p:cNvPicPr/>
          <p:nvPr/>
        </p:nvPicPr>
        <p:blipFill>
          <a:blip r:embed="rId432"/>
          <a:srcRect/>
          <a:stretch>
            <a:fillRect/>
          </a:stretch>
        </p:blipFill>
        <p:spPr>
          <a:xfrm>
            <a:off x="2086832" y="2580132"/>
            <a:ext cx="65723" cy="82391"/>
          </a:xfrm>
          <a:prstGeom prst="rect"/>
          <a:ln w="0">
            <a:noFill/>
          </a:ln>
        </p:spPr>
      </p:pic>
      <p:sp>
        <p:nvSpPr>
          <p:cNvPr id="759" name="New shape"/>
          <p:cNvSpPr/>
          <p:nvPr/>
        </p:nvSpPr>
        <p:spPr>
          <a:xfrm>
            <a:off x="2100643" y="262128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0" name="New picture"/>
          <p:cNvPicPr/>
          <p:nvPr/>
        </p:nvPicPr>
        <p:blipFill>
          <a:blip r:embed="rId433"/>
          <a:srcRect/>
          <a:stretch>
            <a:fillRect/>
          </a:stretch>
        </p:blipFill>
        <p:spPr>
          <a:xfrm>
            <a:off x="2175415" y="2580132"/>
            <a:ext cx="70294" cy="80867"/>
          </a:xfrm>
          <a:prstGeom prst="rect"/>
          <a:ln w="0">
            <a:noFill/>
          </a:ln>
        </p:spPr>
      </p:pic>
      <p:pic>
        <p:nvPicPr>
          <p:cNvPr id="761" name="New picture"/>
          <p:cNvPicPr/>
          <p:nvPr/>
        </p:nvPicPr>
        <p:blipFill>
          <a:blip r:embed="rId434"/>
          <a:srcRect/>
          <a:stretch>
            <a:fillRect/>
          </a:stretch>
        </p:blipFill>
        <p:spPr>
          <a:xfrm>
            <a:off x="2265617" y="2580132"/>
            <a:ext cx="64103" cy="82391"/>
          </a:xfrm>
          <a:prstGeom prst="rect"/>
          <a:ln w="0">
            <a:noFill/>
          </a:ln>
        </p:spPr>
      </p:pic>
      <p:pic>
        <p:nvPicPr>
          <p:cNvPr id="762" name="New picture"/>
          <p:cNvPicPr/>
          <p:nvPr/>
        </p:nvPicPr>
        <p:blipFill>
          <a:blip r:embed="rId435"/>
          <a:srcRect/>
          <a:stretch>
            <a:fillRect/>
          </a:stretch>
        </p:blipFill>
        <p:spPr>
          <a:xfrm>
            <a:off x="2340388" y="2580132"/>
            <a:ext cx="71723" cy="82391"/>
          </a:xfrm>
          <a:prstGeom prst="rect"/>
          <a:ln w="0">
            <a:noFill/>
          </a:ln>
        </p:spPr>
      </p:pic>
      <p:sp>
        <p:nvSpPr>
          <p:cNvPr id="763" name="New shape"/>
          <p:cNvSpPr/>
          <p:nvPr/>
        </p:nvSpPr>
        <p:spPr>
          <a:xfrm>
            <a:off x="2352580" y="259080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4" name="New picture"/>
          <p:cNvPicPr/>
          <p:nvPr/>
        </p:nvPicPr>
        <p:blipFill>
          <a:blip r:embed="rId436"/>
          <a:srcRect/>
          <a:stretch>
            <a:fillRect/>
          </a:stretch>
        </p:blipFill>
        <p:spPr>
          <a:xfrm>
            <a:off x="2422874" y="2580132"/>
            <a:ext cx="58007" cy="82391"/>
          </a:xfrm>
          <a:prstGeom prst="rect"/>
          <a:ln w="0">
            <a:noFill/>
          </a:ln>
        </p:spPr>
      </p:pic>
      <p:pic>
        <p:nvPicPr>
          <p:cNvPr id="765" name="New picture"/>
          <p:cNvPicPr/>
          <p:nvPr/>
        </p:nvPicPr>
        <p:blipFill>
          <a:blip r:embed="rId437"/>
          <a:srcRect/>
          <a:stretch>
            <a:fillRect/>
          </a:stretch>
        </p:blipFill>
        <p:spPr>
          <a:xfrm>
            <a:off x="2494598" y="2644140"/>
            <a:ext cx="21336" cy="42767"/>
          </a:xfrm>
          <a:prstGeom prst="rect"/>
          <a:ln w="0">
            <a:noFill/>
          </a:ln>
        </p:spPr>
      </p:pic>
      <p:sp>
        <p:nvSpPr>
          <p:cNvPr id="766" name="New shape"/>
          <p:cNvSpPr/>
          <p:nvPr/>
        </p:nvSpPr>
        <p:spPr>
          <a:xfrm>
            <a:off x="2581656" y="25527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7" name="New picture"/>
          <p:cNvPicPr/>
          <p:nvPr/>
        </p:nvPicPr>
        <p:blipFill>
          <a:blip r:embed="rId438"/>
          <a:srcRect/>
          <a:stretch>
            <a:fillRect/>
          </a:stretch>
        </p:blipFill>
        <p:spPr>
          <a:xfrm>
            <a:off x="2615184" y="2580132"/>
            <a:ext cx="71818" cy="82391"/>
          </a:xfrm>
          <a:prstGeom prst="rect"/>
          <a:ln w="0">
            <a:noFill/>
          </a:ln>
        </p:spPr>
      </p:pic>
      <p:sp>
        <p:nvSpPr>
          <p:cNvPr id="768" name="New shape"/>
          <p:cNvSpPr/>
          <p:nvPr/>
        </p:nvSpPr>
        <p:spPr>
          <a:xfrm>
            <a:off x="2628995" y="259080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9" name="New picture"/>
          <p:cNvPicPr/>
          <p:nvPr/>
        </p:nvPicPr>
        <p:blipFill>
          <a:blip r:embed="rId439"/>
          <a:srcRect/>
          <a:stretch>
            <a:fillRect/>
          </a:stretch>
        </p:blipFill>
        <p:spPr>
          <a:xfrm>
            <a:off x="2697575" y="2580037"/>
            <a:ext cx="58102" cy="82486"/>
          </a:xfrm>
          <a:prstGeom prst="rect"/>
          <a:ln w="0">
            <a:noFill/>
          </a:ln>
        </p:spPr>
      </p:pic>
      <p:pic>
        <p:nvPicPr>
          <p:cNvPr id="770" name="New picture"/>
          <p:cNvPicPr/>
          <p:nvPr/>
        </p:nvPicPr>
        <p:blipFill>
          <a:blip r:embed="rId440"/>
          <a:srcRect/>
          <a:stretch>
            <a:fillRect/>
          </a:stretch>
        </p:blipFill>
        <p:spPr>
          <a:xfrm>
            <a:off x="2807589" y="2580132"/>
            <a:ext cx="65723" cy="82391"/>
          </a:xfrm>
          <a:prstGeom prst="rect"/>
          <a:ln w="0">
            <a:noFill/>
          </a:ln>
        </p:spPr>
      </p:pic>
      <p:sp>
        <p:nvSpPr>
          <p:cNvPr id="771" name="New shape"/>
          <p:cNvSpPr/>
          <p:nvPr/>
        </p:nvSpPr>
        <p:spPr>
          <a:xfrm>
            <a:off x="2821400" y="262128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72" name="New shape"/>
          <p:cNvSpPr/>
          <p:nvPr/>
        </p:nvSpPr>
        <p:spPr>
          <a:xfrm>
            <a:off x="2897124" y="25527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3" name="New picture"/>
          <p:cNvPicPr/>
          <p:nvPr/>
        </p:nvPicPr>
        <p:blipFill>
          <a:blip r:embed="rId441"/>
          <a:srcRect/>
          <a:stretch>
            <a:fillRect/>
          </a:stretch>
        </p:blipFill>
        <p:spPr>
          <a:xfrm>
            <a:off x="2928270" y="2581657"/>
            <a:ext cx="76390" cy="117443"/>
          </a:xfrm>
          <a:prstGeom prst="rect"/>
          <a:ln w="0">
            <a:noFill/>
          </a:ln>
        </p:spPr>
      </p:pic>
      <p:sp>
        <p:nvSpPr>
          <p:cNvPr id="774" name="New shape"/>
          <p:cNvSpPr/>
          <p:nvPr/>
        </p:nvSpPr>
        <p:spPr>
          <a:xfrm>
            <a:off x="2943511" y="2590800"/>
            <a:ext cx="41243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75" name="New shape"/>
          <p:cNvSpPr/>
          <p:nvPr/>
        </p:nvSpPr>
        <p:spPr>
          <a:xfrm>
            <a:off x="2940463" y="2659476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6" name="New picture"/>
          <p:cNvPicPr/>
          <p:nvPr/>
        </p:nvPicPr>
        <p:blipFill>
          <a:blip r:embed="rId442"/>
          <a:srcRect/>
          <a:stretch>
            <a:fillRect/>
          </a:stretch>
        </p:blipFill>
        <p:spPr>
          <a:xfrm>
            <a:off x="3015329" y="2580132"/>
            <a:ext cx="77819" cy="82391"/>
          </a:xfrm>
          <a:prstGeom prst="rect"/>
          <a:ln w="0">
            <a:noFill/>
          </a:ln>
        </p:spPr>
      </p:pic>
      <p:sp>
        <p:nvSpPr>
          <p:cNvPr id="777" name="New shape"/>
          <p:cNvSpPr/>
          <p:nvPr/>
        </p:nvSpPr>
        <p:spPr>
          <a:xfrm>
            <a:off x="3029045" y="2590800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8" name="New picture"/>
          <p:cNvPicPr/>
          <p:nvPr/>
        </p:nvPicPr>
        <p:blipFill>
          <a:blip r:embed="rId443"/>
          <a:srcRect/>
          <a:stretch>
            <a:fillRect/>
          </a:stretch>
        </p:blipFill>
        <p:spPr>
          <a:xfrm>
            <a:off x="3113056" y="2580132"/>
            <a:ext cx="42672" cy="80867"/>
          </a:xfrm>
          <a:prstGeom prst="rect"/>
          <a:ln w="0">
            <a:noFill/>
          </a:ln>
        </p:spPr>
      </p:pic>
      <p:sp>
        <p:nvSpPr>
          <p:cNvPr id="779" name="New shape"/>
          <p:cNvSpPr/>
          <p:nvPr/>
        </p:nvSpPr>
        <p:spPr>
          <a:xfrm>
            <a:off x="3169539" y="258318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0" name="New picture"/>
          <p:cNvPicPr/>
          <p:nvPr/>
        </p:nvPicPr>
        <p:blipFill>
          <a:blip r:embed="rId444"/>
          <a:srcRect/>
          <a:stretch>
            <a:fillRect/>
          </a:stretch>
        </p:blipFill>
        <p:spPr>
          <a:xfrm>
            <a:off x="3168015" y="2548032"/>
            <a:ext cx="16764" cy="16764"/>
          </a:xfrm>
          <a:prstGeom prst="rect"/>
          <a:ln w="0">
            <a:noFill/>
          </a:ln>
        </p:spPr>
      </p:pic>
      <p:pic>
        <p:nvPicPr>
          <p:cNvPr id="781" name="New picture"/>
          <p:cNvPicPr/>
          <p:nvPr/>
        </p:nvPicPr>
        <p:blipFill>
          <a:blip r:embed="rId445"/>
          <a:srcRect/>
          <a:stretch>
            <a:fillRect/>
          </a:stretch>
        </p:blipFill>
        <p:spPr>
          <a:xfrm>
            <a:off x="3198590" y="2558797"/>
            <a:ext cx="47339" cy="103727"/>
          </a:xfrm>
          <a:prstGeom prst="rect"/>
          <a:ln w="0">
            <a:noFill/>
          </a:ln>
        </p:spPr>
      </p:pic>
      <p:pic>
        <p:nvPicPr>
          <p:cNvPr id="782" name="New picture"/>
          <p:cNvPicPr/>
          <p:nvPr/>
        </p:nvPicPr>
        <p:blipFill>
          <a:blip r:embed="rId446"/>
          <a:srcRect/>
          <a:stretch>
            <a:fillRect/>
          </a:stretch>
        </p:blipFill>
        <p:spPr>
          <a:xfrm>
            <a:off x="3264218" y="2552605"/>
            <a:ext cx="68675" cy="108395"/>
          </a:xfrm>
          <a:prstGeom prst="rect"/>
          <a:ln w="0">
            <a:noFill/>
          </a:ln>
        </p:spPr>
      </p:pic>
      <p:pic>
        <p:nvPicPr>
          <p:cNvPr id="783" name="New picture"/>
          <p:cNvPicPr/>
          <p:nvPr/>
        </p:nvPicPr>
        <p:blipFill>
          <a:blip r:embed="rId447"/>
          <a:srcRect/>
          <a:stretch>
            <a:fillRect/>
          </a:stretch>
        </p:blipFill>
        <p:spPr>
          <a:xfrm>
            <a:off x="3357372" y="2580132"/>
            <a:ext cx="120586" cy="80867"/>
          </a:xfrm>
          <a:prstGeom prst="rect"/>
          <a:ln w="0">
            <a:noFill/>
          </a:ln>
        </p:spPr>
      </p:pic>
      <p:pic>
        <p:nvPicPr>
          <p:cNvPr id="784" name="New picture"/>
          <p:cNvPicPr/>
          <p:nvPr/>
        </p:nvPicPr>
        <p:blipFill>
          <a:blip r:embed="rId448"/>
          <a:srcRect/>
          <a:stretch>
            <a:fillRect/>
          </a:stretch>
        </p:blipFill>
        <p:spPr>
          <a:xfrm>
            <a:off x="3497866" y="2580132"/>
            <a:ext cx="71723" cy="82391"/>
          </a:xfrm>
          <a:prstGeom prst="rect"/>
          <a:ln w="0">
            <a:noFill/>
          </a:ln>
        </p:spPr>
      </p:pic>
      <p:sp>
        <p:nvSpPr>
          <p:cNvPr id="785" name="New shape"/>
          <p:cNvSpPr/>
          <p:nvPr/>
        </p:nvSpPr>
        <p:spPr>
          <a:xfrm>
            <a:off x="3510058" y="259080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6" name="New picture"/>
          <p:cNvPicPr/>
          <p:nvPr/>
        </p:nvPicPr>
        <p:blipFill>
          <a:blip r:embed="rId449"/>
          <a:srcRect/>
          <a:stretch>
            <a:fillRect/>
          </a:stretch>
        </p:blipFill>
        <p:spPr>
          <a:xfrm>
            <a:off x="3580257" y="2580132"/>
            <a:ext cx="58102" cy="82391"/>
          </a:xfrm>
          <a:prstGeom prst="rect"/>
          <a:ln w="0">
            <a:noFill/>
          </a:ln>
        </p:spPr>
      </p:pic>
      <p:pic>
        <p:nvPicPr>
          <p:cNvPr id="787" name="New picture"/>
          <p:cNvPicPr/>
          <p:nvPr/>
        </p:nvPicPr>
        <p:blipFill>
          <a:blip r:embed="rId450"/>
          <a:srcRect/>
          <a:stretch>
            <a:fillRect/>
          </a:stretch>
        </p:blipFill>
        <p:spPr>
          <a:xfrm>
            <a:off x="3691795" y="2552604"/>
            <a:ext cx="74771" cy="109918"/>
          </a:xfrm>
          <a:prstGeom prst="rect"/>
          <a:ln w="0">
            <a:noFill/>
          </a:ln>
        </p:spPr>
      </p:pic>
      <p:sp>
        <p:nvSpPr>
          <p:cNvPr id="788" name="New shape"/>
          <p:cNvSpPr/>
          <p:nvPr/>
        </p:nvSpPr>
        <p:spPr>
          <a:xfrm>
            <a:off x="3705511" y="259080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9" name="New picture"/>
          <p:cNvPicPr/>
          <p:nvPr/>
        </p:nvPicPr>
        <p:blipFill>
          <a:blip r:embed="rId451"/>
          <a:srcRect/>
          <a:stretch>
            <a:fillRect/>
          </a:stretch>
        </p:blipFill>
        <p:spPr>
          <a:xfrm>
            <a:off x="3786377" y="2580132"/>
            <a:ext cx="71818" cy="82391"/>
          </a:xfrm>
          <a:prstGeom prst="rect"/>
          <a:ln w="0">
            <a:noFill/>
          </a:ln>
        </p:spPr>
      </p:pic>
      <p:sp>
        <p:nvSpPr>
          <p:cNvPr id="790" name="New shape"/>
          <p:cNvSpPr/>
          <p:nvPr/>
        </p:nvSpPr>
        <p:spPr>
          <a:xfrm>
            <a:off x="3800189" y="259080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1" name="New picture"/>
          <p:cNvPicPr/>
          <p:nvPr/>
        </p:nvPicPr>
        <p:blipFill>
          <a:blip r:embed="rId452"/>
          <a:srcRect/>
          <a:stretch>
            <a:fillRect/>
          </a:stretch>
        </p:blipFill>
        <p:spPr>
          <a:xfrm>
            <a:off x="3868960" y="2580132"/>
            <a:ext cx="58007" cy="82391"/>
          </a:xfrm>
          <a:prstGeom prst="rect"/>
          <a:ln w="0">
            <a:noFill/>
          </a:ln>
        </p:spPr>
      </p:pic>
      <p:pic>
        <p:nvPicPr>
          <p:cNvPr id="792" name="New picture"/>
          <p:cNvPicPr/>
          <p:nvPr/>
        </p:nvPicPr>
        <p:blipFill>
          <a:blip r:embed="rId453"/>
          <a:srcRect/>
          <a:stretch>
            <a:fillRect/>
          </a:stretch>
        </p:blipFill>
        <p:spPr>
          <a:xfrm>
            <a:off x="3984974" y="2580132"/>
            <a:ext cx="120586" cy="80867"/>
          </a:xfrm>
          <a:prstGeom prst="rect"/>
          <a:ln w="0">
            <a:noFill/>
          </a:ln>
        </p:spPr>
      </p:pic>
      <p:pic>
        <p:nvPicPr>
          <p:cNvPr id="793" name="New picture"/>
          <p:cNvPicPr/>
          <p:nvPr/>
        </p:nvPicPr>
        <p:blipFill>
          <a:blip r:embed="rId454"/>
          <a:srcRect/>
          <a:stretch>
            <a:fillRect/>
          </a:stretch>
        </p:blipFill>
        <p:spPr>
          <a:xfrm>
            <a:off x="4125373" y="2580037"/>
            <a:ext cx="77915" cy="82486"/>
          </a:xfrm>
          <a:prstGeom prst="rect"/>
          <a:ln w="0">
            <a:noFill/>
          </a:ln>
        </p:spPr>
      </p:pic>
      <p:sp>
        <p:nvSpPr>
          <p:cNvPr id="794" name="New shape"/>
          <p:cNvSpPr/>
          <p:nvPr/>
        </p:nvSpPr>
        <p:spPr>
          <a:xfrm>
            <a:off x="4139088" y="2590800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5" name="New picture"/>
          <p:cNvPicPr/>
          <p:nvPr/>
        </p:nvPicPr>
        <p:blipFill>
          <a:blip r:embed="rId455"/>
          <a:srcRect/>
          <a:stretch>
            <a:fillRect/>
          </a:stretch>
        </p:blipFill>
        <p:spPr>
          <a:xfrm>
            <a:off x="4212431" y="2558797"/>
            <a:ext cx="47339" cy="103823"/>
          </a:xfrm>
          <a:prstGeom prst="rect"/>
          <a:ln w="0">
            <a:noFill/>
          </a:ln>
        </p:spPr>
      </p:pic>
      <p:pic>
        <p:nvPicPr>
          <p:cNvPr id="796" name="New picture"/>
          <p:cNvPicPr/>
          <p:nvPr/>
        </p:nvPicPr>
        <p:blipFill>
          <a:blip r:embed="rId456"/>
          <a:srcRect/>
          <a:stretch>
            <a:fillRect/>
          </a:stretch>
        </p:blipFill>
        <p:spPr>
          <a:xfrm>
            <a:off x="4270439" y="2580132"/>
            <a:ext cx="71818" cy="82391"/>
          </a:xfrm>
          <a:prstGeom prst="rect"/>
          <a:ln w="0">
            <a:noFill/>
          </a:ln>
        </p:spPr>
      </p:pic>
      <p:sp>
        <p:nvSpPr>
          <p:cNvPr id="797" name="New shape"/>
          <p:cNvSpPr/>
          <p:nvPr/>
        </p:nvSpPr>
        <p:spPr>
          <a:xfrm>
            <a:off x="4284249" y="259080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8" name="New picture"/>
          <p:cNvPicPr/>
          <p:nvPr/>
        </p:nvPicPr>
        <p:blipFill>
          <a:blip r:embed="rId457"/>
          <a:srcRect/>
          <a:stretch>
            <a:fillRect/>
          </a:stretch>
        </p:blipFill>
        <p:spPr>
          <a:xfrm>
            <a:off x="4362165" y="2583085"/>
            <a:ext cx="68675" cy="79438"/>
          </a:xfrm>
          <a:prstGeom prst="rect"/>
          <a:ln w="0">
            <a:noFill/>
          </a:ln>
        </p:spPr>
      </p:pic>
      <p:pic>
        <p:nvPicPr>
          <p:cNvPr id="799" name="New picture"/>
          <p:cNvPicPr/>
          <p:nvPr/>
        </p:nvPicPr>
        <p:blipFill>
          <a:blip r:embed="rId458"/>
          <a:srcRect/>
          <a:stretch>
            <a:fillRect/>
          </a:stretch>
        </p:blipFill>
        <p:spPr>
          <a:xfrm>
            <a:off x="4455319" y="2580132"/>
            <a:ext cx="42767" cy="80867"/>
          </a:xfrm>
          <a:prstGeom prst="rect"/>
          <a:ln w="0">
            <a:noFill/>
          </a:ln>
        </p:spPr>
      </p:pic>
      <p:pic>
        <p:nvPicPr>
          <p:cNvPr id="800" name="New picture"/>
          <p:cNvPicPr/>
          <p:nvPr/>
        </p:nvPicPr>
        <p:blipFill>
          <a:blip r:embed="rId459"/>
          <a:srcRect/>
          <a:stretch>
            <a:fillRect/>
          </a:stretch>
        </p:blipFill>
        <p:spPr>
          <a:xfrm>
            <a:off x="4502563" y="2580132"/>
            <a:ext cx="58102" cy="82391"/>
          </a:xfrm>
          <a:prstGeom prst="rect"/>
          <a:ln w="0">
            <a:noFill/>
          </a:ln>
        </p:spPr>
      </p:pic>
      <p:pic>
        <p:nvPicPr>
          <p:cNvPr id="801" name="New picture"/>
          <p:cNvPicPr/>
          <p:nvPr/>
        </p:nvPicPr>
        <p:blipFill>
          <a:blip r:embed="rId460"/>
          <a:srcRect/>
          <a:stretch>
            <a:fillRect/>
          </a:stretch>
        </p:blipFill>
        <p:spPr>
          <a:xfrm>
            <a:off x="4614101" y="2552604"/>
            <a:ext cx="74866" cy="109918"/>
          </a:xfrm>
          <a:prstGeom prst="rect"/>
          <a:ln w="0">
            <a:noFill/>
          </a:ln>
        </p:spPr>
      </p:pic>
      <p:sp>
        <p:nvSpPr>
          <p:cNvPr id="802" name="New shape"/>
          <p:cNvSpPr/>
          <p:nvPr/>
        </p:nvSpPr>
        <p:spPr>
          <a:xfrm>
            <a:off x="4627816" y="259080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3" name="New picture"/>
          <p:cNvPicPr/>
          <p:nvPr/>
        </p:nvPicPr>
        <p:blipFill>
          <a:blip r:embed="rId461"/>
          <a:srcRect/>
          <a:stretch>
            <a:fillRect/>
          </a:stretch>
        </p:blipFill>
        <p:spPr>
          <a:xfrm>
            <a:off x="4708779" y="2580037"/>
            <a:ext cx="71723" cy="82391"/>
          </a:xfrm>
          <a:prstGeom prst="rect"/>
          <a:ln w="0">
            <a:noFill/>
          </a:ln>
        </p:spPr>
      </p:pic>
      <p:sp>
        <p:nvSpPr>
          <p:cNvPr id="804" name="New shape"/>
          <p:cNvSpPr/>
          <p:nvPr/>
        </p:nvSpPr>
        <p:spPr>
          <a:xfrm>
            <a:off x="4722495" y="259070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5" name="New picture"/>
          <p:cNvPicPr/>
          <p:nvPr/>
        </p:nvPicPr>
        <p:blipFill>
          <a:blip r:embed="rId462"/>
          <a:srcRect/>
          <a:stretch>
            <a:fillRect/>
          </a:stretch>
        </p:blipFill>
        <p:spPr>
          <a:xfrm>
            <a:off x="4840129" y="2580036"/>
            <a:ext cx="42767" cy="80962"/>
          </a:xfrm>
          <a:prstGeom prst="rect"/>
          <a:ln w="0">
            <a:noFill/>
          </a:ln>
        </p:spPr>
      </p:pic>
      <p:pic>
        <p:nvPicPr>
          <p:cNvPr id="806" name="New picture"/>
          <p:cNvPicPr/>
          <p:nvPr/>
        </p:nvPicPr>
        <p:blipFill>
          <a:blip r:embed="rId463"/>
          <a:srcRect/>
          <a:stretch>
            <a:fillRect/>
          </a:stretch>
        </p:blipFill>
        <p:spPr>
          <a:xfrm>
            <a:off x="4887468" y="2580037"/>
            <a:ext cx="71723" cy="82391"/>
          </a:xfrm>
          <a:prstGeom prst="rect"/>
          <a:ln w="0">
            <a:noFill/>
          </a:ln>
        </p:spPr>
      </p:pic>
      <p:sp>
        <p:nvSpPr>
          <p:cNvPr id="807" name="New shape"/>
          <p:cNvSpPr/>
          <p:nvPr/>
        </p:nvSpPr>
        <p:spPr>
          <a:xfrm>
            <a:off x="4901184" y="259070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8" name="New picture"/>
          <p:cNvPicPr/>
          <p:nvPr/>
        </p:nvPicPr>
        <p:blipFill>
          <a:blip r:embed="rId464"/>
          <a:srcRect/>
          <a:stretch>
            <a:fillRect/>
          </a:stretch>
        </p:blipFill>
        <p:spPr>
          <a:xfrm>
            <a:off x="4974527" y="2580132"/>
            <a:ext cx="64103" cy="82391"/>
          </a:xfrm>
          <a:prstGeom prst="rect"/>
          <a:ln w="0">
            <a:noFill/>
          </a:ln>
        </p:spPr>
      </p:pic>
      <p:pic>
        <p:nvPicPr>
          <p:cNvPr id="809" name="New picture"/>
          <p:cNvPicPr/>
          <p:nvPr/>
        </p:nvPicPr>
        <p:blipFill>
          <a:blip r:embed="rId465"/>
          <a:srcRect/>
          <a:stretch>
            <a:fillRect/>
          </a:stretch>
        </p:blipFill>
        <p:spPr>
          <a:xfrm>
            <a:off x="5056918" y="2552605"/>
            <a:ext cx="68771" cy="108395"/>
          </a:xfrm>
          <a:prstGeom prst="rect"/>
          <a:ln w="0">
            <a:noFill/>
          </a:ln>
        </p:spPr>
      </p:pic>
      <p:pic>
        <p:nvPicPr>
          <p:cNvPr id="810" name="New picture"/>
          <p:cNvPicPr/>
          <p:nvPr/>
        </p:nvPicPr>
        <p:blipFill>
          <a:blip r:embed="rId466"/>
          <a:srcRect/>
          <a:stretch>
            <a:fillRect/>
          </a:stretch>
        </p:blipFill>
        <p:spPr>
          <a:xfrm>
            <a:off x="5145596" y="2580132"/>
            <a:ext cx="71723" cy="82391"/>
          </a:xfrm>
          <a:prstGeom prst="rect"/>
          <a:ln w="0">
            <a:noFill/>
          </a:ln>
        </p:spPr>
      </p:pic>
      <p:sp>
        <p:nvSpPr>
          <p:cNvPr id="811" name="New shape"/>
          <p:cNvSpPr/>
          <p:nvPr/>
        </p:nvSpPr>
        <p:spPr>
          <a:xfrm>
            <a:off x="5157788" y="259080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2" name="New picture"/>
          <p:cNvPicPr/>
          <p:nvPr/>
        </p:nvPicPr>
        <p:blipFill>
          <a:blip r:embed="rId467"/>
          <a:srcRect/>
          <a:stretch>
            <a:fillRect/>
          </a:stretch>
        </p:blipFill>
        <p:spPr>
          <a:xfrm>
            <a:off x="5235607" y="2580132"/>
            <a:ext cx="42767" cy="80867"/>
          </a:xfrm>
          <a:prstGeom prst="rect"/>
          <a:ln w="0">
            <a:noFill/>
          </a:ln>
        </p:spPr>
      </p:pic>
      <p:pic>
        <p:nvPicPr>
          <p:cNvPr id="813" name="New picture"/>
          <p:cNvPicPr/>
          <p:nvPr/>
        </p:nvPicPr>
        <p:blipFill>
          <a:blip r:embed="rId468"/>
          <a:srcRect/>
          <a:stretch>
            <a:fillRect/>
          </a:stretch>
        </p:blipFill>
        <p:spPr>
          <a:xfrm>
            <a:off x="5284565" y="2580132"/>
            <a:ext cx="64103" cy="82391"/>
          </a:xfrm>
          <a:prstGeom prst="rect"/>
          <a:ln w="0">
            <a:noFill/>
          </a:ln>
        </p:spPr>
      </p:pic>
      <p:pic>
        <p:nvPicPr>
          <p:cNvPr id="814" name="New picture"/>
          <p:cNvPicPr/>
          <p:nvPr/>
        </p:nvPicPr>
        <p:blipFill>
          <a:blip r:embed="rId469"/>
          <a:srcRect/>
          <a:stretch>
            <a:fillRect/>
          </a:stretch>
        </p:blipFill>
        <p:spPr>
          <a:xfrm>
            <a:off x="5366957" y="2552605"/>
            <a:ext cx="68675" cy="108395"/>
          </a:xfrm>
          <a:prstGeom prst="rect"/>
          <a:ln w="0">
            <a:noFill/>
          </a:ln>
        </p:spPr>
      </p:pic>
      <p:pic>
        <p:nvPicPr>
          <p:cNvPr id="815" name="New picture"/>
          <p:cNvPicPr/>
          <p:nvPr/>
        </p:nvPicPr>
        <p:blipFill>
          <a:blip r:embed="rId470"/>
          <a:srcRect/>
          <a:stretch>
            <a:fillRect/>
          </a:stretch>
        </p:blipFill>
        <p:spPr>
          <a:xfrm>
            <a:off x="5455539" y="2580132"/>
            <a:ext cx="71723" cy="82391"/>
          </a:xfrm>
          <a:prstGeom prst="rect"/>
          <a:ln w="0">
            <a:noFill/>
          </a:ln>
        </p:spPr>
      </p:pic>
      <p:sp>
        <p:nvSpPr>
          <p:cNvPr id="816" name="New shape"/>
          <p:cNvSpPr/>
          <p:nvPr/>
        </p:nvSpPr>
        <p:spPr>
          <a:xfrm>
            <a:off x="5469255" y="259080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7" name="New picture"/>
          <p:cNvPicPr/>
          <p:nvPr/>
        </p:nvPicPr>
        <p:blipFill>
          <a:blip r:embed="rId471"/>
          <a:srcRect/>
          <a:stretch>
            <a:fillRect/>
          </a:stretch>
        </p:blipFill>
        <p:spPr>
          <a:xfrm>
            <a:off x="5540979" y="2644235"/>
            <a:ext cx="21431" cy="42672"/>
          </a:xfrm>
          <a:prstGeom prst="rect"/>
          <a:ln w="0">
            <a:noFill/>
          </a:ln>
        </p:spPr>
      </p:pic>
      <p:pic>
        <p:nvPicPr>
          <p:cNvPr id="818" name="New picture"/>
          <p:cNvPicPr/>
          <p:nvPr/>
        </p:nvPicPr>
        <p:blipFill>
          <a:blip r:embed="rId472"/>
          <a:srcRect/>
          <a:stretch>
            <a:fillRect/>
          </a:stretch>
        </p:blipFill>
        <p:spPr>
          <a:xfrm>
            <a:off x="5621941" y="2580037"/>
            <a:ext cx="77915" cy="82391"/>
          </a:xfrm>
          <a:prstGeom prst="rect"/>
          <a:ln w="0">
            <a:noFill/>
          </a:ln>
        </p:spPr>
      </p:pic>
      <p:sp>
        <p:nvSpPr>
          <p:cNvPr id="819" name="New shape"/>
          <p:cNvSpPr/>
          <p:nvPr/>
        </p:nvSpPr>
        <p:spPr>
          <a:xfrm>
            <a:off x="5634133" y="259070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0" name="New picture"/>
          <p:cNvPicPr/>
          <p:nvPr/>
        </p:nvPicPr>
        <p:blipFill>
          <a:blip r:embed="rId473"/>
          <a:srcRect/>
          <a:stretch>
            <a:fillRect/>
          </a:stretch>
        </p:blipFill>
        <p:spPr>
          <a:xfrm>
            <a:off x="5719667" y="2583085"/>
            <a:ext cx="68771" cy="79343"/>
          </a:xfrm>
          <a:prstGeom prst="rect"/>
          <a:ln w="0">
            <a:noFill/>
          </a:ln>
        </p:spPr>
      </p:pic>
      <p:pic>
        <p:nvPicPr>
          <p:cNvPr id="821" name="New picture"/>
          <p:cNvPicPr/>
          <p:nvPr/>
        </p:nvPicPr>
        <p:blipFill>
          <a:blip r:embed="rId474"/>
          <a:srcRect/>
          <a:stretch>
            <a:fillRect/>
          </a:stretch>
        </p:blipFill>
        <p:spPr>
          <a:xfrm>
            <a:off x="5847969" y="2580037"/>
            <a:ext cx="71723" cy="82391"/>
          </a:xfrm>
          <a:prstGeom prst="rect"/>
          <a:ln w="0">
            <a:noFill/>
          </a:ln>
        </p:spPr>
      </p:pic>
      <p:sp>
        <p:nvSpPr>
          <p:cNvPr id="822" name="New shape"/>
          <p:cNvSpPr/>
          <p:nvPr/>
        </p:nvSpPr>
        <p:spPr>
          <a:xfrm>
            <a:off x="5861685" y="259070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3" name="New picture"/>
          <p:cNvPicPr/>
          <p:nvPr/>
        </p:nvPicPr>
        <p:blipFill>
          <a:blip r:embed="rId475"/>
          <a:srcRect/>
          <a:stretch>
            <a:fillRect/>
          </a:stretch>
        </p:blipFill>
        <p:spPr>
          <a:xfrm>
            <a:off x="5939599" y="2580132"/>
            <a:ext cx="68675" cy="80867"/>
          </a:xfrm>
          <a:prstGeom prst="rect"/>
          <a:ln w="0">
            <a:noFill/>
          </a:ln>
        </p:spPr>
      </p:pic>
      <p:pic>
        <p:nvPicPr>
          <p:cNvPr id="824" name="New picture"/>
          <p:cNvPicPr/>
          <p:nvPr/>
        </p:nvPicPr>
        <p:blipFill>
          <a:blip r:embed="rId476"/>
          <a:srcRect/>
          <a:stretch>
            <a:fillRect/>
          </a:stretch>
        </p:blipFill>
        <p:spPr>
          <a:xfrm>
            <a:off x="6028086" y="2580132"/>
            <a:ext cx="64198" cy="82391"/>
          </a:xfrm>
          <a:prstGeom prst="rect"/>
          <a:ln w="0">
            <a:noFill/>
          </a:ln>
        </p:spPr>
      </p:pic>
      <p:pic>
        <p:nvPicPr>
          <p:cNvPr id="825" name="New picture"/>
          <p:cNvPicPr/>
          <p:nvPr/>
        </p:nvPicPr>
        <p:blipFill>
          <a:blip r:embed="rId477"/>
          <a:srcRect/>
          <a:stretch>
            <a:fillRect/>
          </a:stretch>
        </p:blipFill>
        <p:spPr>
          <a:xfrm>
            <a:off x="6103048" y="2580037"/>
            <a:ext cx="77819" cy="82391"/>
          </a:xfrm>
          <a:prstGeom prst="rect"/>
          <a:ln w="0">
            <a:noFill/>
          </a:ln>
        </p:spPr>
      </p:pic>
      <p:sp>
        <p:nvSpPr>
          <p:cNvPr id="826" name="New shape"/>
          <p:cNvSpPr/>
          <p:nvPr/>
        </p:nvSpPr>
        <p:spPr>
          <a:xfrm>
            <a:off x="6116765" y="259070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7" name="New picture"/>
          <p:cNvPicPr/>
          <p:nvPr/>
        </p:nvPicPr>
        <p:blipFill>
          <a:blip r:embed="rId478"/>
          <a:srcRect/>
          <a:stretch>
            <a:fillRect/>
          </a:stretch>
        </p:blipFill>
        <p:spPr>
          <a:xfrm>
            <a:off x="6200680" y="2580132"/>
            <a:ext cx="42767" cy="80867"/>
          </a:xfrm>
          <a:prstGeom prst="rect"/>
          <a:ln w="0">
            <a:noFill/>
          </a:ln>
        </p:spPr>
      </p:pic>
      <p:pic>
        <p:nvPicPr>
          <p:cNvPr id="828" name="New picture"/>
          <p:cNvPicPr/>
          <p:nvPr/>
        </p:nvPicPr>
        <p:blipFill>
          <a:blip r:embed="rId479"/>
          <a:srcRect/>
          <a:stretch>
            <a:fillRect/>
          </a:stretch>
        </p:blipFill>
        <p:spPr>
          <a:xfrm>
            <a:off x="6249543" y="2580037"/>
            <a:ext cx="71818" cy="82391"/>
          </a:xfrm>
          <a:prstGeom prst="rect"/>
          <a:ln w="0">
            <a:noFill/>
          </a:ln>
        </p:spPr>
      </p:pic>
      <p:sp>
        <p:nvSpPr>
          <p:cNvPr id="829" name="New shape"/>
          <p:cNvSpPr/>
          <p:nvPr/>
        </p:nvSpPr>
        <p:spPr>
          <a:xfrm>
            <a:off x="6261735" y="259070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30" name="New shape"/>
          <p:cNvSpPr/>
          <p:nvPr/>
        </p:nvSpPr>
        <p:spPr>
          <a:xfrm>
            <a:off x="6380988" y="25527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1" name="New picture"/>
          <p:cNvPicPr/>
          <p:nvPr/>
        </p:nvPicPr>
        <p:blipFill>
          <a:blip r:embed="rId480"/>
          <a:srcRect/>
          <a:stretch>
            <a:fillRect/>
          </a:stretch>
        </p:blipFill>
        <p:spPr>
          <a:xfrm>
            <a:off x="6414421" y="2580036"/>
            <a:ext cx="65627" cy="82391"/>
          </a:xfrm>
          <a:prstGeom prst="rect"/>
          <a:ln w="0">
            <a:noFill/>
          </a:ln>
        </p:spPr>
      </p:pic>
      <p:sp>
        <p:nvSpPr>
          <p:cNvPr id="832" name="New shape"/>
          <p:cNvSpPr/>
          <p:nvPr/>
        </p:nvSpPr>
        <p:spPr>
          <a:xfrm>
            <a:off x="6426613" y="2621280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3" name="New picture"/>
          <p:cNvPicPr/>
          <p:nvPr/>
        </p:nvPicPr>
        <p:blipFill>
          <a:blip r:embed="rId481"/>
          <a:srcRect/>
          <a:stretch>
            <a:fillRect/>
          </a:stretch>
        </p:blipFill>
        <p:spPr>
          <a:xfrm>
            <a:off x="681990" y="2809018"/>
            <a:ext cx="122206" cy="80867"/>
          </a:xfrm>
          <a:prstGeom prst="rect"/>
          <a:ln w="0">
            <a:noFill/>
          </a:ln>
        </p:spPr>
      </p:pic>
      <p:pic>
        <p:nvPicPr>
          <p:cNvPr id="834" name="New picture"/>
          <p:cNvPicPr/>
          <p:nvPr/>
        </p:nvPicPr>
        <p:blipFill>
          <a:blip r:embed="rId482"/>
          <a:srcRect/>
          <a:stretch>
            <a:fillRect/>
          </a:stretch>
        </p:blipFill>
        <p:spPr>
          <a:xfrm>
            <a:off x="820960" y="2809018"/>
            <a:ext cx="65627" cy="82391"/>
          </a:xfrm>
          <a:prstGeom prst="rect"/>
          <a:ln w="0">
            <a:noFill/>
          </a:ln>
        </p:spPr>
      </p:pic>
      <p:sp>
        <p:nvSpPr>
          <p:cNvPr id="835" name="New shape"/>
          <p:cNvSpPr/>
          <p:nvPr/>
        </p:nvSpPr>
        <p:spPr>
          <a:xfrm>
            <a:off x="833152" y="2850166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6" name="New picture"/>
          <p:cNvPicPr/>
          <p:nvPr/>
        </p:nvPicPr>
        <p:blipFill>
          <a:blip r:embed="rId483"/>
          <a:srcRect/>
          <a:stretch>
            <a:fillRect/>
          </a:stretch>
        </p:blipFill>
        <p:spPr>
          <a:xfrm>
            <a:off x="909542" y="2809018"/>
            <a:ext cx="70199" cy="80867"/>
          </a:xfrm>
          <a:prstGeom prst="rect"/>
          <a:ln w="0">
            <a:noFill/>
          </a:ln>
        </p:spPr>
      </p:pic>
      <p:sp>
        <p:nvSpPr>
          <p:cNvPr id="837" name="New shape"/>
          <p:cNvSpPr/>
          <p:nvPr/>
        </p:nvSpPr>
        <p:spPr>
          <a:xfrm>
            <a:off x="1004221" y="281206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8" name="New picture"/>
          <p:cNvPicPr/>
          <p:nvPr/>
        </p:nvPicPr>
        <p:blipFill>
          <a:blip r:embed="rId484"/>
          <a:srcRect/>
          <a:stretch>
            <a:fillRect/>
          </a:stretch>
        </p:blipFill>
        <p:spPr>
          <a:xfrm>
            <a:off x="1002697" y="2776918"/>
            <a:ext cx="16764" cy="16859"/>
          </a:xfrm>
          <a:prstGeom prst="rect"/>
          <a:ln w="0">
            <a:noFill/>
          </a:ln>
        </p:spPr>
      </p:pic>
      <p:pic>
        <p:nvPicPr>
          <p:cNvPr id="839" name="New picture"/>
          <p:cNvPicPr/>
          <p:nvPr/>
        </p:nvPicPr>
        <p:blipFill>
          <a:blip r:embed="rId485"/>
          <a:srcRect/>
          <a:stretch>
            <a:fillRect/>
          </a:stretch>
        </p:blipFill>
        <p:spPr>
          <a:xfrm>
            <a:off x="1039368" y="2809017"/>
            <a:ext cx="70199" cy="82391"/>
          </a:xfrm>
          <a:prstGeom prst="rect"/>
          <a:ln w="0">
            <a:noFill/>
          </a:ln>
        </p:spPr>
      </p:pic>
      <p:sp>
        <p:nvSpPr>
          <p:cNvPr id="840" name="New shape"/>
          <p:cNvSpPr/>
          <p:nvPr/>
        </p:nvSpPr>
        <p:spPr>
          <a:xfrm>
            <a:off x="1051560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41" name="New shape"/>
          <p:cNvSpPr/>
          <p:nvPr/>
        </p:nvSpPr>
        <p:spPr>
          <a:xfrm>
            <a:off x="1059180" y="2773870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2" name="New picture"/>
          <p:cNvPicPr/>
          <p:nvPr/>
        </p:nvPicPr>
        <p:blipFill>
          <a:blip r:embed="rId486"/>
          <a:srcRect/>
          <a:stretch>
            <a:fillRect/>
          </a:stretch>
        </p:blipFill>
        <p:spPr>
          <a:xfrm>
            <a:off x="1129474" y="2809018"/>
            <a:ext cx="42767" cy="80867"/>
          </a:xfrm>
          <a:prstGeom prst="rect"/>
          <a:ln w="0">
            <a:noFill/>
          </a:ln>
        </p:spPr>
      </p:pic>
      <p:pic>
        <p:nvPicPr>
          <p:cNvPr id="843" name="New picture"/>
          <p:cNvPicPr/>
          <p:nvPr/>
        </p:nvPicPr>
        <p:blipFill>
          <a:blip r:embed="rId487"/>
          <a:srcRect/>
          <a:stretch>
            <a:fillRect/>
          </a:stretch>
        </p:blipFill>
        <p:spPr>
          <a:xfrm>
            <a:off x="1178338" y="2809017"/>
            <a:ext cx="70199" cy="82391"/>
          </a:xfrm>
          <a:prstGeom prst="rect"/>
          <a:ln w="0">
            <a:noFill/>
          </a:ln>
        </p:spPr>
      </p:pic>
      <p:sp>
        <p:nvSpPr>
          <p:cNvPr id="844" name="New shape"/>
          <p:cNvSpPr/>
          <p:nvPr/>
        </p:nvSpPr>
        <p:spPr>
          <a:xfrm>
            <a:off x="1190530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5" name="New picture"/>
          <p:cNvPicPr/>
          <p:nvPr/>
        </p:nvPicPr>
        <p:blipFill>
          <a:blip r:embed="rId488"/>
          <a:srcRect/>
          <a:stretch>
            <a:fillRect/>
          </a:stretch>
        </p:blipFill>
        <p:spPr>
          <a:xfrm>
            <a:off x="1303496" y="2781490"/>
            <a:ext cx="76390" cy="109918"/>
          </a:xfrm>
          <a:prstGeom prst="rect"/>
          <a:ln w="0">
            <a:noFill/>
          </a:ln>
        </p:spPr>
      </p:pic>
      <p:sp>
        <p:nvSpPr>
          <p:cNvPr id="846" name="New shape"/>
          <p:cNvSpPr/>
          <p:nvPr/>
        </p:nvSpPr>
        <p:spPr>
          <a:xfrm>
            <a:off x="1317307" y="281968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7" name="New picture"/>
          <p:cNvPicPr/>
          <p:nvPr/>
        </p:nvPicPr>
        <p:blipFill>
          <a:blip r:embed="rId489"/>
          <a:srcRect/>
          <a:stretch>
            <a:fillRect/>
          </a:stretch>
        </p:blipFill>
        <p:spPr>
          <a:xfrm>
            <a:off x="1399699" y="2809017"/>
            <a:ext cx="70295" cy="82391"/>
          </a:xfrm>
          <a:prstGeom prst="rect"/>
          <a:ln w="0">
            <a:noFill/>
          </a:ln>
        </p:spPr>
      </p:pic>
      <p:sp>
        <p:nvSpPr>
          <p:cNvPr id="848" name="New shape"/>
          <p:cNvSpPr/>
          <p:nvPr/>
        </p:nvSpPr>
        <p:spPr>
          <a:xfrm>
            <a:off x="1411891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9" name="New picture"/>
          <p:cNvPicPr/>
          <p:nvPr/>
        </p:nvPicPr>
        <p:blipFill>
          <a:blip r:embed="rId490"/>
          <a:srcRect/>
          <a:stretch>
            <a:fillRect/>
          </a:stretch>
        </p:blipFill>
        <p:spPr>
          <a:xfrm>
            <a:off x="1529525" y="2809018"/>
            <a:ext cx="42767" cy="80867"/>
          </a:xfrm>
          <a:prstGeom prst="rect"/>
          <a:ln w="0">
            <a:noFill/>
          </a:ln>
        </p:spPr>
      </p:pic>
      <p:pic>
        <p:nvPicPr>
          <p:cNvPr id="850" name="New picture"/>
          <p:cNvPicPr/>
          <p:nvPr/>
        </p:nvPicPr>
        <p:blipFill>
          <a:blip r:embed="rId491"/>
          <a:srcRect/>
          <a:stretch>
            <a:fillRect/>
          </a:stretch>
        </p:blipFill>
        <p:spPr>
          <a:xfrm>
            <a:off x="1578388" y="2809017"/>
            <a:ext cx="70199" cy="82391"/>
          </a:xfrm>
          <a:prstGeom prst="rect"/>
          <a:ln w="0">
            <a:noFill/>
          </a:ln>
        </p:spPr>
      </p:pic>
      <p:sp>
        <p:nvSpPr>
          <p:cNvPr id="851" name="New shape"/>
          <p:cNvSpPr/>
          <p:nvPr/>
        </p:nvSpPr>
        <p:spPr>
          <a:xfrm>
            <a:off x="1590580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52" name="New shape"/>
          <p:cNvSpPr/>
          <p:nvPr/>
        </p:nvSpPr>
        <p:spPr>
          <a:xfrm>
            <a:off x="1601248" y="2773870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3" name="New picture"/>
          <p:cNvPicPr/>
          <p:nvPr/>
        </p:nvPicPr>
        <p:blipFill>
          <a:blip r:embed="rId492"/>
          <a:srcRect/>
          <a:stretch>
            <a:fillRect/>
          </a:stretch>
        </p:blipFill>
        <p:spPr>
          <a:xfrm>
            <a:off x="1663922" y="2809018"/>
            <a:ext cx="65627" cy="82391"/>
          </a:xfrm>
          <a:prstGeom prst="rect"/>
          <a:ln w="0">
            <a:noFill/>
          </a:ln>
        </p:spPr>
      </p:pic>
      <p:sp>
        <p:nvSpPr>
          <p:cNvPr id="854" name="New shape"/>
          <p:cNvSpPr/>
          <p:nvPr/>
        </p:nvSpPr>
        <p:spPr>
          <a:xfrm>
            <a:off x="1676114" y="2850166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55" name="New shape"/>
          <p:cNvSpPr/>
          <p:nvPr/>
        </p:nvSpPr>
        <p:spPr>
          <a:xfrm>
            <a:off x="1752600" y="27813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56" name="New shape"/>
          <p:cNvSpPr/>
          <p:nvPr/>
        </p:nvSpPr>
        <p:spPr>
          <a:xfrm>
            <a:off x="1793653" y="2811970"/>
            <a:ext cx="12287" cy="7791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7" name="New picture"/>
          <p:cNvPicPr/>
          <p:nvPr/>
        </p:nvPicPr>
        <p:blipFill>
          <a:blip r:embed="rId493"/>
          <a:srcRect/>
          <a:stretch>
            <a:fillRect/>
          </a:stretch>
        </p:blipFill>
        <p:spPr>
          <a:xfrm>
            <a:off x="1790605" y="2776918"/>
            <a:ext cx="16859" cy="16764"/>
          </a:xfrm>
          <a:prstGeom prst="rect"/>
          <a:ln w="0">
            <a:noFill/>
          </a:ln>
        </p:spPr>
      </p:pic>
      <p:pic>
        <p:nvPicPr>
          <p:cNvPr id="858" name="New picture"/>
          <p:cNvPicPr/>
          <p:nvPr/>
        </p:nvPicPr>
        <p:blipFill>
          <a:blip r:embed="rId494"/>
          <a:srcRect/>
          <a:stretch>
            <a:fillRect/>
          </a:stretch>
        </p:blipFill>
        <p:spPr>
          <a:xfrm>
            <a:off x="1822704" y="2809017"/>
            <a:ext cx="58007" cy="82391"/>
          </a:xfrm>
          <a:prstGeom prst="rect"/>
          <a:ln w="0">
            <a:noFill/>
          </a:ln>
        </p:spPr>
      </p:pic>
      <p:pic>
        <p:nvPicPr>
          <p:cNvPr id="859" name="New picture"/>
          <p:cNvPicPr/>
          <p:nvPr/>
        </p:nvPicPr>
        <p:blipFill>
          <a:blip r:embed="rId495"/>
          <a:srcRect/>
          <a:stretch>
            <a:fillRect/>
          </a:stretch>
        </p:blipFill>
        <p:spPr>
          <a:xfrm>
            <a:off x="1894522" y="2808922"/>
            <a:ext cx="71723" cy="82391"/>
          </a:xfrm>
          <a:prstGeom prst="rect"/>
          <a:ln w="0">
            <a:noFill/>
          </a:ln>
        </p:spPr>
      </p:pic>
      <p:sp>
        <p:nvSpPr>
          <p:cNvPr id="860" name="New shape"/>
          <p:cNvSpPr/>
          <p:nvPr/>
        </p:nvSpPr>
        <p:spPr>
          <a:xfrm>
            <a:off x="1908239" y="2819590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1" name="New picture"/>
          <p:cNvPicPr/>
          <p:nvPr/>
        </p:nvPicPr>
        <p:blipFill>
          <a:blip r:embed="rId496"/>
          <a:srcRect/>
          <a:stretch>
            <a:fillRect/>
          </a:stretch>
        </p:blipFill>
        <p:spPr>
          <a:xfrm>
            <a:off x="1986058" y="2808922"/>
            <a:ext cx="42767" cy="80962"/>
          </a:xfrm>
          <a:prstGeom prst="rect"/>
          <a:ln w="0">
            <a:noFill/>
          </a:ln>
        </p:spPr>
      </p:pic>
      <p:pic>
        <p:nvPicPr>
          <p:cNvPr id="862" name="New picture"/>
          <p:cNvPicPr/>
          <p:nvPr/>
        </p:nvPicPr>
        <p:blipFill>
          <a:blip r:embed="rId497"/>
          <a:srcRect/>
          <a:stretch>
            <a:fillRect/>
          </a:stretch>
        </p:blipFill>
        <p:spPr>
          <a:xfrm>
            <a:off x="2076259" y="2781490"/>
            <a:ext cx="74771" cy="109918"/>
          </a:xfrm>
          <a:prstGeom prst="rect"/>
          <a:ln w="0">
            <a:noFill/>
          </a:ln>
        </p:spPr>
      </p:pic>
      <p:sp>
        <p:nvSpPr>
          <p:cNvPr id="863" name="New shape"/>
          <p:cNvSpPr/>
          <p:nvPr/>
        </p:nvSpPr>
        <p:spPr>
          <a:xfrm>
            <a:off x="2089976" y="2819686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4" name="New picture"/>
          <p:cNvPicPr/>
          <p:nvPr/>
        </p:nvPicPr>
        <p:blipFill>
          <a:blip r:embed="rId498"/>
          <a:srcRect/>
          <a:stretch>
            <a:fillRect/>
          </a:stretch>
        </p:blipFill>
        <p:spPr>
          <a:xfrm>
            <a:off x="2170843" y="2809017"/>
            <a:ext cx="71818" cy="82391"/>
          </a:xfrm>
          <a:prstGeom prst="rect"/>
          <a:ln w="0">
            <a:noFill/>
          </a:ln>
        </p:spPr>
      </p:pic>
      <p:sp>
        <p:nvSpPr>
          <p:cNvPr id="865" name="New shape"/>
          <p:cNvSpPr/>
          <p:nvPr/>
        </p:nvSpPr>
        <p:spPr>
          <a:xfrm>
            <a:off x="2184559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6" name="New picture"/>
          <p:cNvPicPr/>
          <p:nvPr/>
        </p:nvPicPr>
        <p:blipFill>
          <a:blip r:embed="rId499"/>
          <a:srcRect/>
          <a:stretch>
            <a:fillRect/>
          </a:stretch>
        </p:blipFill>
        <p:spPr>
          <a:xfrm>
            <a:off x="2254853" y="2808922"/>
            <a:ext cx="56483" cy="82486"/>
          </a:xfrm>
          <a:prstGeom prst="rect"/>
          <a:ln w="0">
            <a:noFill/>
          </a:ln>
        </p:spPr>
      </p:pic>
      <p:pic>
        <p:nvPicPr>
          <p:cNvPr id="867" name="New picture"/>
          <p:cNvPicPr/>
          <p:nvPr/>
        </p:nvPicPr>
        <p:blipFill>
          <a:blip r:embed="rId500"/>
          <a:srcRect/>
          <a:stretch>
            <a:fillRect/>
          </a:stretch>
        </p:blipFill>
        <p:spPr>
          <a:xfrm>
            <a:off x="2369343" y="2808922"/>
            <a:ext cx="76390" cy="117539"/>
          </a:xfrm>
          <a:prstGeom prst="rect"/>
          <a:ln w="0">
            <a:noFill/>
          </a:ln>
        </p:spPr>
      </p:pic>
      <p:sp>
        <p:nvSpPr>
          <p:cNvPr id="868" name="New shape"/>
          <p:cNvSpPr/>
          <p:nvPr/>
        </p:nvSpPr>
        <p:spPr>
          <a:xfrm>
            <a:off x="2383155" y="281959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9" name="New picture"/>
          <p:cNvPicPr/>
          <p:nvPr/>
        </p:nvPicPr>
        <p:blipFill>
          <a:blip r:embed="rId501"/>
          <a:srcRect/>
          <a:stretch>
            <a:fillRect/>
          </a:stretch>
        </p:blipFill>
        <p:spPr>
          <a:xfrm>
            <a:off x="2464022" y="2809018"/>
            <a:ext cx="42767" cy="80867"/>
          </a:xfrm>
          <a:prstGeom prst="rect"/>
          <a:ln w="0">
            <a:noFill/>
          </a:ln>
        </p:spPr>
      </p:pic>
      <p:pic>
        <p:nvPicPr>
          <p:cNvPr id="870" name="New picture"/>
          <p:cNvPicPr/>
          <p:nvPr/>
        </p:nvPicPr>
        <p:blipFill>
          <a:blip r:embed="rId502"/>
          <a:srcRect/>
          <a:stretch>
            <a:fillRect/>
          </a:stretch>
        </p:blipFill>
        <p:spPr>
          <a:xfrm>
            <a:off x="2512885" y="2808922"/>
            <a:ext cx="71818" cy="82486"/>
          </a:xfrm>
          <a:prstGeom prst="rect"/>
          <a:ln w="0">
            <a:noFill/>
          </a:ln>
        </p:spPr>
      </p:pic>
      <p:sp>
        <p:nvSpPr>
          <p:cNvPr id="871" name="New shape"/>
          <p:cNvSpPr/>
          <p:nvPr/>
        </p:nvSpPr>
        <p:spPr>
          <a:xfrm>
            <a:off x="2526602" y="2819686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2" name="New shape"/>
          <p:cNvSpPr/>
          <p:nvPr/>
        </p:nvSpPr>
        <p:spPr>
          <a:xfrm>
            <a:off x="2535841" y="2773870"/>
            <a:ext cx="32004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3" name="New picture"/>
          <p:cNvPicPr/>
          <p:nvPr/>
        </p:nvPicPr>
        <p:blipFill>
          <a:blip r:embed="rId503"/>
          <a:srcRect/>
          <a:stretch>
            <a:fillRect/>
          </a:stretch>
        </p:blipFill>
        <p:spPr>
          <a:xfrm>
            <a:off x="2599944" y="2781490"/>
            <a:ext cx="74867" cy="109918"/>
          </a:xfrm>
          <a:prstGeom prst="rect"/>
          <a:ln w="0">
            <a:noFill/>
          </a:ln>
        </p:spPr>
      </p:pic>
      <p:sp>
        <p:nvSpPr>
          <p:cNvPr id="874" name="New shape"/>
          <p:cNvSpPr/>
          <p:nvPr/>
        </p:nvSpPr>
        <p:spPr>
          <a:xfrm>
            <a:off x="2613660" y="281968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5" name="New shape"/>
          <p:cNvSpPr/>
          <p:nvPr/>
        </p:nvSpPr>
        <p:spPr>
          <a:xfrm>
            <a:off x="2700718" y="281206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6" name="New picture"/>
          <p:cNvPicPr/>
          <p:nvPr/>
        </p:nvPicPr>
        <p:blipFill>
          <a:blip r:embed="rId504"/>
          <a:srcRect/>
          <a:stretch>
            <a:fillRect/>
          </a:stretch>
        </p:blipFill>
        <p:spPr>
          <a:xfrm>
            <a:off x="2697671" y="2776918"/>
            <a:ext cx="16764" cy="16859"/>
          </a:xfrm>
          <a:prstGeom prst="rect"/>
          <a:ln w="0">
            <a:noFill/>
          </a:ln>
        </p:spPr>
      </p:pic>
      <p:pic>
        <p:nvPicPr>
          <p:cNvPr id="877" name="New picture"/>
          <p:cNvPicPr/>
          <p:nvPr/>
        </p:nvPicPr>
        <p:blipFill>
          <a:blip r:embed="rId505"/>
          <a:srcRect/>
          <a:stretch>
            <a:fillRect/>
          </a:stretch>
        </p:blipFill>
        <p:spPr>
          <a:xfrm>
            <a:off x="2734342" y="2809018"/>
            <a:ext cx="64199" cy="82391"/>
          </a:xfrm>
          <a:prstGeom prst="rect"/>
          <a:ln w="0">
            <a:noFill/>
          </a:ln>
        </p:spPr>
      </p:pic>
      <p:pic>
        <p:nvPicPr>
          <p:cNvPr id="878" name="New picture"/>
          <p:cNvPicPr/>
          <p:nvPr/>
        </p:nvPicPr>
        <p:blipFill>
          <a:blip r:embed="rId506"/>
          <a:srcRect/>
          <a:stretch>
            <a:fillRect/>
          </a:stretch>
        </p:blipFill>
        <p:spPr>
          <a:xfrm>
            <a:off x="2809208" y="2787682"/>
            <a:ext cx="47244" cy="103727"/>
          </a:xfrm>
          <a:prstGeom prst="rect"/>
          <a:ln w="0">
            <a:noFill/>
          </a:ln>
        </p:spPr>
      </p:pic>
      <p:sp>
        <p:nvSpPr>
          <p:cNvPr id="879" name="New shape"/>
          <p:cNvSpPr/>
          <p:nvPr/>
        </p:nvSpPr>
        <p:spPr>
          <a:xfrm>
            <a:off x="2874835" y="281206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0" name="New picture"/>
          <p:cNvPicPr/>
          <p:nvPr/>
        </p:nvPicPr>
        <p:blipFill>
          <a:blip r:embed="rId507"/>
          <a:srcRect/>
          <a:stretch>
            <a:fillRect/>
          </a:stretch>
        </p:blipFill>
        <p:spPr>
          <a:xfrm>
            <a:off x="2873216" y="2777013"/>
            <a:ext cx="16859" cy="16764"/>
          </a:xfrm>
          <a:prstGeom prst="rect"/>
          <a:ln w="0">
            <a:noFill/>
          </a:ln>
        </p:spPr>
      </p:pic>
      <p:pic>
        <p:nvPicPr>
          <p:cNvPr id="881" name="New picture"/>
          <p:cNvPicPr/>
          <p:nvPr/>
        </p:nvPicPr>
        <p:blipFill>
          <a:blip r:embed="rId508"/>
          <a:srcRect/>
          <a:stretch>
            <a:fillRect/>
          </a:stretch>
        </p:blipFill>
        <p:spPr>
          <a:xfrm>
            <a:off x="2908363" y="2808922"/>
            <a:ext cx="77914" cy="82486"/>
          </a:xfrm>
          <a:prstGeom prst="rect"/>
          <a:ln w="0">
            <a:noFill/>
          </a:ln>
        </p:spPr>
      </p:pic>
      <p:sp>
        <p:nvSpPr>
          <p:cNvPr id="882" name="New shape"/>
          <p:cNvSpPr/>
          <p:nvPr/>
        </p:nvSpPr>
        <p:spPr>
          <a:xfrm>
            <a:off x="2922079" y="2819686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3" name="New picture"/>
          <p:cNvPicPr/>
          <p:nvPr/>
        </p:nvPicPr>
        <p:blipFill>
          <a:blip r:embed="rId509"/>
          <a:srcRect/>
          <a:stretch>
            <a:fillRect/>
          </a:stretch>
        </p:blipFill>
        <p:spPr>
          <a:xfrm>
            <a:off x="3006185" y="2809018"/>
            <a:ext cx="70199" cy="80867"/>
          </a:xfrm>
          <a:prstGeom prst="rect"/>
          <a:ln w="0">
            <a:noFill/>
          </a:ln>
        </p:spPr>
      </p:pic>
      <p:pic>
        <p:nvPicPr>
          <p:cNvPr id="884" name="New picture"/>
          <p:cNvPicPr/>
          <p:nvPr/>
        </p:nvPicPr>
        <p:blipFill>
          <a:blip r:embed="rId510"/>
          <a:srcRect/>
          <a:stretch>
            <a:fillRect/>
          </a:stretch>
        </p:blipFill>
        <p:spPr>
          <a:xfrm>
            <a:off x="3091624" y="2809017"/>
            <a:ext cx="58102" cy="82391"/>
          </a:xfrm>
          <a:prstGeom prst="rect"/>
          <a:ln w="0">
            <a:noFill/>
          </a:ln>
        </p:spPr>
      </p:pic>
      <p:pic>
        <p:nvPicPr>
          <p:cNvPr id="885" name="New picture"/>
          <p:cNvPicPr/>
          <p:nvPr/>
        </p:nvPicPr>
        <p:blipFill>
          <a:blip r:embed="rId511"/>
          <a:srcRect/>
          <a:stretch>
            <a:fillRect/>
          </a:stretch>
        </p:blipFill>
        <p:spPr>
          <a:xfrm>
            <a:off x="3168015" y="2873026"/>
            <a:ext cx="16859" cy="18383"/>
          </a:xfrm>
          <a:prstGeom prst="rect"/>
          <a:ln w="0">
            <a:noFill/>
          </a:ln>
        </p:spPr>
      </p:pic>
      <p:pic>
        <p:nvPicPr>
          <p:cNvPr id="886" name="New picture"/>
          <p:cNvPicPr/>
          <p:nvPr/>
        </p:nvPicPr>
        <p:blipFill>
          <a:blip r:embed="rId512"/>
          <a:srcRect/>
          <a:stretch>
            <a:fillRect/>
          </a:stretch>
        </p:blipFill>
        <p:spPr>
          <a:xfrm>
            <a:off x="3244405" y="2778442"/>
            <a:ext cx="91535" cy="112966"/>
          </a:xfrm>
          <a:prstGeom prst="rect"/>
          <a:ln w="0">
            <a:noFill/>
          </a:ln>
        </p:spPr>
      </p:pic>
      <p:pic>
        <p:nvPicPr>
          <p:cNvPr id="887" name="New picture"/>
          <p:cNvPicPr/>
          <p:nvPr/>
        </p:nvPicPr>
        <p:blipFill>
          <a:blip r:embed="rId513"/>
          <a:srcRect/>
          <a:stretch>
            <a:fillRect/>
          </a:stretch>
        </p:blipFill>
        <p:spPr>
          <a:xfrm>
            <a:off x="3352800" y="2781491"/>
            <a:ext cx="68675" cy="108395"/>
          </a:xfrm>
          <a:prstGeom prst="rect"/>
          <a:ln w="0">
            <a:noFill/>
          </a:ln>
        </p:spPr>
      </p:pic>
      <p:pic>
        <p:nvPicPr>
          <p:cNvPr id="888" name="New picture"/>
          <p:cNvPicPr/>
          <p:nvPr/>
        </p:nvPicPr>
        <p:blipFill>
          <a:blip r:embed="rId514"/>
          <a:srcRect/>
          <a:stretch>
            <a:fillRect/>
          </a:stretch>
        </p:blipFill>
        <p:spPr>
          <a:xfrm>
            <a:off x="3438335" y="2809018"/>
            <a:ext cx="65627" cy="82391"/>
          </a:xfrm>
          <a:prstGeom prst="rect"/>
          <a:ln w="0">
            <a:noFill/>
          </a:ln>
        </p:spPr>
      </p:pic>
      <p:sp>
        <p:nvSpPr>
          <p:cNvPr id="889" name="New shape"/>
          <p:cNvSpPr/>
          <p:nvPr/>
        </p:nvSpPr>
        <p:spPr>
          <a:xfrm>
            <a:off x="3452051" y="2850166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0" name="New picture"/>
          <p:cNvPicPr/>
          <p:nvPr/>
        </p:nvPicPr>
        <p:blipFill>
          <a:blip r:embed="rId515"/>
          <a:srcRect/>
          <a:stretch>
            <a:fillRect/>
          </a:stretch>
        </p:blipFill>
        <p:spPr>
          <a:xfrm>
            <a:off x="3523773" y="2809018"/>
            <a:ext cx="73342" cy="117443"/>
          </a:xfrm>
          <a:prstGeom prst="rect"/>
          <a:ln w="0">
            <a:noFill/>
          </a:ln>
        </p:spPr>
      </p:pic>
      <p:sp>
        <p:nvSpPr>
          <p:cNvPr id="891" name="New shape"/>
          <p:cNvSpPr/>
          <p:nvPr/>
        </p:nvSpPr>
        <p:spPr>
          <a:xfrm>
            <a:off x="3536061" y="281968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2" name="New picture"/>
          <p:cNvPicPr/>
          <p:nvPr/>
        </p:nvPicPr>
        <p:blipFill>
          <a:blip r:embed="rId516"/>
          <a:srcRect/>
          <a:stretch>
            <a:fillRect/>
          </a:stretch>
        </p:blipFill>
        <p:spPr>
          <a:xfrm>
            <a:off x="3623025" y="2811971"/>
            <a:ext cx="70199" cy="79343"/>
          </a:xfrm>
          <a:prstGeom prst="rect"/>
          <a:ln w="0">
            <a:noFill/>
          </a:ln>
        </p:spPr>
      </p:pic>
      <p:pic>
        <p:nvPicPr>
          <p:cNvPr id="893" name="New picture"/>
          <p:cNvPicPr/>
          <p:nvPr/>
        </p:nvPicPr>
        <p:blipFill>
          <a:blip r:embed="rId517"/>
          <a:srcRect/>
          <a:stretch>
            <a:fillRect/>
          </a:stretch>
        </p:blipFill>
        <p:spPr>
          <a:xfrm>
            <a:off x="3711607" y="2809017"/>
            <a:ext cx="71818" cy="82391"/>
          </a:xfrm>
          <a:prstGeom prst="rect"/>
          <a:ln w="0">
            <a:noFill/>
          </a:ln>
        </p:spPr>
      </p:pic>
      <p:sp>
        <p:nvSpPr>
          <p:cNvPr id="894" name="New shape"/>
          <p:cNvSpPr/>
          <p:nvPr/>
        </p:nvSpPr>
        <p:spPr>
          <a:xfrm>
            <a:off x="3725418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5" name="New picture"/>
          <p:cNvPicPr/>
          <p:nvPr/>
        </p:nvPicPr>
        <p:blipFill>
          <a:blip r:embed="rId518"/>
          <a:srcRect/>
          <a:stretch>
            <a:fillRect/>
          </a:stretch>
        </p:blipFill>
        <p:spPr>
          <a:xfrm>
            <a:off x="3838480" y="2809018"/>
            <a:ext cx="64103" cy="82391"/>
          </a:xfrm>
          <a:prstGeom prst="rect"/>
          <a:ln w="0">
            <a:noFill/>
          </a:ln>
        </p:spPr>
      </p:pic>
      <p:pic>
        <p:nvPicPr>
          <p:cNvPr id="896" name="New picture"/>
          <p:cNvPicPr/>
          <p:nvPr/>
        </p:nvPicPr>
        <p:blipFill>
          <a:blip r:embed="rId519"/>
          <a:srcRect/>
          <a:stretch>
            <a:fillRect/>
          </a:stretch>
        </p:blipFill>
        <p:spPr>
          <a:xfrm>
            <a:off x="3920872" y="2781491"/>
            <a:ext cx="68675" cy="108395"/>
          </a:xfrm>
          <a:prstGeom prst="rect"/>
          <a:ln w="0">
            <a:noFill/>
          </a:ln>
        </p:spPr>
      </p:pic>
      <p:pic>
        <p:nvPicPr>
          <p:cNvPr id="897" name="New picture"/>
          <p:cNvPicPr/>
          <p:nvPr/>
        </p:nvPicPr>
        <p:blipFill>
          <a:blip r:embed="rId520"/>
          <a:srcRect/>
          <a:stretch>
            <a:fillRect/>
          </a:stretch>
        </p:blipFill>
        <p:spPr>
          <a:xfrm>
            <a:off x="4006310" y="2809018"/>
            <a:ext cx="65722" cy="82391"/>
          </a:xfrm>
          <a:prstGeom prst="rect"/>
          <a:ln w="0">
            <a:noFill/>
          </a:ln>
        </p:spPr>
      </p:pic>
      <p:sp>
        <p:nvSpPr>
          <p:cNvPr id="898" name="New shape"/>
          <p:cNvSpPr/>
          <p:nvPr/>
        </p:nvSpPr>
        <p:spPr>
          <a:xfrm>
            <a:off x="4020121" y="2850166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9" name="New picture"/>
          <p:cNvPicPr/>
          <p:nvPr/>
        </p:nvPicPr>
        <p:blipFill>
          <a:blip r:embed="rId521"/>
          <a:srcRect/>
          <a:stretch>
            <a:fillRect/>
          </a:stretch>
        </p:blipFill>
        <p:spPr>
          <a:xfrm>
            <a:off x="4096417" y="2809018"/>
            <a:ext cx="74866" cy="117443"/>
          </a:xfrm>
          <a:prstGeom prst="rect"/>
          <a:ln w="0">
            <a:noFill/>
          </a:ln>
        </p:spPr>
      </p:pic>
      <p:sp>
        <p:nvSpPr>
          <p:cNvPr id="900" name="New shape"/>
          <p:cNvSpPr/>
          <p:nvPr/>
        </p:nvSpPr>
        <p:spPr>
          <a:xfrm>
            <a:off x="4110133" y="281968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01" name="New shape"/>
          <p:cNvSpPr/>
          <p:nvPr/>
        </p:nvSpPr>
        <p:spPr>
          <a:xfrm>
            <a:off x="4192620" y="281206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2" name="New picture"/>
          <p:cNvPicPr/>
          <p:nvPr/>
        </p:nvPicPr>
        <p:blipFill>
          <a:blip r:embed="rId522"/>
          <a:srcRect/>
          <a:stretch>
            <a:fillRect/>
          </a:stretch>
        </p:blipFill>
        <p:spPr>
          <a:xfrm>
            <a:off x="4191000" y="2777013"/>
            <a:ext cx="16859" cy="16764"/>
          </a:xfrm>
          <a:prstGeom prst="rect"/>
          <a:ln w="0">
            <a:noFill/>
          </a:ln>
        </p:spPr>
      </p:pic>
      <p:pic>
        <p:nvPicPr>
          <p:cNvPr id="903" name="New picture"/>
          <p:cNvPicPr/>
          <p:nvPr/>
        </p:nvPicPr>
        <p:blipFill>
          <a:blip r:embed="rId523"/>
          <a:srcRect/>
          <a:stretch>
            <a:fillRect/>
          </a:stretch>
        </p:blipFill>
        <p:spPr>
          <a:xfrm>
            <a:off x="4220051" y="2787682"/>
            <a:ext cx="48863" cy="103727"/>
          </a:xfrm>
          <a:prstGeom prst="rect"/>
          <a:ln w="0">
            <a:noFill/>
          </a:ln>
        </p:spPr>
      </p:pic>
      <p:pic>
        <p:nvPicPr>
          <p:cNvPr id="904" name="New picture"/>
          <p:cNvPicPr/>
          <p:nvPr/>
        </p:nvPicPr>
        <p:blipFill>
          <a:blip r:embed="rId524"/>
          <a:srcRect/>
          <a:stretch>
            <a:fillRect/>
          </a:stretch>
        </p:blipFill>
        <p:spPr>
          <a:xfrm>
            <a:off x="4285774" y="2808922"/>
            <a:ext cx="42767" cy="80962"/>
          </a:xfrm>
          <a:prstGeom prst="rect"/>
          <a:ln w="0">
            <a:noFill/>
          </a:ln>
        </p:spPr>
      </p:pic>
      <p:pic>
        <p:nvPicPr>
          <p:cNvPr id="905" name="New picture"/>
          <p:cNvPicPr/>
          <p:nvPr/>
        </p:nvPicPr>
        <p:blipFill>
          <a:blip r:embed="rId525"/>
          <a:srcRect/>
          <a:stretch>
            <a:fillRect/>
          </a:stretch>
        </p:blipFill>
        <p:spPr>
          <a:xfrm>
            <a:off x="4333113" y="2809017"/>
            <a:ext cx="71818" cy="82391"/>
          </a:xfrm>
          <a:prstGeom prst="rect"/>
          <a:ln w="0">
            <a:noFill/>
          </a:ln>
        </p:spPr>
      </p:pic>
      <p:sp>
        <p:nvSpPr>
          <p:cNvPr id="906" name="New shape"/>
          <p:cNvSpPr/>
          <p:nvPr/>
        </p:nvSpPr>
        <p:spPr>
          <a:xfrm>
            <a:off x="4346828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07" name="New shape"/>
          <p:cNvSpPr/>
          <p:nvPr/>
        </p:nvSpPr>
        <p:spPr>
          <a:xfrm>
            <a:off x="4465987" y="281206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8" name="New picture"/>
          <p:cNvPicPr/>
          <p:nvPr/>
        </p:nvPicPr>
        <p:blipFill>
          <a:blip r:embed="rId526"/>
          <a:srcRect/>
          <a:stretch>
            <a:fillRect/>
          </a:stretch>
        </p:blipFill>
        <p:spPr>
          <a:xfrm>
            <a:off x="4462938" y="2777013"/>
            <a:ext cx="16764" cy="16764"/>
          </a:xfrm>
          <a:prstGeom prst="rect"/>
          <a:ln w="0">
            <a:noFill/>
          </a:ln>
        </p:spPr>
      </p:pic>
      <p:pic>
        <p:nvPicPr>
          <p:cNvPr id="909" name="New picture"/>
          <p:cNvPicPr/>
          <p:nvPr/>
        </p:nvPicPr>
        <p:blipFill>
          <a:blip r:embed="rId527"/>
          <a:srcRect/>
          <a:stretch>
            <a:fillRect/>
          </a:stretch>
        </p:blipFill>
        <p:spPr>
          <a:xfrm>
            <a:off x="4504182" y="2809018"/>
            <a:ext cx="68675" cy="80867"/>
          </a:xfrm>
          <a:prstGeom prst="rect"/>
          <a:ln w="0">
            <a:noFill/>
          </a:ln>
        </p:spPr>
      </p:pic>
      <p:pic>
        <p:nvPicPr>
          <p:cNvPr id="910" name="New picture"/>
          <p:cNvPicPr/>
          <p:nvPr/>
        </p:nvPicPr>
        <p:blipFill>
          <a:blip r:embed="rId528"/>
          <a:srcRect/>
          <a:stretch>
            <a:fillRect/>
          </a:stretch>
        </p:blipFill>
        <p:spPr>
          <a:xfrm>
            <a:off x="4592765" y="2809018"/>
            <a:ext cx="64103" cy="82391"/>
          </a:xfrm>
          <a:prstGeom prst="rect"/>
          <a:ln w="0">
            <a:noFill/>
          </a:ln>
        </p:spPr>
      </p:pic>
      <p:sp>
        <p:nvSpPr>
          <p:cNvPr id="911" name="New shape"/>
          <p:cNvSpPr/>
          <p:nvPr/>
        </p:nvSpPr>
        <p:spPr>
          <a:xfrm>
            <a:off x="4675632" y="27813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2" name="New picture"/>
          <p:cNvPicPr/>
          <p:nvPr/>
        </p:nvPicPr>
        <p:blipFill>
          <a:blip r:embed="rId529"/>
          <a:srcRect/>
          <a:stretch>
            <a:fillRect/>
          </a:stretch>
        </p:blipFill>
        <p:spPr>
          <a:xfrm>
            <a:off x="4714875" y="2811971"/>
            <a:ext cx="68675" cy="79438"/>
          </a:xfrm>
          <a:prstGeom prst="rect"/>
          <a:ln w="0">
            <a:noFill/>
          </a:ln>
        </p:spPr>
      </p:pic>
      <p:pic>
        <p:nvPicPr>
          <p:cNvPr id="913" name="New picture"/>
          <p:cNvPicPr/>
          <p:nvPr/>
        </p:nvPicPr>
        <p:blipFill>
          <a:blip r:embed="rId530"/>
          <a:srcRect/>
          <a:stretch>
            <a:fillRect/>
          </a:stretch>
        </p:blipFill>
        <p:spPr>
          <a:xfrm>
            <a:off x="4798885" y="2787682"/>
            <a:ext cx="47339" cy="103727"/>
          </a:xfrm>
          <a:prstGeom prst="rect"/>
          <a:ln w="0">
            <a:noFill/>
          </a:ln>
        </p:spPr>
      </p:pic>
      <p:pic>
        <p:nvPicPr>
          <p:cNvPr id="914" name="New picture"/>
          <p:cNvPicPr/>
          <p:nvPr/>
        </p:nvPicPr>
        <p:blipFill>
          <a:blip r:embed="rId531"/>
          <a:srcRect/>
          <a:stretch>
            <a:fillRect/>
          </a:stretch>
        </p:blipFill>
        <p:spPr>
          <a:xfrm>
            <a:off x="4898041" y="2781586"/>
            <a:ext cx="74866" cy="109823"/>
          </a:xfrm>
          <a:prstGeom prst="rect"/>
          <a:ln w="0">
            <a:noFill/>
          </a:ln>
        </p:spPr>
      </p:pic>
      <p:sp>
        <p:nvSpPr>
          <p:cNvPr id="915" name="New shape"/>
          <p:cNvSpPr/>
          <p:nvPr/>
        </p:nvSpPr>
        <p:spPr>
          <a:xfrm>
            <a:off x="4911852" y="281968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6" name="New picture"/>
          <p:cNvPicPr/>
          <p:nvPr/>
        </p:nvPicPr>
        <p:blipFill>
          <a:blip r:embed="rId532"/>
          <a:srcRect/>
          <a:stretch>
            <a:fillRect/>
          </a:stretch>
        </p:blipFill>
        <p:spPr>
          <a:xfrm>
            <a:off x="4992815" y="2809017"/>
            <a:ext cx="71723" cy="82391"/>
          </a:xfrm>
          <a:prstGeom prst="rect"/>
          <a:ln w="0">
            <a:noFill/>
          </a:ln>
        </p:spPr>
      </p:pic>
      <p:sp>
        <p:nvSpPr>
          <p:cNvPr id="917" name="New shape"/>
          <p:cNvSpPr/>
          <p:nvPr/>
        </p:nvSpPr>
        <p:spPr>
          <a:xfrm>
            <a:off x="5006531" y="2819686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8" name="New picture"/>
          <p:cNvPicPr/>
          <p:nvPr/>
        </p:nvPicPr>
        <p:blipFill>
          <a:blip r:embed="rId533"/>
          <a:srcRect/>
          <a:stretch>
            <a:fillRect/>
          </a:stretch>
        </p:blipFill>
        <p:spPr>
          <a:xfrm>
            <a:off x="5075206" y="2809017"/>
            <a:ext cx="58102" cy="82391"/>
          </a:xfrm>
          <a:prstGeom prst="rect"/>
          <a:ln w="0">
            <a:noFill/>
          </a:ln>
        </p:spPr>
      </p:pic>
      <p:pic>
        <p:nvPicPr>
          <p:cNvPr id="919" name="New picture"/>
          <p:cNvPicPr/>
          <p:nvPr/>
        </p:nvPicPr>
        <p:blipFill>
          <a:blip r:embed="rId534"/>
          <a:srcRect/>
          <a:stretch>
            <a:fillRect/>
          </a:stretch>
        </p:blipFill>
        <p:spPr>
          <a:xfrm>
            <a:off x="5186648" y="2809017"/>
            <a:ext cx="71818" cy="82391"/>
          </a:xfrm>
          <a:prstGeom prst="rect"/>
          <a:ln w="0">
            <a:noFill/>
          </a:ln>
        </p:spPr>
      </p:pic>
      <p:sp>
        <p:nvSpPr>
          <p:cNvPr id="920" name="New shape"/>
          <p:cNvSpPr/>
          <p:nvPr/>
        </p:nvSpPr>
        <p:spPr>
          <a:xfrm>
            <a:off x="5200459" y="2819686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1" name="New picture"/>
          <p:cNvPicPr/>
          <p:nvPr/>
        </p:nvPicPr>
        <p:blipFill>
          <a:blip r:embed="rId535"/>
          <a:srcRect/>
          <a:stretch>
            <a:fillRect/>
          </a:stretch>
        </p:blipFill>
        <p:spPr>
          <a:xfrm>
            <a:off x="5263134" y="2812066"/>
            <a:ext cx="77819" cy="77819"/>
          </a:xfrm>
          <a:prstGeom prst="rect"/>
          <a:ln w="0">
            <a:noFill/>
          </a:ln>
        </p:spPr>
      </p:pic>
      <p:pic>
        <p:nvPicPr>
          <p:cNvPr id="922" name="New picture"/>
          <p:cNvPicPr/>
          <p:nvPr/>
        </p:nvPicPr>
        <p:blipFill>
          <a:blip r:embed="rId536"/>
          <a:srcRect/>
          <a:stretch>
            <a:fillRect/>
          </a:stretch>
        </p:blipFill>
        <p:spPr>
          <a:xfrm>
            <a:off x="5345621" y="2808922"/>
            <a:ext cx="71723" cy="82391"/>
          </a:xfrm>
          <a:prstGeom prst="rect"/>
          <a:ln w="0">
            <a:noFill/>
          </a:ln>
        </p:spPr>
      </p:pic>
      <p:sp>
        <p:nvSpPr>
          <p:cNvPr id="923" name="New shape"/>
          <p:cNvSpPr/>
          <p:nvPr/>
        </p:nvSpPr>
        <p:spPr>
          <a:xfrm>
            <a:off x="5359336" y="2819590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4" name="New picture"/>
          <p:cNvPicPr/>
          <p:nvPr/>
        </p:nvPicPr>
        <p:blipFill>
          <a:blip r:embed="rId537"/>
          <a:srcRect/>
          <a:stretch>
            <a:fillRect/>
          </a:stretch>
        </p:blipFill>
        <p:spPr>
          <a:xfrm>
            <a:off x="5437156" y="2808922"/>
            <a:ext cx="42767" cy="80962"/>
          </a:xfrm>
          <a:prstGeom prst="rect"/>
          <a:ln w="0">
            <a:noFill/>
          </a:ln>
        </p:spPr>
      </p:pic>
      <p:pic>
        <p:nvPicPr>
          <p:cNvPr id="925" name="New picture"/>
          <p:cNvPicPr/>
          <p:nvPr/>
        </p:nvPicPr>
        <p:blipFill>
          <a:blip r:embed="rId538"/>
          <a:srcRect/>
          <a:stretch>
            <a:fillRect/>
          </a:stretch>
        </p:blipFill>
        <p:spPr>
          <a:xfrm>
            <a:off x="5484495" y="2809018"/>
            <a:ext cx="64198" cy="82391"/>
          </a:xfrm>
          <a:prstGeom prst="rect"/>
          <a:ln w="0">
            <a:noFill/>
          </a:ln>
        </p:spPr>
      </p:pic>
      <p:sp>
        <p:nvSpPr>
          <p:cNvPr id="926" name="New shape"/>
          <p:cNvSpPr/>
          <p:nvPr/>
        </p:nvSpPr>
        <p:spPr>
          <a:xfrm>
            <a:off x="5566982" y="281206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7" name="New picture"/>
          <p:cNvPicPr/>
          <p:nvPr/>
        </p:nvPicPr>
        <p:blipFill>
          <a:blip r:embed="rId539"/>
          <a:srcRect/>
          <a:stretch>
            <a:fillRect/>
          </a:stretch>
        </p:blipFill>
        <p:spPr>
          <a:xfrm>
            <a:off x="5565458" y="2776918"/>
            <a:ext cx="16764" cy="16859"/>
          </a:xfrm>
          <a:prstGeom prst="rect"/>
          <a:ln w="0">
            <a:noFill/>
          </a:ln>
        </p:spPr>
      </p:pic>
      <p:pic>
        <p:nvPicPr>
          <p:cNvPr id="928" name="New picture"/>
          <p:cNvPicPr/>
          <p:nvPr/>
        </p:nvPicPr>
        <p:blipFill>
          <a:blip r:embed="rId540"/>
          <a:srcRect/>
          <a:stretch>
            <a:fillRect/>
          </a:stretch>
        </p:blipFill>
        <p:spPr>
          <a:xfrm>
            <a:off x="5602129" y="2809018"/>
            <a:ext cx="64103" cy="82486"/>
          </a:xfrm>
          <a:prstGeom prst="rect"/>
          <a:ln w="0">
            <a:noFill/>
          </a:ln>
        </p:spPr>
      </p:pic>
      <p:pic>
        <p:nvPicPr>
          <p:cNvPr id="929" name="New picture"/>
          <p:cNvPicPr/>
          <p:nvPr/>
        </p:nvPicPr>
        <p:blipFill>
          <a:blip r:embed="rId541"/>
          <a:srcRect/>
          <a:stretch>
            <a:fillRect/>
          </a:stretch>
        </p:blipFill>
        <p:spPr>
          <a:xfrm>
            <a:off x="5675376" y="2808922"/>
            <a:ext cx="71818" cy="82391"/>
          </a:xfrm>
          <a:prstGeom prst="rect"/>
          <a:ln w="0">
            <a:noFill/>
          </a:ln>
        </p:spPr>
      </p:pic>
      <p:sp>
        <p:nvSpPr>
          <p:cNvPr id="930" name="New shape"/>
          <p:cNvSpPr/>
          <p:nvPr/>
        </p:nvSpPr>
        <p:spPr>
          <a:xfrm>
            <a:off x="5689092" y="281959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1" name="New picture"/>
          <p:cNvPicPr/>
          <p:nvPr/>
        </p:nvPicPr>
        <p:blipFill>
          <a:blip r:embed="rId542"/>
          <a:srcRect/>
          <a:stretch>
            <a:fillRect/>
          </a:stretch>
        </p:blipFill>
        <p:spPr>
          <a:xfrm>
            <a:off x="5759386" y="2809017"/>
            <a:ext cx="56483" cy="82391"/>
          </a:xfrm>
          <a:prstGeom prst="rect"/>
          <a:ln w="0">
            <a:noFill/>
          </a:ln>
        </p:spPr>
      </p:pic>
      <p:pic>
        <p:nvPicPr>
          <p:cNvPr id="932" name="New picture"/>
          <p:cNvPicPr/>
          <p:nvPr/>
        </p:nvPicPr>
        <p:blipFill>
          <a:blip r:embed="rId543"/>
          <a:srcRect/>
          <a:stretch>
            <a:fillRect/>
          </a:stretch>
        </p:blipFill>
        <p:spPr>
          <a:xfrm>
            <a:off x="5873877" y="2809018"/>
            <a:ext cx="76391" cy="117443"/>
          </a:xfrm>
          <a:prstGeom prst="rect"/>
          <a:ln w="0">
            <a:noFill/>
          </a:ln>
        </p:spPr>
      </p:pic>
      <p:sp>
        <p:nvSpPr>
          <p:cNvPr id="933" name="New shape"/>
          <p:cNvSpPr/>
          <p:nvPr/>
        </p:nvSpPr>
        <p:spPr>
          <a:xfrm>
            <a:off x="5887689" y="281968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4" name="New picture"/>
          <p:cNvPicPr/>
          <p:nvPr/>
        </p:nvPicPr>
        <p:blipFill>
          <a:blip r:embed="rId544"/>
          <a:srcRect/>
          <a:stretch>
            <a:fillRect/>
          </a:stretch>
        </p:blipFill>
        <p:spPr>
          <a:xfrm>
            <a:off x="5965603" y="2808922"/>
            <a:ext cx="77819" cy="82486"/>
          </a:xfrm>
          <a:prstGeom prst="rect"/>
          <a:ln w="0">
            <a:noFill/>
          </a:ln>
        </p:spPr>
      </p:pic>
      <p:sp>
        <p:nvSpPr>
          <p:cNvPr id="935" name="New shape"/>
          <p:cNvSpPr/>
          <p:nvPr/>
        </p:nvSpPr>
        <p:spPr>
          <a:xfrm>
            <a:off x="5977794" y="2819686"/>
            <a:ext cx="51912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6" name="New picture"/>
          <p:cNvPicPr/>
          <p:nvPr/>
        </p:nvPicPr>
        <p:blipFill>
          <a:blip r:embed="rId545"/>
          <a:srcRect/>
          <a:stretch>
            <a:fillRect/>
          </a:stretch>
        </p:blipFill>
        <p:spPr>
          <a:xfrm>
            <a:off x="6063234" y="2812066"/>
            <a:ext cx="68771" cy="79343"/>
          </a:xfrm>
          <a:prstGeom prst="rect"/>
          <a:ln w="0">
            <a:noFill/>
          </a:ln>
        </p:spPr>
      </p:pic>
      <p:pic>
        <p:nvPicPr>
          <p:cNvPr id="937" name="New picture"/>
          <p:cNvPicPr/>
          <p:nvPr/>
        </p:nvPicPr>
        <p:blipFill>
          <a:blip r:embed="rId546"/>
          <a:srcRect/>
          <a:stretch>
            <a:fillRect/>
          </a:stretch>
        </p:blipFill>
        <p:spPr>
          <a:xfrm>
            <a:off x="6156389" y="2808922"/>
            <a:ext cx="42767" cy="80962"/>
          </a:xfrm>
          <a:prstGeom prst="rect"/>
          <a:ln w="0">
            <a:noFill/>
          </a:ln>
        </p:spPr>
      </p:pic>
      <p:pic>
        <p:nvPicPr>
          <p:cNvPr id="938" name="New picture"/>
          <p:cNvPicPr/>
          <p:nvPr/>
        </p:nvPicPr>
        <p:blipFill>
          <a:blip r:embed="rId547"/>
          <a:srcRect/>
          <a:stretch>
            <a:fillRect/>
          </a:stretch>
        </p:blipFill>
        <p:spPr>
          <a:xfrm>
            <a:off x="6252591" y="2809018"/>
            <a:ext cx="120682" cy="80867"/>
          </a:xfrm>
          <a:prstGeom prst="rect"/>
          <a:ln w="0">
            <a:noFill/>
          </a:ln>
        </p:spPr>
      </p:pic>
      <p:pic>
        <p:nvPicPr>
          <p:cNvPr id="939" name="New picture"/>
          <p:cNvPicPr/>
          <p:nvPr/>
        </p:nvPicPr>
        <p:blipFill>
          <a:blip r:embed="rId548"/>
          <a:srcRect/>
          <a:stretch>
            <a:fillRect/>
          </a:stretch>
        </p:blipFill>
        <p:spPr>
          <a:xfrm>
            <a:off x="6392989" y="2808922"/>
            <a:ext cx="71818" cy="82486"/>
          </a:xfrm>
          <a:prstGeom prst="rect"/>
          <a:ln w="0">
            <a:noFill/>
          </a:ln>
        </p:spPr>
      </p:pic>
      <p:sp>
        <p:nvSpPr>
          <p:cNvPr id="940" name="New shape"/>
          <p:cNvSpPr/>
          <p:nvPr/>
        </p:nvSpPr>
        <p:spPr>
          <a:xfrm>
            <a:off x="6405276" y="281968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1" name="New picture"/>
          <p:cNvPicPr/>
          <p:nvPr/>
        </p:nvPicPr>
        <p:blipFill>
          <a:blip r:embed="rId549"/>
          <a:srcRect/>
          <a:stretch>
            <a:fillRect/>
          </a:stretch>
        </p:blipFill>
        <p:spPr>
          <a:xfrm>
            <a:off x="6472427" y="2787682"/>
            <a:ext cx="48863" cy="103727"/>
          </a:xfrm>
          <a:prstGeom prst="rect"/>
          <a:ln w="0">
            <a:noFill/>
          </a:ln>
        </p:spPr>
      </p:pic>
      <p:pic>
        <p:nvPicPr>
          <p:cNvPr id="942" name="New picture"/>
          <p:cNvPicPr/>
          <p:nvPr/>
        </p:nvPicPr>
        <p:blipFill>
          <a:blip r:embed="rId550"/>
          <a:srcRect/>
          <a:stretch>
            <a:fillRect/>
          </a:stretch>
        </p:blipFill>
        <p:spPr>
          <a:xfrm>
            <a:off x="6527388" y="2787682"/>
            <a:ext cx="48863" cy="103727"/>
          </a:xfrm>
          <a:prstGeom prst="rect"/>
          <a:ln w="0">
            <a:noFill/>
          </a:ln>
        </p:spPr>
      </p:pic>
      <p:pic>
        <p:nvPicPr>
          <p:cNvPr id="943" name="New picture"/>
          <p:cNvPicPr/>
          <p:nvPr/>
        </p:nvPicPr>
        <p:blipFill>
          <a:blip r:embed="rId551"/>
          <a:srcRect/>
          <a:stretch>
            <a:fillRect/>
          </a:stretch>
        </p:blipFill>
        <p:spPr>
          <a:xfrm>
            <a:off x="6591587" y="2809018"/>
            <a:ext cx="42767" cy="80867"/>
          </a:xfrm>
          <a:prstGeom prst="rect"/>
          <a:ln w="0">
            <a:noFill/>
          </a:ln>
        </p:spPr>
      </p:pic>
      <p:pic>
        <p:nvPicPr>
          <p:cNvPr id="944" name="New picture"/>
          <p:cNvPicPr/>
          <p:nvPr/>
        </p:nvPicPr>
        <p:blipFill>
          <a:blip r:embed="rId552"/>
          <a:srcRect/>
          <a:stretch>
            <a:fillRect/>
          </a:stretch>
        </p:blipFill>
        <p:spPr>
          <a:xfrm>
            <a:off x="6640449" y="2809017"/>
            <a:ext cx="71819" cy="82391"/>
          </a:xfrm>
          <a:prstGeom prst="rect"/>
          <a:ln w="0">
            <a:noFill/>
          </a:ln>
        </p:spPr>
      </p:pic>
      <p:sp>
        <p:nvSpPr>
          <p:cNvPr id="945" name="New shape"/>
          <p:cNvSpPr/>
          <p:nvPr/>
        </p:nvSpPr>
        <p:spPr>
          <a:xfrm>
            <a:off x="6654164" y="2819686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6" name="New picture"/>
          <p:cNvPicPr/>
          <p:nvPr/>
        </p:nvPicPr>
        <p:blipFill>
          <a:blip r:embed="rId553"/>
          <a:srcRect/>
          <a:stretch>
            <a:fillRect/>
          </a:stretch>
        </p:blipFill>
        <p:spPr>
          <a:xfrm>
            <a:off x="677418" y="3037904"/>
            <a:ext cx="71818" cy="82391"/>
          </a:xfrm>
          <a:prstGeom prst="rect"/>
          <a:ln w="0">
            <a:noFill/>
          </a:ln>
        </p:spPr>
      </p:pic>
      <p:sp>
        <p:nvSpPr>
          <p:cNvPr id="947" name="New shape"/>
          <p:cNvSpPr/>
          <p:nvPr/>
        </p:nvSpPr>
        <p:spPr>
          <a:xfrm>
            <a:off x="691134" y="3048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8" name="New picture"/>
          <p:cNvPicPr/>
          <p:nvPr/>
        </p:nvPicPr>
        <p:blipFill>
          <a:blip r:embed="rId554"/>
          <a:srcRect/>
          <a:stretch>
            <a:fillRect/>
          </a:stretch>
        </p:blipFill>
        <p:spPr>
          <a:xfrm>
            <a:off x="769049" y="3037904"/>
            <a:ext cx="68675" cy="80867"/>
          </a:xfrm>
          <a:prstGeom prst="rect"/>
          <a:ln w="0">
            <a:noFill/>
          </a:ln>
        </p:spPr>
      </p:pic>
      <p:pic>
        <p:nvPicPr>
          <p:cNvPr id="949" name="New picture"/>
          <p:cNvPicPr/>
          <p:nvPr/>
        </p:nvPicPr>
        <p:blipFill>
          <a:blip r:embed="rId555"/>
          <a:srcRect/>
          <a:stretch>
            <a:fillRect/>
          </a:stretch>
        </p:blipFill>
        <p:spPr>
          <a:xfrm>
            <a:off x="901827" y="3037999"/>
            <a:ext cx="76390" cy="117539"/>
          </a:xfrm>
          <a:prstGeom prst="rect"/>
          <a:ln w="0">
            <a:noFill/>
          </a:ln>
        </p:spPr>
      </p:pic>
      <p:sp>
        <p:nvSpPr>
          <p:cNvPr id="950" name="New shape"/>
          <p:cNvSpPr/>
          <p:nvPr/>
        </p:nvSpPr>
        <p:spPr>
          <a:xfrm>
            <a:off x="917067" y="304866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1" name="New picture"/>
          <p:cNvPicPr/>
          <p:nvPr/>
        </p:nvPicPr>
        <p:blipFill>
          <a:blip r:embed="rId556"/>
          <a:srcRect/>
          <a:stretch>
            <a:fillRect/>
          </a:stretch>
        </p:blipFill>
        <p:spPr>
          <a:xfrm>
            <a:off x="998125" y="3037808"/>
            <a:ext cx="42767" cy="80962"/>
          </a:xfrm>
          <a:prstGeom prst="rect"/>
          <a:ln w="0">
            <a:noFill/>
          </a:ln>
        </p:spPr>
      </p:pic>
      <p:pic>
        <p:nvPicPr>
          <p:cNvPr id="952" name="New picture"/>
          <p:cNvPicPr/>
          <p:nvPr/>
        </p:nvPicPr>
        <p:blipFill>
          <a:blip r:embed="rId557"/>
          <a:srcRect/>
          <a:stretch>
            <a:fillRect/>
          </a:stretch>
        </p:blipFill>
        <p:spPr>
          <a:xfrm>
            <a:off x="1043940" y="3037999"/>
            <a:ext cx="67246" cy="82391"/>
          </a:xfrm>
          <a:prstGeom prst="rect"/>
          <a:ln w="0">
            <a:noFill/>
          </a:ln>
        </p:spPr>
      </p:pic>
      <p:sp>
        <p:nvSpPr>
          <p:cNvPr id="953" name="New shape"/>
          <p:cNvSpPr/>
          <p:nvPr/>
        </p:nvSpPr>
        <p:spPr>
          <a:xfrm>
            <a:off x="1057751" y="3079147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4" name="New picture"/>
          <p:cNvPicPr/>
          <p:nvPr/>
        </p:nvPicPr>
        <p:blipFill>
          <a:blip r:embed="rId558"/>
          <a:srcRect/>
          <a:stretch>
            <a:fillRect/>
          </a:stretch>
        </p:blipFill>
        <p:spPr>
          <a:xfrm>
            <a:off x="1123379" y="3016568"/>
            <a:ext cx="47244" cy="103727"/>
          </a:xfrm>
          <a:prstGeom prst="rect"/>
          <a:ln w="0">
            <a:noFill/>
          </a:ln>
        </p:spPr>
      </p:pic>
      <p:sp>
        <p:nvSpPr>
          <p:cNvPr id="955" name="New shape"/>
          <p:cNvSpPr/>
          <p:nvPr/>
        </p:nvSpPr>
        <p:spPr>
          <a:xfrm>
            <a:off x="1189006" y="304095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6" name="New picture"/>
          <p:cNvPicPr/>
          <p:nvPr/>
        </p:nvPicPr>
        <p:blipFill>
          <a:blip r:embed="rId559"/>
          <a:srcRect/>
          <a:stretch>
            <a:fillRect/>
          </a:stretch>
        </p:blipFill>
        <p:spPr>
          <a:xfrm>
            <a:off x="1187482" y="3005899"/>
            <a:ext cx="16764" cy="16764"/>
          </a:xfrm>
          <a:prstGeom prst="rect"/>
          <a:ln w="0">
            <a:noFill/>
          </a:ln>
        </p:spPr>
      </p:pic>
      <p:pic>
        <p:nvPicPr>
          <p:cNvPr id="957" name="New picture"/>
          <p:cNvPicPr/>
          <p:nvPr/>
        </p:nvPicPr>
        <p:blipFill>
          <a:blip r:embed="rId560"/>
          <a:srcRect/>
          <a:stretch>
            <a:fillRect/>
          </a:stretch>
        </p:blipFill>
        <p:spPr>
          <a:xfrm>
            <a:off x="1222629" y="3037904"/>
            <a:ext cx="74771" cy="117539"/>
          </a:xfrm>
          <a:prstGeom prst="rect"/>
          <a:ln w="0">
            <a:noFill/>
          </a:ln>
        </p:spPr>
      </p:pic>
      <p:sp>
        <p:nvSpPr>
          <p:cNvPr id="958" name="New shape"/>
          <p:cNvSpPr/>
          <p:nvPr/>
        </p:nvSpPr>
        <p:spPr>
          <a:xfrm>
            <a:off x="1236345" y="304857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9" name="New picture"/>
          <p:cNvPicPr/>
          <p:nvPr/>
        </p:nvPicPr>
        <p:blipFill>
          <a:blip r:embed="rId561"/>
          <a:srcRect/>
          <a:stretch>
            <a:fillRect/>
          </a:stretch>
        </p:blipFill>
        <p:spPr>
          <a:xfrm>
            <a:off x="1321879" y="3041047"/>
            <a:ext cx="70294" cy="79343"/>
          </a:xfrm>
          <a:prstGeom prst="rect"/>
          <a:ln w="0">
            <a:noFill/>
          </a:ln>
        </p:spPr>
      </p:pic>
      <p:pic>
        <p:nvPicPr>
          <p:cNvPr id="960" name="New picture"/>
          <p:cNvPicPr/>
          <p:nvPr/>
        </p:nvPicPr>
        <p:blipFill>
          <a:blip r:embed="rId562"/>
          <a:srcRect/>
          <a:stretch>
            <a:fillRect/>
          </a:stretch>
        </p:blipFill>
        <p:spPr>
          <a:xfrm>
            <a:off x="1411986" y="3037904"/>
            <a:ext cx="71723" cy="82486"/>
          </a:xfrm>
          <a:prstGeom prst="rect"/>
          <a:ln w="0">
            <a:noFill/>
          </a:ln>
        </p:spPr>
      </p:pic>
      <p:sp>
        <p:nvSpPr>
          <p:cNvPr id="961" name="New shape"/>
          <p:cNvSpPr/>
          <p:nvPr/>
        </p:nvSpPr>
        <p:spPr>
          <a:xfrm>
            <a:off x="1424178" y="304866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62" name="New shape"/>
          <p:cNvSpPr/>
          <p:nvPr/>
        </p:nvSpPr>
        <p:spPr>
          <a:xfrm>
            <a:off x="1543812" y="300990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3" name="New picture"/>
          <p:cNvPicPr/>
          <p:nvPr/>
        </p:nvPicPr>
        <p:blipFill>
          <a:blip r:embed="rId563"/>
          <a:srcRect/>
          <a:stretch>
            <a:fillRect/>
          </a:stretch>
        </p:blipFill>
        <p:spPr>
          <a:xfrm>
            <a:off x="1576768" y="3037999"/>
            <a:ext cx="71818" cy="82391"/>
          </a:xfrm>
          <a:prstGeom prst="rect"/>
          <a:ln w="0">
            <a:noFill/>
          </a:ln>
        </p:spPr>
      </p:pic>
      <p:sp>
        <p:nvSpPr>
          <p:cNvPr id="964" name="New shape"/>
          <p:cNvSpPr/>
          <p:nvPr/>
        </p:nvSpPr>
        <p:spPr>
          <a:xfrm>
            <a:off x="1590580" y="304866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5" name="New picture"/>
          <p:cNvPicPr/>
          <p:nvPr/>
        </p:nvPicPr>
        <p:blipFill>
          <a:blip r:embed="rId564"/>
          <a:srcRect/>
          <a:stretch>
            <a:fillRect/>
          </a:stretch>
        </p:blipFill>
        <p:spPr>
          <a:xfrm>
            <a:off x="1660874" y="3037808"/>
            <a:ext cx="56483" cy="82486"/>
          </a:xfrm>
          <a:prstGeom prst="rect"/>
          <a:ln w="0">
            <a:noFill/>
          </a:ln>
        </p:spPr>
      </p:pic>
      <p:pic>
        <p:nvPicPr>
          <p:cNvPr id="966" name="New picture"/>
          <p:cNvPicPr/>
          <p:nvPr/>
        </p:nvPicPr>
        <p:blipFill>
          <a:blip r:embed="rId565"/>
          <a:srcRect/>
          <a:stretch>
            <a:fillRect/>
          </a:stretch>
        </p:blipFill>
        <p:spPr>
          <a:xfrm>
            <a:off x="1775365" y="3037904"/>
            <a:ext cx="70199" cy="80867"/>
          </a:xfrm>
          <a:prstGeom prst="rect"/>
          <a:ln w="0">
            <a:noFill/>
          </a:ln>
        </p:spPr>
      </p:pic>
      <p:pic>
        <p:nvPicPr>
          <p:cNvPr id="967" name="New picture"/>
          <p:cNvPicPr/>
          <p:nvPr/>
        </p:nvPicPr>
        <p:blipFill>
          <a:blip r:embed="rId566"/>
          <a:srcRect/>
          <a:stretch>
            <a:fillRect/>
          </a:stretch>
        </p:blipFill>
        <p:spPr>
          <a:xfrm>
            <a:off x="1865376" y="3037904"/>
            <a:ext cx="77914" cy="82391"/>
          </a:xfrm>
          <a:prstGeom prst="rect"/>
          <a:ln w="0">
            <a:noFill/>
          </a:ln>
        </p:spPr>
      </p:pic>
      <p:sp>
        <p:nvSpPr>
          <p:cNvPr id="968" name="New shape"/>
          <p:cNvSpPr/>
          <p:nvPr/>
        </p:nvSpPr>
        <p:spPr>
          <a:xfrm>
            <a:off x="1879187" y="304857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9" name="New picture"/>
          <p:cNvPicPr/>
          <p:nvPr/>
        </p:nvPicPr>
        <p:blipFill>
          <a:blip r:embed="rId567"/>
          <a:srcRect/>
          <a:stretch>
            <a:fillRect/>
          </a:stretch>
        </p:blipFill>
        <p:spPr>
          <a:xfrm>
            <a:off x="1952530" y="3016568"/>
            <a:ext cx="47339" cy="103727"/>
          </a:xfrm>
          <a:prstGeom prst="rect"/>
          <a:ln w="0">
            <a:noFill/>
          </a:ln>
        </p:spPr>
      </p:pic>
      <p:sp>
        <p:nvSpPr>
          <p:cNvPr id="970" name="New shape"/>
          <p:cNvSpPr/>
          <p:nvPr/>
        </p:nvSpPr>
        <p:spPr>
          <a:xfrm>
            <a:off x="2018157" y="304095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1" name="New picture"/>
          <p:cNvPicPr/>
          <p:nvPr/>
        </p:nvPicPr>
        <p:blipFill>
          <a:blip r:embed="rId568"/>
          <a:srcRect/>
          <a:stretch>
            <a:fillRect/>
          </a:stretch>
        </p:blipFill>
        <p:spPr>
          <a:xfrm>
            <a:off x="2016633" y="3005899"/>
            <a:ext cx="16764" cy="16764"/>
          </a:xfrm>
          <a:prstGeom prst="rect"/>
          <a:ln w="0">
            <a:noFill/>
          </a:ln>
        </p:spPr>
      </p:pic>
      <p:pic>
        <p:nvPicPr>
          <p:cNvPr id="972" name="New picture"/>
          <p:cNvPicPr/>
          <p:nvPr/>
        </p:nvPicPr>
        <p:blipFill>
          <a:blip r:embed="rId569"/>
          <a:srcRect/>
          <a:stretch>
            <a:fillRect/>
          </a:stretch>
        </p:blipFill>
        <p:spPr>
          <a:xfrm>
            <a:off x="2051685" y="3037904"/>
            <a:ext cx="77914" cy="82486"/>
          </a:xfrm>
          <a:prstGeom prst="rect"/>
          <a:ln w="0">
            <a:noFill/>
          </a:ln>
        </p:spPr>
      </p:pic>
      <p:sp>
        <p:nvSpPr>
          <p:cNvPr id="973" name="New shape"/>
          <p:cNvSpPr/>
          <p:nvPr/>
        </p:nvSpPr>
        <p:spPr>
          <a:xfrm>
            <a:off x="2065401" y="3048667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4" name="New picture"/>
          <p:cNvPicPr/>
          <p:nvPr/>
        </p:nvPicPr>
        <p:blipFill>
          <a:blip r:embed="rId570"/>
          <a:srcRect/>
          <a:stretch>
            <a:fillRect/>
          </a:stretch>
        </p:blipFill>
        <p:spPr>
          <a:xfrm>
            <a:off x="2149507" y="3037904"/>
            <a:ext cx="70199" cy="80867"/>
          </a:xfrm>
          <a:prstGeom prst="rect"/>
          <a:ln w="0">
            <a:noFill/>
          </a:ln>
        </p:spPr>
      </p:pic>
      <p:pic>
        <p:nvPicPr>
          <p:cNvPr id="975" name="New picture"/>
          <p:cNvPicPr/>
          <p:nvPr/>
        </p:nvPicPr>
        <p:blipFill>
          <a:blip r:embed="rId571"/>
          <a:srcRect/>
          <a:stretch>
            <a:fillRect/>
          </a:stretch>
        </p:blipFill>
        <p:spPr>
          <a:xfrm>
            <a:off x="2235041" y="3037903"/>
            <a:ext cx="58007" cy="82391"/>
          </a:xfrm>
          <a:prstGeom prst="rect"/>
          <a:ln w="0">
            <a:noFill/>
          </a:ln>
        </p:spPr>
      </p:pic>
      <p:pic>
        <p:nvPicPr>
          <p:cNvPr id="976" name="New picture"/>
          <p:cNvPicPr/>
          <p:nvPr/>
        </p:nvPicPr>
        <p:blipFill>
          <a:blip r:embed="rId572"/>
          <a:srcRect/>
          <a:stretch>
            <a:fillRect/>
          </a:stretch>
        </p:blipFill>
        <p:spPr>
          <a:xfrm>
            <a:off x="2351056" y="3037904"/>
            <a:ext cx="74771" cy="117539"/>
          </a:xfrm>
          <a:prstGeom prst="rect"/>
          <a:ln w="0">
            <a:noFill/>
          </a:ln>
        </p:spPr>
      </p:pic>
      <p:sp>
        <p:nvSpPr>
          <p:cNvPr id="977" name="New shape"/>
          <p:cNvSpPr/>
          <p:nvPr/>
        </p:nvSpPr>
        <p:spPr>
          <a:xfrm>
            <a:off x="2364772" y="304857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8" name="New picture"/>
          <p:cNvPicPr/>
          <p:nvPr/>
        </p:nvPicPr>
        <p:blipFill>
          <a:blip r:embed="rId573"/>
          <a:srcRect/>
          <a:stretch>
            <a:fillRect/>
          </a:stretch>
        </p:blipFill>
        <p:spPr>
          <a:xfrm>
            <a:off x="2445734" y="3037904"/>
            <a:ext cx="42767" cy="80867"/>
          </a:xfrm>
          <a:prstGeom prst="rect"/>
          <a:ln w="0">
            <a:noFill/>
          </a:ln>
        </p:spPr>
      </p:pic>
      <p:pic>
        <p:nvPicPr>
          <p:cNvPr id="979" name="New picture"/>
          <p:cNvPicPr/>
          <p:nvPr/>
        </p:nvPicPr>
        <p:blipFill>
          <a:blip r:embed="rId574"/>
          <a:srcRect/>
          <a:stretch>
            <a:fillRect/>
          </a:stretch>
        </p:blipFill>
        <p:spPr>
          <a:xfrm>
            <a:off x="2494597" y="3037904"/>
            <a:ext cx="71723" cy="82391"/>
          </a:xfrm>
          <a:prstGeom prst="rect"/>
          <a:ln w="0">
            <a:noFill/>
          </a:ln>
        </p:spPr>
      </p:pic>
      <p:sp>
        <p:nvSpPr>
          <p:cNvPr id="980" name="New shape"/>
          <p:cNvSpPr/>
          <p:nvPr/>
        </p:nvSpPr>
        <p:spPr>
          <a:xfrm>
            <a:off x="2506789" y="3048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1" name="New shape"/>
          <p:cNvSpPr/>
          <p:nvPr/>
        </p:nvSpPr>
        <p:spPr>
          <a:xfrm>
            <a:off x="2517458" y="3002756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2" name="New picture"/>
          <p:cNvPicPr/>
          <p:nvPr/>
        </p:nvPicPr>
        <p:blipFill>
          <a:blip r:embed="rId575"/>
          <a:srcRect/>
          <a:stretch>
            <a:fillRect/>
          </a:stretch>
        </p:blipFill>
        <p:spPr>
          <a:xfrm>
            <a:off x="2576988" y="3037903"/>
            <a:ext cx="58102" cy="82391"/>
          </a:xfrm>
          <a:prstGeom prst="rect"/>
          <a:ln w="0">
            <a:noFill/>
          </a:ln>
        </p:spPr>
      </p:pic>
      <p:pic>
        <p:nvPicPr>
          <p:cNvPr id="983" name="New picture"/>
          <p:cNvPicPr/>
          <p:nvPr/>
        </p:nvPicPr>
        <p:blipFill>
          <a:blip r:embed="rId576"/>
          <a:srcRect/>
          <a:stretch>
            <a:fillRect/>
          </a:stretch>
        </p:blipFill>
        <p:spPr>
          <a:xfrm>
            <a:off x="2648807" y="3037904"/>
            <a:ext cx="70295" cy="82391"/>
          </a:xfrm>
          <a:prstGeom prst="rect"/>
          <a:ln w="0">
            <a:noFill/>
          </a:ln>
        </p:spPr>
      </p:pic>
      <p:sp>
        <p:nvSpPr>
          <p:cNvPr id="984" name="New shape"/>
          <p:cNvSpPr/>
          <p:nvPr/>
        </p:nvSpPr>
        <p:spPr>
          <a:xfrm>
            <a:off x="2661095" y="304857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5" name="New picture"/>
          <p:cNvPicPr/>
          <p:nvPr/>
        </p:nvPicPr>
        <p:blipFill>
          <a:blip r:embed="rId577"/>
          <a:srcRect/>
          <a:stretch>
            <a:fillRect/>
          </a:stretch>
        </p:blipFill>
        <p:spPr>
          <a:xfrm>
            <a:off x="2738914" y="3037904"/>
            <a:ext cx="70199" cy="80867"/>
          </a:xfrm>
          <a:prstGeom prst="rect"/>
          <a:ln w="0">
            <a:noFill/>
          </a:ln>
        </p:spPr>
      </p:pic>
      <p:pic>
        <p:nvPicPr>
          <p:cNvPr id="986" name="New picture"/>
          <p:cNvPicPr/>
          <p:nvPr/>
        </p:nvPicPr>
        <p:blipFill>
          <a:blip r:embed="rId578"/>
          <a:srcRect/>
          <a:stretch>
            <a:fillRect/>
          </a:stretch>
        </p:blipFill>
        <p:spPr>
          <a:xfrm>
            <a:off x="2822925" y="3016568"/>
            <a:ext cx="47339" cy="103727"/>
          </a:xfrm>
          <a:prstGeom prst="rect"/>
          <a:ln w="0">
            <a:noFill/>
          </a:ln>
        </p:spPr>
      </p:pic>
      <p:pic>
        <p:nvPicPr>
          <p:cNvPr id="987" name="New picture"/>
          <p:cNvPicPr/>
          <p:nvPr/>
        </p:nvPicPr>
        <p:blipFill>
          <a:blip r:embed="rId579"/>
          <a:srcRect/>
          <a:stretch>
            <a:fillRect/>
          </a:stretch>
        </p:blipFill>
        <p:spPr>
          <a:xfrm>
            <a:off x="2880932" y="3037904"/>
            <a:ext cx="71723" cy="82391"/>
          </a:xfrm>
          <a:prstGeom prst="rect"/>
          <a:ln w="0">
            <a:noFill/>
          </a:ln>
        </p:spPr>
      </p:pic>
      <p:sp>
        <p:nvSpPr>
          <p:cNvPr id="988" name="New shape"/>
          <p:cNvSpPr/>
          <p:nvPr/>
        </p:nvSpPr>
        <p:spPr>
          <a:xfrm>
            <a:off x="2893123" y="3048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9" name="New shape"/>
          <p:cNvSpPr/>
          <p:nvPr/>
        </p:nvSpPr>
        <p:spPr>
          <a:xfrm>
            <a:off x="2903792" y="3002756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0" name="New picture"/>
          <p:cNvPicPr/>
          <p:nvPr/>
        </p:nvPicPr>
        <p:blipFill>
          <a:blip r:embed="rId580"/>
          <a:srcRect/>
          <a:stretch>
            <a:fillRect/>
          </a:stretch>
        </p:blipFill>
        <p:spPr>
          <a:xfrm>
            <a:off x="2967990" y="3037904"/>
            <a:ext cx="70199" cy="82391"/>
          </a:xfrm>
          <a:prstGeom prst="rect"/>
          <a:ln w="0">
            <a:noFill/>
          </a:ln>
        </p:spPr>
      </p:pic>
      <p:sp>
        <p:nvSpPr>
          <p:cNvPr id="991" name="New shape"/>
          <p:cNvSpPr/>
          <p:nvPr/>
        </p:nvSpPr>
        <p:spPr>
          <a:xfrm>
            <a:off x="2980182" y="3048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2" name="New picture"/>
          <p:cNvPicPr/>
          <p:nvPr/>
        </p:nvPicPr>
        <p:blipFill>
          <a:blip r:embed="rId581"/>
          <a:srcRect/>
          <a:stretch>
            <a:fillRect/>
          </a:stretch>
        </p:blipFill>
        <p:spPr>
          <a:xfrm>
            <a:off x="3050381" y="3037903"/>
            <a:ext cx="56579" cy="82391"/>
          </a:xfrm>
          <a:prstGeom prst="rect"/>
          <a:ln w="0">
            <a:noFill/>
          </a:ln>
        </p:spPr>
      </p:pic>
      <p:pic>
        <p:nvPicPr>
          <p:cNvPr id="993" name="New picture"/>
          <p:cNvPicPr/>
          <p:nvPr/>
        </p:nvPicPr>
        <p:blipFill>
          <a:blip r:embed="rId582"/>
          <a:srcRect/>
          <a:stretch>
            <a:fillRect/>
          </a:stretch>
        </p:blipFill>
        <p:spPr>
          <a:xfrm>
            <a:off x="3125248" y="3102007"/>
            <a:ext cx="16764" cy="18288"/>
          </a:xfrm>
          <a:prstGeom prst="rect"/>
          <a:ln w="0">
            <a:noFill/>
          </a:ln>
        </p:spPr>
      </p:pic>
      <p:pic>
        <p:nvPicPr>
          <p:cNvPr id="994" name="New picture"/>
          <p:cNvPicPr/>
          <p:nvPr/>
        </p:nvPicPr>
        <p:blipFill>
          <a:blip r:embed="rId583"/>
          <a:srcRect/>
          <a:stretch>
            <a:fillRect/>
          </a:stretch>
        </p:blipFill>
        <p:spPr>
          <a:xfrm>
            <a:off x="677418" y="3388900"/>
            <a:ext cx="155734" cy="230410"/>
          </a:xfrm>
          <a:prstGeom prst="rect"/>
          <a:ln w="0">
            <a:noFill/>
          </a:ln>
        </p:spPr>
      </p:pic>
      <p:sp>
        <p:nvSpPr>
          <p:cNvPr id="995" name="New shape"/>
          <p:cNvSpPr/>
          <p:nvPr/>
        </p:nvSpPr>
        <p:spPr>
          <a:xfrm>
            <a:off x="854583" y="3573590"/>
            <a:ext cx="39719" cy="4114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6" name="New picture"/>
          <p:cNvPicPr/>
          <p:nvPr/>
        </p:nvPicPr>
        <p:blipFill>
          <a:blip r:embed="rId584"/>
          <a:srcRect/>
          <a:stretch>
            <a:fillRect/>
          </a:stretch>
        </p:blipFill>
        <p:spPr>
          <a:xfrm>
            <a:off x="1002697" y="3471290"/>
            <a:ext cx="42767" cy="109918"/>
          </a:xfrm>
          <a:prstGeom prst="rect"/>
          <a:ln w="0">
            <a:noFill/>
          </a:ln>
        </p:spPr>
      </p:pic>
      <p:pic>
        <p:nvPicPr>
          <p:cNvPr id="997" name="New picture"/>
          <p:cNvPicPr/>
          <p:nvPr/>
        </p:nvPicPr>
        <p:blipFill>
          <a:blip r:embed="rId585"/>
          <a:srcRect/>
          <a:stretch>
            <a:fillRect/>
          </a:stretch>
        </p:blipFill>
        <p:spPr>
          <a:xfrm>
            <a:off x="1063752" y="3471290"/>
            <a:ext cx="42767" cy="109918"/>
          </a:xfrm>
          <a:prstGeom prst="rect"/>
          <a:ln w="0">
            <a:noFill/>
          </a:ln>
        </p:spPr>
      </p:pic>
      <p:pic>
        <p:nvPicPr>
          <p:cNvPr id="998" name="New picture"/>
          <p:cNvPicPr/>
          <p:nvPr/>
        </p:nvPicPr>
        <p:blipFill>
          <a:blip r:embed="rId586"/>
          <a:srcRect/>
          <a:stretch>
            <a:fillRect/>
          </a:stretch>
        </p:blipFill>
        <p:spPr>
          <a:xfrm>
            <a:off x="1210342" y="3388900"/>
            <a:ext cx="235172" cy="225838"/>
          </a:xfrm>
          <a:prstGeom prst="rect"/>
          <a:ln w="0">
            <a:noFill/>
          </a:ln>
        </p:spPr>
      </p:pic>
      <p:pic>
        <p:nvPicPr>
          <p:cNvPr id="999" name="New picture"/>
          <p:cNvPicPr/>
          <p:nvPr/>
        </p:nvPicPr>
        <p:blipFill>
          <a:blip r:embed="rId587"/>
          <a:srcRect/>
          <a:stretch>
            <a:fillRect/>
          </a:stretch>
        </p:blipFill>
        <p:spPr>
          <a:xfrm>
            <a:off x="1463802" y="3439192"/>
            <a:ext cx="178689" cy="180118"/>
          </a:xfrm>
          <a:prstGeom prst="rect"/>
          <a:ln w="0">
            <a:noFill/>
          </a:ln>
        </p:spPr>
      </p:pic>
      <p:sp>
        <p:nvSpPr>
          <p:cNvPr id="1000" name="New shape"/>
          <p:cNvSpPr/>
          <p:nvPr/>
        </p:nvSpPr>
        <p:spPr>
          <a:xfrm>
            <a:off x="1505045" y="3475863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1" name="New picture"/>
          <p:cNvPicPr/>
          <p:nvPr/>
        </p:nvPicPr>
        <p:blipFill>
          <a:blip r:embed="rId588"/>
          <a:srcRect/>
          <a:stretch>
            <a:fillRect/>
          </a:stretch>
        </p:blipFill>
        <p:spPr>
          <a:xfrm>
            <a:off x="1659350" y="3439192"/>
            <a:ext cx="175546" cy="180118"/>
          </a:xfrm>
          <a:prstGeom prst="rect"/>
          <a:ln w="0">
            <a:noFill/>
          </a:ln>
        </p:spPr>
      </p:pic>
      <p:pic>
        <p:nvPicPr>
          <p:cNvPr id="1002" name="New picture"/>
          <p:cNvPicPr/>
          <p:nvPr/>
        </p:nvPicPr>
        <p:blipFill>
          <a:blip r:embed="rId589"/>
          <a:srcRect/>
          <a:stretch>
            <a:fillRect/>
          </a:stretch>
        </p:blipFill>
        <p:spPr>
          <a:xfrm>
            <a:off x="1850231" y="3388900"/>
            <a:ext cx="149638" cy="225838"/>
          </a:xfrm>
          <a:prstGeom prst="rect"/>
          <a:ln w="0">
            <a:noFill/>
          </a:ln>
        </p:spPr>
      </p:pic>
      <p:sp>
        <p:nvSpPr>
          <p:cNvPr id="1003" name="New shape"/>
          <p:cNvSpPr/>
          <p:nvPr/>
        </p:nvSpPr>
        <p:spPr>
          <a:xfrm>
            <a:off x="2024253" y="3388900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04" name="New shape"/>
          <p:cNvSpPr/>
          <p:nvPr/>
        </p:nvSpPr>
        <p:spPr>
          <a:xfrm>
            <a:off x="2024253" y="3445383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5" name="New picture"/>
          <p:cNvPicPr/>
          <p:nvPr/>
        </p:nvPicPr>
        <p:blipFill>
          <a:blip r:embed="rId590"/>
          <a:srcRect/>
          <a:stretch>
            <a:fillRect/>
          </a:stretch>
        </p:blipFill>
        <p:spPr>
          <a:xfrm>
            <a:off x="2088357" y="3439192"/>
            <a:ext cx="149733" cy="175546"/>
          </a:xfrm>
          <a:prstGeom prst="rect"/>
          <a:ln w="0">
            <a:noFill/>
          </a:ln>
        </p:spPr>
      </p:pic>
      <p:pic>
        <p:nvPicPr>
          <p:cNvPr id="1006" name="New picture"/>
          <p:cNvPicPr/>
          <p:nvPr/>
        </p:nvPicPr>
        <p:blipFill>
          <a:blip r:embed="rId591"/>
          <a:srcRect/>
          <a:stretch>
            <a:fillRect/>
          </a:stretch>
        </p:blipFill>
        <p:spPr>
          <a:xfrm>
            <a:off x="2254853" y="3439192"/>
            <a:ext cx="175641" cy="180118"/>
          </a:xfrm>
          <a:prstGeom prst="rect"/>
          <a:ln w="0">
            <a:noFill/>
          </a:ln>
        </p:spPr>
      </p:pic>
      <p:sp>
        <p:nvSpPr>
          <p:cNvPr id="1007" name="New shape"/>
          <p:cNvSpPr/>
          <p:nvPr/>
        </p:nvSpPr>
        <p:spPr>
          <a:xfrm>
            <a:off x="2296096" y="3475863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8" name="New picture"/>
          <p:cNvPicPr/>
          <p:nvPr/>
        </p:nvPicPr>
        <p:blipFill>
          <a:blip r:embed="rId592"/>
          <a:srcRect/>
          <a:stretch>
            <a:fillRect/>
          </a:stretch>
        </p:blipFill>
        <p:spPr>
          <a:xfrm>
            <a:off x="2528220" y="3388900"/>
            <a:ext cx="111443" cy="225838"/>
          </a:xfrm>
          <a:prstGeom prst="rect"/>
          <a:ln w="0">
            <a:noFill/>
          </a:ln>
        </p:spPr>
      </p:pic>
      <p:pic>
        <p:nvPicPr>
          <p:cNvPr id="1009" name="New picture"/>
          <p:cNvPicPr/>
          <p:nvPr/>
        </p:nvPicPr>
        <p:blipFill>
          <a:blip r:embed="rId593"/>
          <a:srcRect/>
          <a:stretch>
            <a:fillRect/>
          </a:stretch>
        </p:blipFill>
        <p:spPr>
          <a:xfrm>
            <a:off x="2641187" y="3439192"/>
            <a:ext cx="177165" cy="180118"/>
          </a:xfrm>
          <a:prstGeom prst="rect"/>
          <a:ln w="0">
            <a:noFill/>
          </a:ln>
        </p:spPr>
      </p:pic>
      <p:sp>
        <p:nvSpPr>
          <p:cNvPr id="1010" name="New shape"/>
          <p:cNvSpPr/>
          <p:nvPr/>
        </p:nvSpPr>
        <p:spPr>
          <a:xfrm>
            <a:off x="2682431" y="3475863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1" name="New picture"/>
          <p:cNvPicPr/>
          <p:nvPr/>
        </p:nvPicPr>
        <p:blipFill>
          <a:blip r:embed="rId594"/>
          <a:srcRect/>
          <a:stretch>
            <a:fillRect/>
          </a:stretch>
        </p:blipFill>
        <p:spPr>
          <a:xfrm>
            <a:off x="2825972" y="3439192"/>
            <a:ext cx="178689" cy="180118"/>
          </a:xfrm>
          <a:prstGeom prst="rect"/>
          <a:ln w="0">
            <a:noFill/>
          </a:ln>
        </p:spPr>
      </p:pic>
      <p:sp>
        <p:nvSpPr>
          <p:cNvPr id="1012" name="New shape"/>
          <p:cNvSpPr/>
          <p:nvPr/>
        </p:nvSpPr>
        <p:spPr>
          <a:xfrm>
            <a:off x="2865692" y="3475863"/>
            <a:ext cx="100774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3" name="New picture"/>
          <p:cNvPicPr/>
          <p:nvPr/>
        </p:nvPicPr>
        <p:blipFill>
          <a:blip r:embed="rId595"/>
          <a:srcRect/>
          <a:stretch>
            <a:fillRect/>
          </a:stretch>
        </p:blipFill>
        <p:spPr>
          <a:xfrm>
            <a:off x="3029045" y="3439192"/>
            <a:ext cx="77915" cy="175546"/>
          </a:xfrm>
          <a:prstGeom prst="rect"/>
          <a:ln w="0">
            <a:noFill/>
          </a:ln>
        </p:spPr>
      </p:pic>
      <p:pic>
        <p:nvPicPr>
          <p:cNvPr id="1014" name="New picture"/>
          <p:cNvPicPr/>
          <p:nvPr/>
        </p:nvPicPr>
        <p:blipFill>
          <a:blip r:embed="rId596"/>
          <a:srcRect/>
          <a:stretch>
            <a:fillRect/>
          </a:stretch>
        </p:blipFill>
        <p:spPr>
          <a:xfrm>
            <a:off x="3116009" y="3439192"/>
            <a:ext cx="149733" cy="175546"/>
          </a:xfrm>
          <a:prstGeom prst="rect"/>
          <a:ln w="0">
            <a:noFill/>
          </a:ln>
        </p:spPr>
      </p:pic>
      <p:sp>
        <p:nvSpPr>
          <p:cNvPr id="1015" name="New shape"/>
          <p:cNvSpPr/>
          <p:nvPr/>
        </p:nvSpPr>
        <p:spPr>
          <a:xfrm>
            <a:off x="3288602" y="3388900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16" name="New shape"/>
          <p:cNvSpPr/>
          <p:nvPr/>
        </p:nvSpPr>
        <p:spPr>
          <a:xfrm>
            <a:off x="3288602" y="3445383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7" name="New picture"/>
          <p:cNvPicPr/>
          <p:nvPr/>
        </p:nvPicPr>
        <p:blipFill>
          <a:blip r:embed="rId597"/>
          <a:srcRect/>
          <a:stretch>
            <a:fillRect/>
          </a:stretch>
        </p:blipFill>
        <p:spPr>
          <a:xfrm>
            <a:off x="3352800" y="3439192"/>
            <a:ext cx="151162" cy="175546"/>
          </a:xfrm>
          <a:prstGeom prst="rect"/>
          <a:ln w="0">
            <a:noFill/>
          </a:ln>
        </p:spPr>
      </p:pic>
      <p:pic>
        <p:nvPicPr>
          <p:cNvPr id="1018" name="New picture"/>
          <p:cNvPicPr/>
          <p:nvPr/>
        </p:nvPicPr>
        <p:blipFill>
          <a:blip r:embed="rId598"/>
          <a:srcRect/>
          <a:stretch>
            <a:fillRect/>
          </a:stretch>
        </p:blipFill>
        <p:spPr>
          <a:xfrm>
            <a:off x="3519202" y="3439192"/>
            <a:ext cx="181737" cy="244221"/>
          </a:xfrm>
          <a:prstGeom prst="rect"/>
          <a:ln w="0">
            <a:noFill/>
          </a:ln>
        </p:spPr>
      </p:pic>
      <p:sp>
        <p:nvSpPr>
          <p:cNvPr id="1019" name="New shape"/>
          <p:cNvSpPr/>
          <p:nvPr/>
        </p:nvSpPr>
        <p:spPr>
          <a:xfrm>
            <a:off x="3560445" y="3475863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0" name="New picture"/>
          <p:cNvPicPr/>
          <p:nvPr/>
        </p:nvPicPr>
        <p:blipFill>
          <a:blip r:embed="rId599"/>
          <a:srcRect/>
          <a:stretch>
            <a:fillRect/>
          </a:stretch>
        </p:blipFill>
        <p:spPr>
          <a:xfrm>
            <a:off x="3783425" y="3384328"/>
            <a:ext cx="80868" cy="230410"/>
          </a:xfrm>
          <a:prstGeom prst="rect"/>
          <a:ln w="0">
            <a:noFill/>
          </a:ln>
        </p:spPr>
      </p:pic>
      <p:pic>
        <p:nvPicPr>
          <p:cNvPr id="1021" name="New picture"/>
          <p:cNvPicPr/>
          <p:nvPr/>
        </p:nvPicPr>
        <p:blipFill>
          <a:blip r:embed="rId600"/>
          <a:srcRect/>
          <a:stretch>
            <a:fillRect/>
          </a:stretch>
        </p:blipFill>
        <p:spPr>
          <a:xfrm>
            <a:off x="3861340" y="3439192"/>
            <a:ext cx="180118" cy="180118"/>
          </a:xfrm>
          <a:prstGeom prst="rect"/>
          <a:ln w="0">
            <a:noFill/>
          </a:ln>
        </p:spPr>
      </p:pic>
      <p:sp>
        <p:nvSpPr>
          <p:cNvPr id="1022" name="New shape"/>
          <p:cNvSpPr/>
          <p:nvPr/>
        </p:nvSpPr>
        <p:spPr>
          <a:xfrm>
            <a:off x="3902488" y="3475862"/>
            <a:ext cx="99346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3" name="New picture"/>
          <p:cNvPicPr/>
          <p:nvPr/>
        </p:nvPicPr>
        <p:blipFill>
          <a:blip r:embed="rId601"/>
          <a:srcRect/>
          <a:stretch>
            <a:fillRect/>
          </a:stretch>
        </p:blipFill>
        <p:spPr>
          <a:xfrm>
            <a:off x="4059746" y="3439192"/>
            <a:ext cx="76295" cy="175546"/>
          </a:xfrm>
          <a:prstGeom prst="rect"/>
          <a:ln w="0">
            <a:noFill/>
          </a:ln>
        </p:spPr>
      </p:pic>
      <p:pic>
        <p:nvPicPr>
          <p:cNvPr id="1024" name="New picture"/>
          <p:cNvPicPr/>
          <p:nvPr/>
        </p:nvPicPr>
        <p:blipFill>
          <a:blip r:embed="rId602"/>
          <a:srcRect/>
          <a:stretch>
            <a:fillRect/>
          </a:stretch>
        </p:blipFill>
        <p:spPr>
          <a:xfrm>
            <a:off x="4226243" y="3388900"/>
            <a:ext cx="163354" cy="225838"/>
          </a:xfrm>
          <a:prstGeom prst="rect"/>
          <a:ln w="0">
            <a:noFill/>
          </a:ln>
        </p:spPr>
      </p:pic>
      <p:pic>
        <p:nvPicPr>
          <p:cNvPr id="1025" name="New picture"/>
          <p:cNvPicPr/>
          <p:nvPr/>
        </p:nvPicPr>
        <p:blipFill>
          <a:blip r:embed="rId603"/>
          <a:srcRect/>
          <a:stretch>
            <a:fillRect/>
          </a:stretch>
        </p:blipFill>
        <p:spPr>
          <a:xfrm>
            <a:off x="4411027" y="3439287"/>
            <a:ext cx="178689" cy="180022"/>
          </a:xfrm>
          <a:prstGeom prst="rect"/>
          <a:ln w="0">
            <a:noFill/>
          </a:ln>
        </p:spPr>
      </p:pic>
      <p:sp>
        <p:nvSpPr>
          <p:cNvPr id="1026" name="New shape"/>
          <p:cNvSpPr/>
          <p:nvPr/>
        </p:nvSpPr>
        <p:spPr>
          <a:xfrm>
            <a:off x="4450747" y="3475863"/>
            <a:ext cx="100774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7" name="New picture"/>
          <p:cNvPicPr/>
          <p:nvPr/>
        </p:nvPicPr>
        <p:blipFill>
          <a:blip r:embed="rId604"/>
          <a:srcRect/>
          <a:stretch>
            <a:fillRect/>
          </a:stretch>
        </p:blipFill>
        <p:spPr>
          <a:xfrm>
            <a:off x="4604957" y="3439287"/>
            <a:ext cx="175546" cy="180022"/>
          </a:xfrm>
          <a:prstGeom prst="rect"/>
          <a:ln w="0">
            <a:noFill/>
          </a:ln>
        </p:spPr>
      </p:pic>
      <p:pic>
        <p:nvPicPr>
          <p:cNvPr id="1028" name="New picture"/>
          <p:cNvPicPr/>
          <p:nvPr/>
        </p:nvPicPr>
        <p:blipFill>
          <a:blip r:embed="rId605"/>
          <a:srcRect/>
          <a:stretch>
            <a:fillRect/>
          </a:stretch>
        </p:blipFill>
        <p:spPr>
          <a:xfrm>
            <a:off x="4804982" y="3388900"/>
            <a:ext cx="149638" cy="225838"/>
          </a:xfrm>
          <a:prstGeom prst="rect"/>
          <a:ln w="0">
            <a:noFill/>
          </a:ln>
        </p:spPr>
      </p:pic>
      <p:pic>
        <p:nvPicPr>
          <p:cNvPr id="1029" name="New picture"/>
          <p:cNvPicPr/>
          <p:nvPr/>
        </p:nvPicPr>
        <p:blipFill>
          <a:blip r:embed="rId606"/>
          <a:srcRect/>
          <a:stretch>
            <a:fillRect/>
          </a:stretch>
        </p:blipFill>
        <p:spPr>
          <a:xfrm>
            <a:off x="4948524" y="3439192"/>
            <a:ext cx="175641" cy="180118"/>
          </a:xfrm>
          <a:prstGeom prst="rect"/>
          <a:ln w="0">
            <a:noFill/>
          </a:ln>
        </p:spPr>
      </p:pic>
      <p:sp>
        <p:nvSpPr>
          <p:cNvPr id="1030" name="New shape"/>
          <p:cNvSpPr/>
          <p:nvPr/>
        </p:nvSpPr>
        <p:spPr>
          <a:xfrm>
            <a:off x="4989767" y="3475863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607"/>
          <a:srcRect/>
          <a:stretch>
            <a:fillRect/>
          </a:stretch>
        </p:blipFill>
        <p:spPr>
          <a:xfrm>
            <a:off x="5143976" y="3439192"/>
            <a:ext cx="76295" cy="175546"/>
          </a:xfrm>
          <a:prstGeom prst="rect"/>
          <a:ln w="0">
            <a:noFill/>
          </a:ln>
        </p:spPr>
      </p:pic>
      <p:pic>
        <p:nvPicPr>
          <p:cNvPr id="1032" name="New picture"/>
          <p:cNvPicPr/>
          <p:nvPr/>
        </p:nvPicPr>
        <p:blipFill>
          <a:blip r:embed="rId608"/>
          <a:srcRect/>
          <a:stretch>
            <a:fillRect/>
          </a:stretch>
        </p:blipFill>
        <p:spPr>
          <a:xfrm>
            <a:off x="5218747" y="3439287"/>
            <a:ext cx="122206" cy="180022"/>
          </a:xfrm>
          <a:prstGeom prst="rect"/>
          <a:ln w="0">
            <a:noFill/>
          </a:ln>
        </p:spPr>
      </p:pic>
      <p:pic>
        <p:nvPicPr>
          <p:cNvPr id="1033" name="New picture"/>
          <p:cNvPicPr/>
          <p:nvPr/>
        </p:nvPicPr>
        <p:blipFill>
          <a:blip r:embed="rId609"/>
          <a:srcRect/>
          <a:stretch>
            <a:fillRect/>
          </a:stretch>
        </p:blipFill>
        <p:spPr>
          <a:xfrm>
            <a:off x="5432584" y="3471290"/>
            <a:ext cx="41243" cy="109918"/>
          </a:xfrm>
          <a:prstGeom prst="rect"/>
          <a:ln w="0">
            <a:noFill/>
          </a:ln>
        </p:spPr>
      </p:pic>
      <p:pic>
        <p:nvPicPr>
          <p:cNvPr id="1034" name="New picture"/>
          <p:cNvPicPr/>
          <p:nvPr/>
        </p:nvPicPr>
        <p:blipFill>
          <a:blip r:embed="rId610"/>
          <a:srcRect/>
          <a:stretch>
            <a:fillRect/>
          </a:stretch>
        </p:blipFill>
        <p:spPr>
          <a:xfrm>
            <a:off x="5492115" y="3471290"/>
            <a:ext cx="42767" cy="109918"/>
          </a:xfrm>
          <a:prstGeom prst="rect"/>
          <a:ln w="0">
            <a:noFill/>
          </a:ln>
        </p:spPr>
      </p:pic>
      <p:pic>
        <p:nvPicPr>
          <p:cNvPr id="1035" name="New picture"/>
          <p:cNvPicPr/>
          <p:nvPr/>
        </p:nvPicPr>
        <p:blipFill>
          <a:blip r:embed="rId611"/>
          <a:srcRect/>
          <a:stretch>
            <a:fillRect/>
          </a:stretch>
        </p:blipFill>
        <p:spPr>
          <a:xfrm>
            <a:off x="5634133" y="3439287"/>
            <a:ext cx="178689" cy="231934"/>
          </a:xfrm>
          <a:prstGeom prst="rect"/>
          <a:ln w="0">
            <a:noFill/>
          </a:ln>
        </p:spPr>
      </p:pic>
      <p:sp>
        <p:nvSpPr>
          <p:cNvPr id="1036" name="New shape"/>
          <p:cNvSpPr/>
          <p:nvPr/>
        </p:nvSpPr>
        <p:spPr>
          <a:xfrm>
            <a:off x="5672328" y="3475863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7" name="New picture"/>
          <p:cNvPicPr/>
          <p:nvPr/>
        </p:nvPicPr>
        <p:blipFill>
          <a:blip r:embed="rId612"/>
          <a:srcRect/>
          <a:stretch>
            <a:fillRect/>
          </a:stretch>
        </p:blipFill>
        <p:spPr>
          <a:xfrm>
            <a:off x="5820442" y="3439192"/>
            <a:ext cx="178689" cy="180118"/>
          </a:xfrm>
          <a:prstGeom prst="rect"/>
          <a:ln w="0">
            <a:noFill/>
          </a:ln>
        </p:spPr>
      </p:pic>
      <p:sp>
        <p:nvSpPr>
          <p:cNvPr id="1038" name="New shape"/>
          <p:cNvSpPr/>
          <p:nvPr/>
        </p:nvSpPr>
        <p:spPr>
          <a:xfrm>
            <a:off x="5860161" y="3475863"/>
            <a:ext cx="100774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9" name="New picture"/>
          <p:cNvPicPr/>
          <p:nvPr/>
        </p:nvPicPr>
        <p:blipFill>
          <a:blip r:embed="rId613"/>
          <a:srcRect/>
          <a:stretch>
            <a:fillRect/>
          </a:stretch>
        </p:blipFill>
        <p:spPr>
          <a:xfrm>
            <a:off x="6023515" y="3439192"/>
            <a:ext cx="77915" cy="175546"/>
          </a:xfrm>
          <a:prstGeom prst="rect"/>
          <a:ln w="0">
            <a:noFill/>
          </a:ln>
        </p:spPr>
      </p:pic>
      <p:pic>
        <p:nvPicPr>
          <p:cNvPr id="1040" name="New picture"/>
          <p:cNvPicPr/>
          <p:nvPr/>
        </p:nvPicPr>
        <p:blipFill>
          <a:blip r:embed="rId614"/>
          <a:srcRect/>
          <a:stretch>
            <a:fillRect/>
          </a:stretch>
        </p:blipFill>
        <p:spPr>
          <a:xfrm>
            <a:off x="6186963" y="3388900"/>
            <a:ext cx="181737" cy="225838"/>
          </a:xfrm>
          <a:prstGeom prst="rect"/>
          <a:ln w="0">
            <a:noFill/>
          </a:ln>
        </p:spPr>
      </p:pic>
      <p:sp>
        <p:nvSpPr>
          <p:cNvPr id="1041" name="New shape"/>
          <p:cNvSpPr/>
          <p:nvPr/>
        </p:nvSpPr>
        <p:spPr>
          <a:xfrm>
            <a:off x="6229731" y="3427000"/>
            <a:ext cx="97726" cy="14811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2" name="New picture"/>
          <p:cNvPicPr/>
          <p:nvPr/>
        </p:nvPicPr>
        <p:blipFill>
          <a:blip r:embed="rId615"/>
          <a:srcRect/>
          <a:stretch>
            <a:fillRect/>
          </a:stretch>
        </p:blipFill>
        <p:spPr>
          <a:xfrm>
            <a:off x="6391656" y="3439192"/>
            <a:ext cx="77819" cy="175546"/>
          </a:xfrm>
          <a:prstGeom prst="rect"/>
          <a:ln w="0">
            <a:noFill/>
          </a:ln>
        </p:spPr>
      </p:pic>
      <p:pic>
        <p:nvPicPr>
          <p:cNvPr id="1043" name="New picture"/>
          <p:cNvPicPr/>
          <p:nvPr/>
        </p:nvPicPr>
        <p:blipFill>
          <a:blip r:embed="rId616"/>
          <a:srcRect/>
          <a:stretch>
            <a:fillRect/>
          </a:stretch>
        </p:blipFill>
        <p:spPr>
          <a:xfrm>
            <a:off x="6461761" y="3439192"/>
            <a:ext cx="177165" cy="180118"/>
          </a:xfrm>
          <a:prstGeom prst="rect"/>
          <a:ln w="0">
            <a:noFill/>
          </a:ln>
        </p:spPr>
      </p:pic>
      <p:sp>
        <p:nvSpPr>
          <p:cNvPr id="1044" name="New shape"/>
          <p:cNvSpPr/>
          <p:nvPr/>
        </p:nvSpPr>
        <p:spPr>
          <a:xfrm>
            <a:off x="6503003" y="3475863"/>
            <a:ext cx="9467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5" name="New picture"/>
          <p:cNvPicPr/>
          <p:nvPr/>
        </p:nvPicPr>
        <p:blipFill>
          <a:blip r:embed="rId617"/>
          <a:srcRect/>
          <a:stretch>
            <a:fillRect/>
          </a:stretch>
        </p:blipFill>
        <p:spPr>
          <a:xfrm>
            <a:off x="6641973" y="3445383"/>
            <a:ext cx="236696" cy="169354"/>
          </a:xfrm>
          <a:prstGeom prst="rect"/>
          <a:ln w="0">
            <a:noFill/>
          </a:ln>
        </p:spPr>
      </p:pic>
      <p:pic>
        <p:nvPicPr>
          <p:cNvPr id="1046" name="New picture"/>
          <p:cNvPicPr/>
          <p:nvPr/>
        </p:nvPicPr>
        <p:blipFill>
          <a:blip r:embed="rId618"/>
          <a:srcRect/>
          <a:stretch>
            <a:fillRect/>
          </a:stretch>
        </p:blipFill>
        <p:spPr>
          <a:xfrm>
            <a:off x="680466" y="3718560"/>
            <a:ext cx="224504" cy="234982"/>
          </a:xfrm>
          <a:prstGeom prst="rect"/>
          <a:ln w="0">
            <a:noFill/>
          </a:ln>
        </p:spPr>
      </p:pic>
      <p:pic>
        <p:nvPicPr>
          <p:cNvPr id="1047" name="New picture"/>
          <p:cNvPicPr/>
          <p:nvPr/>
        </p:nvPicPr>
        <p:blipFill>
          <a:blip r:embed="rId619"/>
          <a:srcRect/>
          <a:stretch>
            <a:fillRect/>
          </a:stretch>
        </p:blipFill>
        <p:spPr>
          <a:xfrm>
            <a:off x="906494" y="3773424"/>
            <a:ext cx="180213" cy="180118"/>
          </a:xfrm>
          <a:prstGeom prst="rect"/>
          <a:ln w="0">
            <a:noFill/>
          </a:ln>
        </p:spPr>
      </p:pic>
      <p:sp>
        <p:nvSpPr>
          <p:cNvPr id="1048" name="New shape"/>
          <p:cNvSpPr/>
          <p:nvPr/>
        </p:nvSpPr>
        <p:spPr>
          <a:xfrm>
            <a:off x="947737" y="3810095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9" name="New picture"/>
          <p:cNvPicPr/>
          <p:nvPr/>
        </p:nvPicPr>
        <p:blipFill>
          <a:blip r:embed="rId620"/>
          <a:srcRect/>
          <a:stretch>
            <a:fillRect/>
          </a:stretch>
        </p:blipFill>
        <p:spPr>
          <a:xfrm>
            <a:off x="1101852" y="3773424"/>
            <a:ext cx="149733" cy="175546"/>
          </a:xfrm>
          <a:prstGeom prst="rect"/>
          <a:ln w="0">
            <a:noFill/>
          </a:ln>
        </p:spPr>
      </p:pic>
      <p:pic>
        <p:nvPicPr>
          <p:cNvPr id="1050" name="New picture"/>
          <p:cNvPicPr/>
          <p:nvPr/>
        </p:nvPicPr>
        <p:blipFill>
          <a:blip r:embed="rId621"/>
          <a:srcRect/>
          <a:stretch>
            <a:fillRect/>
          </a:stretch>
        </p:blipFill>
        <p:spPr>
          <a:xfrm>
            <a:off x="1262253" y="3779520"/>
            <a:ext cx="236696" cy="169450"/>
          </a:xfrm>
          <a:prstGeom prst="rect"/>
          <a:ln w="0">
            <a:noFill/>
          </a:ln>
        </p:spPr>
      </p:pic>
      <p:pic>
        <p:nvPicPr>
          <p:cNvPr id="1051" name="New picture"/>
          <p:cNvPicPr/>
          <p:nvPr/>
        </p:nvPicPr>
        <p:blipFill>
          <a:blip r:embed="rId622"/>
          <a:srcRect/>
          <a:stretch>
            <a:fillRect/>
          </a:stretch>
        </p:blipFill>
        <p:spPr>
          <a:xfrm>
            <a:off x="1501997" y="3773424"/>
            <a:ext cx="178689" cy="180118"/>
          </a:xfrm>
          <a:prstGeom prst="rect"/>
          <a:ln w="0">
            <a:noFill/>
          </a:ln>
        </p:spPr>
      </p:pic>
      <p:sp>
        <p:nvSpPr>
          <p:cNvPr id="1052" name="New shape"/>
          <p:cNvSpPr/>
          <p:nvPr/>
        </p:nvSpPr>
        <p:spPr>
          <a:xfrm>
            <a:off x="1541716" y="3810095"/>
            <a:ext cx="100774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3" name="New picture"/>
          <p:cNvPicPr/>
          <p:nvPr/>
        </p:nvPicPr>
        <p:blipFill>
          <a:blip r:embed="rId623"/>
          <a:srcRect/>
          <a:stretch>
            <a:fillRect/>
          </a:stretch>
        </p:blipFill>
        <p:spPr>
          <a:xfrm>
            <a:off x="1688306" y="3779520"/>
            <a:ext cx="171069" cy="225933"/>
          </a:xfrm>
          <a:prstGeom prst="rect"/>
          <a:ln w="0">
            <a:noFill/>
          </a:ln>
        </p:spPr>
      </p:pic>
      <p:pic>
        <p:nvPicPr>
          <p:cNvPr id="1054" name="New picture"/>
          <p:cNvPicPr/>
          <p:nvPr/>
        </p:nvPicPr>
        <p:blipFill>
          <a:blip r:embed="rId624"/>
          <a:srcRect/>
          <a:stretch>
            <a:fillRect/>
          </a:stretch>
        </p:blipFill>
        <p:spPr>
          <a:xfrm>
            <a:off x="1938718" y="3773424"/>
            <a:ext cx="175641" cy="180118"/>
          </a:xfrm>
          <a:prstGeom prst="rect"/>
          <a:ln w="0">
            <a:noFill/>
          </a:ln>
        </p:spPr>
      </p:pic>
      <p:sp>
        <p:nvSpPr>
          <p:cNvPr id="1055" name="New shape"/>
          <p:cNvSpPr/>
          <p:nvPr/>
        </p:nvSpPr>
        <p:spPr>
          <a:xfrm>
            <a:off x="1979962" y="3810096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6" name="New picture"/>
          <p:cNvPicPr/>
          <p:nvPr/>
        </p:nvPicPr>
        <p:blipFill>
          <a:blip r:embed="rId625"/>
          <a:srcRect/>
          <a:stretch>
            <a:fillRect/>
          </a:stretch>
        </p:blipFill>
        <p:spPr>
          <a:xfrm>
            <a:off x="2120455" y="3723132"/>
            <a:ext cx="85535" cy="225838"/>
          </a:xfrm>
          <a:prstGeom prst="rect"/>
          <a:ln w="0">
            <a:noFill/>
          </a:ln>
        </p:spPr>
      </p:pic>
      <p:pic>
        <p:nvPicPr>
          <p:cNvPr id="1057" name="New picture"/>
          <p:cNvPicPr/>
          <p:nvPr/>
        </p:nvPicPr>
        <p:blipFill>
          <a:blip r:embed="rId626"/>
          <a:srcRect/>
          <a:stretch>
            <a:fillRect/>
          </a:stretch>
        </p:blipFill>
        <p:spPr>
          <a:xfrm>
            <a:off x="2273141" y="3723132"/>
            <a:ext cx="123730" cy="230410"/>
          </a:xfrm>
          <a:prstGeom prst="rect"/>
          <a:ln w="0">
            <a:noFill/>
          </a:ln>
        </p:spPr>
      </p:pic>
      <p:pic>
        <p:nvPicPr>
          <p:cNvPr id="1058" name="New picture"/>
          <p:cNvPicPr/>
          <p:nvPr/>
        </p:nvPicPr>
        <p:blipFill>
          <a:blip r:embed="rId627"/>
          <a:srcRect/>
          <a:stretch>
            <a:fillRect/>
          </a:stretch>
        </p:blipFill>
        <p:spPr>
          <a:xfrm>
            <a:off x="2416683" y="3773424"/>
            <a:ext cx="180118" cy="180118"/>
          </a:xfrm>
          <a:prstGeom prst="rect"/>
          <a:ln w="0">
            <a:noFill/>
          </a:ln>
        </p:spPr>
      </p:pic>
      <p:sp>
        <p:nvSpPr>
          <p:cNvPr id="1059" name="New shape"/>
          <p:cNvSpPr/>
          <p:nvPr/>
        </p:nvSpPr>
        <p:spPr>
          <a:xfrm>
            <a:off x="2457831" y="3810095"/>
            <a:ext cx="99346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0" name="New picture"/>
          <p:cNvPicPr/>
          <p:nvPr/>
        </p:nvPicPr>
        <p:blipFill>
          <a:blip r:embed="rId628"/>
          <a:srcRect/>
          <a:stretch>
            <a:fillRect/>
          </a:stretch>
        </p:blipFill>
        <p:spPr>
          <a:xfrm>
            <a:off x="2612136" y="3723132"/>
            <a:ext cx="149638" cy="225838"/>
          </a:xfrm>
          <a:prstGeom prst="rect"/>
          <a:ln w="0">
            <a:noFill/>
          </a:ln>
        </p:spPr>
      </p:pic>
      <p:pic>
        <p:nvPicPr>
          <p:cNvPr id="1061" name="New picture"/>
          <p:cNvPicPr/>
          <p:nvPr/>
        </p:nvPicPr>
        <p:blipFill>
          <a:blip r:embed="rId629"/>
          <a:srcRect/>
          <a:stretch>
            <a:fillRect/>
          </a:stretch>
        </p:blipFill>
        <p:spPr>
          <a:xfrm>
            <a:off x="2786158" y="3773424"/>
            <a:ext cx="149733" cy="175546"/>
          </a:xfrm>
          <a:prstGeom prst="rect"/>
          <a:ln w="0">
            <a:noFill/>
          </a:ln>
        </p:spPr>
      </p:pic>
      <p:pic>
        <p:nvPicPr>
          <p:cNvPr id="1062" name="New picture"/>
          <p:cNvPicPr/>
          <p:nvPr/>
        </p:nvPicPr>
        <p:blipFill>
          <a:blip r:embed="rId630"/>
          <a:srcRect/>
          <a:stretch>
            <a:fillRect/>
          </a:stretch>
        </p:blipFill>
        <p:spPr>
          <a:xfrm>
            <a:off x="3038284" y="3723132"/>
            <a:ext cx="236601" cy="225838"/>
          </a:xfrm>
          <a:prstGeom prst="rect"/>
          <a:ln w="0">
            <a:noFill/>
          </a:ln>
        </p:spPr>
      </p:pic>
      <p:pic>
        <p:nvPicPr>
          <p:cNvPr id="1063" name="New picture"/>
          <p:cNvPicPr/>
          <p:nvPr/>
        </p:nvPicPr>
        <p:blipFill>
          <a:blip r:embed="rId631"/>
          <a:srcRect/>
          <a:stretch>
            <a:fillRect/>
          </a:stretch>
        </p:blipFill>
        <p:spPr>
          <a:xfrm>
            <a:off x="3287078" y="3779520"/>
            <a:ext cx="171069" cy="225933"/>
          </a:xfrm>
          <a:prstGeom prst="rect"/>
          <a:ln w="0">
            <a:noFill/>
          </a:ln>
        </p:spPr>
      </p:pic>
      <p:sp>
        <p:nvSpPr>
          <p:cNvPr id="1064" name="New shape"/>
          <p:cNvSpPr/>
          <p:nvPr/>
        </p:nvSpPr>
        <p:spPr>
          <a:xfrm>
            <a:off x="3468815" y="3723132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5" name="New picture"/>
          <p:cNvPicPr/>
          <p:nvPr/>
        </p:nvPicPr>
        <p:blipFill>
          <a:blip r:embed="rId632"/>
          <a:srcRect/>
          <a:stretch>
            <a:fillRect/>
          </a:stretch>
        </p:blipFill>
        <p:spPr>
          <a:xfrm>
            <a:off x="3525298" y="3773424"/>
            <a:ext cx="177165" cy="180118"/>
          </a:xfrm>
          <a:prstGeom prst="rect"/>
          <a:ln w="0">
            <a:noFill/>
          </a:ln>
        </p:spPr>
      </p:pic>
      <p:sp>
        <p:nvSpPr>
          <p:cNvPr id="1066" name="New shape"/>
          <p:cNvSpPr/>
          <p:nvPr/>
        </p:nvSpPr>
        <p:spPr>
          <a:xfrm>
            <a:off x="3566541" y="3810096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7" name="New picture"/>
          <p:cNvPicPr/>
          <p:nvPr/>
        </p:nvPicPr>
        <p:blipFill>
          <a:blip r:embed="rId633"/>
          <a:srcRect/>
          <a:stretch>
            <a:fillRect/>
          </a:stretch>
        </p:blipFill>
        <p:spPr>
          <a:xfrm>
            <a:off x="3707130" y="3773424"/>
            <a:ext cx="122110" cy="180118"/>
          </a:xfrm>
          <a:prstGeom prst="rect"/>
          <a:ln w="0">
            <a:noFill/>
          </a:ln>
        </p:spPr>
      </p:pic>
      <p:pic>
        <p:nvPicPr>
          <p:cNvPr id="1068" name="New picture"/>
          <p:cNvPicPr/>
          <p:nvPr/>
        </p:nvPicPr>
        <p:blipFill>
          <a:blip r:embed="rId634"/>
          <a:srcRect/>
          <a:stretch>
            <a:fillRect/>
          </a:stretch>
        </p:blipFill>
        <p:spPr>
          <a:xfrm>
            <a:off x="3904011" y="3723132"/>
            <a:ext cx="271843" cy="225838"/>
          </a:xfrm>
          <a:prstGeom prst="rect"/>
          <a:ln w="0">
            <a:noFill/>
          </a:ln>
        </p:spPr>
      </p:pic>
      <p:pic>
        <p:nvPicPr>
          <p:cNvPr id="1069" name="New picture"/>
          <p:cNvPicPr/>
          <p:nvPr/>
        </p:nvPicPr>
        <p:blipFill>
          <a:blip r:embed="rId635"/>
          <a:srcRect/>
          <a:stretch>
            <a:fillRect/>
          </a:stretch>
        </p:blipFill>
        <p:spPr>
          <a:xfrm>
            <a:off x="4183476" y="3723132"/>
            <a:ext cx="151162" cy="225838"/>
          </a:xfrm>
          <a:prstGeom prst="rect"/>
          <a:ln w="0">
            <a:noFill/>
          </a:ln>
        </p:spPr>
      </p:pic>
      <p:sp>
        <p:nvSpPr>
          <p:cNvPr id="1070" name="New shape"/>
          <p:cNvSpPr/>
          <p:nvPr/>
        </p:nvSpPr>
        <p:spPr>
          <a:xfrm>
            <a:off x="4357592" y="3723132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71" name="New shape"/>
          <p:cNvSpPr/>
          <p:nvPr/>
        </p:nvSpPr>
        <p:spPr>
          <a:xfrm>
            <a:off x="4357592" y="3779616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2" name="New picture"/>
          <p:cNvPicPr/>
          <p:nvPr/>
        </p:nvPicPr>
        <p:blipFill>
          <a:blip r:embed="rId636"/>
          <a:srcRect/>
          <a:stretch>
            <a:fillRect/>
          </a:stretch>
        </p:blipFill>
        <p:spPr>
          <a:xfrm>
            <a:off x="4411028" y="3723132"/>
            <a:ext cx="85534" cy="225838"/>
          </a:xfrm>
          <a:prstGeom prst="rect"/>
          <a:ln w="0">
            <a:noFill/>
          </a:ln>
        </p:spPr>
      </p:pic>
      <p:pic>
        <p:nvPicPr>
          <p:cNvPr id="1073" name="New picture"/>
          <p:cNvPicPr/>
          <p:nvPr/>
        </p:nvPicPr>
        <p:blipFill>
          <a:blip r:embed="rId637"/>
          <a:srcRect/>
          <a:stretch>
            <a:fillRect/>
          </a:stretch>
        </p:blipFill>
        <p:spPr>
          <a:xfrm>
            <a:off x="4496467" y="3773424"/>
            <a:ext cx="177165" cy="180118"/>
          </a:xfrm>
          <a:prstGeom prst="rect"/>
          <a:ln w="0">
            <a:noFill/>
          </a:ln>
        </p:spPr>
      </p:pic>
      <p:sp>
        <p:nvSpPr>
          <p:cNvPr id="1074" name="New shape"/>
          <p:cNvSpPr/>
          <p:nvPr/>
        </p:nvSpPr>
        <p:spPr>
          <a:xfrm>
            <a:off x="4537711" y="3810096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5" name="New picture"/>
          <p:cNvPicPr/>
          <p:nvPr/>
        </p:nvPicPr>
        <p:blipFill>
          <a:blip r:embed="rId638"/>
          <a:srcRect/>
          <a:stretch>
            <a:fillRect/>
          </a:stretch>
        </p:blipFill>
        <p:spPr>
          <a:xfrm>
            <a:off x="668274" y="4209859"/>
            <a:ext cx="105347" cy="112967"/>
          </a:xfrm>
          <a:prstGeom prst="rect"/>
          <a:ln w="0">
            <a:noFill/>
          </a:ln>
        </p:spPr>
      </p:pic>
      <p:sp>
        <p:nvSpPr>
          <p:cNvPr id="1076" name="New shape"/>
          <p:cNvSpPr/>
          <p:nvPr/>
        </p:nvSpPr>
        <p:spPr>
          <a:xfrm>
            <a:off x="671322" y="4211383"/>
            <a:ext cx="99250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77" name="New shape"/>
          <p:cNvSpPr/>
          <p:nvPr/>
        </p:nvSpPr>
        <p:spPr>
          <a:xfrm>
            <a:off x="698849" y="4225195"/>
            <a:ext cx="42672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78" name="New shape"/>
          <p:cNvSpPr/>
          <p:nvPr/>
        </p:nvSpPr>
        <p:spPr>
          <a:xfrm>
            <a:off x="695706" y="4217575"/>
            <a:ext cx="50482" cy="686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79" name="New shape"/>
          <p:cNvSpPr/>
          <p:nvPr/>
        </p:nvSpPr>
        <p:spPr>
          <a:xfrm>
            <a:off x="671322" y="4211384"/>
            <a:ext cx="99250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0" name="New shape"/>
          <p:cNvSpPr/>
          <p:nvPr/>
        </p:nvSpPr>
        <p:spPr>
          <a:xfrm>
            <a:off x="698849" y="4225195"/>
            <a:ext cx="42672" cy="579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1" name="New picture"/>
          <p:cNvPicPr/>
          <p:nvPr/>
        </p:nvPicPr>
        <p:blipFill>
          <a:blip r:embed="rId639"/>
          <a:srcRect/>
          <a:stretch>
            <a:fillRect/>
          </a:stretch>
        </p:blipFill>
        <p:spPr>
          <a:xfrm>
            <a:off x="779716" y="4240435"/>
            <a:ext cx="74867" cy="83915"/>
          </a:xfrm>
          <a:prstGeom prst="rect"/>
          <a:ln w="0">
            <a:noFill/>
          </a:ln>
        </p:spPr>
      </p:pic>
      <p:sp>
        <p:nvSpPr>
          <p:cNvPr id="1082" name="New shape"/>
          <p:cNvSpPr/>
          <p:nvPr/>
        </p:nvSpPr>
        <p:spPr>
          <a:xfrm>
            <a:off x="782764" y="4241959"/>
            <a:ext cx="7029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3" name="New shape"/>
          <p:cNvSpPr/>
          <p:nvPr/>
        </p:nvSpPr>
        <p:spPr>
          <a:xfrm>
            <a:off x="782764" y="4241959"/>
            <a:ext cx="70294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4" name="New picture"/>
          <p:cNvPicPr/>
          <p:nvPr/>
        </p:nvPicPr>
        <p:blipFill>
          <a:blip r:embed="rId640"/>
          <a:srcRect/>
          <a:stretch>
            <a:fillRect/>
          </a:stretch>
        </p:blipFill>
        <p:spPr>
          <a:xfrm>
            <a:off x="863727" y="4216051"/>
            <a:ext cx="53435" cy="108300"/>
          </a:xfrm>
          <a:prstGeom prst="rect"/>
          <a:ln w="0">
            <a:noFill/>
          </a:ln>
        </p:spPr>
      </p:pic>
      <p:sp>
        <p:nvSpPr>
          <p:cNvPr id="1085" name="New shape"/>
          <p:cNvSpPr/>
          <p:nvPr/>
        </p:nvSpPr>
        <p:spPr>
          <a:xfrm>
            <a:off x="866775" y="4219099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6" name="New shape"/>
          <p:cNvSpPr/>
          <p:nvPr/>
        </p:nvSpPr>
        <p:spPr>
          <a:xfrm>
            <a:off x="866775" y="4219099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7" name="New picture"/>
          <p:cNvPicPr/>
          <p:nvPr/>
        </p:nvPicPr>
        <p:blipFill>
          <a:blip r:embed="rId641"/>
          <a:srcRect/>
          <a:stretch>
            <a:fillRect/>
          </a:stretch>
        </p:blipFill>
        <p:spPr>
          <a:xfrm>
            <a:off x="921734" y="4237386"/>
            <a:ext cx="76390" cy="86963"/>
          </a:xfrm>
          <a:prstGeom prst="rect"/>
          <a:ln w="0">
            <a:noFill/>
          </a:ln>
        </p:spPr>
      </p:pic>
      <p:sp>
        <p:nvSpPr>
          <p:cNvPr id="1088" name="New shape"/>
          <p:cNvSpPr/>
          <p:nvPr/>
        </p:nvSpPr>
        <p:spPr>
          <a:xfrm>
            <a:off x="927830" y="4243483"/>
            <a:ext cx="67246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89" name="New shape"/>
          <p:cNvSpPr/>
          <p:nvPr/>
        </p:nvSpPr>
        <p:spPr>
          <a:xfrm>
            <a:off x="938593" y="4252627"/>
            <a:ext cx="44196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0" name="New shape"/>
          <p:cNvSpPr/>
          <p:nvPr/>
        </p:nvSpPr>
        <p:spPr>
          <a:xfrm>
            <a:off x="935450" y="4248055"/>
            <a:ext cx="50482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1" name="New shape"/>
          <p:cNvSpPr/>
          <p:nvPr/>
        </p:nvSpPr>
        <p:spPr>
          <a:xfrm>
            <a:off x="924782" y="4240434"/>
            <a:ext cx="71818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2" name="New shape"/>
          <p:cNvSpPr/>
          <p:nvPr/>
        </p:nvSpPr>
        <p:spPr>
          <a:xfrm>
            <a:off x="938593" y="4249579"/>
            <a:ext cx="44196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3" name="New picture"/>
          <p:cNvPicPr/>
          <p:nvPr/>
        </p:nvPicPr>
        <p:blipFill>
          <a:blip r:embed="rId642"/>
          <a:srcRect/>
          <a:stretch>
            <a:fillRect/>
          </a:stretch>
        </p:blipFill>
        <p:spPr>
          <a:xfrm>
            <a:off x="1013365" y="4240435"/>
            <a:ext cx="74866" cy="83915"/>
          </a:xfrm>
          <a:prstGeom prst="rect"/>
          <a:ln w="0">
            <a:noFill/>
          </a:ln>
        </p:spPr>
      </p:pic>
      <p:sp>
        <p:nvSpPr>
          <p:cNvPr id="1094" name="New shape"/>
          <p:cNvSpPr/>
          <p:nvPr/>
        </p:nvSpPr>
        <p:spPr>
          <a:xfrm>
            <a:off x="1016413" y="4241959"/>
            <a:ext cx="6877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5" name="New shape"/>
          <p:cNvSpPr/>
          <p:nvPr/>
        </p:nvSpPr>
        <p:spPr>
          <a:xfrm>
            <a:off x="1016413" y="4241959"/>
            <a:ext cx="68771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6" name="New picture"/>
          <p:cNvPicPr/>
          <p:nvPr/>
        </p:nvPicPr>
        <p:blipFill>
          <a:blip r:embed="rId643"/>
          <a:srcRect/>
          <a:stretch>
            <a:fillRect/>
          </a:stretch>
        </p:blipFill>
        <p:spPr>
          <a:xfrm>
            <a:off x="1106519" y="4237387"/>
            <a:ext cx="48863" cy="85439"/>
          </a:xfrm>
          <a:prstGeom prst="rect"/>
          <a:ln w="0">
            <a:noFill/>
          </a:ln>
        </p:spPr>
      </p:pic>
      <p:sp>
        <p:nvSpPr>
          <p:cNvPr id="1097" name="New shape"/>
          <p:cNvSpPr/>
          <p:nvPr/>
        </p:nvSpPr>
        <p:spPr>
          <a:xfrm>
            <a:off x="1109567" y="4240435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98" name="New shape"/>
          <p:cNvSpPr/>
          <p:nvPr/>
        </p:nvSpPr>
        <p:spPr>
          <a:xfrm>
            <a:off x="1109567" y="4240435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9" name="New picture"/>
          <p:cNvPicPr/>
          <p:nvPr/>
        </p:nvPicPr>
        <p:blipFill>
          <a:blip r:embed="rId644"/>
          <a:srcRect/>
          <a:stretch>
            <a:fillRect/>
          </a:stretch>
        </p:blipFill>
        <p:spPr>
          <a:xfrm>
            <a:off x="1153859" y="4237386"/>
            <a:ext cx="64103" cy="86963"/>
          </a:xfrm>
          <a:prstGeom prst="rect"/>
          <a:ln w="0">
            <a:noFill/>
          </a:ln>
        </p:spPr>
      </p:pic>
      <p:sp>
        <p:nvSpPr>
          <p:cNvPr id="1100" name="New shape"/>
          <p:cNvSpPr/>
          <p:nvPr/>
        </p:nvSpPr>
        <p:spPr>
          <a:xfrm>
            <a:off x="1156907" y="4243482"/>
            <a:ext cx="56483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01" name="New shape"/>
          <p:cNvSpPr/>
          <p:nvPr/>
        </p:nvSpPr>
        <p:spPr>
          <a:xfrm>
            <a:off x="1156907" y="4240435"/>
            <a:ext cx="58007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2" name="New picture"/>
          <p:cNvPicPr/>
          <p:nvPr/>
        </p:nvPicPr>
        <p:blipFill>
          <a:blip r:embed="rId645"/>
          <a:srcRect/>
          <a:stretch>
            <a:fillRect/>
          </a:stretch>
        </p:blipFill>
        <p:spPr>
          <a:xfrm>
            <a:off x="1269873" y="4301490"/>
            <a:ext cx="21431" cy="22860"/>
          </a:xfrm>
          <a:prstGeom prst="rect"/>
          <a:ln w="0">
            <a:noFill/>
          </a:ln>
        </p:spPr>
      </p:pic>
      <p:sp>
        <p:nvSpPr>
          <p:cNvPr id="1103" name="New shape"/>
          <p:cNvSpPr/>
          <p:nvPr/>
        </p:nvSpPr>
        <p:spPr>
          <a:xfrm>
            <a:off x="1274540" y="4307586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4" name="New picture"/>
          <p:cNvPicPr/>
          <p:nvPr/>
        </p:nvPicPr>
        <p:blipFill>
          <a:blip r:embed="rId646"/>
          <a:srcRect/>
          <a:stretch>
            <a:fillRect/>
          </a:stretch>
        </p:blipFill>
        <p:spPr>
          <a:xfrm>
            <a:off x="1269873" y="4246531"/>
            <a:ext cx="22955" cy="21336"/>
          </a:xfrm>
          <a:prstGeom prst="rect"/>
          <a:ln w="0">
            <a:noFill/>
          </a:ln>
        </p:spPr>
      </p:pic>
      <p:sp>
        <p:nvSpPr>
          <p:cNvPr id="1105" name="New shape"/>
          <p:cNvSpPr/>
          <p:nvPr/>
        </p:nvSpPr>
        <p:spPr>
          <a:xfrm>
            <a:off x="1274540" y="4251103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06" name="New shape"/>
          <p:cNvSpPr/>
          <p:nvPr/>
        </p:nvSpPr>
        <p:spPr>
          <a:xfrm>
            <a:off x="1272921" y="4304538"/>
            <a:ext cx="16859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07" name="New shape"/>
          <p:cNvSpPr/>
          <p:nvPr/>
        </p:nvSpPr>
        <p:spPr>
          <a:xfrm>
            <a:off x="1272921" y="4248055"/>
            <a:ext cx="16859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8" name="New picture"/>
          <p:cNvPicPr/>
          <p:nvPr/>
        </p:nvPicPr>
        <p:blipFill>
          <a:blip r:embed="rId647"/>
          <a:srcRect/>
          <a:stretch>
            <a:fillRect/>
          </a:stretch>
        </p:blipFill>
        <p:spPr>
          <a:xfrm>
            <a:off x="1355407" y="4211479"/>
            <a:ext cx="90107" cy="108299"/>
          </a:xfrm>
          <a:prstGeom prst="rect"/>
          <a:ln w="0">
            <a:noFill/>
          </a:ln>
        </p:spPr>
      </p:pic>
      <p:sp>
        <p:nvSpPr>
          <p:cNvPr id="1109" name="New shape"/>
          <p:cNvSpPr/>
          <p:nvPr/>
        </p:nvSpPr>
        <p:spPr>
          <a:xfrm>
            <a:off x="1369123" y="4223671"/>
            <a:ext cx="62674" cy="854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0" name="New picture"/>
          <p:cNvPicPr/>
          <p:nvPr/>
        </p:nvPicPr>
        <p:blipFill>
          <a:blip r:embed="rId648"/>
          <a:srcRect/>
          <a:stretch>
            <a:fillRect/>
          </a:stretch>
        </p:blipFill>
        <p:spPr>
          <a:xfrm>
            <a:off x="1465421" y="4240435"/>
            <a:ext cx="42767" cy="79343"/>
          </a:xfrm>
          <a:prstGeom prst="rect"/>
          <a:ln w="0">
            <a:noFill/>
          </a:ln>
        </p:spPr>
      </p:pic>
      <p:pic>
        <p:nvPicPr>
          <p:cNvPr id="1111" name="New picture"/>
          <p:cNvPicPr/>
          <p:nvPr/>
        </p:nvPicPr>
        <p:blipFill>
          <a:blip r:embed="rId649"/>
          <a:srcRect/>
          <a:stretch>
            <a:fillRect/>
          </a:stretch>
        </p:blipFill>
        <p:spPr>
          <a:xfrm>
            <a:off x="1514189" y="4240434"/>
            <a:ext cx="70294" cy="82391"/>
          </a:xfrm>
          <a:prstGeom prst="rect"/>
          <a:ln w="0">
            <a:noFill/>
          </a:ln>
        </p:spPr>
      </p:pic>
      <p:sp>
        <p:nvSpPr>
          <p:cNvPr id="1112" name="New shape"/>
          <p:cNvSpPr/>
          <p:nvPr/>
        </p:nvSpPr>
        <p:spPr>
          <a:xfrm>
            <a:off x="1526381" y="424957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3" name="New picture"/>
          <p:cNvPicPr/>
          <p:nvPr/>
        </p:nvPicPr>
        <p:blipFill>
          <a:blip r:embed="rId650"/>
          <a:srcRect/>
          <a:stretch>
            <a:fillRect/>
          </a:stretch>
        </p:blipFill>
        <p:spPr>
          <a:xfrm>
            <a:off x="1595152" y="4241959"/>
            <a:ext cx="113062" cy="77819"/>
          </a:xfrm>
          <a:prstGeom prst="rect"/>
          <a:ln w="0">
            <a:noFill/>
          </a:ln>
        </p:spPr>
      </p:pic>
      <p:pic>
        <p:nvPicPr>
          <p:cNvPr id="1114" name="New picture"/>
          <p:cNvPicPr/>
          <p:nvPr/>
        </p:nvPicPr>
        <p:blipFill>
          <a:blip r:embed="rId651"/>
          <a:srcRect/>
          <a:stretch>
            <a:fillRect/>
          </a:stretch>
        </p:blipFill>
        <p:spPr>
          <a:xfrm>
            <a:off x="1757077" y="4209955"/>
            <a:ext cx="93154" cy="112871"/>
          </a:xfrm>
          <a:prstGeom prst="rect"/>
          <a:ln w="0">
            <a:noFill/>
          </a:ln>
        </p:spPr>
      </p:pic>
      <p:pic>
        <p:nvPicPr>
          <p:cNvPr id="1115" name="New picture"/>
          <p:cNvPicPr/>
          <p:nvPr/>
        </p:nvPicPr>
        <p:blipFill>
          <a:blip r:embed="rId652"/>
          <a:srcRect/>
          <a:stretch>
            <a:fillRect/>
          </a:stretch>
        </p:blipFill>
        <p:spPr>
          <a:xfrm>
            <a:off x="1856232" y="4240530"/>
            <a:ext cx="77914" cy="82391"/>
          </a:xfrm>
          <a:prstGeom prst="rect"/>
          <a:ln w="0">
            <a:noFill/>
          </a:ln>
        </p:spPr>
      </p:pic>
      <p:sp>
        <p:nvSpPr>
          <p:cNvPr id="1116" name="New shape"/>
          <p:cNvSpPr/>
          <p:nvPr/>
        </p:nvSpPr>
        <p:spPr>
          <a:xfrm>
            <a:off x="1870043" y="425119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7" name="New picture"/>
          <p:cNvPicPr/>
          <p:nvPr/>
        </p:nvPicPr>
        <p:blipFill>
          <a:blip r:embed="rId653"/>
          <a:srcRect/>
          <a:stretch>
            <a:fillRect/>
          </a:stretch>
        </p:blipFill>
        <p:spPr>
          <a:xfrm>
            <a:off x="1953958" y="4240435"/>
            <a:ext cx="70295" cy="79343"/>
          </a:xfrm>
          <a:prstGeom prst="rect"/>
          <a:ln w="0">
            <a:noFill/>
          </a:ln>
        </p:spPr>
      </p:pic>
      <p:pic>
        <p:nvPicPr>
          <p:cNvPr id="1118" name="New picture"/>
          <p:cNvPicPr/>
          <p:nvPr/>
        </p:nvPicPr>
        <p:blipFill>
          <a:blip r:embed="rId654"/>
          <a:srcRect/>
          <a:stretch>
            <a:fillRect/>
          </a:stretch>
        </p:blipFill>
        <p:spPr>
          <a:xfrm>
            <a:off x="2039493" y="4241959"/>
            <a:ext cx="113062" cy="77819"/>
          </a:xfrm>
          <a:prstGeom prst="rect"/>
          <a:ln w="0">
            <a:noFill/>
          </a:ln>
        </p:spPr>
      </p:pic>
      <p:pic>
        <p:nvPicPr>
          <p:cNvPr id="1119" name="New picture"/>
          <p:cNvPicPr/>
          <p:nvPr/>
        </p:nvPicPr>
        <p:blipFill>
          <a:blip r:embed="rId655"/>
          <a:srcRect/>
          <a:stretch>
            <a:fillRect/>
          </a:stretch>
        </p:blipFill>
        <p:spPr>
          <a:xfrm>
            <a:off x="2160175" y="4240434"/>
            <a:ext cx="65627" cy="82391"/>
          </a:xfrm>
          <a:prstGeom prst="rect"/>
          <a:ln w="0">
            <a:noFill/>
          </a:ln>
        </p:spPr>
      </p:pic>
      <p:sp>
        <p:nvSpPr>
          <p:cNvPr id="1120" name="New shape"/>
          <p:cNvSpPr/>
          <p:nvPr/>
        </p:nvSpPr>
        <p:spPr>
          <a:xfrm>
            <a:off x="2173891" y="428167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1" name="New picture"/>
          <p:cNvPicPr/>
          <p:nvPr/>
        </p:nvPicPr>
        <p:blipFill>
          <a:blip r:embed="rId656"/>
          <a:srcRect/>
          <a:stretch>
            <a:fillRect/>
          </a:stretch>
        </p:blipFill>
        <p:spPr>
          <a:xfrm>
            <a:off x="2233422" y="4241959"/>
            <a:ext cx="71818" cy="117539"/>
          </a:xfrm>
          <a:prstGeom prst="rect"/>
          <a:ln w="0">
            <a:noFill/>
          </a:ln>
        </p:spPr>
      </p:pic>
      <p:pic>
        <p:nvPicPr>
          <p:cNvPr id="1122" name="New picture"/>
          <p:cNvPicPr/>
          <p:nvPr/>
        </p:nvPicPr>
        <p:blipFill>
          <a:blip r:embed="rId657"/>
          <a:srcRect/>
          <a:stretch>
            <a:fillRect/>
          </a:stretch>
        </p:blipFill>
        <p:spPr>
          <a:xfrm>
            <a:off x="2352580" y="4240435"/>
            <a:ext cx="71723" cy="82487"/>
          </a:xfrm>
          <a:prstGeom prst="rect"/>
          <a:ln w="0">
            <a:noFill/>
          </a:ln>
        </p:spPr>
      </p:pic>
      <p:sp>
        <p:nvSpPr>
          <p:cNvPr id="1123" name="New shape"/>
          <p:cNvSpPr/>
          <p:nvPr/>
        </p:nvSpPr>
        <p:spPr>
          <a:xfrm>
            <a:off x="2366296" y="424967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4" name="New picture"/>
          <p:cNvPicPr/>
          <p:nvPr/>
        </p:nvPicPr>
        <p:blipFill>
          <a:blip r:embed="rId658"/>
          <a:srcRect/>
          <a:stretch>
            <a:fillRect/>
          </a:stretch>
        </p:blipFill>
        <p:spPr>
          <a:xfrm>
            <a:off x="2433543" y="4219004"/>
            <a:ext cx="47339" cy="103822"/>
          </a:xfrm>
          <a:prstGeom prst="rect"/>
          <a:ln w="0">
            <a:noFill/>
          </a:ln>
        </p:spPr>
      </p:pic>
      <p:pic>
        <p:nvPicPr>
          <p:cNvPr id="1125" name="New picture"/>
          <p:cNvPicPr/>
          <p:nvPr/>
        </p:nvPicPr>
        <p:blipFill>
          <a:blip r:embed="rId659"/>
          <a:srcRect/>
          <a:stretch>
            <a:fillRect/>
          </a:stretch>
        </p:blipFill>
        <p:spPr>
          <a:xfrm>
            <a:off x="2526697" y="4211479"/>
            <a:ext cx="50387" cy="111347"/>
          </a:xfrm>
          <a:prstGeom prst="rect"/>
          <a:ln w="0">
            <a:noFill/>
          </a:ln>
        </p:spPr>
      </p:pic>
      <p:pic>
        <p:nvPicPr>
          <p:cNvPr id="1126" name="New picture"/>
          <p:cNvPicPr/>
          <p:nvPr/>
        </p:nvPicPr>
        <p:blipFill>
          <a:blip r:embed="rId660"/>
          <a:srcRect/>
          <a:stretch>
            <a:fillRect/>
          </a:stretch>
        </p:blipFill>
        <p:spPr>
          <a:xfrm>
            <a:off x="2596896" y="4240435"/>
            <a:ext cx="77914" cy="82391"/>
          </a:xfrm>
          <a:prstGeom prst="rect"/>
          <a:ln w="0">
            <a:noFill/>
          </a:ln>
        </p:spPr>
      </p:pic>
      <p:sp>
        <p:nvSpPr>
          <p:cNvPr id="1127" name="New shape"/>
          <p:cNvSpPr/>
          <p:nvPr/>
        </p:nvSpPr>
        <p:spPr>
          <a:xfrm>
            <a:off x="2610612" y="42511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8" name="New picture"/>
          <p:cNvPicPr/>
          <p:nvPr/>
        </p:nvPicPr>
        <p:blipFill>
          <a:blip r:embed="rId661"/>
          <a:srcRect/>
          <a:stretch>
            <a:fillRect/>
          </a:stretch>
        </p:blipFill>
        <p:spPr>
          <a:xfrm>
            <a:off x="2696146" y="4211479"/>
            <a:ext cx="68675" cy="108395"/>
          </a:xfrm>
          <a:prstGeom prst="rect"/>
          <a:ln w="0">
            <a:noFill/>
          </a:ln>
        </p:spPr>
      </p:pic>
      <p:pic>
        <p:nvPicPr>
          <p:cNvPr id="1129" name="New picture"/>
          <p:cNvPicPr/>
          <p:nvPr/>
        </p:nvPicPr>
        <p:blipFill>
          <a:blip r:embed="rId662"/>
          <a:srcRect/>
          <a:stretch>
            <a:fillRect/>
          </a:stretch>
        </p:blipFill>
        <p:spPr>
          <a:xfrm>
            <a:off x="2789301" y="4240339"/>
            <a:ext cx="68770" cy="79343"/>
          </a:xfrm>
          <a:prstGeom prst="rect"/>
          <a:ln w="0">
            <a:noFill/>
          </a:ln>
        </p:spPr>
      </p:pic>
      <p:pic>
        <p:nvPicPr>
          <p:cNvPr id="1130" name="New picture"/>
          <p:cNvPicPr/>
          <p:nvPr/>
        </p:nvPicPr>
        <p:blipFill>
          <a:blip r:embed="rId663"/>
          <a:srcRect/>
          <a:stretch>
            <a:fillRect/>
          </a:stretch>
        </p:blipFill>
        <p:spPr>
          <a:xfrm>
            <a:off x="2923699" y="4211479"/>
            <a:ext cx="114490" cy="108299"/>
          </a:xfrm>
          <a:prstGeom prst="rect"/>
          <a:ln w="0">
            <a:noFill/>
          </a:ln>
        </p:spPr>
      </p:pic>
      <p:pic>
        <p:nvPicPr>
          <p:cNvPr id="1131" name="New picture"/>
          <p:cNvPicPr/>
          <p:nvPr/>
        </p:nvPicPr>
        <p:blipFill>
          <a:blip r:embed="rId664"/>
          <a:srcRect/>
          <a:stretch>
            <a:fillRect/>
          </a:stretch>
        </p:blipFill>
        <p:spPr>
          <a:xfrm>
            <a:off x="3052001" y="4241959"/>
            <a:ext cx="71723" cy="117539"/>
          </a:xfrm>
          <a:prstGeom prst="rect"/>
          <a:ln w="0">
            <a:noFill/>
          </a:ln>
        </p:spPr>
      </p:pic>
      <p:sp>
        <p:nvSpPr>
          <p:cNvPr id="1132" name="New shape"/>
          <p:cNvSpPr/>
          <p:nvPr/>
        </p:nvSpPr>
        <p:spPr>
          <a:xfrm>
            <a:off x="3137916" y="4210812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3" name="New picture"/>
          <p:cNvPicPr/>
          <p:nvPr/>
        </p:nvPicPr>
        <p:blipFill>
          <a:blip r:embed="rId665"/>
          <a:srcRect/>
          <a:stretch>
            <a:fillRect/>
          </a:stretch>
        </p:blipFill>
        <p:spPr>
          <a:xfrm>
            <a:off x="3171063" y="4240530"/>
            <a:ext cx="71723" cy="82391"/>
          </a:xfrm>
          <a:prstGeom prst="rect"/>
          <a:ln w="0">
            <a:noFill/>
          </a:ln>
        </p:spPr>
      </p:pic>
      <p:sp>
        <p:nvSpPr>
          <p:cNvPr id="1134" name="New shape"/>
          <p:cNvSpPr/>
          <p:nvPr/>
        </p:nvSpPr>
        <p:spPr>
          <a:xfrm>
            <a:off x="3184779" y="424967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5" name="New picture"/>
          <p:cNvPicPr/>
          <p:nvPr/>
        </p:nvPicPr>
        <p:blipFill>
          <a:blip r:embed="rId666"/>
          <a:srcRect/>
          <a:stretch>
            <a:fillRect/>
          </a:stretch>
        </p:blipFill>
        <p:spPr>
          <a:xfrm>
            <a:off x="3253549" y="4240434"/>
            <a:ext cx="58007" cy="82391"/>
          </a:xfrm>
          <a:prstGeom prst="rect"/>
          <a:ln w="0">
            <a:noFill/>
          </a:ln>
        </p:spPr>
      </p:pic>
      <p:pic>
        <p:nvPicPr>
          <p:cNvPr id="1136" name="New picture"/>
          <p:cNvPicPr/>
          <p:nvPr/>
        </p:nvPicPr>
        <p:blipFill>
          <a:blip r:embed="rId667"/>
          <a:srcRect/>
          <a:stretch>
            <a:fillRect/>
          </a:stretch>
        </p:blipFill>
        <p:spPr>
          <a:xfrm>
            <a:off x="3358896" y="4211479"/>
            <a:ext cx="145066" cy="108299"/>
          </a:xfrm>
          <a:prstGeom prst="rect"/>
          <a:ln w="0">
            <a:noFill/>
          </a:ln>
        </p:spPr>
      </p:pic>
      <p:pic>
        <p:nvPicPr>
          <p:cNvPr id="1137" name="New picture"/>
          <p:cNvPicPr/>
          <p:nvPr/>
        </p:nvPicPr>
        <p:blipFill>
          <a:blip r:embed="rId668"/>
          <a:srcRect/>
          <a:stretch>
            <a:fillRect/>
          </a:stretch>
        </p:blipFill>
        <p:spPr>
          <a:xfrm>
            <a:off x="3520725" y="4211479"/>
            <a:ext cx="68771" cy="108299"/>
          </a:xfrm>
          <a:prstGeom prst="rect"/>
          <a:ln w="0">
            <a:noFill/>
          </a:ln>
        </p:spPr>
      </p:pic>
      <p:sp>
        <p:nvSpPr>
          <p:cNvPr id="1138" name="New shape"/>
          <p:cNvSpPr/>
          <p:nvPr/>
        </p:nvSpPr>
        <p:spPr>
          <a:xfrm>
            <a:off x="3613881" y="424195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9" name="New picture"/>
          <p:cNvPicPr/>
          <p:nvPr/>
        </p:nvPicPr>
        <p:blipFill>
          <a:blip r:embed="rId669"/>
          <a:srcRect/>
          <a:stretch>
            <a:fillRect/>
          </a:stretch>
        </p:blipFill>
        <p:spPr>
          <a:xfrm>
            <a:off x="3612356" y="4208335"/>
            <a:ext cx="16764" cy="15335"/>
          </a:xfrm>
          <a:prstGeom prst="rect"/>
          <a:ln w="0">
            <a:noFill/>
          </a:ln>
        </p:spPr>
      </p:pic>
      <p:pic>
        <p:nvPicPr>
          <p:cNvPr id="1140" name="New picture"/>
          <p:cNvPicPr/>
          <p:nvPr/>
        </p:nvPicPr>
        <p:blipFill>
          <a:blip r:embed="rId670"/>
          <a:srcRect/>
          <a:stretch>
            <a:fillRect/>
          </a:stretch>
        </p:blipFill>
        <p:spPr>
          <a:xfrm>
            <a:off x="3642931" y="4219099"/>
            <a:ext cx="47339" cy="103727"/>
          </a:xfrm>
          <a:prstGeom prst="rect"/>
          <a:ln w="0">
            <a:noFill/>
          </a:ln>
        </p:spPr>
      </p:pic>
      <p:pic>
        <p:nvPicPr>
          <p:cNvPr id="1141" name="New picture"/>
          <p:cNvPicPr/>
          <p:nvPr/>
        </p:nvPicPr>
        <p:blipFill>
          <a:blip r:embed="rId671"/>
          <a:srcRect/>
          <a:stretch>
            <a:fillRect/>
          </a:stretch>
        </p:blipFill>
        <p:spPr>
          <a:xfrm>
            <a:off x="3700939" y="4240434"/>
            <a:ext cx="71723" cy="82391"/>
          </a:xfrm>
          <a:prstGeom prst="rect"/>
          <a:ln w="0">
            <a:noFill/>
          </a:ln>
        </p:spPr>
      </p:pic>
      <p:sp>
        <p:nvSpPr>
          <p:cNvPr id="1142" name="New shape"/>
          <p:cNvSpPr/>
          <p:nvPr/>
        </p:nvSpPr>
        <p:spPr>
          <a:xfrm>
            <a:off x="3714655" y="4249579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3" name="New picture"/>
          <p:cNvPicPr/>
          <p:nvPr/>
        </p:nvPicPr>
        <p:blipFill>
          <a:blip r:embed="rId672"/>
          <a:srcRect/>
          <a:stretch>
            <a:fillRect/>
          </a:stretch>
        </p:blipFill>
        <p:spPr>
          <a:xfrm>
            <a:off x="671322" y="4435793"/>
            <a:ext cx="80962" cy="118967"/>
          </a:xfrm>
          <a:prstGeom prst="rect"/>
          <a:ln w="0">
            <a:noFill/>
          </a:ln>
        </p:spPr>
      </p:pic>
      <p:sp>
        <p:nvSpPr>
          <p:cNvPr id="1144" name="New shape"/>
          <p:cNvSpPr/>
          <p:nvPr/>
        </p:nvSpPr>
        <p:spPr>
          <a:xfrm>
            <a:off x="674370" y="4440365"/>
            <a:ext cx="73343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45" name="New shape"/>
          <p:cNvSpPr/>
          <p:nvPr/>
        </p:nvSpPr>
        <p:spPr>
          <a:xfrm>
            <a:off x="674370" y="4438841"/>
            <a:ext cx="74867" cy="1128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6" name="New picture"/>
          <p:cNvPicPr/>
          <p:nvPr/>
        </p:nvPicPr>
        <p:blipFill>
          <a:blip r:embed="rId673"/>
          <a:srcRect/>
          <a:stretch>
            <a:fillRect/>
          </a:stretch>
        </p:blipFill>
        <p:spPr>
          <a:xfrm>
            <a:off x="767525" y="4469321"/>
            <a:ext cx="16764" cy="82391"/>
          </a:xfrm>
          <a:prstGeom prst="rect"/>
          <a:ln w="0">
            <a:noFill/>
          </a:ln>
        </p:spPr>
      </p:pic>
      <p:sp>
        <p:nvSpPr>
          <p:cNvPr id="1147" name="New shape"/>
          <p:cNvSpPr/>
          <p:nvPr/>
        </p:nvSpPr>
        <p:spPr>
          <a:xfrm>
            <a:off x="769049" y="447084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8" name="New picture"/>
          <p:cNvPicPr/>
          <p:nvPr/>
        </p:nvPicPr>
        <p:blipFill>
          <a:blip r:embed="rId674"/>
          <a:srcRect/>
          <a:stretch>
            <a:fillRect/>
          </a:stretch>
        </p:blipFill>
        <p:spPr>
          <a:xfrm>
            <a:off x="764477" y="4434268"/>
            <a:ext cx="21336" cy="21336"/>
          </a:xfrm>
          <a:prstGeom prst="rect"/>
          <a:ln w="0">
            <a:noFill/>
          </a:ln>
        </p:spPr>
      </p:pic>
      <p:sp>
        <p:nvSpPr>
          <p:cNvPr id="1149" name="New shape"/>
          <p:cNvSpPr/>
          <p:nvPr/>
        </p:nvSpPr>
        <p:spPr>
          <a:xfrm>
            <a:off x="769049" y="4438840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50" name="New shape"/>
          <p:cNvSpPr/>
          <p:nvPr/>
        </p:nvSpPr>
        <p:spPr>
          <a:xfrm>
            <a:off x="769049" y="447084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51" name="New shape"/>
          <p:cNvSpPr/>
          <p:nvPr/>
        </p:nvSpPr>
        <p:spPr>
          <a:xfrm>
            <a:off x="767525" y="4437316"/>
            <a:ext cx="16764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2" name="New picture"/>
          <p:cNvPicPr/>
          <p:nvPr/>
        </p:nvPicPr>
        <p:blipFill>
          <a:blip r:embed="rId675"/>
          <a:srcRect/>
          <a:stretch>
            <a:fillRect/>
          </a:stretch>
        </p:blipFill>
        <p:spPr>
          <a:xfrm>
            <a:off x="795052" y="4444936"/>
            <a:ext cx="53435" cy="108300"/>
          </a:xfrm>
          <a:prstGeom prst="rect"/>
          <a:ln w="0">
            <a:noFill/>
          </a:ln>
        </p:spPr>
      </p:pic>
      <p:sp>
        <p:nvSpPr>
          <p:cNvPr id="1153" name="New shape"/>
          <p:cNvSpPr/>
          <p:nvPr/>
        </p:nvSpPr>
        <p:spPr>
          <a:xfrm>
            <a:off x="798100" y="4447985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54" name="New shape"/>
          <p:cNvSpPr/>
          <p:nvPr/>
        </p:nvSpPr>
        <p:spPr>
          <a:xfrm>
            <a:off x="798100" y="4447985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5" name="New picture"/>
          <p:cNvPicPr/>
          <p:nvPr/>
        </p:nvPicPr>
        <p:blipFill>
          <a:blip r:embed="rId676"/>
          <a:srcRect/>
          <a:stretch>
            <a:fillRect/>
          </a:stretch>
        </p:blipFill>
        <p:spPr>
          <a:xfrm>
            <a:off x="853059" y="4466272"/>
            <a:ext cx="76295" cy="86963"/>
          </a:xfrm>
          <a:prstGeom prst="rect"/>
          <a:ln w="0">
            <a:noFill/>
          </a:ln>
        </p:spPr>
      </p:pic>
      <p:sp>
        <p:nvSpPr>
          <p:cNvPr id="1156" name="New shape"/>
          <p:cNvSpPr/>
          <p:nvPr/>
        </p:nvSpPr>
        <p:spPr>
          <a:xfrm>
            <a:off x="857631" y="4472369"/>
            <a:ext cx="68675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57" name="New shape"/>
          <p:cNvSpPr/>
          <p:nvPr/>
        </p:nvSpPr>
        <p:spPr>
          <a:xfrm>
            <a:off x="868299" y="4481513"/>
            <a:ext cx="45815" cy="229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58" name="New shape"/>
          <p:cNvSpPr/>
          <p:nvPr/>
        </p:nvSpPr>
        <p:spPr>
          <a:xfrm>
            <a:off x="866775" y="4476941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59" name="New shape"/>
          <p:cNvSpPr/>
          <p:nvPr/>
        </p:nvSpPr>
        <p:spPr>
          <a:xfrm>
            <a:off x="856107" y="4469320"/>
            <a:ext cx="70199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0" name="New shape"/>
          <p:cNvSpPr/>
          <p:nvPr/>
        </p:nvSpPr>
        <p:spPr>
          <a:xfrm>
            <a:off x="868299" y="447846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1" name="New picture"/>
          <p:cNvPicPr/>
          <p:nvPr/>
        </p:nvPicPr>
        <p:blipFill>
          <a:blip r:embed="rId677"/>
          <a:srcRect/>
          <a:stretch>
            <a:fillRect/>
          </a:stretch>
        </p:blipFill>
        <p:spPr>
          <a:xfrm>
            <a:off x="984313" y="4530376"/>
            <a:ext cx="21431" cy="22860"/>
          </a:xfrm>
          <a:prstGeom prst="rect"/>
          <a:ln w="0">
            <a:noFill/>
          </a:ln>
        </p:spPr>
      </p:pic>
      <p:sp>
        <p:nvSpPr>
          <p:cNvPr id="1162" name="New shape"/>
          <p:cNvSpPr/>
          <p:nvPr/>
        </p:nvSpPr>
        <p:spPr>
          <a:xfrm>
            <a:off x="988981" y="4536472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3" name="New picture"/>
          <p:cNvPicPr/>
          <p:nvPr/>
        </p:nvPicPr>
        <p:blipFill>
          <a:blip r:embed="rId678"/>
          <a:srcRect/>
          <a:stretch>
            <a:fillRect/>
          </a:stretch>
        </p:blipFill>
        <p:spPr>
          <a:xfrm>
            <a:off x="984313" y="4475416"/>
            <a:ext cx="21431" cy="21431"/>
          </a:xfrm>
          <a:prstGeom prst="rect"/>
          <a:ln w="0">
            <a:noFill/>
          </a:ln>
        </p:spPr>
      </p:pic>
      <p:sp>
        <p:nvSpPr>
          <p:cNvPr id="1164" name="New shape"/>
          <p:cNvSpPr/>
          <p:nvPr/>
        </p:nvSpPr>
        <p:spPr>
          <a:xfrm>
            <a:off x="988981" y="4479989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5" name="New shape"/>
          <p:cNvSpPr/>
          <p:nvPr/>
        </p:nvSpPr>
        <p:spPr>
          <a:xfrm>
            <a:off x="985933" y="4533424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6" name="New shape"/>
          <p:cNvSpPr/>
          <p:nvPr/>
        </p:nvSpPr>
        <p:spPr>
          <a:xfrm>
            <a:off x="985933" y="4476940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7" name="New shape"/>
          <p:cNvSpPr/>
          <p:nvPr/>
        </p:nvSpPr>
        <p:spPr>
          <a:xfrm>
            <a:off x="1054608" y="4558284"/>
            <a:ext cx="528828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8" name="New picture"/>
          <p:cNvPicPr/>
          <p:nvPr/>
        </p:nvPicPr>
        <p:blipFill>
          <a:blip r:embed="rId679"/>
          <a:srcRect/>
          <a:stretch>
            <a:fillRect/>
          </a:stretch>
        </p:blipFill>
        <p:spPr>
          <a:xfrm>
            <a:off x="1062228" y="4438841"/>
            <a:ext cx="108395" cy="112871"/>
          </a:xfrm>
          <a:prstGeom prst="rect"/>
          <a:ln w="0">
            <a:noFill/>
          </a:ln>
        </p:spPr>
      </p:pic>
      <p:sp>
        <p:nvSpPr>
          <p:cNvPr id="1169" name="New shape"/>
          <p:cNvSpPr/>
          <p:nvPr/>
        </p:nvSpPr>
        <p:spPr>
          <a:xfrm>
            <a:off x="1075944" y="4449509"/>
            <a:ext cx="80962" cy="90012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0" name="New picture"/>
          <p:cNvPicPr/>
          <p:nvPr/>
        </p:nvPicPr>
        <p:blipFill>
          <a:blip r:embed="rId680"/>
          <a:srcRect/>
          <a:stretch>
            <a:fillRect/>
          </a:stretch>
        </p:blipFill>
        <p:spPr>
          <a:xfrm>
            <a:off x="1184434" y="4438840"/>
            <a:ext cx="19812" cy="38100"/>
          </a:xfrm>
          <a:prstGeom prst="rect"/>
          <a:ln w="0">
            <a:noFill/>
          </a:ln>
        </p:spPr>
      </p:pic>
      <p:pic>
        <p:nvPicPr>
          <p:cNvPr id="1171" name="New picture"/>
          <p:cNvPicPr/>
          <p:nvPr/>
        </p:nvPicPr>
        <p:blipFill>
          <a:blip r:embed="rId681"/>
          <a:srcRect/>
          <a:stretch>
            <a:fillRect/>
          </a:stretch>
        </p:blipFill>
        <p:spPr>
          <a:xfrm>
            <a:off x="1225677" y="4440269"/>
            <a:ext cx="76295" cy="108395"/>
          </a:xfrm>
          <a:prstGeom prst="rect"/>
          <a:ln w="0">
            <a:noFill/>
          </a:ln>
        </p:spPr>
      </p:pic>
      <p:sp>
        <p:nvSpPr>
          <p:cNvPr id="1172" name="New shape"/>
          <p:cNvSpPr/>
          <p:nvPr/>
        </p:nvSpPr>
        <p:spPr>
          <a:xfrm>
            <a:off x="1237869" y="4452556"/>
            <a:ext cx="47339" cy="47244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3" name="New picture"/>
          <p:cNvPicPr/>
          <p:nvPr/>
        </p:nvPicPr>
        <p:blipFill>
          <a:blip r:embed="rId682"/>
          <a:srcRect/>
          <a:stretch>
            <a:fillRect/>
          </a:stretch>
        </p:blipFill>
        <p:spPr>
          <a:xfrm>
            <a:off x="1312736" y="4469320"/>
            <a:ext cx="70199" cy="82391"/>
          </a:xfrm>
          <a:prstGeom prst="rect"/>
          <a:ln w="0">
            <a:noFill/>
          </a:ln>
        </p:spPr>
      </p:pic>
      <p:sp>
        <p:nvSpPr>
          <p:cNvPr id="1174" name="New shape"/>
          <p:cNvSpPr/>
          <p:nvPr/>
        </p:nvSpPr>
        <p:spPr>
          <a:xfrm>
            <a:off x="1324928" y="4478464"/>
            <a:ext cx="45815" cy="2590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75" name="New shape"/>
          <p:cNvSpPr/>
          <p:nvPr/>
        </p:nvSpPr>
        <p:spPr>
          <a:xfrm>
            <a:off x="1404271" y="4470844"/>
            <a:ext cx="12192" cy="77819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6" name="New picture"/>
          <p:cNvPicPr/>
          <p:nvPr/>
        </p:nvPicPr>
        <p:blipFill>
          <a:blip r:embed="rId683"/>
          <a:srcRect/>
          <a:stretch>
            <a:fillRect/>
          </a:stretch>
        </p:blipFill>
        <p:spPr>
          <a:xfrm>
            <a:off x="1402747" y="4437221"/>
            <a:ext cx="16764" cy="15335"/>
          </a:xfrm>
          <a:prstGeom prst="rect"/>
          <a:ln w="0">
            <a:noFill/>
          </a:ln>
        </p:spPr>
      </p:pic>
      <p:sp>
        <p:nvSpPr>
          <p:cNvPr id="1177" name="New shape"/>
          <p:cNvSpPr/>
          <p:nvPr/>
        </p:nvSpPr>
        <p:spPr>
          <a:xfrm>
            <a:off x="1444752" y="4440936"/>
            <a:ext cx="13716" cy="108204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78" name="New shape"/>
          <p:cNvSpPr/>
          <p:nvPr/>
        </p:nvSpPr>
        <p:spPr>
          <a:xfrm>
            <a:off x="1482852" y="4440936"/>
            <a:ext cx="13716" cy="108204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9" name="New picture"/>
          <p:cNvPicPr/>
          <p:nvPr/>
        </p:nvPicPr>
        <p:blipFill>
          <a:blip r:embed="rId684"/>
          <a:srcRect/>
          <a:stretch>
            <a:fillRect/>
          </a:stretch>
        </p:blipFill>
        <p:spPr>
          <a:xfrm>
            <a:off x="1509617" y="4470845"/>
            <a:ext cx="71818" cy="117539"/>
          </a:xfrm>
          <a:prstGeom prst="rect"/>
          <a:ln w="0">
            <a:noFill/>
          </a:ln>
        </p:spPr>
      </p:pic>
      <p:sp>
        <p:nvSpPr>
          <p:cNvPr id="1180" name="New shape"/>
          <p:cNvSpPr/>
          <p:nvPr/>
        </p:nvSpPr>
        <p:spPr>
          <a:xfrm>
            <a:off x="1642872" y="4425696"/>
            <a:ext cx="12192" cy="13868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81" name="New shape"/>
          <p:cNvSpPr/>
          <p:nvPr/>
        </p:nvSpPr>
        <p:spPr>
          <a:xfrm>
            <a:off x="1714500" y="4558284"/>
            <a:ext cx="580644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2" name="New picture"/>
          <p:cNvPicPr/>
          <p:nvPr/>
        </p:nvPicPr>
        <p:blipFill>
          <a:blip r:embed="rId685"/>
          <a:srcRect/>
          <a:stretch>
            <a:fillRect/>
          </a:stretch>
        </p:blipFill>
        <p:spPr>
          <a:xfrm>
            <a:off x="1715834" y="4440365"/>
            <a:ext cx="99251" cy="108299"/>
          </a:xfrm>
          <a:prstGeom prst="rect"/>
          <a:ln w="0">
            <a:noFill/>
          </a:ln>
        </p:spPr>
      </p:pic>
      <p:sp>
        <p:nvSpPr>
          <p:cNvPr id="1183" name="New shape"/>
          <p:cNvSpPr/>
          <p:nvPr/>
        </p:nvSpPr>
        <p:spPr>
          <a:xfrm>
            <a:off x="1743266" y="4454080"/>
            <a:ext cx="42767" cy="58007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4" name="New picture"/>
          <p:cNvPicPr/>
          <p:nvPr/>
        </p:nvPicPr>
        <p:blipFill>
          <a:blip r:embed="rId686"/>
          <a:srcRect/>
          <a:stretch>
            <a:fillRect/>
          </a:stretch>
        </p:blipFill>
        <p:spPr>
          <a:xfrm>
            <a:off x="1827276" y="4469320"/>
            <a:ext cx="122110" cy="79439"/>
          </a:xfrm>
          <a:prstGeom prst="rect"/>
          <a:ln w="0">
            <a:noFill/>
          </a:ln>
        </p:spPr>
      </p:pic>
      <p:pic>
        <p:nvPicPr>
          <p:cNvPr id="1185" name="New picture"/>
          <p:cNvPicPr/>
          <p:nvPr/>
        </p:nvPicPr>
        <p:blipFill>
          <a:blip r:embed="rId687"/>
          <a:srcRect/>
          <a:stretch>
            <a:fillRect/>
          </a:stretch>
        </p:blipFill>
        <p:spPr>
          <a:xfrm>
            <a:off x="1966246" y="4469320"/>
            <a:ext cx="65627" cy="82391"/>
          </a:xfrm>
          <a:prstGeom prst="rect"/>
          <a:ln w="0">
            <a:noFill/>
          </a:ln>
        </p:spPr>
      </p:pic>
      <p:sp>
        <p:nvSpPr>
          <p:cNvPr id="1186" name="New shape"/>
          <p:cNvSpPr/>
          <p:nvPr/>
        </p:nvSpPr>
        <p:spPr>
          <a:xfrm>
            <a:off x="1979962" y="4510563"/>
            <a:ext cx="38195" cy="30480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7" name="New picture"/>
          <p:cNvPicPr/>
          <p:nvPr/>
        </p:nvPicPr>
        <p:blipFill>
          <a:blip r:embed="rId688"/>
          <a:srcRect/>
          <a:stretch>
            <a:fillRect/>
          </a:stretch>
        </p:blipFill>
        <p:spPr>
          <a:xfrm>
            <a:off x="2048732" y="4470845"/>
            <a:ext cx="58007" cy="77819"/>
          </a:xfrm>
          <a:prstGeom prst="rect"/>
          <a:ln w="0">
            <a:noFill/>
          </a:ln>
        </p:spPr>
      </p:pic>
      <p:pic>
        <p:nvPicPr>
          <p:cNvPr id="1188" name="New picture"/>
          <p:cNvPicPr/>
          <p:nvPr/>
        </p:nvPicPr>
        <p:blipFill>
          <a:blip r:embed="rId689"/>
          <a:srcRect/>
          <a:stretch>
            <a:fillRect/>
          </a:stretch>
        </p:blipFill>
        <p:spPr>
          <a:xfrm>
            <a:off x="2114455" y="4469320"/>
            <a:ext cx="77819" cy="82391"/>
          </a:xfrm>
          <a:prstGeom prst="rect"/>
          <a:ln w="0">
            <a:noFill/>
          </a:ln>
        </p:spPr>
      </p:pic>
      <p:sp>
        <p:nvSpPr>
          <p:cNvPr id="1189" name="New shape"/>
          <p:cNvSpPr/>
          <p:nvPr/>
        </p:nvSpPr>
        <p:spPr>
          <a:xfrm>
            <a:off x="2128171" y="4479988"/>
            <a:ext cx="51911" cy="61055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0" name="New picture"/>
          <p:cNvPicPr/>
          <p:nvPr/>
        </p:nvPicPr>
        <p:blipFill>
          <a:blip r:embed="rId690"/>
          <a:srcRect/>
          <a:stretch>
            <a:fillRect/>
          </a:stretch>
        </p:blipFill>
        <p:spPr>
          <a:xfrm>
            <a:off x="2212086" y="4469416"/>
            <a:ext cx="70294" cy="79343"/>
          </a:xfrm>
          <a:prstGeom prst="rect"/>
          <a:ln w="0">
            <a:noFill/>
          </a:ln>
        </p:spPr>
      </p:pic>
      <p:pic>
        <p:nvPicPr>
          <p:cNvPr id="1191" name="New picture"/>
          <p:cNvPicPr/>
          <p:nvPr/>
        </p:nvPicPr>
        <p:blipFill>
          <a:blip r:embed="rId691"/>
          <a:srcRect/>
          <a:stretch>
            <a:fillRect/>
          </a:stretch>
        </p:blipFill>
        <p:spPr>
          <a:xfrm>
            <a:off x="678942" y="4821841"/>
            <a:ext cx="38195" cy="108395"/>
          </a:xfrm>
          <a:prstGeom prst="rect"/>
          <a:ln w="0">
            <a:noFill/>
          </a:ln>
        </p:spPr>
      </p:pic>
      <p:pic>
        <p:nvPicPr>
          <p:cNvPr id="1192" name="New picture"/>
          <p:cNvPicPr/>
          <p:nvPr/>
        </p:nvPicPr>
        <p:blipFill>
          <a:blip r:embed="rId692"/>
          <a:srcRect/>
          <a:stretch>
            <a:fillRect/>
          </a:stretch>
        </p:blipFill>
        <p:spPr>
          <a:xfrm>
            <a:off x="732377" y="4850892"/>
            <a:ext cx="64103" cy="82391"/>
          </a:xfrm>
          <a:prstGeom prst="rect"/>
          <a:ln w="0">
            <a:noFill/>
          </a:ln>
        </p:spPr>
      </p:pic>
      <p:sp>
        <p:nvSpPr>
          <p:cNvPr id="1193" name="New shape"/>
          <p:cNvSpPr/>
          <p:nvPr/>
        </p:nvSpPr>
        <p:spPr>
          <a:xfrm>
            <a:off x="814768" y="4852416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4" name="New picture"/>
          <p:cNvPicPr/>
          <p:nvPr/>
        </p:nvPicPr>
        <p:blipFill>
          <a:blip r:embed="rId693"/>
          <a:srcRect/>
          <a:stretch>
            <a:fillRect/>
          </a:stretch>
        </p:blipFill>
        <p:spPr>
          <a:xfrm>
            <a:off x="813245" y="4818888"/>
            <a:ext cx="16859" cy="15240"/>
          </a:xfrm>
          <a:prstGeom prst="rect"/>
          <a:ln w="0">
            <a:noFill/>
          </a:ln>
        </p:spPr>
      </p:pic>
      <p:pic>
        <p:nvPicPr>
          <p:cNvPr id="1195" name="New picture"/>
          <p:cNvPicPr/>
          <p:nvPr/>
        </p:nvPicPr>
        <p:blipFill>
          <a:blip r:embed="rId694"/>
          <a:srcRect/>
          <a:stretch>
            <a:fillRect/>
          </a:stretch>
        </p:blipFill>
        <p:spPr>
          <a:xfrm>
            <a:off x="850011" y="4914900"/>
            <a:ext cx="21336" cy="42767"/>
          </a:xfrm>
          <a:prstGeom prst="rect"/>
          <a:ln w="0">
            <a:noFill/>
          </a:ln>
        </p:spPr>
      </p:pic>
      <p:sp>
        <p:nvSpPr>
          <p:cNvPr id="1196" name="New shape"/>
          <p:cNvSpPr/>
          <p:nvPr/>
        </p:nvSpPr>
        <p:spPr>
          <a:xfrm>
            <a:off x="935736" y="48219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7" name="New picture"/>
          <p:cNvPicPr/>
          <p:nvPr/>
        </p:nvPicPr>
        <p:blipFill>
          <a:blip r:embed="rId695"/>
          <a:srcRect/>
          <a:stretch>
            <a:fillRect/>
          </a:stretch>
        </p:blipFill>
        <p:spPr>
          <a:xfrm>
            <a:off x="969074" y="4850892"/>
            <a:ext cx="71818" cy="82391"/>
          </a:xfrm>
          <a:prstGeom prst="rect"/>
          <a:ln w="0">
            <a:noFill/>
          </a:ln>
        </p:spPr>
      </p:pic>
      <p:sp>
        <p:nvSpPr>
          <p:cNvPr id="1198" name="New shape"/>
          <p:cNvSpPr/>
          <p:nvPr/>
        </p:nvSpPr>
        <p:spPr>
          <a:xfrm>
            <a:off x="982790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9" name="New picture"/>
          <p:cNvPicPr/>
          <p:nvPr/>
        </p:nvPicPr>
        <p:blipFill>
          <a:blip r:embed="rId696"/>
          <a:srcRect/>
          <a:stretch>
            <a:fillRect/>
          </a:stretch>
        </p:blipFill>
        <p:spPr>
          <a:xfrm>
            <a:off x="1089755" y="4829556"/>
            <a:ext cx="48863" cy="103727"/>
          </a:xfrm>
          <a:prstGeom prst="rect"/>
          <a:ln w="0">
            <a:noFill/>
          </a:ln>
        </p:spPr>
      </p:pic>
      <p:pic>
        <p:nvPicPr>
          <p:cNvPr id="1200" name="New picture"/>
          <p:cNvPicPr/>
          <p:nvPr/>
        </p:nvPicPr>
        <p:blipFill>
          <a:blip r:embed="rId697"/>
          <a:srcRect/>
          <a:stretch>
            <a:fillRect/>
          </a:stretch>
        </p:blipFill>
        <p:spPr>
          <a:xfrm>
            <a:off x="1149286" y="4850892"/>
            <a:ext cx="70199" cy="82391"/>
          </a:xfrm>
          <a:prstGeom prst="rect"/>
          <a:ln w="0">
            <a:noFill/>
          </a:ln>
        </p:spPr>
      </p:pic>
      <p:sp>
        <p:nvSpPr>
          <p:cNvPr id="1201" name="New shape"/>
          <p:cNvSpPr/>
          <p:nvPr/>
        </p:nvSpPr>
        <p:spPr>
          <a:xfrm>
            <a:off x="1161479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2" name="New picture"/>
          <p:cNvPicPr/>
          <p:nvPr/>
        </p:nvPicPr>
        <p:blipFill>
          <a:blip r:embed="rId698"/>
          <a:srcRect/>
          <a:stretch>
            <a:fillRect/>
          </a:stretch>
        </p:blipFill>
        <p:spPr>
          <a:xfrm>
            <a:off x="1239393" y="4850892"/>
            <a:ext cx="42767" cy="79343"/>
          </a:xfrm>
          <a:prstGeom prst="rect"/>
          <a:ln w="0">
            <a:noFill/>
          </a:ln>
        </p:spPr>
      </p:pic>
      <p:pic>
        <p:nvPicPr>
          <p:cNvPr id="1203" name="New picture"/>
          <p:cNvPicPr/>
          <p:nvPr/>
        </p:nvPicPr>
        <p:blipFill>
          <a:blip r:embed="rId699"/>
          <a:srcRect/>
          <a:stretch>
            <a:fillRect/>
          </a:stretch>
        </p:blipFill>
        <p:spPr>
          <a:xfrm>
            <a:off x="1295876" y="4850797"/>
            <a:ext cx="120682" cy="79343"/>
          </a:xfrm>
          <a:prstGeom prst="rect"/>
          <a:ln w="0">
            <a:noFill/>
          </a:ln>
        </p:spPr>
      </p:pic>
      <p:pic>
        <p:nvPicPr>
          <p:cNvPr id="1204" name="New picture"/>
          <p:cNvPicPr/>
          <p:nvPr/>
        </p:nvPicPr>
        <p:blipFill>
          <a:blip r:embed="rId700"/>
          <a:srcRect/>
          <a:stretch>
            <a:fillRect/>
          </a:stretch>
        </p:blipFill>
        <p:spPr>
          <a:xfrm>
            <a:off x="1436370" y="4850892"/>
            <a:ext cx="70199" cy="82391"/>
          </a:xfrm>
          <a:prstGeom prst="rect"/>
          <a:ln w="0">
            <a:noFill/>
          </a:ln>
        </p:spPr>
      </p:pic>
      <p:sp>
        <p:nvSpPr>
          <p:cNvPr id="1205" name="New shape"/>
          <p:cNvSpPr/>
          <p:nvPr/>
        </p:nvSpPr>
        <p:spPr>
          <a:xfrm>
            <a:off x="1448562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6" name="New picture"/>
          <p:cNvPicPr/>
          <p:nvPr/>
        </p:nvPicPr>
        <p:blipFill>
          <a:blip r:embed="rId701"/>
          <a:srcRect/>
          <a:stretch>
            <a:fillRect/>
          </a:stretch>
        </p:blipFill>
        <p:spPr>
          <a:xfrm>
            <a:off x="1566196" y="4853940"/>
            <a:ext cx="27432" cy="53340"/>
          </a:xfrm>
          <a:prstGeom prst="rect"/>
          <a:ln w="0">
            <a:noFill/>
          </a:ln>
        </p:spPr>
      </p:pic>
      <p:pic>
        <p:nvPicPr>
          <p:cNvPr id="1207" name="New picture"/>
          <p:cNvPicPr/>
          <p:nvPr/>
        </p:nvPicPr>
        <p:blipFill>
          <a:blip r:embed="rId702"/>
          <a:srcRect/>
          <a:stretch>
            <a:fillRect/>
          </a:stretch>
        </p:blipFill>
        <p:spPr>
          <a:xfrm>
            <a:off x="1592104" y="4853940"/>
            <a:ext cx="27527" cy="53340"/>
          </a:xfrm>
          <a:prstGeom prst="rect"/>
          <a:ln w="0">
            <a:noFill/>
          </a:ln>
        </p:spPr>
      </p:pic>
      <p:pic>
        <p:nvPicPr>
          <p:cNvPr id="1208" name="New picture"/>
          <p:cNvPicPr/>
          <p:nvPr/>
        </p:nvPicPr>
        <p:blipFill>
          <a:blip r:embed="rId703"/>
          <a:srcRect/>
          <a:stretch>
            <a:fillRect/>
          </a:stretch>
        </p:blipFill>
        <p:spPr>
          <a:xfrm>
            <a:off x="1683734" y="4821841"/>
            <a:ext cx="68675" cy="108395"/>
          </a:xfrm>
          <a:prstGeom prst="rect"/>
          <a:ln w="0">
            <a:noFill/>
          </a:ln>
        </p:spPr>
      </p:pic>
      <p:pic>
        <p:nvPicPr>
          <p:cNvPr id="1209" name="New picture"/>
          <p:cNvPicPr/>
          <p:nvPr/>
        </p:nvPicPr>
        <p:blipFill>
          <a:blip r:embed="rId704"/>
          <a:srcRect/>
          <a:stretch>
            <a:fillRect/>
          </a:stretch>
        </p:blipFill>
        <p:spPr>
          <a:xfrm>
            <a:off x="1769269" y="4850892"/>
            <a:ext cx="67151" cy="82391"/>
          </a:xfrm>
          <a:prstGeom prst="rect"/>
          <a:ln w="0">
            <a:noFill/>
          </a:ln>
        </p:spPr>
      </p:pic>
      <p:sp>
        <p:nvSpPr>
          <p:cNvPr id="1210" name="New shape"/>
          <p:cNvSpPr/>
          <p:nvPr/>
        </p:nvSpPr>
        <p:spPr>
          <a:xfrm>
            <a:off x="1782985" y="489204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1" name="New picture"/>
          <p:cNvPicPr/>
          <p:nvPr/>
        </p:nvPicPr>
        <p:blipFill>
          <a:blip r:embed="rId705"/>
          <a:srcRect/>
          <a:stretch>
            <a:fillRect/>
          </a:stretch>
        </p:blipFill>
        <p:spPr>
          <a:xfrm>
            <a:off x="1854708" y="4850892"/>
            <a:ext cx="64103" cy="82391"/>
          </a:xfrm>
          <a:prstGeom prst="rect"/>
          <a:ln w="0">
            <a:noFill/>
          </a:ln>
        </p:spPr>
      </p:pic>
      <p:pic>
        <p:nvPicPr>
          <p:cNvPr id="1212" name="New picture"/>
          <p:cNvPicPr/>
          <p:nvPr/>
        </p:nvPicPr>
        <p:blipFill>
          <a:blip r:embed="rId706"/>
          <a:srcRect/>
          <a:stretch>
            <a:fillRect/>
          </a:stretch>
        </p:blipFill>
        <p:spPr>
          <a:xfrm>
            <a:off x="1937195" y="4821841"/>
            <a:ext cx="67246" cy="108395"/>
          </a:xfrm>
          <a:prstGeom prst="rect"/>
          <a:ln w="0">
            <a:noFill/>
          </a:ln>
        </p:spPr>
      </p:pic>
      <p:pic>
        <p:nvPicPr>
          <p:cNvPr id="1213" name="New picture"/>
          <p:cNvPicPr/>
          <p:nvPr/>
        </p:nvPicPr>
        <p:blipFill>
          <a:blip r:embed="rId707"/>
          <a:srcRect/>
          <a:stretch>
            <a:fillRect/>
          </a:stretch>
        </p:blipFill>
        <p:spPr>
          <a:xfrm>
            <a:off x="2009013" y="4850797"/>
            <a:ext cx="71723" cy="82487"/>
          </a:xfrm>
          <a:prstGeom prst="rect"/>
          <a:ln w="0">
            <a:noFill/>
          </a:ln>
        </p:spPr>
      </p:pic>
      <p:sp>
        <p:nvSpPr>
          <p:cNvPr id="1214" name="New shape"/>
          <p:cNvSpPr/>
          <p:nvPr/>
        </p:nvSpPr>
        <p:spPr>
          <a:xfrm>
            <a:off x="2022729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5" name="New picture"/>
          <p:cNvPicPr/>
          <p:nvPr/>
        </p:nvPicPr>
        <p:blipFill>
          <a:blip r:embed="rId708"/>
          <a:srcRect/>
          <a:stretch>
            <a:fillRect/>
          </a:stretch>
        </p:blipFill>
        <p:spPr>
          <a:xfrm>
            <a:off x="2100643" y="4850892"/>
            <a:ext cx="42767" cy="79343"/>
          </a:xfrm>
          <a:prstGeom prst="rect"/>
          <a:ln w="0">
            <a:noFill/>
          </a:ln>
        </p:spPr>
      </p:pic>
      <p:pic>
        <p:nvPicPr>
          <p:cNvPr id="1216" name="New picture"/>
          <p:cNvPicPr/>
          <p:nvPr/>
        </p:nvPicPr>
        <p:blipFill>
          <a:blip r:embed="rId709"/>
          <a:srcRect/>
          <a:stretch>
            <a:fillRect/>
          </a:stretch>
        </p:blipFill>
        <p:spPr>
          <a:xfrm>
            <a:off x="2147983" y="4850892"/>
            <a:ext cx="58007" cy="82391"/>
          </a:xfrm>
          <a:prstGeom prst="rect"/>
          <a:ln w="0">
            <a:noFill/>
          </a:ln>
        </p:spPr>
      </p:pic>
      <p:pic>
        <p:nvPicPr>
          <p:cNvPr id="1217" name="New picture"/>
          <p:cNvPicPr/>
          <p:nvPr/>
        </p:nvPicPr>
        <p:blipFill>
          <a:blip r:embed="rId710"/>
          <a:srcRect/>
          <a:stretch>
            <a:fillRect/>
          </a:stretch>
        </p:blipFill>
        <p:spPr>
          <a:xfrm>
            <a:off x="2263997" y="4853940"/>
            <a:ext cx="26003" cy="53340"/>
          </a:xfrm>
          <a:prstGeom prst="rect"/>
          <a:ln w="0">
            <a:noFill/>
          </a:ln>
        </p:spPr>
      </p:pic>
      <p:pic>
        <p:nvPicPr>
          <p:cNvPr id="1218" name="New picture"/>
          <p:cNvPicPr/>
          <p:nvPr/>
        </p:nvPicPr>
        <p:blipFill>
          <a:blip r:embed="rId711"/>
          <a:srcRect/>
          <a:stretch>
            <a:fillRect/>
          </a:stretch>
        </p:blipFill>
        <p:spPr>
          <a:xfrm>
            <a:off x="2290001" y="4853940"/>
            <a:ext cx="25908" cy="53340"/>
          </a:xfrm>
          <a:prstGeom prst="rect"/>
          <a:ln w="0">
            <a:noFill/>
          </a:ln>
        </p:spPr>
      </p:pic>
      <p:pic>
        <p:nvPicPr>
          <p:cNvPr id="1219" name="New picture"/>
          <p:cNvPicPr/>
          <p:nvPr/>
        </p:nvPicPr>
        <p:blipFill>
          <a:blip r:embed="rId712"/>
          <a:srcRect/>
          <a:stretch>
            <a:fillRect/>
          </a:stretch>
        </p:blipFill>
        <p:spPr>
          <a:xfrm>
            <a:off x="2370868" y="4820317"/>
            <a:ext cx="53435" cy="109823"/>
          </a:xfrm>
          <a:prstGeom prst="rect"/>
          <a:ln w="0">
            <a:noFill/>
          </a:ln>
        </p:spPr>
      </p:pic>
      <p:pic>
        <p:nvPicPr>
          <p:cNvPr id="1220" name="New picture"/>
          <p:cNvPicPr/>
          <p:nvPr/>
        </p:nvPicPr>
        <p:blipFill>
          <a:blip r:embed="rId713"/>
          <a:srcRect/>
          <a:stretch>
            <a:fillRect/>
          </a:stretch>
        </p:blipFill>
        <p:spPr>
          <a:xfrm>
            <a:off x="2424303" y="4850892"/>
            <a:ext cx="67151" cy="82391"/>
          </a:xfrm>
          <a:prstGeom prst="rect"/>
          <a:ln w="0">
            <a:noFill/>
          </a:ln>
        </p:spPr>
      </p:pic>
      <p:sp>
        <p:nvSpPr>
          <p:cNvPr id="1221" name="New shape"/>
          <p:cNvSpPr/>
          <p:nvPr/>
        </p:nvSpPr>
        <p:spPr>
          <a:xfrm>
            <a:off x="2438019" y="489204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22" name="New shape"/>
          <p:cNvSpPr/>
          <p:nvPr/>
        </p:nvSpPr>
        <p:spPr>
          <a:xfrm>
            <a:off x="2516029" y="485241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3" name="New picture"/>
          <p:cNvPicPr/>
          <p:nvPr/>
        </p:nvPicPr>
        <p:blipFill>
          <a:blip r:embed="rId714"/>
          <a:srcRect/>
          <a:stretch>
            <a:fillRect/>
          </a:stretch>
        </p:blipFill>
        <p:spPr>
          <a:xfrm>
            <a:off x="2512981" y="4818793"/>
            <a:ext cx="16764" cy="15335"/>
          </a:xfrm>
          <a:prstGeom prst="rect"/>
          <a:ln w="0">
            <a:noFill/>
          </a:ln>
        </p:spPr>
      </p:pic>
      <p:pic>
        <p:nvPicPr>
          <p:cNvPr id="1224" name="New picture"/>
          <p:cNvPicPr/>
          <p:nvPr/>
        </p:nvPicPr>
        <p:blipFill>
          <a:blip r:embed="rId715"/>
          <a:srcRect/>
          <a:stretch>
            <a:fillRect/>
          </a:stretch>
        </p:blipFill>
        <p:spPr>
          <a:xfrm>
            <a:off x="2543556" y="4829461"/>
            <a:ext cx="48863" cy="103822"/>
          </a:xfrm>
          <a:prstGeom prst="rect"/>
          <a:ln w="0">
            <a:noFill/>
          </a:ln>
        </p:spPr>
      </p:pic>
      <p:pic>
        <p:nvPicPr>
          <p:cNvPr id="1225" name="New picture"/>
          <p:cNvPicPr/>
          <p:nvPr/>
        </p:nvPicPr>
        <p:blipFill>
          <a:blip r:embed="rId716"/>
          <a:srcRect/>
          <a:stretch>
            <a:fillRect/>
          </a:stretch>
        </p:blipFill>
        <p:spPr>
          <a:xfrm>
            <a:off x="2648807" y="4850892"/>
            <a:ext cx="41148" cy="79343"/>
          </a:xfrm>
          <a:prstGeom prst="rect"/>
          <a:ln w="0">
            <a:noFill/>
          </a:ln>
        </p:spPr>
      </p:pic>
      <p:pic>
        <p:nvPicPr>
          <p:cNvPr id="1226" name="New picture"/>
          <p:cNvPicPr/>
          <p:nvPr/>
        </p:nvPicPr>
        <p:blipFill>
          <a:blip r:embed="rId717"/>
          <a:srcRect/>
          <a:stretch>
            <a:fillRect/>
          </a:stretch>
        </p:blipFill>
        <p:spPr>
          <a:xfrm>
            <a:off x="2696147" y="4850892"/>
            <a:ext cx="71818" cy="82391"/>
          </a:xfrm>
          <a:prstGeom prst="rect"/>
          <a:ln w="0">
            <a:noFill/>
          </a:ln>
        </p:spPr>
      </p:pic>
      <p:sp>
        <p:nvSpPr>
          <p:cNvPr id="1227" name="New shape"/>
          <p:cNvSpPr/>
          <p:nvPr/>
        </p:nvSpPr>
        <p:spPr>
          <a:xfrm>
            <a:off x="2709863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28" name="New shape"/>
          <p:cNvSpPr/>
          <p:nvPr/>
        </p:nvSpPr>
        <p:spPr>
          <a:xfrm>
            <a:off x="2719102" y="4815745"/>
            <a:ext cx="32004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9" name="New picture"/>
          <p:cNvPicPr/>
          <p:nvPr/>
        </p:nvPicPr>
        <p:blipFill>
          <a:blip r:embed="rId718"/>
          <a:srcRect/>
          <a:stretch>
            <a:fillRect/>
          </a:stretch>
        </p:blipFill>
        <p:spPr>
          <a:xfrm>
            <a:off x="2777109" y="4820317"/>
            <a:ext cx="53435" cy="109823"/>
          </a:xfrm>
          <a:prstGeom prst="rect"/>
          <a:ln w="0">
            <a:noFill/>
          </a:ln>
        </p:spPr>
      </p:pic>
      <p:pic>
        <p:nvPicPr>
          <p:cNvPr id="1230" name="New picture"/>
          <p:cNvPicPr/>
          <p:nvPr/>
        </p:nvPicPr>
        <p:blipFill>
          <a:blip r:embed="rId719"/>
          <a:srcRect/>
          <a:stretch>
            <a:fillRect/>
          </a:stretch>
        </p:blipFill>
        <p:spPr>
          <a:xfrm>
            <a:off x="2831973" y="4850796"/>
            <a:ext cx="71818" cy="82391"/>
          </a:xfrm>
          <a:prstGeom prst="rect"/>
          <a:ln w="0">
            <a:noFill/>
          </a:ln>
        </p:spPr>
      </p:pic>
      <p:sp>
        <p:nvSpPr>
          <p:cNvPr id="1231" name="New shape"/>
          <p:cNvSpPr/>
          <p:nvPr/>
        </p:nvSpPr>
        <p:spPr>
          <a:xfrm>
            <a:off x="2845784" y="4859941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32" name="New shape"/>
          <p:cNvSpPr/>
          <p:nvPr/>
        </p:nvSpPr>
        <p:spPr>
          <a:xfrm>
            <a:off x="2856452" y="4815649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3" name="New picture"/>
          <p:cNvPicPr/>
          <p:nvPr/>
        </p:nvPicPr>
        <p:blipFill>
          <a:blip r:embed="rId720"/>
          <a:srcRect/>
          <a:stretch>
            <a:fillRect/>
          </a:stretch>
        </p:blipFill>
        <p:spPr>
          <a:xfrm>
            <a:off x="2923699" y="4850892"/>
            <a:ext cx="42767" cy="79343"/>
          </a:xfrm>
          <a:prstGeom prst="rect"/>
          <a:ln w="0">
            <a:noFill/>
          </a:ln>
        </p:spPr>
      </p:pic>
      <p:pic>
        <p:nvPicPr>
          <p:cNvPr id="1234" name="New picture"/>
          <p:cNvPicPr/>
          <p:nvPr/>
        </p:nvPicPr>
        <p:blipFill>
          <a:blip r:embed="rId721"/>
          <a:srcRect/>
          <a:stretch>
            <a:fillRect/>
          </a:stretch>
        </p:blipFill>
        <p:spPr>
          <a:xfrm>
            <a:off x="2972562" y="4850892"/>
            <a:ext cx="70199" cy="82391"/>
          </a:xfrm>
          <a:prstGeom prst="rect"/>
          <a:ln w="0">
            <a:noFill/>
          </a:ln>
        </p:spPr>
      </p:pic>
      <p:sp>
        <p:nvSpPr>
          <p:cNvPr id="1235" name="New shape"/>
          <p:cNvSpPr/>
          <p:nvPr/>
        </p:nvSpPr>
        <p:spPr>
          <a:xfrm>
            <a:off x="2984754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6" name="New picture"/>
          <p:cNvPicPr/>
          <p:nvPr/>
        </p:nvPicPr>
        <p:blipFill>
          <a:blip r:embed="rId722"/>
          <a:srcRect/>
          <a:stretch>
            <a:fillRect/>
          </a:stretch>
        </p:blipFill>
        <p:spPr>
          <a:xfrm>
            <a:off x="3062669" y="4850892"/>
            <a:ext cx="70294" cy="79343"/>
          </a:xfrm>
          <a:prstGeom prst="rect"/>
          <a:ln w="0">
            <a:noFill/>
          </a:ln>
        </p:spPr>
      </p:pic>
      <p:pic>
        <p:nvPicPr>
          <p:cNvPr id="1237" name="New picture"/>
          <p:cNvPicPr/>
          <p:nvPr/>
        </p:nvPicPr>
        <p:blipFill>
          <a:blip r:embed="rId723"/>
          <a:srcRect/>
          <a:stretch>
            <a:fillRect/>
          </a:stretch>
        </p:blipFill>
        <p:spPr>
          <a:xfrm>
            <a:off x="3152680" y="4850892"/>
            <a:ext cx="64103" cy="82391"/>
          </a:xfrm>
          <a:prstGeom prst="rect"/>
          <a:ln w="0">
            <a:noFill/>
          </a:ln>
        </p:spPr>
      </p:pic>
      <p:pic>
        <p:nvPicPr>
          <p:cNvPr id="1238" name="New picture"/>
          <p:cNvPicPr/>
          <p:nvPr/>
        </p:nvPicPr>
        <p:blipFill>
          <a:blip r:embed="rId724"/>
          <a:srcRect/>
          <a:stretch>
            <a:fillRect/>
          </a:stretch>
        </p:blipFill>
        <p:spPr>
          <a:xfrm>
            <a:off x="3227547" y="4850892"/>
            <a:ext cx="70295" cy="82391"/>
          </a:xfrm>
          <a:prstGeom prst="rect"/>
          <a:ln w="0">
            <a:noFill/>
          </a:ln>
        </p:spPr>
      </p:pic>
      <p:sp>
        <p:nvSpPr>
          <p:cNvPr id="1239" name="New shape"/>
          <p:cNvSpPr/>
          <p:nvPr/>
        </p:nvSpPr>
        <p:spPr>
          <a:xfrm>
            <a:off x="3239739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0" name="New picture"/>
          <p:cNvPicPr/>
          <p:nvPr/>
        </p:nvPicPr>
        <p:blipFill>
          <a:blip r:embed="rId725"/>
          <a:srcRect/>
          <a:stretch>
            <a:fillRect/>
          </a:stretch>
        </p:blipFill>
        <p:spPr>
          <a:xfrm>
            <a:off x="3351276" y="4850796"/>
            <a:ext cx="65627" cy="82391"/>
          </a:xfrm>
          <a:prstGeom prst="rect"/>
          <a:ln w="0">
            <a:noFill/>
          </a:ln>
        </p:spPr>
      </p:pic>
      <p:sp>
        <p:nvSpPr>
          <p:cNvPr id="1241" name="New shape"/>
          <p:cNvSpPr/>
          <p:nvPr/>
        </p:nvSpPr>
        <p:spPr>
          <a:xfrm>
            <a:off x="3364992" y="4892039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2" name="New picture"/>
          <p:cNvPicPr/>
          <p:nvPr/>
        </p:nvPicPr>
        <p:blipFill>
          <a:blip r:embed="rId726"/>
          <a:srcRect/>
          <a:stretch>
            <a:fillRect/>
          </a:stretch>
        </p:blipFill>
        <p:spPr>
          <a:xfrm>
            <a:off x="3439859" y="4852320"/>
            <a:ext cx="70199" cy="80867"/>
          </a:xfrm>
          <a:prstGeom prst="rect"/>
          <a:ln w="0">
            <a:noFill/>
          </a:ln>
        </p:spPr>
      </p:pic>
      <p:pic>
        <p:nvPicPr>
          <p:cNvPr id="1243" name="New picture"/>
          <p:cNvPicPr/>
          <p:nvPr/>
        </p:nvPicPr>
        <p:blipFill>
          <a:blip r:embed="rId727"/>
          <a:srcRect/>
          <a:stretch>
            <a:fillRect/>
          </a:stretch>
        </p:blipFill>
        <p:spPr>
          <a:xfrm>
            <a:off x="3523869" y="4852320"/>
            <a:ext cx="77819" cy="77915"/>
          </a:xfrm>
          <a:prstGeom prst="rect"/>
          <a:ln w="0">
            <a:noFill/>
          </a:ln>
        </p:spPr>
      </p:pic>
      <p:pic>
        <p:nvPicPr>
          <p:cNvPr id="1244" name="New picture"/>
          <p:cNvPicPr/>
          <p:nvPr/>
        </p:nvPicPr>
        <p:blipFill>
          <a:blip r:embed="rId728"/>
          <a:srcRect/>
          <a:stretch>
            <a:fillRect/>
          </a:stretch>
        </p:blipFill>
        <p:spPr>
          <a:xfrm>
            <a:off x="3655123" y="4850892"/>
            <a:ext cx="74866" cy="117443"/>
          </a:xfrm>
          <a:prstGeom prst="rect"/>
          <a:ln w="0">
            <a:noFill/>
          </a:ln>
        </p:spPr>
      </p:pic>
      <p:sp>
        <p:nvSpPr>
          <p:cNvPr id="1245" name="New shape"/>
          <p:cNvSpPr/>
          <p:nvPr/>
        </p:nvSpPr>
        <p:spPr>
          <a:xfrm>
            <a:off x="3668840" y="48615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6" name="New picture"/>
          <p:cNvPicPr/>
          <p:nvPr/>
        </p:nvPicPr>
        <p:blipFill>
          <a:blip r:embed="rId729"/>
          <a:srcRect/>
          <a:stretch>
            <a:fillRect/>
          </a:stretch>
        </p:blipFill>
        <p:spPr>
          <a:xfrm>
            <a:off x="3749802" y="4850892"/>
            <a:ext cx="42767" cy="79343"/>
          </a:xfrm>
          <a:prstGeom prst="rect"/>
          <a:ln w="0">
            <a:noFill/>
          </a:ln>
        </p:spPr>
      </p:pic>
      <p:pic>
        <p:nvPicPr>
          <p:cNvPr id="1247" name="New picture"/>
          <p:cNvPicPr/>
          <p:nvPr/>
        </p:nvPicPr>
        <p:blipFill>
          <a:blip r:embed="rId730"/>
          <a:srcRect/>
          <a:stretch>
            <a:fillRect/>
          </a:stretch>
        </p:blipFill>
        <p:spPr>
          <a:xfrm>
            <a:off x="3798665" y="4850892"/>
            <a:ext cx="77915" cy="82391"/>
          </a:xfrm>
          <a:prstGeom prst="rect"/>
          <a:ln w="0">
            <a:noFill/>
          </a:ln>
        </p:spPr>
      </p:pic>
      <p:sp>
        <p:nvSpPr>
          <p:cNvPr id="1248" name="New shape"/>
          <p:cNvSpPr/>
          <p:nvPr/>
        </p:nvSpPr>
        <p:spPr>
          <a:xfrm>
            <a:off x="3810857" y="48615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9" name="New picture"/>
          <p:cNvPicPr/>
          <p:nvPr/>
        </p:nvPicPr>
        <p:blipFill>
          <a:blip r:embed="rId731"/>
          <a:srcRect/>
          <a:stretch>
            <a:fillRect/>
          </a:stretch>
        </p:blipFill>
        <p:spPr>
          <a:xfrm>
            <a:off x="3887248" y="4850892"/>
            <a:ext cx="77915" cy="118967"/>
          </a:xfrm>
          <a:prstGeom prst="rect"/>
          <a:ln w="0">
            <a:noFill/>
          </a:ln>
        </p:spPr>
      </p:pic>
      <p:sp>
        <p:nvSpPr>
          <p:cNvPr id="1250" name="New shape"/>
          <p:cNvSpPr/>
          <p:nvPr/>
        </p:nvSpPr>
        <p:spPr>
          <a:xfrm>
            <a:off x="3904012" y="4860036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51" name="New shape"/>
          <p:cNvSpPr/>
          <p:nvPr/>
        </p:nvSpPr>
        <p:spPr>
          <a:xfrm>
            <a:off x="3899440" y="4930235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2" name="New picture"/>
          <p:cNvPicPr/>
          <p:nvPr/>
        </p:nvPicPr>
        <p:blipFill>
          <a:blip r:embed="rId732"/>
          <a:srcRect/>
          <a:stretch>
            <a:fillRect/>
          </a:stretch>
        </p:blipFill>
        <p:spPr>
          <a:xfrm>
            <a:off x="3980307" y="4850892"/>
            <a:ext cx="42767" cy="79343"/>
          </a:xfrm>
          <a:prstGeom prst="rect"/>
          <a:ln w="0">
            <a:noFill/>
          </a:ln>
        </p:spPr>
      </p:pic>
      <p:pic>
        <p:nvPicPr>
          <p:cNvPr id="1253" name="New picture"/>
          <p:cNvPicPr/>
          <p:nvPr/>
        </p:nvPicPr>
        <p:blipFill>
          <a:blip r:embed="rId733"/>
          <a:srcRect/>
          <a:stretch>
            <a:fillRect/>
          </a:stretch>
        </p:blipFill>
        <p:spPr>
          <a:xfrm>
            <a:off x="4027742" y="4850892"/>
            <a:ext cx="65627" cy="82391"/>
          </a:xfrm>
          <a:prstGeom prst="rect"/>
          <a:ln w="0">
            <a:noFill/>
          </a:ln>
        </p:spPr>
      </p:pic>
      <p:sp>
        <p:nvSpPr>
          <p:cNvPr id="1254" name="New shape"/>
          <p:cNvSpPr/>
          <p:nvPr/>
        </p:nvSpPr>
        <p:spPr>
          <a:xfrm>
            <a:off x="4041457" y="489204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5" name="New picture"/>
          <p:cNvPicPr/>
          <p:nvPr/>
        </p:nvPicPr>
        <p:blipFill>
          <a:blip r:embed="rId734"/>
          <a:srcRect/>
          <a:stretch>
            <a:fillRect/>
          </a:stretch>
        </p:blipFill>
        <p:spPr>
          <a:xfrm>
            <a:off x="4116324" y="4850892"/>
            <a:ext cx="122206" cy="79343"/>
          </a:xfrm>
          <a:prstGeom prst="rect"/>
          <a:ln w="0">
            <a:noFill/>
          </a:ln>
        </p:spPr>
      </p:pic>
      <p:pic>
        <p:nvPicPr>
          <p:cNvPr id="1256" name="New picture"/>
          <p:cNvPicPr/>
          <p:nvPr/>
        </p:nvPicPr>
        <p:blipFill>
          <a:blip r:embed="rId735"/>
          <a:srcRect/>
          <a:stretch>
            <a:fillRect/>
          </a:stretch>
        </p:blipFill>
        <p:spPr>
          <a:xfrm>
            <a:off x="4261390" y="4850892"/>
            <a:ext cx="122110" cy="79343"/>
          </a:xfrm>
          <a:prstGeom prst="rect"/>
          <a:ln w="0">
            <a:noFill/>
          </a:ln>
        </p:spPr>
      </p:pic>
      <p:pic>
        <p:nvPicPr>
          <p:cNvPr id="1257" name="New picture"/>
          <p:cNvPicPr/>
          <p:nvPr/>
        </p:nvPicPr>
        <p:blipFill>
          <a:blip r:embed="rId736"/>
          <a:srcRect/>
          <a:stretch>
            <a:fillRect/>
          </a:stretch>
        </p:blipFill>
        <p:spPr>
          <a:xfrm>
            <a:off x="4403312" y="4850796"/>
            <a:ext cx="70295" cy="82391"/>
          </a:xfrm>
          <a:prstGeom prst="rect"/>
          <a:ln w="0">
            <a:noFill/>
          </a:ln>
        </p:spPr>
      </p:pic>
      <p:sp>
        <p:nvSpPr>
          <p:cNvPr id="1258" name="New shape"/>
          <p:cNvSpPr/>
          <p:nvPr/>
        </p:nvSpPr>
        <p:spPr>
          <a:xfrm>
            <a:off x="4415504" y="48599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9" name="New picture"/>
          <p:cNvPicPr/>
          <p:nvPr/>
        </p:nvPicPr>
        <p:blipFill>
          <a:blip r:embed="rId737"/>
          <a:srcRect/>
          <a:stretch>
            <a:fillRect/>
          </a:stretch>
        </p:blipFill>
        <p:spPr>
          <a:xfrm>
            <a:off x="4493514" y="4852320"/>
            <a:ext cx="70199" cy="80962"/>
          </a:xfrm>
          <a:prstGeom prst="rect"/>
          <a:ln w="0">
            <a:noFill/>
          </a:ln>
        </p:spPr>
      </p:pic>
      <p:pic>
        <p:nvPicPr>
          <p:cNvPr id="1260" name="New picture"/>
          <p:cNvPicPr/>
          <p:nvPr/>
        </p:nvPicPr>
        <p:blipFill>
          <a:blip r:embed="rId738"/>
          <a:srcRect/>
          <a:stretch>
            <a:fillRect/>
          </a:stretch>
        </p:blipFill>
        <p:spPr>
          <a:xfrm>
            <a:off x="4588097" y="4850797"/>
            <a:ext cx="42767" cy="79343"/>
          </a:xfrm>
          <a:prstGeom prst="rect"/>
          <a:ln w="0">
            <a:noFill/>
          </a:ln>
        </p:spPr>
      </p:pic>
      <p:pic>
        <p:nvPicPr>
          <p:cNvPr id="1261" name="New picture"/>
          <p:cNvPicPr/>
          <p:nvPr/>
        </p:nvPicPr>
        <p:blipFill>
          <a:blip r:embed="rId739"/>
          <a:srcRect/>
          <a:stretch>
            <a:fillRect/>
          </a:stretch>
        </p:blipFill>
        <p:spPr>
          <a:xfrm>
            <a:off x="4635532" y="4850892"/>
            <a:ext cx="58007" cy="82391"/>
          </a:xfrm>
          <a:prstGeom prst="rect"/>
          <a:ln w="0">
            <a:noFill/>
          </a:ln>
        </p:spPr>
      </p:pic>
      <p:pic>
        <p:nvPicPr>
          <p:cNvPr id="1262" name="New picture"/>
          <p:cNvPicPr/>
          <p:nvPr/>
        </p:nvPicPr>
        <p:blipFill>
          <a:blip r:embed="rId740"/>
          <a:srcRect/>
          <a:stretch>
            <a:fillRect/>
          </a:stretch>
        </p:blipFill>
        <p:spPr>
          <a:xfrm>
            <a:off x="4746975" y="4850892"/>
            <a:ext cx="73247" cy="117443"/>
          </a:xfrm>
          <a:prstGeom prst="rect"/>
          <a:ln w="0">
            <a:noFill/>
          </a:ln>
        </p:spPr>
      </p:pic>
      <p:sp>
        <p:nvSpPr>
          <p:cNvPr id="1263" name="New shape"/>
          <p:cNvSpPr/>
          <p:nvPr/>
        </p:nvSpPr>
        <p:spPr>
          <a:xfrm>
            <a:off x="4759166" y="48615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4" name="New picture"/>
          <p:cNvPicPr/>
          <p:nvPr/>
        </p:nvPicPr>
        <p:blipFill>
          <a:blip r:embed="rId741"/>
          <a:srcRect/>
          <a:stretch>
            <a:fillRect/>
          </a:stretch>
        </p:blipFill>
        <p:spPr>
          <a:xfrm>
            <a:off x="4846224" y="4852320"/>
            <a:ext cx="68771" cy="80867"/>
          </a:xfrm>
          <a:prstGeom prst="rect"/>
          <a:ln w="0">
            <a:noFill/>
          </a:ln>
        </p:spPr>
      </p:pic>
      <p:sp>
        <p:nvSpPr>
          <p:cNvPr id="1265" name="New shape"/>
          <p:cNvSpPr/>
          <p:nvPr/>
        </p:nvSpPr>
        <p:spPr>
          <a:xfrm>
            <a:off x="4940904" y="485241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6" name="New picture"/>
          <p:cNvPicPr/>
          <p:nvPr/>
        </p:nvPicPr>
        <p:blipFill>
          <a:blip r:embed="rId742"/>
          <a:srcRect/>
          <a:stretch>
            <a:fillRect/>
          </a:stretch>
        </p:blipFill>
        <p:spPr>
          <a:xfrm>
            <a:off x="4939284" y="4818888"/>
            <a:ext cx="16859" cy="15240"/>
          </a:xfrm>
          <a:prstGeom prst="rect"/>
          <a:ln w="0">
            <a:noFill/>
          </a:ln>
        </p:spPr>
      </p:pic>
      <p:pic>
        <p:nvPicPr>
          <p:cNvPr id="1267" name="New picture"/>
          <p:cNvPicPr/>
          <p:nvPr/>
        </p:nvPicPr>
        <p:blipFill>
          <a:blip r:embed="rId743"/>
          <a:srcRect/>
          <a:stretch>
            <a:fillRect/>
          </a:stretch>
        </p:blipFill>
        <p:spPr>
          <a:xfrm>
            <a:off x="5014151" y="4850892"/>
            <a:ext cx="64198" cy="82391"/>
          </a:xfrm>
          <a:prstGeom prst="rect"/>
          <a:ln w="0">
            <a:noFill/>
          </a:ln>
        </p:spPr>
      </p:pic>
      <p:pic>
        <p:nvPicPr>
          <p:cNvPr id="1268" name="New picture"/>
          <p:cNvPicPr/>
          <p:nvPr/>
        </p:nvPicPr>
        <p:blipFill>
          <a:blip r:embed="rId744"/>
          <a:srcRect/>
          <a:stretch>
            <a:fillRect/>
          </a:stretch>
        </p:blipFill>
        <p:spPr>
          <a:xfrm>
            <a:off x="5096637" y="4850892"/>
            <a:ext cx="42672" cy="79343"/>
          </a:xfrm>
          <a:prstGeom prst="rect"/>
          <a:ln w="0">
            <a:noFill/>
          </a:ln>
        </p:spPr>
      </p:pic>
      <p:pic>
        <p:nvPicPr>
          <p:cNvPr id="1269" name="New picture"/>
          <p:cNvPicPr/>
          <p:nvPr/>
        </p:nvPicPr>
        <p:blipFill>
          <a:blip r:embed="rId745"/>
          <a:srcRect/>
          <a:stretch>
            <a:fillRect/>
          </a:stretch>
        </p:blipFill>
        <p:spPr>
          <a:xfrm>
            <a:off x="5143976" y="4850892"/>
            <a:ext cx="71818" cy="82391"/>
          </a:xfrm>
          <a:prstGeom prst="rect"/>
          <a:ln w="0">
            <a:noFill/>
          </a:ln>
        </p:spPr>
      </p:pic>
      <p:sp>
        <p:nvSpPr>
          <p:cNvPr id="1270" name="New shape"/>
          <p:cNvSpPr/>
          <p:nvPr/>
        </p:nvSpPr>
        <p:spPr>
          <a:xfrm>
            <a:off x="5157692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71" name="New shape"/>
          <p:cNvSpPr/>
          <p:nvPr/>
        </p:nvSpPr>
        <p:spPr>
          <a:xfrm>
            <a:off x="5168455" y="4815745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2" name="New picture"/>
          <p:cNvPicPr/>
          <p:nvPr/>
        </p:nvPicPr>
        <p:blipFill>
          <a:blip r:embed="rId746"/>
          <a:srcRect/>
          <a:stretch>
            <a:fillRect/>
          </a:stretch>
        </p:blipFill>
        <p:spPr>
          <a:xfrm>
            <a:off x="5231035" y="4850796"/>
            <a:ext cx="71723" cy="82391"/>
          </a:xfrm>
          <a:prstGeom prst="rect"/>
          <a:ln w="0">
            <a:noFill/>
          </a:ln>
        </p:spPr>
      </p:pic>
      <p:sp>
        <p:nvSpPr>
          <p:cNvPr id="1273" name="New shape"/>
          <p:cNvSpPr/>
          <p:nvPr/>
        </p:nvSpPr>
        <p:spPr>
          <a:xfrm>
            <a:off x="5243226" y="48599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4" name="New picture"/>
          <p:cNvPicPr/>
          <p:nvPr/>
        </p:nvPicPr>
        <p:blipFill>
          <a:blip r:embed="rId747"/>
          <a:srcRect/>
          <a:stretch>
            <a:fillRect/>
          </a:stretch>
        </p:blipFill>
        <p:spPr>
          <a:xfrm>
            <a:off x="5321046" y="4850892"/>
            <a:ext cx="70295" cy="79343"/>
          </a:xfrm>
          <a:prstGeom prst="rect"/>
          <a:ln w="0">
            <a:noFill/>
          </a:ln>
        </p:spPr>
      </p:pic>
      <p:pic>
        <p:nvPicPr>
          <p:cNvPr id="1275" name="New picture"/>
          <p:cNvPicPr/>
          <p:nvPr/>
        </p:nvPicPr>
        <p:blipFill>
          <a:blip r:embed="rId748"/>
          <a:srcRect/>
          <a:stretch>
            <a:fillRect/>
          </a:stretch>
        </p:blipFill>
        <p:spPr>
          <a:xfrm>
            <a:off x="5405151" y="4829461"/>
            <a:ext cx="47339" cy="103822"/>
          </a:xfrm>
          <a:prstGeom prst="rect"/>
          <a:ln w="0">
            <a:noFill/>
          </a:ln>
        </p:spPr>
      </p:pic>
      <p:pic>
        <p:nvPicPr>
          <p:cNvPr id="1276" name="New picture"/>
          <p:cNvPicPr/>
          <p:nvPr/>
        </p:nvPicPr>
        <p:blipFill>
          <a:blip r:embed="rId749"/>
          <a:srcRect/>
          <a:stretch>
            <a:fillRect/>
          </a:stretch>
        </p:blipFill>
        <p:spPr>
          <a:xfrm>
            <a:off x="5504307" y="4821936"/>
            <a:ext cx="74866" cy="111347"/>
          </a:xfrm>
          <a:prstGeom prst="rect"/>
          <a:ln w="0">
            <a:noFill/>
          </a:ln>
        </p:spPr>
      </p:pic>
      <p:sp>
        <p:nvSpPr>
          <p:cNvPr id="1277" name="New shape"/>
          <p:cNvSpPr/>
          <p:nvPr/>
        </p:nvSpPr>
        <p:spPr>
          <a:xfrm>
            <a:off x="5518118" y="48615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8" name="New picture"/>
          <p:cNvPicPr/>
          <p:nvPr/>
        </p:nvPicPr>
        <p:blipFill>
          <a:blip r:embed="rId750"/>
          <a:srcRect/>
          <a:stretch>
            <a:fillRect/>
          </a:stretch>
        </p:blipFill>
        <p:spPr>
          <a:xfrm>
            <a:off x="5603653" y="4852320"/>
            <a:ext cx="70295" cy="80867"/>
          </a:xfrm>
          <a:prstGeom prst="rect"/>
          <a:ln w="0">
            <a:noFill/>
          </a:ln>
        </p:spPr>
      </p:pic>
      <p:pic>
        <p:nvPicPr>
          <p:cNvPr id="1279" name="New picture"/>
          <p:cNvPicPr/>
          <p:nvPr/>
        </p:nvPicPr>
        <p:blipFill>
          <a:blip r:embed="rId751"/>
          <a:srcRect/>
          <a:stretch>
            <a:fillRect/>
          </a:stretch>
        </p:blipFill>
        <p:spPr>
          <a:xfrm>
            <a:off x="5733383" y="4850892"/>
            <a:ext cx="64103" cy="82391"/>
          </a:xfrm>
          <a:prstGeom prst="rect"/>
          <a:ln w="0">
            <a:noFill/>
          </a:ln>
        </p:spPr>
      </p:pic>
      <p:pic>
        <p:nvPicPr>
          <p:cNvPr id="1280" name="New picture"/>
          <p:cNvPicPr/>
          <p:nvPr/>
        </p:nvPicPr>
        <p:blipFill>
          <a:blip r:embed="rId752"/>
          <a:srcRect/>
          <a:stretch>
            <a:fillRect/>
          </a:stretch>
        </p:blipFill>
        <p:spPr>
          <a:xfrm>
            <a:off x="5808155" y="4850892"/>
            <a:ext cx="77915" cy="82391"/>
          </a:xfrm>
          <a:prstGeom prst="rect"/>
          <a:ln w="0">
            <a:noFill/>
          </a:ln>
        </p:spPr>
      </p:pic>
      <p:sp>
        <p:nvSpPr>
          <p:cNvPr id="1281" name="New shape"/>
          <p:cNvSpPr/>
          <p:nvPr/>
        </p:nvSpPr>
        <p:spPr>
          <a:xfrm>
            <a:off x="5820347" y="486156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2" name="New picture"/>
          <p:cNvPicPr/>
          <p:nvPr/>
        </p:nvPicPr>
        <p:blipFill>
          <a:blip r:embed="rId753"/>
          <a:srcRect/>
          <a:stretch>
            <a:fillRect/>
          </a:stretch>
        </p:blipFill>
        <p:spPr>
          <a:xfrm>
            <a:off x="5901404" y="4821841"/>
            <a:ext cx="74771" cy="111442"/>
          </a:xfrm>
          <a:prstGeom prst="rect"/>
          <a:ln w="0">
            <a:noFill/>
          </a:ln>
        </p:spPr>
      </p:pic>
      <p:sp>
        <p:nvSpPr>
          <p:cNvPr id="1283" name="New shape"/>
          <p:cNvSpPr/>
          <p:nvPr/>
        </p:nvSpPr>
        <p:spPr>
          <a:xfrm>
            <a:off x="5915120" y="48615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4" name="New picture"/>
          <p:cNvPicPr/>
          <p:nvPr/>
        </p:nvPicPr>
        <p:blipFill>
          <a:blip r:embed="rId754"/>
          <a:srcRect/>
          <a:stretch>
            <a:fillRect/>
          </a:stretch>
        </p:blipFill>
        <p:spPr>
          <a:xfrm>
            <a:off x="5996083" y="4850892"/>
            <a:ext cx="71723" cy="82391"/>
          </a:xfrm>
          <a:prstGeom prst="rect"/>
          <a:ln w="0">
            <a:noFill/>
          </a:ln>
        </p:spPr>
      </p:pic>
      <p:sp>
        <p:nvSpPr>
          <p:cNvPr id="1285" name="New shape"/>
          <p:cNvSpPr/>
          <p:nvPr/>
        </p:nvSpPr>
        <p:spPr>
          <a:xfrm>
            <a:off x="6009798" y="4860036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6" name="New picture"/>
          <p:cNvPicPr/>
          <p:nvPr/>
        </p:nvPicPr>
        <p:blipFill>
          <a:blip r:embed="rId755"/>
          <a:srcRect/>
          <a:stretch>
            <a:fillRect/>
          </a:stretch>
        </p:blipFill>
        <p:spPr>
          <a:xfrm>
            <a:off x="6127338" y="4850892"/>
            <a:ext cx="74866" cy="117443"/>
          </a:xfrm>
          <a:prstGeom prst="rect"/>
          <a:ln w="0">
            <a:noFill/>
          </a:ln>
        </p:spPr>
      </p:pic>
      <p:sp>
        <p:nvSpPr>
          <p:cNvPr id="1287" name="New shape"/>
          <p:cNvSpPr/>
          <p:nvPr/>
        </p:nvSpPr>
        <p:spPr>
          <a:xfrm>
            <a:off x="6141148" y="48615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8" name="New picture"/>
          <p:cNvPicPr/>
          <p:nvPr/>
        </p:nvPicPr>
        <p:blipFill>
          <a:blip r:embed="rId756"/>
          <a:srcRect/>
          <a:stretch>
            <a:fillRect/>
          </a:stretch>
        </p:blipFill>
        <p:spPr>
          <a:xfrm>
            <a:off x="6217444" y="4850797"/>
            <a:ext cx="77915" cy="82391"/>
          </a:xfrm>
          <a:prstGeom prst="rect"/>
          <a:ln w="0">
            <a:noFill/>
          </a:ln>
        </p:spPr>
      </p:pic>
      <p:sp>
        <p:nvSpPr>
          <p:cNvPr id="1289" name="New shape"/>
          <p:cNvSpPr/>
          <p:nvPr/>
        </p:nvSpPr>
        <p:spPr>
          <a:xfrm>
            <a:off x="6231255" y="486146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0" name="New picture"/>
          <p:cNvPicPr/>
          <p:nvPr/>
        </p:nvPicPr>
        <p:blipFill>
          <a:blip r:embed="rId757"/>
          <a:srcRect/>
          <a:stretch>
            <a:fillRect/>
          </a:stretch>
        </p:blipFill>
        <p:spPr>
          <a:xfrm>
            <a:off x="6315170" y="4852320"/>
            <a:ext cx="70199" cy="80962"/>
          </a:xfrm>
          <a:prstGeom prst="rect"/>
          <a:ln w="0">
            <a:noFill/>
          </a:ln>
        </p:spPr>
      </p:pic>
      <p:pic>
        <p:nvPicPr>
          <p:cNvPr id="1291" name="New picture"/>
          <p:cNvPicPr/>
          <p:nvPr/>
        </p:nvPicPr>
        <p:blipFill>
          <a:blip r:embed="rId758"/>
          <a:srcRect/>
          <a:stretch>
            <a:fillRect/>
          </a:stretch>
        </p:blipFill>
        <p:spPr>
          <a:xfrm>
            <a:off x="6409849" y="4850797"/>
            <a:ext cx="42767" cy="79343"/>
          </a:xfrm>
          <a:prstGeom prst="rect"/>
          <a:ln w="0">
            <a:noFill/>
          </a:ln>
        </p:spPr>
      </p:pic>
      <p:pic>
        <p:nvPicPr>
          <p:cNvPr id="1292" name="New picture"/>
          <p:cNvPicPr/>
          <p:nvPr/>
        </p:nvPicPr>
        <p:blipFill>
          <a:blip r:embed="rId759"/>
          <a:srcRect/>
          <a:stretch>
            <a:fillRect/>
          </a:stretch>
        </p:blipFill>
        <p:spPr>
          <a:xfrm>
            <a:off x="6499955" y="4821841"/>
            <a:ext cx="74866" cy="111442"/>
          </a:xfrm>
          <a:prstGeom prst="rect"/>
          <a:ln w="0">
            <a:noFill/>
          </a:ln>
        </p:spPr>
      </p:pic>
      <p:sp>
        <p:nvSpPr>
          <p:cNvPr id="1293" name="New shape"/>
          <p:cNvSpPr/>
          <p:nvPr/>
        </p:nvSpPr>
        <p:spPr>
          <a:xfrm>
            <a:off x="6513767" y="48615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4" name="New picture"/>
          <p:cNvPicPr/>
          <p:nvPr/>
        </p:nvPicPr>
        <p:blipFill>
          <a:blip r:embed="rId760"/>
          <a:srcRect/>
          <a:stretch>
            <a:fillRect/>
          </a:stretch>
        </p:blipFill>
        <p:spPr>
          <a:xfrm>
            <a:off x="6594729" y="4850892"/>
            <a:ext cx="71724" cy="82391"/>
          </a:xfrm>
          <a:prstGeom prst="rect"/>
          <a:ln w="0">
            <a:noFill/>
          </a:ln>
        </p:spPr>
      </p:pic>
      <p:sp>
        <p:nvSpPr>
          <p:cNvPr id="1295" name="New shape"/>
          <p:cNvSpPr/>
          <p:nvPr/>
        </p:nvSpPr>
        <p:spPr>
          <a:xfrm>
            <a:off x="6608445" y="48600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6" name="New picture"/>
          <p:cNvPicPr/>
          <p:nvPr/>
        </p:nvPicPr>
        <p:blipFill>
          <a:blip r:embed="rId761"/>
          <a:srcRect/>
          <a:stretch>
            <a:fillRect/>
          </a:stretch>
        </p:blipFill>
        <p:spPr>
          <a:xfrm>
            <a:off x="6677120" y="4850892"/>
            <a:ext cx="58007" cy="82391"/>
          </a:xfrm>
          <a:prstGeom prst="rect"/>
          <a:ln w="0">
            <a:noFill/>
          </a:ln>
        </p:spPr>
      </p:pic>
      <p:pic>
        <p:nvPicPr>
          <p:cNvPr id="1297" name="New picture"/>
          <p:cNvPicPr/>
          <p:nvPr/>
        </p:nvPicPr>
        <p:blipFill>
          <a:blip r:embed="rId762"/>
          <a:srcRect/>
          <a:stretch>
            <a:fillRect/>
          </a:stretch>
        </p:blipFill>
        <p:spPr>
          <a:xfrm>
            <a:off x="677418" y="5079778"/>
            <a:ext cx="79439" cy="82391"/>
          </a:xfrm>
          <a:prstGeom prst="rect"/>
          <a:ln w="0">
            <a:noFill/>
          </a:ln>
        </p:spPr>
      </p:pic>
      <p:sp>
        <p:nvSpPr>
          <p:cNvPr id="1298" name="New shape"/>
          <p:cNvSpPr/>
          <p:nvPr/>
        </p:nvSpPr>
        <p:spPr>
          <a:xfrm>
            <a:off x="691134" y="509044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9" name="New picture"/>
          <p:cNvPicPr/>
          <p:nvPr/>
        </p:nvPicPr>
        <p:blipFill>
          <a:blip r:embed="rId763"/>
          <a:srcRect/>
          <a:stretch>
            <a:fillRect/>
          </a:stretch>
        </p:blipFill>
        <p:spPr>
          <a:xfrm>
            <a:off x="776764" y="5050727"/>
            <a:ext cx="74771" cy="111442"/>
          </a:xfrm>
          <a:prstGeom prst="rect"/>
          <a:ln w="0">
            <a:noFill/>
          </a:ln>
        </p:spPr>
      </p:pic>
      <p:sp>
        <p:nvSpPr>
          <p:cNvPr id="1300" name="New shape"/>
          <p:cNvSpPr/>
          <p:nvPr/>
        </p:nvSpPr>
        <p:spPr>
          <a:xfrm>
            <a:off x="790480" y="509044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1" name="New picture"/>
          <p:cNvPicPr/>
          <p:nvPr/>
        </p:nvPicPr>
        <p:blipFill>
          <a:blip r:embed="rId764"/>
          <a:srcRect/>
          <a:stretch>
            <a:fillRect/>
          </a:stretch>
        </p:blipFill>
        <p:spPr>
          <a:xfrm>
            <a:off x="853059" y="5081301"/>
            <a:ext cx="32004" cy="117538"/>
          </a:xfrm>
          <a:prstGeom prst="rect"/>
          <a:ln w="0">
            <a:noFill/>
          </a:ln>
        </p:spPr>
      </p:pic>
      <p:pic>
        <p:nvPicPr>
          <p:cNvPr id="1302" name="New picture"/>
          <p:cNvPicPr/>
          <p:nvPr/>
        </p:nvPicPr>
        <p:blipFill>
          <a:blip r:embed="rId765"/>
          <a:srcRect/>
          <a:stretch>
            <a:fillRect/>
          </a:stretch>
        </p:blipFill>
        <p:spPr>
          <a:xfrm>
            <a:off x="869823" y="5047678"/>
            <a:ext cx="16764" cy="15335"/>
          </a:xfrm>
          <a:prstGeom prst="rect"/>
          <a:ln w="0">
            <a:noFill/>
          </a:ln>
        </p:spPr>
      </p:pic>
      <p:pic>
        <p:nvPicPr>
          <p:cNvPr id="1303" name="New picture"/>
          <p:cNvPicPr/>
          <p:nvPr/>
        </p:nvPicPr>
        <p:blipFill>
          <a:blip r:embed="rId766"/>
          <a:srcRect/>
          <a:stretch>
            <a:fillRect/>
          </a:stretch>
        </p:blipFill>
        <p:spPr>
          <a:xfrm>
            <a:off x="906494" y="5079778"/>
            <a:ext cx="70199" cy="82391"/>
          </a:xfrm>
          <a:prstGeom prst="rect"/>
          <a:ln w="0">
            <a:noFill/>
          </a:ln>
        </p:spPr>
      </p:pic>
      <p:sp>
        <p:nvSpPr>
          <p:cNvPr id="1304" name="New shape"/>
          <p:cNvSpPr/>
          <p:nvPr/>
        </p:nvSpPr>
        <p:spPr>
          <a:xfrm>
            <a:off x="918686" y="50889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5" name="New picture"/>
          <p:cNvPicPr/>
          <p:nvPr/>
        </p:nvPicPr>
        <p:blipFill>
          <a:blip r:embed="rId767"/>
          <a:srcRect/>
          <a:stretch>
            <a:fillRect/>
          </a:stretch>
        </p:blipFill>
        <p:spPr>
          <a:xfrm>
            <a:off x="992029" y="5079778"/>
            <a:ext cx="65627" cy="82486"/>
          </a:xfrm>
          <a:prstGeom prst="rect"/>
          <a:ln w="0">
            <a:noFill/>
          </a:ln>
        </p:spPr>
      </p:pic>
      <p:pic>
        <p:nvPicPr>
          <p:cNvPr id="1306" name="New picture"/>
          <p:cNvPicPr/>
          <p:nvPr/>
        </p:nvPicPr>
        <p:blipFill>
          <a:blip r:embed="rId768"/>
          <a:srcRect/>
          <a:stretch>
            <a:fillRect/>
          </a:stretch>
        </p:blipFill>
        <p:spPr>
          <a:xfrm>
            <a:off x="1066895" y="5058346"/>
            <a:ext cx="48863" cy="103822"/>
          </a:xfrm>
          <a:prstGeom prst="rect"/>
          <a:ln w="0">
            <a:noFill/>
          </a:ln>
        </p:spPr>
      </p:pic>
      <p:sp>
        <p:nvSpPr>
          <p:cNvPr id="1307" name="New shape"/>
          <p:cNvSpPr/>
          <p:nvPr/>
        </p:nvSpPr>
        <p:spPr>
          <a:xfrm>
            <a:off x="1132522" y="50813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8" name="New picture"/>
          <p:cNvPicPr/>
          <p:nvPr/>
        </p:nvPicPr>
        <p:blipFill>
          <a:blip r:embed="rId769"/>
          <a:srcRect/>
          <a:stretch>
            <a:fillRect/>
          </a:stretch>
        </p:blipFill>
        <p:spPr>
          <a:xfrm>
            <a:off x="1130998" y="5047679"/>
            <a:ext cx="16764" cy="15335"/>
          </a:xfrm>
          <a:prstGeom prst="rect"/>
          <a:ln w="0">
            <a:noFill/>
          </a:ln>
        </p:spPr>
      </p:pic>
      <p:pic>
        <p:nvPicPr>
          <p:cNvPr id="1309" name="New picture"/>
          <p:cNvPicPr/>
          <p:nvPr/>
        </p:nvPicPr>
        <p:blipFill>
          <a:blip r:embed="rId770"/>
          <a:srcRect/>
          <a:stretch>
            <a:fillRect/>
          </a:stretch>
        </p:blipFill>
        <p:spPr>
          <a:xfrm>
            <a:off x="1161479" y="5049203"/>
            <a:ext cx="53435" cy="109918"/>
          </a:xfrm>
          <a:prstGeom prst="rect"/>
          <a:ln w="0">
            <a:noFill/>
          </a:ln>
        </p:spPr>
      </p:pic>
      <p:pic>
        <p:nvPicPr>
          <p:cNvPr id="1310" name="New picture"/>
          <p:cNvPicPr/>
          <p:nvPr/>
        </p:nvPicPr>
        <p:blipFill>
          <a:blip r:embed="rId771"/>
          <a:srcRect/>
          <a:stretch>
            <a:fillRect/>
          </a:stretch>
        </p:blipFill>
        <p:spPr>
          <a:xfrm>
            <a:off x="1213390" y="5079778"/>
            <a:ext cx="58007" cy="82391"/>
          </a:xfrm>
          <a:prstGeom prst="rect"/>
          <a:ln w="0">
            <a:noFill/>
          </a:ln>
        </p:spPr>
      </p:pic>
      <p:pic>
        <p:nvPicPr>
          <p:cNvPr id="1311" name="New picture"/>
          <p:cNvPicPr/>
          <p:nvPr/>
        </p:nvPicPr>
        <p:blipFill>
          <a:blip r:embed="rId772"/>
          <a:srcRect/>
          <a:stretch>
            <a:fillRect/>
          </a:stretch>
        </p:blipFill>
        <p:spPr>
          <a:xfrm>
            <a:off x="1320356" y="5079682"/>
            <a:ext cx="58007" cy="82487"/>
          </a:xfrm>
          <a:prstGeom prst="rect"/>
          <a:ln w="0">
            <a:noFill/>
          </a:ln>
        </p:spPr>
      </p:pic>
      <p:pic>
        <p:nvPicPr>
          <p:cNvPr id="1312" name="New picture"/>
          <p:cNvPicPr/>
          <p:nvPr/>
        </p:nvPicPr>
        <p:blipFill>
          <a:blip r:embed="rId773"/>
          <a:srcRect/>
          <a:stretch>
            <a:fillRect/>
          </a:stretch>
        </p:blipFill>
        <p:spPr>
          <a:xfrm>
            <a:off x="1396651" y="5079778"/>
            <a:ext cx="76390" cy="117443"/>
          </a:xfrm>
          <a:prstGeom prst="rect"/>
          <a:ln w="0">
            <a:noFill/>
          </a:ln>
        </p:spPr>
      </p:pic>
      <p:sp>
        <p:nvSpPr>
          <p:cNvPr id="1313" name="New shape"/>
          <p:cNvSpPr/>
          <p:nvPr/>
        </p:nvSpPr>
        <p:spPr>
          <a:xfrm>
            <a:off x="1410367" y="509044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4" name="New picture"/>
          <p:cNvPicPr/>
          <p:nvPr/>
        </p:nvPicPr>
        <p:blipFill>
          <a:blip r:embed="rId774"/>
          <a:srcRect/>
          <a:stretch>
            <a:fillRect/>
          </a:stretch>
        </p:blipFill>
        <p:spPr>
          <a:xfrm>
            <a:off x="1488281" y="5079778"/>
            <a:ext cx="70199" cy="82391"/>
          </a:xfrm>
          <a:prstGeom prst="rect"/>
          <a:ln w="0">
            <a:noFill/>
          </a:ln>
        </p:spPr>
      </p:pic>
      <p:sp>
        <p:nvSpPr>
          <p:cNvPr id="1315" name="New shape"/>
          <p:cNvSpPr/>
          <p:nvPr/>
        </p:nvSpPr>
        <p:spPr>
          <a:xfrm>
            <a:off x="1500473" y="50889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16" name="New shape"/>
          <p:cNvSpPr/>
          <p:nvPr/>
        </p:nvSpPr>
        <p:spPr>
          <a:xfrm>
            <a:off x="1511141" y="5044631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7" name="New picture"/>
          <p:cNvPicPr/>
          <p:nvPr/>
        </p:nvPicPr>
        <p:blipFill>
          <a:blip r:embed="rId775"/>
          <a:srcRect/>
          <a:stretch>
            <a:fillRect/>
          </a:stretch>
        </p:blipFill>
        <p:spPr>
          <a:xfrm>
            <a:off x="1573816" y="5079778"/>
            <a:ext cx="64199" cy="82391"/>
          </a:xfrm>
          <a:prstGeom prst="rect"/>
          <a:ln w="0">
            <a:noFill/>
          </a:ln>
        </p:spPr>
      </p:pic>
      <p:sp>
        <p:nvSpPr>
          <p:cNvPr id="1318" name="New shape"/>
          <p:cNvSpPr/>
          <p:nvPr/>
        </p:nvSpPr>
        <p:spPr>
          <a:xfrm>
            <a:off x="1656302" y="50813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9" name="New picture"/>
          <p:cNvPicPr/>
          <p:nvPr/>
        </p:nvPicPr>
        <p:blipFill>
          <a:blip r:embed="rId776"/>
          <a:srcRect/>
          <a:stretch>
            <a:fillRect/>
          </a:stretch>
        </p:blipFill>
        <p:spPr>
          <a:xfrm>
            <a:off x="1654778" y="5047774"/>
            <a:ext cx="16764" cy="15240"/>
          </a:xfrm>
          <a:prstGeom prst="rect"/>
          <a:ln w="0">
            <a:noFill/>
          </a:ln>
        </p:spPr>
      </p:pic>
      <p:pic>
        <p:nvPicPr>
          <p:cNvPr id="1320" name="New picture"/>
          <p:cNvPicPr/>
          <p:nvPr/>
        </p:nvPicPr>
        <p:blipFill>
          <a:blip r:embed="rId777"/>
          <a:srcRect/>
          <a:stretch>
            <a:fillRect/>
          </a:stretch>
        </p:blipFill>
        <p:spPr>
          <a:xfrm>
            <a:off x="1685258" y="5049203"/>
            <a:ext cx="53435" cy="109918"/>
          </a:xfrm>
          <a:prstGeom prst="rect"/>
          <a:ln w="0">
            <a:noFill/>
          </a:ln>
        </p:spPr>
      </p:pic>
      <p:sp>
        <p:nvSpPr>
          <p:cNvPr id="1321" name="New shape"/>
          <p:cNvSpPr/>
          <p:nvPr/>
        </p:nvSpPr>
        <p:spPr>
          <a:xfrm>
            <a:off x="1746409" y="50813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2" name="New picture"/>
          <p:cNvPicPr/>
          <p:nvPr/>
        </p:nvPicPr>
        <p:blipFill>
          <a:blip r:embed="rId778"/>
          <a:srcRect/>
          <a:stretch>
            <a:fillRect/>
          </a:stretch>
        </p:blipFill>
        <p:spPr>
          <a:xfrm>
            <a:off x="1744885" y="5047679"/>
            <a:ext cx="16764" cy="15335"/>
          </a:xfrm>
          <a:prstGeom prst="rect"/>
          <a:ln w="0">
            <a:noFill/>
          </a:ln>
        </p:spPr>
      </p:pic>
      <p:pic>
        <p:nvPicPr>
          <p:cNvPr id="1323" name="New picture"/>
          <p:cNvPicPr/>
          <p:nvPr/>
        </p:nvPicPr>
        <p:blipFill>
          <a:blip r:embed="rId779"/>
          <a:srcRect/>
          <a:stretch>
            <a:fillRect/>
          </a:stretch>
        </p:blipFill>
        <p:spPr>
          <a:xfrm>
            <a:off x="1779937" y="5079682"/>
            <a:ext cx="74867" cy="117539"/>
          </a:xfrm>
          <a:prstGeom prst="rect"/>
          <a:ln w="0">
            <a:noFill/>
          </a:ln>
        </p:spPr>
      </p:pic>
      <p:sp>
        <p:nvSpPr>
          <p:cNvPr id="1324" name="New shape"/>
          <p:cNvSpPr/>
          <p:nvPr/>
        </p:nvSpPr>
        <p:spPr>
          <a:xfrm>
            <a:off x="1793748" y="5090445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5" name="New picture"/>
          <p:cNvPicPr/>
          <p:nvPr/>
        </p:nvPicPr>
        <p:blipFill>
          <a:blip r:embed="rId780"/>
          <a:srcRect/>
          <a:stretch>
            <a:fillRect/>
          </a:stretch>
        </p:blipFill>
        <p:spPr>
          <a:xfrm>
            <a:off x="1880711" y="5081301"/>
            <a:ext cx="68770" cy="80962"/>
          </a:xfrm>
          <a:prstGeom prst="rect"/>
          <a:ln w="0">
            <a:noFill/>
          </a:ln>
        </p:spPr>
      </p:pic>
      <p:pic>
        <p:nvPicPr>
          <p:cNvPr id="1326" name="New picture"/>
          <p:cNvPicPr/>
          <p:nvPr/>
        </p:nvPicPr>
        <p:blipFill>
          <a:blip r:embed="rId781"/>
          <a:srcRect/>
          <a:stretch>
            <a:fillRect/>
          </a:stretch>
        </p:blipFill>
        <p:spPr>
          <a:xfrm>
            <a:off x="1969293" y="5079778"/>
            <a:ext cx="71723" cy="82487"/>
          </a:xfrm>
          <a:prstGeom prst="rect"/>
          <a:ln w="0">
            <a:noFill/>
          </a:ln>
        </p:spPr>
      </p:pic>
      <p:sp>
        <p:nvSpPr>
          <p:cNvPr id="1327" name="New shape"/>
          <p:cNvSpPr/>
          <p:nvPr/>
        </p:nvSpPr>
        <p:spPr>
          <a:xfrm>
            <a:off x="1983010" y="50890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8" name="New picture"/>
          <p:cNvPicPr/>
          <p:nvPr/>
        </p:nvPicPr>
        <p:blipFill>
          <a:blip r:embed="rId782"/>
          <a:srcRect/>
          <a:stretch>
            <a:fillRect/>
          </a:stretch>
        </p:blipFill>
        <p:spPr>
          <a:xfrm>
            <a:off x="2051780" y="5079682"/>
            <a:ext cx="58007" cy="82487"/>
          </a:xfrm>
          <a:prstGeom prst="rect"/>
          <a:ln w="0">
            <a:noFill/>
          </a:ln>
        </p:spPr>
      </p:pic>
      <p:pic>
        <p:nvPicPr>
          <p:cNvPr id="1329" name="New picture"/>
          <p:cNvPicPr/>
          <p:nvPr/>
        </p:nvPicPr>
        <p:blipFill>
          <a:blip r:embed="rId783"/>
          <a:srcRect/>
          <a:stretch>
            <a:fillRect/>
          </a:stretch>
        </p:blipFill>
        <p:spPr>
          <a:xfrm>
            <a:off x="2163318" y="5079873"/>
            <a:ext cx="71723" cy="82391"/>
          </a:xfrm>
          <a:prstGeom prst="rect"/>
          <a:ln w="0">
            <a:noFill/>
          </a:ln>
        </p:spPr>
      </p:pic>
      <p:sp>
        <p:nvSpPr>
          <p:cNvPr id="1330" name="New shape"/>
          <p:cNvSpPr/>
          <p:nvPr/>
        </p:nvSpPr>
        <p:spPr>
          <a:xfrm>
            <a:off x="2177034" y="50890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1" name="New picture"/>
          <p:cNvPicPr/>
          <p:nvPr/>
        </p:nvPicPr>
        <p:blipFill>
          <a:blip r:embed="rId784"/>
          <a:srcRect/>
          <a:stretch>
            <a:fillRect/>
          </a:stretch>
        </p:blipFill>
        <p:spPr>
          <a:xfrm>
            <a:off x="2244185" y="5058346"/>
            <a:ext cx="47339" cy="103822"/>
          </a:xfrm>
          <a:prstGeom prst="rect"/>
          <a:ln w="0">
            <a:noFill/>
          </a:ln>
        </p:spPr>
      </p:pic>
      <p:pic>
        <p:nvPicPr>
          <p:cNvPr id="1332" name="New picture"/>
          <p:cNvPicPr/>
          <p:nvPr/>
        </p:nvPicPr>
        <p:blipFill>
          <a:blip r:embed="rId785"/>
          <a:srcRect/>
          <a:stretch>
            <a:fillRect/>
          </a:stretch>
        </p:blipFill>
        <p:spPr>
          <a:xfrm>
            <a:off x="2343340" y="5050727"/>
            <a:ext cx="74867" cy="111442"/>
          </a:xfrm>
          <a:prstGeom prst="rect"/>
          <a:ln w="0">
            <a:noFill/>
          </a:ln>
        </p:spPr>
      </p:pic>
      <p:sp>
        <p:nvSpPr>
          <p:cNvPr id="1333" name="New shape"/>
          <p:cNvSpPr/>
          <p:nvPr/>
        </p:nvSpPr>
        <p:spPr>
          <a:xfrm>
            <a:off x="2357152" y="509044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4" name="New picture"/>
          <p:cNvPicPr/>
          <p:nvPr/>
        </p:nvPicPr>
        <p:blipFill>
          <a:blip r:embed="rId786"/>
          <a:srcRect/>
          <a:stretch>
            <a:fillRect/>
          </a:stretch>
        </p:blipFill>
        <p:spPr>
          <a:xfrm>
            <a:off x="2438019" y="5079778"/>
            <a:ext cx="71818" cy="82391"/>
          </a:xfrm>
          <a:prstGeom prst="rect"/>
          <a:ln w="0">
            <a:noFill/>
          </a:ln>
        </p:spPr>
      </p:pic>
      <p:sp>
        <p:nvSpPr>
          <p:cNvPr id="1335" name="New shape"/>
          <p:cNvSpPr/>
          <p:nvPr/>
        </p:nvSpPr>
        <p:spPr>
          <a:xfrm>
            <a:off x="2451735" y="508892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6" name="New picture"/>
          <p:cNvPicPr/>
          <p:nvPr/>
        </p:nvPicPr>
        <p:blipFill>
          <a:blip r:embed="rId787"/>
          <a:srcRect/>
          <a:stretch>
            <a:fillRect/>
          </a:stretch>
        </p:blipFill>
        <p:spPr>
          <a:xfrm>
            <a:off x="2520505" y="5079778"/>
            <a:ext cx="58102" cy="82391"/>
          </a:xfrm>
          <a:prstGeom prst="rect"/>
          <a:ln w="0">
            <a:noFill/>
          </a:ln>
        </p:spPr>
      </p:pic>
      <p:pic>
        <p:nvPicPr>
          <p:cNvPr id="1337" name="New picture"/>
          <p:cNvPicPr/>
          <p:nvPr/>
        </p:nvPicPr>
        <p:blipFill>
          <a:blip r:embed="rId788"/>
          <a:srcRect/>
          <a:stretch>
            <a:fillRect/>
          </a:stretch>
        </p:blipFill>
        <p:spPr>
          <a:xfrm>
            <a:off x="2636520" y="5079683"/>
            <a:ext cx="74867" cy="117539"/>
          </a:xfrm>
          <a:prstGeom prst="rect"/>
          <a:ln w="0">
            <a:noFill/>
          </a:ln>
        </p:spPr>
      </p:pic>
      <p:sp>
        <p:nvSpPr>
          <p:cNvPr id="1338" name="New shape"/>
          <p:cNvSpPr/>
          <p:nvPr/>
        </p:nvSpPr>
        <p:spPr>
          <a:xfrm>
            <a:off x="2650331" y="509035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9" name="New picture"/>
          <p:cNvPicPr/>
          <p:nvPr/>
        </p:nvPicPr>
        <p:blipFill>
          <a:blip r:embed="rId789"/>
          <a:srcRect/>
          <a:stretch>
            <a:fillRect/>
          </a:stretch>
        </p:blipFill>
        <p:spPr>
          <a:xfrm>
            <a:off x="2731198" y="5079778"/>
            <a:ext cx="42767" cy="79343"/>
          </a:xfrm>
          <a:prstGeom prst="rect"/>
          <a:ln w="0">
            <a:noFill/>
          </a:ln>
        </p:spPr>
      </p:pic>
      <p:pic>
        <p:nvPicPr>
          <p:cNvPr id="1340" name="New picture"/>
          <p:cNvPicPr/>
          <p:nvPr/>
        </p:nvPicPr>
        <p:blipFill>
          <a:blip r:embed="rId790"/>
          <a:srcRect/>
          <a:stretch>
            <a:fillRect/>
          </a:stretch>
        </p:blipFill>
        <p:spPr>
          <a:xfrm>
            <a:off x="2780062" y="5079683"/>
            <a:ext cx="77914" cy="82391"/>
          </a:xfrm>
          <a:prstGeom prst="rect"/>
          <a:ln w="0">
            <a:noFill/>
          </a:ln>
        </p:spPr>
      </p:pic>
      <p:sp>
        <p:nvSpPr>
          <p:cNvPr id="1341" name="New shape"/>
          <p:cNvSpPr/>
          <p:nvPr/>
        </p:nvSpPr>
        <p:spPr>
          <a:xfrm>
            <a:off x="2793778" y="5090351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2" name="New picture"/>
          <p:cNvPicPr/>
          <p:nvPr/>
        </p:nvPicPr>
        <p:blipFill>
          <a:blip r:embed="rId791"/>
          <a:srcRect/>
          <a:stretch>
            <a:fillRect/>
          </a:stretch>
        </p:blipFill>
        <p:spPr>
          <a:xfrm>
            <a:off x="2861120" y="5081301"/>
            <a:ext cx="30480" cy="117538"/>
          </a:xfrm>
          <a:prstGeom prst="rect"/>
          <a:ln w="0">
            <a:noFill/>
          </a:ln>
        </p:spPr>
      </p:pic>
      <p:pic>
        <p:nvPicPr>
          <p:cNvPr id="1343" name="New picture"/>
          <p:cNvPicPr/>
          <p:nvPr/>
        </p:nvPicPr>
        <p:blipFill>
          <a:blip r:embed="rId792"/>
          <a:srcRect/>
          <a:stretch>
            <a:fillRect/>
          </a:stretch>
        </p:blipFill>
        <p:spPr>
          <a:xfrm>
            <a:off x="2877883" y="5047678"/>
            <a:ext cx="16764" cy="15335"/>
          </a:xfrm>
          <a:prstGeom prst="rect"/>
          <a:ln w="0">
            <a:noFill/>
          </a:ln>
        </p:spPr>
      </p:pic>
      <p:pic>
        <p:nvPicPr>
          <p:cNvPr id="1344" name="New picture"/>
          <p:cNvPicPr/>
          <p:nvPr/>
        </p:nvPicPr>
        <p:blipFill>
          <a:blip r:embed="rId793"/>
          <a:srcRect/>
          <a:stretch>
            <a:fillRect/>
          </a:stretch>
        </p:blipFill>
        <p:spPr>
          <a:xfrm>
            <a:off x="2913031" y="5079778"/>
            <a:ext cx="71723" cy="82391"/>
          </a:xfrm>
          <a:prstGeom prst="rect"/>
          <a:ln w="0">
            <a:noFill/>
          </a:ln>
        </p:spPr>
      </p:pic>
      <p:sp>
        <p:nvSpPr>
          <p:cNvPr id="1345" name="New shape"/>
          <p:cNvSpPr/>
          <p:nvPr/>
        </p:nvSpPr>
        <p:spPr>
          <a:xfrm>
            <a:off x="2926747" y="508892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6" name="New picture"/>
          <p:cNvPicPr/>
          <p:nvPr/>
        </p:nvPicPr>
        <p:blipFill>
          <a:blip r:embed="rId794"/>
          <a:srcRect/>
          <a:stretch>
            <a:fillRect/>
          </a:stretch>
        </p:blipFill>
        <p:spPr>
          <a:xfrm>
            <a:off x="2993898" y="5058442"/>
            <a:ext cx="47339" cy="103727"/>
          </a:xfrm>
          <a:prstGeom prst="rect"/>
          <a:ln w="0">
            <a:noFill/>
          </a:ln>
        </p:spPr>
      </p:pic>
      <p:pic>
        <p:nvPicPr>
          <p:cNvPr id="1347" name="New picture"/>
          <p:cNvPicPr/>
          <p:nvPr/>
        </p:nvPicPr>
        <p:blipFill>
          <a:blip r:embed="rId795"/>
          <a:srcRect/>
          <a:stretch>
            <a:fillRect/>
          </a:stretch>
        </p:blipFill>
        <p:spPr>
          <a:xfrm>
            <a:off x="3048952" y="5079778"/>
            <a:ext cx="58007" cy="82391"/>
          </a:xfrm>
          <a:prstGeom prst="rect"/>
          <a:ln w="0">
            <a:noFill/>
          </a:ln>
        </p:spPr>
      </p:pic>
      <p:pic>
        <p:nvPicPr>
          <p:cNvPr id="1348" name="New picture"/>
          <p:cNvPicPr/>
          <p:nvPr/>
        </p:nvPicPr>
        <p:blipFill>
          <a:blip r:embed="rId796"/>
          <a:srcRect/>
          <a:stretch>
            <a:fillRect/>
          </a:stretch>
        </p:blipFill>
        <p:spPr>
          <a:xfrm>
            <a:off x="3164967" y="5079778"/>
            <a:ext cx="74771" cy="117539"/>
          </a:xfrm>
          <a:prstGeom prst="rect"/>
          <a:ln w="0">
            <a:noFill/>
          </a:ln>
        </p:spPr>
      </p:pic>
      <p:sp>
        <p:nvSpPr>
          <p:cNvPr id="1349" name="New shape"/>
          <p:cNvSpPr/>
          <p:nvPr/>
        </p:nvSpPr>
        <p:spPr>
          <a:xfrm>
            <a:off x="3178683" y="509044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0" name="New picture"/>
          <p:cNvPicPr/>
          <p:nvPr/>
        </p:nvPicPr>
        <p:blipFill>
          <a:blip r:embed="rId797"/>
          <a:srcRect/>
          <a:stretch>
            <a:fillRect/>
          </a:stretch>
        </p:blipFill>
        <p:spPr>
          <a:xfrm>
            <a:off x="3259646" y="5079778"/>
            <a:ext cx="42767" cy="79343"/>
          </a:xfrm>
          <a:prstGeom prst="rect"/>
          <a:ln w="0">
            <a:noFill/>
          </a:ln>
        </p:spPr>
      </p:pic>
      <p:pic>
        <p:nvPicPr>
          <p:cNvPr id="1351" name="New picture"/>
          <p:cNvPicPr/>
          <p:nvPr/>
        </p:nvPicPr>
        <p:blipFill>
          <a:blip r:embed="rId798"/>
          <a:srcRect/>
          <a:stretch>
            <a:fillRect/>
          </a:stretch>
        </p:blipFill>
        <p:spPr>
          <a:xfrm>
            <a:off x="3306985" y="5079778"/>
            <a:ext cx="65627" cy="82391"/>
          </a:xfrm>
          <a:prstGeom prst="rect"/>
          <a:ln w="0">
            <a:noFill/>
          </a:ln>
        </p:spPr>
      </p:pic>
      <p:sp>
        <p:nvSpPr>
          <p:cNvPr id="1352" name="New shape"/>
          <p:cNvSpPr/>
          <p:nvPr/>
        </p:nvSpPr>
        <p:spPr>
          <a:xfrm>
            <a:off x="3320701" y="5120926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3" name="New picture"/>
          <p:cNvPicPr/>
          <p:nvPr/>
        </p:nvPicPr>
        <p:blipFill>
          <a:blip r:embed="rId799"/>
          <a:srcRect/>
          <a:stretch>
            <a:fillRect/>
          </a:stretch>
        </p:blipFill>
        <p:spPr>
          <a:xfrm>
            <a:off x="3384899" y="5058346"/>
            <a:ext cx="48863" cy="103822"/>
          </a:xfrm>
          <a:prstGeom prst="rect"/>
          <a:ln w="0">
            <a:noFill/>
          </a:ln>
        </p:spPr>
      </p:pic>
      <p:sp>
        <p:nvSpPr>
          <p:cNvPr id="1354" name="New shape"/>
          <p:cNvSpPr/>
          <p:nvPr/>
        </p:nvSpPr>
        <p:spPr>
          <a:xfrm>
            <a:off x="3452051" y="508130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5" name="New picture"/>
          <p:cNvPicPr/>
          <p:nvPr/>
        </p:nvPicPr>
        <p:blipFill>
          <a:blip r:embed="rId800"/>
          <a:srcRect/>
          <a:stretch>
            <a:fillRect/>
          </a:stretch>
        </p:blipFill>
        <p:spPr>
          <a:xfrm>
            <a:off x="3448907" y="5047679"/>
            <a:ext cx="16859" cy="15240"/>
          </a:xfrm>
          <a:prstGeom prst="rect"/>
          <a:ln w="0">
            <a:noFill/>
          </a:ln>
        </p:spPr>
      </p:pic>
      <p:pic>
        <p:nvPicPr>
          <p:cNvPr id="1356" name="New picture"/>
          <p:cNvPicPr/>
          <p:nvPr/>
        </p:nvPicPr>
        <p:blipFill>
          <a:blip r:embed="rId801"/>
          <a:srcRect/>
          <a:stretch>
            <a:fillRect/>
          </a:stretch>
        </p:blipFill>
        <p:spPr>
          <a:xfrm>
            <a:off x="3485674" y="5079778"/>
            <a:ext cx="73247" cy="117539"/>
          </a:xfrm>
          <a:prstGeom prst="rect"/>
          <a:ln w="0">
            <a:noFill/>
          </a:ln>
        </p:spPr>
      </p:pic>
      <p:sp>
        <p:nvSpPr>
          <p:cNvPr id="1357" name="New shape"/>
          <p:cNvSpPr/>
          <p:nvPr/>
        </p:nvSpPr>
        <p:spPr>
          <a:xfrm>
            <a:off x="3499390" y="509044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8" name="New picture"/>
          <p:cNvPicPr/>
          <p:nvPr/>
        </p:nvPicPr>
        <p:blipFill>
          <a:blip r:embed="rId802"/>
          <a:srcRect/>
          <a:stretch>
            <a:fillRect/>
          </a:stretch>
        </p:blipFill>
        <p:spPr>
          <a:xfrm>
            <a:off x="3584925" y="5081301"/>
            <a:ext cx="70199" cy="80867"/>
          </a:xfrm>
          <a:prstGeom prst="rect"/>
          <a:ln w="0">
            <a:noFill/>
          </a:ln>
        </p:spPr>
      </p:pic>
      <p:pic>
        <p:nvPicPr>
          <p:cNvPr id="1359" name="New picture"/>
          <p:cNvPicPr/>
          <p:nvPr/>
        </p:nvPicPr>
        <p:blipFill>
          <a:blip r:embed="rId803"/>
          <a:srcRect/>
          <a:stretch>
            <a:fillRect/>
          </a:stretch>
        </p:blipFill>
        <p:spPr>
          <a:xfrm>
            <a:off x="3674935" y="5079778"/>
            <a:ext cx="70295" cy="82391"/>
          </a:xfrm>
          <a:prstGeom prst="rect"/>
          <a:ln w="0">
            <a:noFill/>
          </a:ln>
        </p:spPr>
      </p:pic>
      <p:sp>
        <p:nvSpPr>
          <p:cNvPr id="1360" name="New shape"/>
          <p:cNvSpPr/>
          <p:nvPr/>
        </p:nvSpPr>
        <p:spPr>
          <a:xfrm>
            <a:off x="3687128" y="508892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1" name="New picture"/>
          <p:cNvPicPr/>
          <p:nvPr/>
        </p:nvPicPr>
        <p:blipFill>
          <a:blip r:embed="rId804"/>
          <a:srcRect/>
          <a:stretch>
            <a:fillRect/>
          </a:stretch>
        </p:blipFill>
        <p:spPr>
          <a:xfrm>
            <a:off x="3757422" y="5079778"/>
            <a:ext cx="58007" cy="82391"/>
          </a:xfrm>
          <a:prstGeom prst="rect"/>
          <a:ln w="0">
            <a:noFill/>
          </a:ln>
        </p:spPr>
      </p:pic>
      <p:pic>
        <p:nvPicPr>
          <p:cNvPr id="1362" name="New picture"/>
          <p:cNvPicPr/>
          <p:nvPr/>
        </p:nvPicPr>
        <p:blipFill>
          <a:blip r:embed="rId805"/>
          <a:srcRect/>
          <a:stretch>
            <a:fillRect/>
          </a:stretch>
        </p:blipFill>
        <p:spPr>
          <a:xfrm>
            <a:off x="3832289" y="5143881"/>
            <a:ext cx="16859" cy="16764"/>
          </a:xfrm>
          <a:prstGeom prst="rect"/>
          <a:ln w="0">
            <a:noFill/>
          </a:ln>
        </p:spPr>
      </p:pic>
      <p:pic>
        <p:nvPicPr>
          <p:cNvPr id="1363" name="New picture"/>
          <p:cNvPicPr/>
          <p:nvPr/>
        </p:nvPicPr>
        <p:blipFill>
          <a:blip r:embed="rId806"/>
          <a:srcRect/>
          <a:stretch>
            <a:fillRect/>
          </a:stretch>
        </p:blipFill>
        <p:spPr>
          <a:xfrm>
            <a:off x="3908584" y="5049203"/>
            <a:ext cx="91630" cy="112966"/>
          </a:xfrm>
          <a:prstGeom prst="rect"/>
          <a:ln w="0">
            <a:noFill/>
          </a:ln>
        </p:spPr>
      </p:pic>
      <p:pic>
        <p:nvPicPr>
          <p:cNvPr id="1364" name="New picture"/>
          <p:cNvPicPr/>
          <p:nvPr/>
        </p:nvPicPr>
        <p:blipFill>
          <a:blip r:embed="rId807"/>
          <a:srcRect/>
          <a:stretch>
            <a:fillRect/>
          </a:stretch>
        </p:blipFill>
        <p:spPr>
          <a:xfrm>
            <a:off x="4007834" y="5079778"/>
            <a:ext cx="71818" cy="82391"/>
          </a:xfrm>
          <a:prstGeom prst="rect"/>
          <a:ln w="0">
            <a:noFill/>
          </a:ln>
        </p:spPr>
      </p:pic>
      <p:sp>
        <p:nvSpPr>
          <p:cNvPr id="1365" name="New shape"/>
          <p:cNvSpPr/>
          <p:nvPr/>
        </p:nvSpPr>
        <p:spPr>
          <a:xfrm>
            <a:off x="4021550" y="508892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66" name="New shape"/>
          <p:cNvSpPr/>
          <p:nvPr/>
        </p:nvSpPr>
        <p:spPr>
          <a:xfrm>
            <a:off x="4139184" y="50505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67" name="New shape"/>
          <p:cNvSpPr/>
          <p:nvPr/>
        </p:nvSpPr>
        <p:spPr>
          <a:xfrm>
            <a:off x="4178904" y="50813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8" name="New picture"/>
          <p:cNvPicPr/>
          <p:nvPr/>
        </p:nvPicPr>
        <p:blipFill>
          <a:blip r:embed="rId808"/>
          <a:srcRect/>
          <a:stretch>
            <a:fillRect/>
          </a:stretch>
        </p:blipFill>
        <p:spPr>
          <a:xfrm>
            <a:off x="4177379" y="5047679"/>
            <a:ext cx="16764" cy="15335"/>
          </a:xfrm>
          <a:prstGeom prst="rect"/>
          <a:ln w="0">
            <a:noFill/>
          </a:ln>
        </p:spPr>
      </p:pic>
      <p:pic>
        <p:nvPicPr>
          <p:cNvPr id="1369" name="New picture"/>
          <p:cNvPicPr/>
          <p:nvPr/>
        </p:nvPicPr>
        <p:blipFill>
          <a:blip r:embed="rId809"/>
          <a:srcRect/>
          <a:stretch>
            <a:fillRect/>
          </a:stretch>
        </p:blipFill>
        <p:spPr>
          <a:xfrm>
            <a:off x="4206335" y="5081302"/>
            <a:ext cx="73247" cy="77819"/>
          </a:xfrm>
          <a:prstGeom prst="rect"/>
          <a:ln w="0">
            <a:noFill/>
          </a:ln>
        </p:spPr>
      </p:pic>
      <p:pic>
        <p:nvPicPr>
          <p:cNvPr id="1370" name="New picture"/>
          <p:cNvPicPr/>
          <p:nvPr/>
        </p:nvPicPr>
        <p:blipFill>
          <a:blip r:embed="rId810"/>
          <a:srcRect/>
          <a:stretch>
            <a:fillRect/>
          </a:stretch>
        </p:blipFill>
        <p:spPr>
          <a:xfrm>
            <a:off x="4291870" y="5079778"/>
            <a:ext cx="42767" cy="79343"/>
          </a:xfrm>
          <a:prstGeom prst="rect"/>
          <a:ln w="0">
            <a:noFill/>
          </a:ln>
        </p:spPr>
      </p:pic>
      <p:pic>
        <p:nvPicPr>
          <p:cNvPr id="1371" name="New picture"/>
          <p:cNvPicPr/>
          <p:nvPr/>
        </p:nvPicPr>
        <p:blipFill>
          <a:blip r:embed="rId811"/>
          <a:srcRect/>
          <a:stretch>
            <a:fillRect/>
          </a:stretch>
        </p:blipFill>
        <p:spPr>
          <a:xfrm>
            <a:off x="4340829" y="5079778"/>
            <a:ext cx="71723" cy="82391"/>
          </a:xfrm>
          <a:prstGeom prst="rect"/>
          <a:ln w="0">
            <a:noFill/>
          </a:ln>
        </p:spPr>
      </p:pic>
      <p:sp>
        <p:nvSpPr>
          <p:cNvPr id="1372" name="New shape"/>
          <p:cNvSpPr/>
          <p:nvPr/>
        </p:nvSpPr>
        <p:spPr>
          <a:xfrm>
            <a:off x="4354544" y="508892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3" name="New picture"/>
          <p:cNvPicPr/>
          <p:nvPr/>
        </p:nvPicPr>
        <p:blipFill>
          <a:blip r:embed="rId812"/>
          <a:srcRect/>
          <a:stretch>
            <a:fillRect/>
          </a:stretch>
        </p:blipFill>
        <p:spPr>
          <a:xfrm>
            <a:off x="4462939" y="5079778"/>
            <a:ext cx="58007" cy="82391"/>
          </a:xfrm>
          <a:prstGeom prst="rect"/>
          <a:ln w="0">
            <a:noFill/>
          </a:ln>
        </p:spPr>
      </p:pic>
      <p:sp>
        <p:nvSpPr>
          <p:cNvPr id="1374" name="New shape"/>
          <p:cNvSpPr/>
          <p:nvPr/>
        </p:nvSpPr>
        <p:spPr>
          <a:xfrm>
            <a:off x="4537710" y="5050727"/>
            <a:ext cx="10763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5" name="New picture"/>
          <p:cNvPicPr/>
          <p:nvPr/>
        </p:nvPicPr>
        <p:blipFill>
          <a:blip r:embed="rId813"/>
          <a:srcRect/>
          <a:stretch>
            <a:fillRect/>
          </a:stretch>
        </p:blipFill>
        <p:spPr>
          <a:xfrm>
            <a:off x="4565238" y="5079778"/>
            <a:ext cx="65627" cy="82391"/>
          </a:xfrm>
          <a:prstGeom prst="rect"/>
          <a:ln w="0">
            <a:noFill/>
          </a:ln>
        </p:spPr>
      </p:pic>
      <p:sp>
        <p:nvSpPr>
          <p:cNvPr id="1376" name="New shape"/>
          <p:cNvSpPr/>
          <p:nvPr/>
        </p:nvSpPr>
        <p:spPr>
          <a:xfrm>
            <a:off x="4578953" y="51210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7" name="New picture"/>
          <p:cNvPicPr/>
          <p:nvPr/>
        </p:nvPicPr>
        <p:blipFill>
          <a:blip r:embed="rId814"/>
          <a:srcRect/>
          <a:stretch>
            <a:fillRect/>
          </a:stretch>
        </p:blipFill>
        <p:spPr>
          <a:xfrm>
            <a:off x="4650772" y="5050727"/>
            <a:ext cx="74771" cy="111442"/>
          </a:xfrm>
          <a:prstGeom prst="rect"/>
          <a:ln w="0">
            <a:noFill/>
          </a:ln>
        </p:spPr>
      </p:pic>
      <p:sp>
        <p:nvSpPr>
          <p:cNvPr id="1378" name="New shape"/>
          <p:cNvSpPr/>
          <p:nvPr/>
        </p:nvSpPr>
        <p:spPr>
          <a:xfrm>
            <a:off x="4662963" y="509044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9" name="New picture"/>
          <p:cNvPicPr/>
          <p:nvPr/>
        </p:nvPicPr>
        <p:blipFill>
          <a:blip r:embed="rId815"/>
          <a:srcRect/>
          <a:stretch>
            <a:fillRect/>
          </a:stretch>
        </p:blipFill>
        <p:spPr>
          <a:xfrm>
            <a:off x="4750022" y="5079778"/>
            <a:ext cx="42767" cy="79343"/>
          </a:xfrm>
          <a:prstGeom prst="rect"/>
          <a:ln w="0">
            <a:noFill/>
          </a:ln>
        </p:spPr>
      </p:pic>
      <p:pic>
        <p:nvPicPr>
          <p:cNvPr id="1380" name="New picture"/>
          <p:cNvPicPr/>
          <p:nvPr/>
        </p:nvPicPr>
        <p:blipFill>
          <a:blip r:embed="rId816"/>
          <a:srcRect/>
          <a:stretch>
            <a:fillRect/>
          </a:stretch>
        </p:blipFill>
        <p:spPr>
          <a:xfrm>
            <a:off x="4798886" y="5079873"/>
            <a:ext cx="70199" cy="82391"/>
          </a:xfrm>
          <a:prstGeom prst="rect"/>
          <a:ln w="0">
            <a:noFill/>
          </a:ln>
        </p:spPr>
      </p:pic>
      <p:sp>
        <p:nvSpPr>
          <p:cNvPr id="1381" name="New shape"/>
          <p:cNvSpPr/>
          <p:nvPr/>
        </p:nvSpPr>
        <p:spPr>
          <a:xfrm>
            <a:off x="4811078" y="50890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2" name="New picture"/>
          <p:cNvPicPr/>
          <p:nvPr/>
        </p:nvPicPr>
        <p:blipFill>
          <a:blip r:embed="rId817"/>
          <a:srcRect/>
          <a:stretch>
            <a:fillRect/>
          </a:stretch>
        </p:blipFill>
        <p:spPr>
          <a:xfrm>
            <a:off x="4881372" y="5079778"/>
            <a:ext cx="56483" cy="82391"/>
          </a:xfrm>
          <a:prstGeom prst="rect"/>
          <a:ln w="0">
            <a:noFill/>
          </a:ln>
        </p:spPr>
      </p:pic>
      <p:pic>
        <p:nvPicPr>
          <p:cNvPr id="1383" name="New picture"/>
          <p:cNvPicPr/>
          <p:nvPr/>
        </p:nvPicPr>
        <p:blipFill>
          <a:blip r:embed="rId818"/>
          <a:srcRect/>
          <a:stretch>
            <a:fillRect/>
          </a:stretch>
        </p:blipFill>
        <p:spPr>
          <a:xfrm>
            <a:off x="4948524" y="5079778"/>
            <a:ext cx="58007" cy="82391"/>
          </a:xfrm>
          <a:prstGeom prst="rect"/>
          <a:ln w="0">
            <a:noFill/>
          </a:ln>
        </p:spPr>
      </p:pic>
      <p:pic>
        <p:nvPicPr>
          <p:cNvPr id="1384" name="New picture"/>
          <p:cNvPicPr/>
          <p:nvPr/>
        </p:nvPicPr>
        <p:blipFill>
          <a:blip r:embed="rId819"/>
          <a:srcRect/>
          <a:stretch>
            <a:fillRect/>
          </a:stretch>
        </p:blipFill>
        <p:spPr>
          <a:xfrm>
            <a:off x="5020342" y="5079873"/>
            <a:ext cx="70199" cy="82391"/>
          </a:xfrm>
          <a:prstGeom prst="rect"/>
          <a:ln w="0">
            <a:noFill/>
          </a:ln>
        </p:spPr>
      </p:pic>
      <p:sp>
        <p:nvSpPr>
          <p:cNvPr id="1385" name="New shape"/>
          <p:cNvSpPr/>
          <p:nvPr/>
        </p:nvSpPr>
        <p:spPr>
          <a:xfrm>
            <a:off x="5032534" y="508901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6" name="New picture"/>
          <p:cNvPicPr/>
          <p:nvPr/>
        </p:nvPicPr>
        <p:blipFill>
          <a:blip r:embed="rId820"/>
          <a:srcRect/>
          <a:stretch>
            <a:fillRect/>
          </a:stretch>
        </p:blipFill>
        <p:spPr>
          <a:xfrm>
            <a:off x="5143976" y="5079778"/>
            <a:ext cx="67151" cy="82391"/>
          </a:xfrm>
          <a:prstGeom prst="rect"/>
          <a:ln w="0">
            <a:noFill/>
          </a:ln>
        </p:spPr>
      </p:pic>
      <p:sp>
        <p:nvSpPr>
          <p:cNvPr id="1387" name="New shape"/>
          <p:cNvSpPr/>
          <p:nvPr/>
        </p:nvSpPr>
        <p:spPr>
          <a:xfrm>
            <a:off x="5157692" y="51210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8" name="New picture"/>
          <p:cNvPicPr/>
          <p:nvPr/>
        </p:nvPicPr>
        <p:blipFill>
          <a:blip r:embed="rId821"/>
          <a:srcRect/>
          <a:stretch>
            <a:fillRect/>
          </a:stretch>
        </p:blipFill>
        <p:spPr>
          <a:xfrm>
            <a:off x="5234083" y="5081301"/>
            <a:ext cx="68771" cy="80962"/>
          </a:xfrm>
          <a:prstGeom prst="rect"/>
          <a:ln w="0">
            <a:noFill/>
          </a:ln>
        </p:spPr>
      </p:pic>
      <p:pic>
        <p:nvPicPr>
          <p:cNvPr id="1389" name="New picture"/>
          <p:cNvPicPr/>
          <p:nvPr/>
        </p:nvPicPr>
        <p:blipFill>
          <a:blip r:embed="rId822"/>
          <a:srcRect/>
          <a:stretch>
            <a:fillRect/>
          </a:stretch>
        </p:blipFill>
        <p:spPr>
          <a:xfrm>
            <a:off x="5316569" y="5081302"/>
            <a:ext cx="77819" cy="77819"/>
          </a:xfrm>
          <a:prstGeom prst="rect"/>
          <a:ln w="0">
            <a:noFill/>
          </a:ln>
        </p:spPr>
      </p:pic>
      <p:sp>
        <p:nvSpPr>
          <p:cNvPr id="1390" name="New shape"/>
          <p:cNvSpPr/>
          <p:nvPr/>
        </p:nvSpPr>
        <p:spPr>
          <a:xfrm>
            <a:off x="5448300" y="50505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1" name="New picture"/>
          <p:cNvPicPr/>
          <p:nvPr/>
        </p:nvPicPr>
        <p:blipFill>
          <a:blip r:embed="rId823"/>
          <a:srcRect/>
          <a:stretch>
            <a:fillRect/>
          </a:stretch>
        </p:blipFill>
        <p:spPr>
          <a:xfrm>
            <a:off x="5482971" y="5079778"/>
            <a:ext cx="71818" cy="82391"/>
          </a:xfrm>
          <a:prstGeom prst="rect"/>
          <a:ln w="0">
            <a:noFill/>
          </a:ln>
        </p:spPr>
      </p:pic>
      <p:sp>
        <p:nvSpPr>
          <p:cNvPr id="1392" name="New shape"/>
          <p:cNvSpPr/>
          <p:nvPr/>
        </p:nvSpPr>
        <p:spPr>
          <a:xfrm>
            <a:off x="5495163" y="508892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3" name="New picture"/>
          <p:cNvPicPr/>
          <p:nvPr/>
        </p:nvPicPr>
        <p:blipFill>
          <a:blip r:embed="rId824"/>
          <a:srcRect/>
          <a:stretch>
            <a:fillRect/>
          </a:stretch>
        </p:blipFill>
        <p:spPr>
          <a:xfrm>
            <a:off x="5570029" y="5079778"/>
            <a:ext cx="64198" cy="82391"/>
          </a:xfrm>
          <a:prstGeom prst="rect"/>
          <a:ln w="0">
            <a:noFill/>
          </a:ln>
        </p:spPr>
      </p:pic>
      <p:pic>
        <p:nvPicPr>
          <p:cNvPr id="1394" name="New picture"/>
          <p:cNvPicPr/>
          <p:nvPr/>
        </p:nvPicPr>
        <p:blipFill>
          <a:blip r:embed="rId825"/>
          <a:srcRect/>
          <a:stretch>
            <a:fillRect/>
          </a:stretch>
        </p:blipFill>
        <p:spPr>
          <a:xfrm>
            <a:off x="5643372" y="5058346"/>
            <a:ext cx="48863" cy="103822"/>
          </a:xfrm>
          <a:prstGeom prst="rect"/>
          <a:ln w="0">
            <a:noFill/>
          </a:ln>
        </p:spPr>
      </p:pic>
      <p:pic>
        <p:nvPicPr>
          <p:cNvPr id="1395" name="New picture"/>
          <p:cNvPicPr/>
          <p:nvPr/>
        </p:nvPicPr>
        <p:blipFill>
          <a:blip r:embed="rId826"/>
          <a:srcRect/>
          <a:stretch>
            <a:fillRect/>
          </a:stretch>
        </p:blipFill>
        <p:spPr>
          <a:xfrm>
            <a:off x="5701284" y="5079778"/>
            <a:ext cx="71818" cy="82391"/>
          </a:xfrm>
          <a:prstGeom prst="rect"/>
          <a:ln w="0">
            <a:noFill/>
          </a:ln>
        </p:spPr>
      </p:pic>
      <p:sp>
        <p:nvSpPr>
          <p:cNvPr id="1396" name="New shape"/>
          <p:cNvSpPr/>
          <p:nvPr/>
        </p:nvSpPr>
        <p:spPr>
          <a:xfrm>
            <a:off x="5715095" y="5088922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7" name="New picture"/>
          <p:cNvPicPr/>
          <p:nvPr/>
        </p:nvPicPr>
        <p:blipFill>
          <a:blip r:embed="rId827"/>
          <a:srcRect/>
          <a:stretch>
            <a:fillRect/>
          </a:stretch>
        </p:blipFill>
        <p:spPr>
          <a:xfrm>
            <a:off x="5793010" y="5081301"/>
            <a:ext cx="70199" cy="80867"/>
          </a:xfrm>
          <a:prstGeom prst="rect"/>
          <a:ln w="0">
            <a:noFill/>
          </a:ln>
        </p:spPr>
      </p:pic>
      <p:pic>
        <p:nvPicPr>
          <p:cNvPr id="1398" name="New picture"/>
          <p:cNvPicPr/>
          <p:nvPr/>
        </p:nvPicPr>
        <p:blipFill>
          <a:blip r:embed="rId828"/>
          <a:srcRect/>
          <a:stretch>
            <a:fillRect/>
          </a:stretch>
        </p:blipFill>
        <p:spPr>
          <a:xfrm>
            <a:off x="5887688" y="5079778"/>
            <a:ext cx="41148" cy="79343"/>
          </a:xfrm>
          <a:prstGeom prst="rect"/>
          <a:ln w="0">
            <a:noFill/>
          </a:ln>
        </p:spPr>
      </p:pic>
      <p:pic>
        <p:nvPicPr>
          <p:cNvPr id="1399" name="New picture"/>
          <p:cNvPicPr/>
          <p:nvPr/>
        </p:nvPicPr>
        <p:blipFill>
          <a:blip r:embed="rId829"/>
          <a:srcRect/>
          <a:stretch>
            <a:fillRect/>
          </a:stretch>
        </p:blipFill>
        <p:spPr>
          <a:xfrm>
            <a:off x="5935028" y="5079778"/>
            <a:ext cx="56483" cy="82391"/>
          </a:xfrm>
          <a:prstGeom prst="rect"/>
          <a:ln w="0">
            <a:noFill/>
          </a:ln>
        </p:spPr>
      </p:pic>
      <p:pic>
        <p:nvPicPr>
          <p:cNvPr id="1400" name="New picture"/>
          <p:cNvPicPr/>
          <p:nvPr/>
        </p:nvPicPr>
        <p:blipFill>
          <a:blip r:embed="rId830"/>
          <a:srcRect/>
          <a:stretch>
            <a:fillRect/>
          </a:stretch>
        </p:blipFill>
        <p:spPr>
          <a:xfrm>
            <a:off x="6044946" y="5079778"/>
            <a:ext cx="74771" cy="117539"/>
          </a:xfrm>
          <a:prstGeom prst="rect"/>
          <a:ln w="0">
            <a:noFill/>
          </a:ln>
        </p:spPr>
      </p:pic>
      <p:sp>
        <p:nvSpPr>
          <p:cNvPr id="1401" name="New shape"/>
          <p:cNvSpPr/>
          <p:nvPr/>
        </p:nvSpPr>
        <p:spPr>
          <a:xfrm>
            <a:off x="6058662" y="509044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2" name="New picture"/>
          <p:cNvPicPr/>
          <p:nvPr/>
        </p:nvPicPr>
        <p:blipFill>
          <a:blip r:embed="rId831"/>
          <a:srcRect/>
          <a:stretch>
            <a:fillRect/>
          </a:stretch>
        </p:blipFill>
        <p:spPr>
          <a:xfrm>
            <a:off x="6145720" y="5081397"/>
            <a:ext cx="68675" cy="80867"/>
          </a:xfrm>
          <a:prstGeom prst="rect"/>
          <a:ln w="0">
            <a:noFill/>
          </a:ln>
        </p:spPr>
      </p:pic>
      <p:sp>
        <p:nvSpPr>
          <p:cNvPr id="1403" name="New shape"/>
          <p:cNvSpPr/>
          <p:nvPr/>
        </p:nvSpPr>
        <p:spPr>
          <a:xfrm>
            <a:off x="6240399" y="508130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4" name="New picture"/>
          <p:cNvPicPr/>
          <p:nvPr/>
        </p:nvPicPr>
        <p:blipFill>
          <a:blip r:embed="rId832"/>
          <a:srcRect/>
          <a:stretch>
            <a:fillRect/>
          </a:stretch>
        </p:blipFill>
        <p:spPr>
          <a:xfrm>
            <a:off x="6238875" y="5047679"/>
            <a:ext cx="16764" cy="15335"/>
          </a:xfrm>
          <a:prstGeom prst="rect"/>
          <a:ln w="0">
            <a:noFill/>
          </a:ln>
        </p:spPr>
      </p:pic>
      <p:pic>
        <p:nvPicPr>
          <p:cNvPr id="1405" name="New picture"/>
          <p:cNvPicPr/>
          <p:nvPr/>
        </p:nvPicPr>
        <p:blipFill>
          <a:blip r:embed="rId833"/>
          <a:srcRect/>
          <a:stretch>
            <a:fillRect/>
          </a:stretch>
        </p:blipFill>
        <p:spPr>
          <a:xfrm>
            <a:off x="6318314" y="5079778"/>
            <a:ext cx="70295" cy="79343"/>
          </a:xfrm>
          <a:prstGeom prst="rect"/>
          <a:ln w="0">
            <a:noFill/>
          </a:ln>
        </p:spPr>
      </p:pic>
      <p:sp>
        <p:nvSpPr>
          <p:cNvPr id="1406" name="New shape"/>
          <p:cNvSpPr/>
          <p:nvPr/>
        </p:nvSpPr>
        <p:spPr>
          <a:xfrm>
            <a:off x="6408324" y="5050727"/>
            <a:ext cx="10764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7" name="New picture"/>
          <p:cNvPicPr/>
          <p:nvPr/>
        </p:nvPicPr>
        <p:blipFill>
          <a:blip r:embed="rId834"/>
          <a:srcRect/>
          <a:stretch>
            <a:fillRect/>
          </a:stretch>
        </p:blipFill>
        <p:spPr>
          <a:xfrm>
            <a:off x="6423565" y="5079683"/>
            <a:ext cx="77915" cy="82391"/>
          </a:xfrm>
          <a:prstGeom prst="rect"/>
          <a:ln w="0">
            <a:noFill/>
          </a:ln>
        </p:spPr>
      </p:pic>
      <p:sp>
        <p:nvSpPr>
          <p:cNvPr id="1408" name="New shape"/>
          <p:cNvSpPr/>
          <p:nvPr/>
        </p:nvSpPr>
        <p:spPr>
          <a:xfrm>
            <a:off x="6437281" y="5090351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9" name="New picture"/>
          <p:cNvPicPr/>
          <p:nvPr/>
        </p:nvPicPr>
        <p:blipFill>
          <a:blip r:embed="rId835"/>
          <a:srcRect/>
          <a:stretch>
            <a:fillRect/>
          </a:stretch>
        </p:blipFill>
        <p:spPr>
          <a:xfrm>
            <a:off x="6521386" y="5079778"/>
            <a:ext cx="70294" cy="79343"/>
          </a:xfrm>
          <a:prstGeom prst="rect"/>
          <a:ln w="0">
            <a:noFill/>
          </a:ln>
        </p:spPr>
      </p:pic>
      <p:pic>
        <p:nvPicPr>
          <p:cNvPr id="1410" name="New picture"/>
          <p:cNvPicPr/>
          <p:nvPr/>
        </p:nvPicPr>
        <p:blipFill>
          <a:blip r:embed="rId836"/>
          <a:srcRect/>
          <a:stretch>
            <a:fillRect/>
          </a:stretch>
        </p:blipFill>
        <p:spPr>
          <a:xfrm>
            <a:off x="6605302" y="5058442"/>
            <a:ext cx="47339" cy="103727"/>
          </a:xfrm>
          <a:prstGeom prst="rect"/>
          <a:ln w="0">
            <a:noFill/>
          </a:ln>
        </p:spPr>
      </p:pic>
      <p:pic>
        <p:nvPicPr>
          <p:cNvPr id="1411" name="New picture"/>
          <p:cNvPicPr/>
          <p:nvPr/>
        </p:nvPicPr>
        <p:blipFill>
          <a:blip r:embed="rId837"/>
          <a:srcRect/>
          <a:stretch>
            <a:fillRect/>
          </a:stretch>
        </p:blipFill>
        <p:spPr>
          <a:xfrm>
            <a:off x="681990" y="5308664"/>
            <a:ext cx="76390" cy="117539"/>
          </a:xfrm>
          <a:prstGeom prst="rect"/>
          <a:ln w="0">
            <a:noFill/>
          </a:ln>
        </p:spPr>
      </p:pic>
      <p:sp>
        <p:nvSpPr>
          <p:cNvPr id="1412" name="New shape"/>
          <p:cNvSpPr/>
          <p:nvPr/>
        </p:nvSpPr>
        <p:spPr>
          <a:xfrm>
            <a:off x="695706" y="531933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3" name="New picture"/>
          <p:cNvPicPr/>
          <p:nvPr/>
        </p:nvPicPr>
        <p:blipFill>
          <a:blip r:embed="rId838"/>
          <a:srcRect/>
          <a:stretch>
            <a:fillRect/>
          </a:stretch>
        </p:blipFill>
        <p:spPr>
          <a:xfrm>
            <a:off x="772096" y="5308664"/>
            <a:ext cx="65723" cy="82391"/>
          </a:xfrm>
          <a:prstGeom prst="rect"/>
          <a:ln w="0">
            <a:noFill/>
          </a:ln>
        </p:spPr>
      </p:pic>
      <p:sp>
        <p:nvSpPr>
          <p:cNvPr id="1414" name="New shape"/>
          <p:cNvSpPr/>
          <p:nvPr/>
        </p:nvSpPr>
        <p:spPr>
          <a:xfrm>
            <a:off x="785812" y="534990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5" name="New picture"/>
          <p:cNvPicPr/>
          <p:nvPr/>
        </p:nvPicPr>
        <p:blipFill>
          <a:blip r:embed="rId839"/>
          <a:srcRect/>
          <a:stretch>
            <a:fillRect/>
          </a:stretch>
        </p:blipFill>
        <p:spPr>
          <a:xfrm>
            <a:off x="853059" y="5308664"/>
            <a:ext cx="58007" cy="82391"/>
          </a:xfrm>
          <a:prstGeom prst="rect"/>
          <a:ln w="0">
            <a:noFill/>
          </a:ln>
        </p:spPr>
      </p:pic>
      <p:pic>
        <p:nvPicPr>
          <p:cNvPr id="1416" name="New picture"/>
          <p:cNvPicPr/>
          <p:nvPr/>
        </p:nvPicPr>
        <p:blipFill>
          <a:blip r:embed="rId840"/>
          <a:srcRect/>
          <a:stretch>
            <a:fillRect/>
          </a:stretch>
        </p:blipFill>
        <p:spPr>
          <a:xfrm>
            <a:off x="964597" y="5279612"/>
            <a:ext cx="74771" cy="111442"/>
          </a:xfrm>
          <a:prstGeom prst="rect"/>
          <a:ln w="0">
            <a:noFill/>
          </a:ln>
        </p:spPr>
      </p:pic>
      <p:sp>
        <p:nvSpPr>
          <p:cNvPr id="1417" name="New shape"/>
          <p:cNvSpPr/>
          <p:nvPr/>
        </p:nvSpPr>
        <p:spPr>
          <a:xfrm>
            <a:off x="976789" y="531933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8" name="New picture"/>
          <p:cNvPicPr/>
          <p:nvPr/>
        </p:nvPicPr>
        <p:blipFill>
          <a:blip r:embed="rId841"/>
          <a:srcRect/>
          <a:stretch>
            <a:fillRect/>
          </a:stretch>
        </p:blipFill>
        <p:spPr>
          <a:xfrm>
            <a:off x="1059180" y="5308759"/>
            <a:ext cx="70295" cy="82391"/>
          </a:xfrm>
          <a:prstGeom prst="rect"/>
          <a:ln w="0">
            <a:noFill/>
          </a:ln>
        </p:spPr>
      </p:pic>
      <p:sp>
        <p:nvSpPr>
          <p:cNvPr id="1419" name="New shape"/>
          <p:cNvSpPr/>
          <p:nvPr/>
        </p:nvSpPr>
        <p:spPr>
          <a:xfrm>
            <a:off x="1071372" y="5317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0" name="New picture"/>
          <p:cNvPicPr/>
          <p:nvPr/>
        </p:nvPicPr>
        <p:blipFill>
          <a:blip r:embed="rId842"/>
          <a:srcRect/>
          <a:stretch>
            <a:fillRect/>
          </a:stretch>
        </p:blipFill>
        <p:spPr>
          <a:xfrm>
            <a:off x="1184434" y="5308664"/>
            <a:ext cx="64103" cy="82391"/>
          </a:xfrm>
          <a:prstGeom prst="rect"/>
          <a:ln w="0">
            <a:noFill/>
          </a:ln>
        </p:spPr>
      </p:pic>
      <p:pic>
        <p:nvPicPr>
          <p:cNvPr id="1421" name="New picture"/>
          <p:cNvPicPr/>
          <p:nvPr/>
        </p:nvPicPr>
        <p:blipFill>
          <a:blip r:embed="rId843"/>
          <a:srcRect/>
          <a:stretch>
            <a:fillRect/>
          </a:stretch>
        </p:blipFill>
        <p:spPr>
          <a:xfrm>
            <a:off x="1259300" y="5308664"/>
            <a:ext cx="77819" cy="82391"/>
          </a:xfrm>
          <a:prstGeom prst="rect"/>
          <a:ln w="0">
            <a:noFill/>
          </a:ln>
        </p:spPr>
      </p:pic>
      <p:sp>
        <p:nvSpPr>
          <p:cNvPr id="1422" name="New shape"/>
          <p:cNvSpPr/>
          <p:nvPr/>
        </p:nvSpPr>
        <p:spPr>
          <a:xfrm>
            <a:off x="1273016" y="531933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3" name="New picture"/>
          <p:cNvPicPr/>
          <p:nvPr/>
        </p:nvPicPr>
        <p:blipFill>
          <a:blip r:embed="rId844"/>
          <a:srcRect/>
          <a:stretch>
            <a:fillRect/>
          </a:stretch>
        </p:blipFill>
        <p:spPr>
          <a:xfrm>
            <a:off x="1356931" y="5308664"/>
            <a:ext cx="70295" cy="79343"/>
          </a:xfrm>
          <a:prstGeom prst="rect"/>
          <a:ln w="0">
            <a:noFill/>
          </a:ln>
        </p:spPr>
      </p:pic>
      <p:pic>
        <p:nvPicPr>
          <p:cNvPr id="1424" name="New picture"/>
          <p:cNvPicPr/>
          <p:nvPr/>
        </p:nvPicPr>
        <p:blipFill>
          <a:blip r:embed="rId845"/>
          <a:srcRect/>
          <a:stretch>
            <a:fillRect/>
          </a:stretch>
        </p:blipFill>
        <p:spPr>
          <a:xfrm>
            <a:off x="1451610" y="5308568"/>
            <a:ext cx="68771" cy="79343"/>
          </a:xfrm>
          <a:prstGeom prst="rect"/>
          <a:ln w="0">
            <a:noFill/>
          </a:ln>
        </p:spPr>
      </p:pic>
      <p:pic>
        <p:nvPicPr>
          <p:cNvPr id="1425" name="New picture"/>
          <p:cNvPicPr/>
          <p:nvPr/>
        </p:nvPicPr>
        <p:blipFill>
          <a:blip r:embed="rId846"/>
          <a:srcRect/>
          <a:stretch>
            <a:fillRect/>
          </a:stretch>
        </p:blipFill>
        <p:spPr>
          <a:xfrm>
            <a:off x="1538668" y="5308664"/>
            <a:ext cx="65627" cy="82391"/>
          </a:xfrm>
          <a:prstGeom prst="rect"/>
          <a:ln w="0">
            <a:noFill/>
          </a:ln>
        </p:spPr>
      </p:pic>
      <p:sp>
        <p:nvSpPr>
          <p:cNvPr id="1426" name="New shape"/>
          <p:cNvSpPr/>
          <p:nvPr/>
        </p:nvSpPr>
        <p:spPr>
          <a:xfrm>
            <a:off x="1550860" y="5349907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27" name="New shape"/>
          <p:cNvSpPr/>
          <p:nvPr/>
        </p:nvSpPr>
        <p:spPr>
          <a:xfrm>
            <a:off x="1628775" y="531018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8" name="New picture"/>
          <p:cNvPicPr/>
          <p:nvPr/>
        </p:nvPicPr>
        <p:blipFill>
          <a:blip r:embed="rId847"/>
          <a:srcRect/>
          <a:stretch>
            <a:fillRect/>
          </a:stretch>
        </p:blipFill>
        <p:spPr>
          <a:xfrm>
            <a:off x="1627251" y="5276564"/>
            <a:ext cx="16764" cy="15335"/>
          </a:xfrm>
          <a:prstGeom prst="rect"/>
          <a:ln w="0">
            <a:noFill/>
          </a:ln>
        </p:spPr>
      </p:pic>
      <p:pic>
        <p:nvPicPr>
          <p:cNvPr id="1429" name="New picture"/>
          <p:cNvPicPr/>
          <p:nvPr/>
        </p:nvPicPr>
        <p:blipFill>
          <a:blip r:embed="rId848"/>
          <a:srcRect/>
          <a:stretch>
            <a:fillRect/>
          </a:stretch>
        </p:blipFill>
        <p:spPr>
          <a:xfrm>
            <a:off x="1659350" y="5308664"/>
            <a:ext cx="56483" cy="82391"/>
          </a:xfrm>
          <a:prstGeom prst="rect"/>
          <a:ln w="0">
            <a:noFill/>
          </a:ln>
        </p:spPr>
      </p:pic>
      <p:pic>
        <p:nvPicPr>
          <p:cNvPr id="1430" name="New picture"/>
          <p:cNvPicPr/>
          <p:nvPr/>
        </p:nvPicPr>
        <p:blipFill>
          <a:blip r:embed="rId849"/>
          <a:srcRect/>
          <a:stretch>
            <a:fillRect/>
          </a:stretch>
        </p:blipFill>
        <p:spPr>
          <a:xfrm>
            <a:off x="1726502" y="5308664"/>
            <a:ext cx="58007" cy="82391"/>
          </a:xfrm>
          <a:prstGeom prst="rect"/>
          <a:ln w="0">
            <a:noFill/>
          </a:ln>
        </p:spPr>
      </p:pic>
      <p:pic>
        <p:nvPicPr>
          <p:cNvPr id="1431" name="New picture"/>
          <p:cNvPicPr/>
          <p:nvPr/>
        </p:nvPicPr>
        <p:blipFill>
          <a:blip r:embed="rId850"/>
          <a:srcRect/>
          <a:stretch>
            <a:fillRect/>
          </a:stretch>
        </p:blipFill>
        <p:spPr>
          <a:xfrm>
            <a:off x="1796701" y="5308759"/>
            <a:ext cx="65627" cy="82391"/>
          </a:xfrm>
          <a:prstGeom prst="rect"/>
          <a:ln w="0">
            <a:noFill/>
          </a:ln>
        </p:spPr>
      </p:pic>
      <p:sp>
        <p:nvSpPr>
          <p:cNvPr id="1432" name="New shape"/>
          <p:cNvSpPr/>
          <p:nvPr/>
        </p:nvSpPr>
        <p:spPr>
          <a:xfrm>
            <a:off x="1810417" y="5349907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3" name="New picture"/>
          <p:cNvPicPr/>
          <p:nvPr/>
        </p:nvPicPr>
        <p:blipFill>
          <a:blip r:embed="rId851"/>
          <a:srcRect/>
          <a:stretch>
            <a:fillRect/>
          </a:stretch>
        </p:blipFill>
        <p:spPr>
          <a:xfrm>
            <a:off x="1885283" y="5308664"/>
            <a:ext cx="70294" cy="79343"/>
          </a:xfrm>
          <a:prstGeom prst="rect"/>
          <a:ln w="0">
            <a:noFill/>
          </a:ln>
        </p:spPr>
      </p:pic>
      <p:pic>
        <p:nvPicPr>
          <p:cNvPr id="1434" name="New picture"/>
          <p:cNvPicPr/>
          <p:nvPr/>
        </p:nvPicPr>
        <p:blipFill>
          <a:blip r:embed="rId852"/>
          <a:srcRect/>
          <a:stretch>
            <a:fillRect/>
          </a:stretch>
        </p:blipFill>
        <p:spPr>
          <a:xfrm>
            <a:off x="1975390" y="5308664"/>
            <a:ext cx="64103" cy="82391"/>
          </a:xfrm>
          <a:prstGeom prst="rect"/>
          <a:ln w="0">
            <a:noFill/>
          </a:ln>
        </p:spPr>
      </p:pic>
      <p:pic>
        <p:nvPicPr>
          <p:cNvPr id="1435" name="New picture"/>
          <p:cNvPicPr/>
          <p:nvPr/>
        </p:nvPicPr>
        <p:blipFill>
          <a:blip r:embed="rId853"/>
          <a:srcRect/>
          <a:stretch>
            <a:fillRect/>
          </a:stretch>
        </p:blipFill>
        <p:spPr>
          <a:xfrm>
            <a:off x="2050256" y="5308759"/>
            <a:ext cx="70199" cy="82391"/>
          </a:xfrm>
          <a:prstGeom prst="rect"/>
          <a:ln w="0">
            <a:noFill/>
          </a:ln>
        </p:spPr>
      </p:pic>
      <p:sp>
        <p:nvSpPr>
          <p:cNvPr id="1436" name="New shape"/>
          <p:cNvSpPr/>
          <p:nvPr/>
        </p:nvSpPr>
        <p:spPr>
          <a:xfrm>
            <a:off x="2062448" y="5317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7" name="New picture"/>
          <p:cNvPicPr/>
          <p:nvPr/>
        </p:nvPicPr>
        <p:blipFill>
          <a:blip r:embed="rId854"/>
          <a:srcRect/>
          <a:stretch>
            <a:fillRect/>
          </a:stretch>
        </p:blipFill>
        <p:spPr>
          <a:xfrm>
            <a:off x="2132647" y="5308664"/>
            <a:ext cx="58102" cy="82391"/>
          </a:xfrm>
          <a:prstGeom prst="rect"/>
          <a:ln w="0">
            <a:noFill/>
          </a:ln>
        </p:spPr>
      </p:pic>
      <p:pic>
        <p:nvPicPr>
          <p:cNvPr id="1438" name="New picture"/>
          <p:cNvPicPr/>
          <p:nvPr/>
        </p:nvPicPr>
        <p:blipFill>
          <a:blip r:embed="rId855"/>
          <a:srcRect/>
          <a:stretch>
            <a:fillRect/>
          </a:stretch>
        </p:blipFill>
        <p:spPr>
          <a:xfrm>
            <a:off x="2244185" y="5308664"/>
            <a:ext cx="70199" cy="82391"/>
          </a:xfrm>
          <a:prstGeom prst="rect"/>
          <a:ln w="0">
            <a:noFill/>
          </a:ln>
        </p:spPr>
      </p:pic>
      <p:sp>
        <p:nvSpPr>
          <p:cNvPr id="1439" name="New shape"/>
          <p:cNvSpPr/>
          <p:nvPr/>
        </p:nvSpPr>
        <p:spPr>
          <a:xfrm>
            <a:off x="2256377" y="531780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0" name="New picture"/>
          <p:cNvPicPr/>
          <p:nvPr/>
        </p:nvPicPr>
        <p:blipFill>
          <a:blip r:embed="rId856"/>
          <a:srcRect/>
          <a:stretch>
            <a:fillRect/>
          </a:stretch>
        </p:blipFill>
        <p:spPr>
          <a:xfrm>
            <a:off x="2334292" y="5308664"/>
            <a:ext cx="70294" cy="79343"/>
          </a:xfrm>
          <a:prstGeom prst="rect"/>
          <a:ln w="0">
            <a:noFill/>
          </a:ln>
        </p:spPr>
      </p:pic>
      <p:pic>
        <p:nvPicPr>
          <p:cNvPr id="1441" name="New picture"/>
          <p:cNvPicPr/>
          <p:nvPr/>
        </p:nvPicPr>
        <p:blipFill>
          <a:blip r:embed="rId857"/>
          <a:srcRect/>
          <a:stretch>
            <a:fillRect/>
          </a:stretch>
        </p:blipFill>
        <p:spPr>
          <a:xfrm>
            <a:off x="2467070" y="5308568"/>
            <a:ext cx="122110" cy="79439"/>
          </a:xfrm>
          <a:prstGeom prst="rect"/>
          <a:ln w="0">
            <a:noFill/>
          </a:ln>
        </p:spPr>
      </p:pic>
      <p:pic>
        <p:nvPicPr>
          <p:cNvPr id="1442" name="New picture"/>
          <p:cNvPicPr/>
          <p:nvPr/>
        </p:nvPicPr>
        <p:blipFill>
          <a:blip r:embed="rId858"/>
          <a:srcRect/>
          <a:stretch>
            <a:fillRect/>
          </a:stretch>
        </p:blipFill>
        <p:spPr>
          <a:xfrm>
            <a:off x="2606040" y="5308759"/>
            <a:ext cx="65627" cy="82391"/>
          </a:xfrm>
          <a:prstGeom prst="rect"/>
          <a:ln w="0">
            <a:noFill/>
          </a:ln>
        </p:spPr>
      </p:pic>
      <p:sp>
        <p:nvSpPr>
          <p:cNvPr id="1443" name="New shape"/>
          <p:cNvSpPr/>
          <p:nvPr/>
        </p:nvSpPr>
        <p:spPr>
          <a:xfrm>
            <a:off x="2619756" y="5349907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4" name="New picture"/>
          <p:cNvPicPr/>
          <p:nvPr/>
        </p:nvPicPr>
        <p:blipFill>
          <a:blip r:embed="rId859"/>
          <a:srcRect/>
          <a:stretch>
            <a:fillRect/>
          </a:stretch>
        </p:blipFill>
        <p:spPr>
          <a:xfrm>
            <a:off x="2683954" y="5287232"/>
            <a:ext cx="48863" cy="103822"/>
          </a:xfrm>
          <a:prstGeom prst="rect"/>
          <a:ln w="0">
            <a:noFill/>
          </a:ln>
        </p:spPr>
      </p:pic>
      <p:pic>
        <p:nvPicPr>
          <p:cNvPr id="1445" name="New picture"/>
          <p:cNvPicPr/>
          <p:nvPr/>
        </p:nvPicPr>
        <p:blipFill>
          <a:blip r:embed="rId860"/>
          <a:srcRect/>
          <a:stretch>
            <a:fillRect/>
          </a:stretch>
        </p:blipFill>
        <p:spPr>
          <a:xfrm>
            <a:off x="2749582" y="5279707"/>
            <a:ext cx="68770" cy="108299"/>
          </a:xfrm>
          <a:prstGeom prst="rect"/>
          <a:ln w="0">
            <a:noFill/>
          </a:ln>
        </p:spPr>
      </p:pic>
      <p:pic>
        <p:nvPicPr>
          <p:cNvPr id="1446" name="New picture"/>
          <p:cNvPicPr/>
          <p:nvPr/>
        </p:nvPicPr>
        <p:blipFill>
          <a:blip r:embed="rId861"/>
          <a:srcRect/>
          <a:stretch>
            <a:fillRect/>
          </a:stretch>
        </p:blipFill>
        <p:spPr>
          <a:xfrm>
            <a:off x="2838259" y="5308664"/>
            <a:ext cx="71723" cy="82391"/>
          </a:xfrm>
          <a:prstGeom prst="rect"/>
          <a:ln w="0">
            <a:noFill/>
          </a:ln>
        </p:spPr>
      </p:pic>
      <p:sp>
        <p:nvSpPr>
          <p:cNvPr id="1447" name="New shape"/>
          <p:cNvSpPr/>
          <p:nvPr/>
        </p:nvSpPr>
        <p:spPr>
          <a:xfrm>
            <a:off x="2851976" y="5317808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48" name="New shape"/>
          <p:cNvSpPr/>
          <p:nvPr/>
        </p:nvSpPr>
        <p:spPr>
          <a:xfrm>
            <a:off x="2861120" y="5273611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9" name="New picture"/>
          <p:cNvPicPr/>
          <p:nvPr/>
        </p:nvPicPr>
        <p:blipFill>
          <a:blip r:embed="rId862"/>
          <a:srcRect/>
          <a:stretch>
            <a:fillRect/>
          </a:stretch>
        </p:blipFill>
        <p:spPr>
          <a:xfrm>
            <a:off x="2929795" y="5308664"/>
            <a:ext cx="120682" cy="79343"/>
          </a:xfrm>
          <a:prstGeom prst="rect"/>
          <a:ln w="0">
            <a:noFill/>
          </a:ln>
        </p:spPr>
      </p:pic>
      <p:pic>
        <p:nvPicPr>
          <p:cNvPr id="1450" name="New picture"/>
          <p:cNvPicPr/>
          <p:nvPr/>
        </p:nvPicPr>
        <p:blipFill>
          <a:blip r:embed="rId863"/>
          <a:srcRect/>
          <a:stretch>
            <a:fillRect/>
          </a:stretch>
        </p:blipFill>
        <p:spPr>
          <a:xfrm>
            <a:off x="3067240" y="5308664"/>
            <a:ext cx="65627" cy="82391"/>
          </a:xfrm>
          <a:prstGeom prst="rect"/>
          <a:ln w="0">
            <a:noFill/>
          </a:ln>
        </p:spPr>
      </p:pic>
      <p:sp>
        <p:nvSpPr>
          <p:cNvPr id="1451" name="New shape"/>
          <p:cNvSpPr/>
          <p:nvPr/>
        </p:nvSpPr>
        <p:spPr>
          <a:xfrm>
            <a:off x="3080956" y="534990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2" name="New picture"/>
          <p:cNvPicPr/>
          <p:nvPr/>
        </p:nvPicPr>
        <p:blipFill>
          <a:blip r:embed="rId864"/>
          <a:srcRect/>
          <a:stretch>
            <a:fillRect/>
          </a:stretch>
        </p:blipFill>
        <p:spPr>
          <a:xfrm>
            <a:off x="3145155" y="5287232"/>
            <a:ext cx="48863" cy="103822"/>
          </a:xfrm>
          <a:prstGeom prst="rect"/>
          <a:ln w="0">
            <a:noFill/>
          </a:ln>
        </p:spPr>
      </p:pic>
      <p:sp>
        <p:nvSpPr>
          <p:cNvPr id="1453" name="New shape"/>
          <p:cNvSpPr/>
          <p:nvPr/>
        </p:nvSpPr>
        <p:spPr>
          <a:xfrm>
            <a:off x="3210782" y="531018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4" name="New picture"/>
          <p:cNvPicPr/>
          <p:nvPr/>
        </p:nvPicPr>
        <p:blipFill>
          <a:blip r:embed="rId865"/>
          <a:srcRect/>
          <a:stretch>
            <a:fillRect/>
          </a:stretch>
        </p:blipFill>
        <p:spPr>
          <a:xfrm>
            <a:off x="3209258" y="5276660"/>
            <a:ext cx="16764" cy="15240"/>
          </a:xfrm>
          <a:prstGeom prst="rect"/>
          <a:ln w="0">
            <a:noFill/>
          </a:ln>
        </p:spPr>
      </p:pic>
      <p:pic>
        <p:nvPicPr>
          <p:cNvPr id="1455" name="New picture"/>
          <p:cNvPicPr/>
          <p:nvPr/>
        </p:nvPicPr>
        <p:blipFill>
          <a:blip r:embed="rId866"/>
          <a:srcRect/>
          <a:stretch>
            <a:fillRect/>
          </a:stretch>
        </p:blipFill>
        <p:spPr>
          <a:xfrm>
            <a:off x="3245929" y="5308664"/>
            <a:ext cx="73247" cy="117539"/>
          </a:xfrm>
          <a:prstGeom prst="rect"/>
          <a:ln w="0">
            <a:noFill/>
          </a:ln>
        </p:spPr>
      </p:pic>
      <p:sp>
        <p:nvSpPr>
          <p:cNvPr id="1456" name="New shape"/>
          <p:cNvSpPr/>
          <p:nvPr/>
        </p:nvSpPr>
        <p:spPr>
          <a:xfrm>
            <a:off x="3258121" y="531933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7" name="New picture"/>
          <p:cNvPicPr/>
          <p:nvPr/>
        </p:nvPicPr>
        <p:blipFill>
          <a:blip r:embed="rId867"/>
          <a:srcRect/>
          <a:stretch>
            <a:fillRect/>
          </a:stretch>
        </p:blipFill>
        <p:spPr>
          <a:xfrm>
            <a:off x="3345180" y="5310188"/>
            <a:ext cx="70295" cy="80867"/>
          </a:xfrm>
          <a:prstGeom prst="rect"/>
          <a:ln w="0">
            <a:noFill/>
          </a:ln>
        </p:spPr>
      </p:pic>
      <p:pic>
        <p:nvPicPr>
          <p:cNvPr id="1458" name="New picture"/>
          <p:cNvPicPr/>
          <p:nvPr/>
        </p:nvPicPr>
        <p:blipFill>
          <a:blip r:embed="rId868"/>
          <a:srcRect/>
          <a:stretch>
            <a:fillRect/>
          </a:stretch>
        </p:blipFill>
        <p:spPr>
          <a:xfrm>
            <a:off x="3435191" y="5308664"/>
            <a:ext cx="70295" cy="82391"/>
          </a:xfrm>
          <a:prstGeom prst="rect"/>
          <a:ln w="0">
            <a:noFill/>
          </a:ln>
        </p:spPr>
      </p:pic>
      <p:sp>
        <p:nvSpPr>
          <p:cNvPr id="1459" name="New shape"/>
          <p:cNvSpPr/>
          <p:nvPr/>
        </p:nvSpPr>
        <p:spPr>
          <a:xfrm>
            <a:off x="3447383" y="531780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0" name="New picture"/>
          <p:cNvPicPr/>
          <p:nvPr/>
        </p:nvPicPr>
        <p:blipFill>
          <a:blip r:embed="rId869"/>
          <a:srcRect/>
          <a:stretch>
            <a:fillRect/>
          </a:stretch>
        </p:blipFill>
        <p:spPr>
          <a:xfrm>
            <a:off x="3517678" y="5308664"/>
            <a:ext cx="58007" cy="82391"/>
          </a:xfrm>
          <a:prstGeom prst="rect"/>
          <a:ln w="0">
            <a:noFill/>
          </a:ln>
        </p:spPr>
      </p:pic>
      <p:pic>
        <p:nvPicPr>
          <p:cNvPr id="1461" name="New picture"/>
          <p:cNvPicPr/>
          <p:nvPr/>
        </p:nvPicPr>
        <p:blipFill>
          <a:blip r:embed="rId870"/>
          <a:srcRect/>
          <a:stretch>
            <a:fillRect/>
          </a:stretch>
        </p:blipFill>
        <p:spPr>
          <a:xfrm>
            <a:off x="3632264" y="5308664"/>
            <a:ext cx="122206" cy="79343"/>
          </a:xfrm>
          <a:prstGeom prst="rect"/>
          <a:ln w="0">
            <a:noFill/>
          </a:ln>
        </p:spPr>
      </p:pic>
      <p:pic>
        <p:nvPicPr>
          <p:cNvPr id="1462" name="New picture"/>
          <p:cNvPicPr/>
          <p:nvPr/>
        </p:nvPicPr>
        <p:blipFill>
          <a:blip r:embed="rId871"/>
          <a:srcRect/>
          <a:stretch>
            <a:fillRect/>
          </a:stretch>
        </p:blipFill>
        <p:spPr>
          <a:xfrm>
            <a:off x="3771138" y="5308664"/>
            <a:ext cx="65722" cy="82391"/>
          </a:xfrm>
          <a:prstGeom prst="rect"/>
          <a:ln w="0">
            <a:noFill/>
          </a:ln>
        </p:spPr>
      </p:pic>
      <p:sp>
        <p:nvSpPr>
          <p:cNvPr id="1463" name="New shape"/>
          <p:cNvSpPr/>
          <p:nvPr/>
        </p:nvSpPr>
        <p:spPr>
          <a:xfrm>
            <a:off x="3784949" y="534990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64" name="New shape"/>
          <p:cNvSpPr/>
          <p:nvPr/>
        </p:nvSpPr>
        <p:spPr>
          <a:xfrm>
            <a:off x="3861340" y="531018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5" name="New picture"/>
          <p:cNvPicPr/>
          <p:nvPr/>
        </p:nvPicPr>
        <p:blipFill>
          <a:blip r:embed="rId872"/>
          <a:srcRect/>
          <a:stretch>
            <a:fillRect/>
          </a:stretch>
        </p:blipFill>
        <p:spPr>
          <a:xfrm>
            <a:off x="3859816" y="5276564"/>
            <a:ext cx="16764" cy="15335"/>
          </a:xfrm>
          <a:prstGeom prst="rect"/>
          <a:ln w="0">
            <a:noFill/>
          </a:ln>
        </p:spPr>
      </p:pic>
      <p:pic>
        <p:nvPicPr>
          <p:cNvPr id="1466" name="New picture"/>
          <p:cNvPicPr/>
          <p:nvPr/>
        </p:nvPicPr>
        <p:blipFill>
          <a:blip r:embed="rId873"/>
          <a:srcRect/>
          <a:stretch>
            <a:fillRect/>
          </a:stretch>
        </p:blipFill>
        <p:spPr>
          <a:xfrm>
            <a:off x="3891819" y="5308664"/>
            <a:ext cx="56483" cy="82391"/>
          </a:xfrm>
          <a:prstGeom prst="rect"/>
          <a:ln w="0">
            <a:noFill/>
          </a:ln>
        </p:spPr>
      </p:pic>
      <p:pic>
        <p:nvPicPr>
          <p:cNvPr id="1467" name="New picture"/>
          <p:cNvPicPr/>
          <p:nvPr/>
        </p:nvPicPr>
        <p:blipFill>
          <a:blip r:embed="rId874"/>
          <a:srcRect/>
          <a:stretch>
            <a:fillRect/>
          </a:stretch>
        </p:blipFill>
        <p:spPr>
          <a:xfrm>
            <a:off x="3998690" y="5308664"/>
            <a:ext cx="58007" cy="82391"/>
          </a:xfrm>
          <a:prstGeom prst="rect"/>
          <a:ln w="0">
            <a:noFill/>
          </a:ln>
        </p:spPr>
      </p:pic>
      <p:pic>
        <p:nvPicPr>
          <p:cNvPr id="1468" name="New picture"/>
          <p:cNvPicPr/>
          <p:nvPr/>
        </p:nvPicPr>
        <p:blipFill>
          <a:blip r:embed="rId875"/>
          <a:srcRect/>
          <a:stretch>
            <a:fillRect/>
          </a:stretch>
        </p:blipFill>
        <p:spPr>
          <a:xfrm>
            <a:off x="4068985" y="5308664"/>
            <a:ext cx="65627" cy="82391"/>
          </a:xfrm>
          <a:prstGeom prst="rect"/>
          <a:ln w="0">
            <a:noFill/>
          </a:ln>
        </p:spPr>
      </p:pic>
      <p:sp>
        <p:nvSpPr>
          <p:cNvPr id="1469" name="New shape"/>
          <p:cNvSpPr/>
          <p:nvPr/>
        </p:nvSpPr>
        <p:spPr>
          <a:xfrm>
            <a:off x="4082701" y="5349907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0" name="New picture"/>
          <p:cNvPicPr/>
          <p:nvPr/>
        </p:nvPicPr>
        <p:blipFill>
          <a:blip r:embed="rId876"/>
          <a:srcRect/>
          <a:stretch>
            <a:fillRect/>
          </a:stretch>
        </p:blipFill>
        <p:spPr>
          <a:xfrm>
            <a:off x="4142232" y="5310188"/>
            <a:ext cx="73342" cy="77819"/>
          </a:xfrm>
          <a:prstGeom prst="rect"/>
          <a:ln w="0">
            <a:noFill/>
          </a:ln>
        </p:spPr>
      </p:pic>
      <p:pic>
        <p:nvPicPr>
          <p:cNvPr id="1471" name="New picture"/>
          <p:cNvPicPr/>
          <p:nvPr/>
        </p:nvPicPr>
        <p:blipFill>
          <a:blip r:embed="rId877"/>
          <a:srcRect/>
          <a:stretch>
            <a:fillRect/>
          </a:stretch>
        </p:blipFill>
        <p:spPr>
          <a:xfrm>
            <a:off x="4223195" y="5308664"/>
            <a:ext cx="71723" cy="82391"/>
          </a:xfrm>
          <a:prstGeom prst="rect"/>
          <a:ln w="0">
            <a:noFill/>
          </a:ln>
        </p:spPr>
      </p:pic>
      <p:sp>
        <p:nvSpPr>
          <p:cNvPr id="1472" name="New shape"/>
          <p:cNvSpPr/>
          <p:nvPr/>
        </p:nvSpPr>
        <p:spPr>
          <a:xfrm>
            <a:off x="4236910" y="5317808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3" name="New picture"/>
          <p:cNvPicPr/>
          <p:nvPr/>
        </p:nvPicPr>
        <p:blipFill>
          <a:blip r:embed="rId878"/>
          <a:srcRect/>
          <a:stretch>
            <a:fillRect/>
          </a:stretch>
        </p:blipFill>
        <p:spPr>
          <a:xfrm>
            <a:off x="4314825" y="5308664"/>
            <a:ext cx="68675" cy="79343"/>
          </a:xfrm>
          <a:prstGeom prst="rect"/>
          <a:ln w="0">
            <a:noFill/>
          </a:ln>
        </p:spPr>
      </p:pic>
      <p:pic>
        <p:nvPicPr>
          <p:cNvPr id="1474" name="New picture"/>
          <p:cNvPicPr/>
          <p:nvPr/>
        </p:nvPicPr>
        <p:blipFill>
          <a:blip r:embed="rId879"/>
          <a:srcRect/>
          <a:stretch>
            <a:fillRect/>
          </a:stretch>
        </p:blipFill>
        <p:spPr>
          <a:xfrm>
            <a:off x="4397311" y="5287328"/>
            <a:ext cx="47244" cy="103727"/>
          </a:xfrm>
          <a:prstGeom prst="rect"/>
          <a:ln w="0">
            <a:noFill/>
          </a:ln>
        </p:spPr>
      </p:pic>
      <p:pic>
        <p:nvPicPr>
          <p:cNvPr id="1475" name="New picture"/>
          <p:cNvPicPr/>
          <p:nvPr/>
        </p:nvPicPr>
        <p:blipFill>
          <a:blip r:embed="rId880"/>
          <a:srcRect/>
          <a:stretch>
            <a:fillRect/>
          </a:stretch>
        </p:blipFill>
        <p:spPr>
          <a:xfrm>
            <a:off x="4496467" y="5308664"/>
            <a:ext cx="64103" cy="82391"/>
          </a:xfrm>
          <a:prstGeom prst="rect"/>
          <a:ln w="0">
            <a:noFill/>
          </a:ln>
        </p:spPr>
      </p:pic>
      <p:pic>
        <p:nvPicPr>
          <p:cNvPr id="1476" name="New picture"/>
          <p:cNvPicPr/>
          <p:nvPr/>
        </p:nvPicPr>
        <p:blipFill>
          <a:blip r:embed="rId881"/>
          <a:srcRect/>
          <a:stretch>
            <a:fillRect/>
          </a:stretch>
        </p:blipFill>
        <p:spPr>
          <a:xfrm>
            <a:off x="4571333" y="5308664"/>
            <a:ext cx="77915" cy="82391"/>
          </a:xfrm>
          <a:prstGeom prst="rect"/>
          <a:ln w="0">
            <a:noFill/>
          </a:ln>
        </p:spPr>
      </p:pic>
      <p:sp>
        <p:nvSpPr>
          <p:cNvPr id="1477" name="New shape"/>
          <p:cNvSpPr/>
          <p:nvPr/>
        </p:nvSpPr>
        <p:spPr>
          <a:xfrm>
            <a:off x="4585049" y="531933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8" name="New picture"/>
          <p:cNvPicPr/>
          <p:nvPr/>
        </p:nvPicPr>
        <p:blipFill>
          <a:blip r:embed="rId882"/>
          <a:srcRect/>
          <a:stretch>
            <a:fillRect/>
          </a:stretch>
        </p:blipFill>
        <p:spPr>
          <a:xfrm>
            <a:off x="4664488" y="5279708"/>
            <a:ext cx="76391" cy="111347"/>
          </a:xfrm>
          <a:prstGeom prst="rect"/>
          <a:ln w="0">
            <a:noFill/>
          </a:ln>
        </p:spPr>
      </p:pic>
      <p:sp>
        <p:nvSpPr>
          <p:cNvPr id="1479" name="New shape"/>
          <p:cNvSpPr/>
          <p:nvPr/>
        </p:nvSpPr>
        <p:spPr>
          <a:xfrm>
            <a:off x="4678299" y="531933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0" name="New picture"/>
          <p:cNvPicPr/>
          <p:nvPr/>
        </p:nvPicPr>
        <p:blipFill>
          <a:blip r:embed="rId883"/>
          <a:srcRect/>
          <a:stretch>
            <a:fillRect/>
          </a:stretch>
        </p:blipFill>
        <p:spPr>
          <a:xfrm>
            <a:off x="4759166" y="5308759"/>
            <a:ext cx="71818" cy="82391"/>
          </a:xfrm>
          <a:prstGeom prst="rect"/>
          <a:ln w="0">
            <a:noFill/>
          </a:ln>
        </p:spPr>
      </p:pic>
      <p:sp>
        <p:nvSpPr>
          <p:cNvPr id="1481" name="New shape"/>
          <p:cNvSpPr/>
          <p:nvPr/>
        </p:nvSpPr>
        <p:spPr>
          <a:xfrm>
            <a:off x="4772882" y="5317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2" name="New picture"/>
          <p:cNvPicPr/>
          <p:nvPr/>
        </p:nvPicPr>
        <p:blipFill>
          <a:blip r:embed="rId884"/>
          <a:srcRect/>
          <a:stretch>
            <a:fillRect/>
          </a:stretch>
        </p:blipFill>
        <p:spPr>
          <a:xfrm>
            <a:off x="4850797" y="5308664"/>
            <a:ext cx="42767" cy="79343"/>
          </a:xfrm>
          <a:prstGeom prst="rect"/>
          <a:ln w="0">
            <a:noFill/>
          </a:ln>
        </p:spPr>
      </p:pic>
      <p:pic>
        <p:nvPicPr>
          <p:cNvPr id="1483" name="New picture"/>
          <p:cNvPicPr/>
          <p:nvPr/>
        </p:nvPicPr>
        <p:blipFill>
          <a:blip r:embed="rId885"/>
          <a:srcRect/>
          <a:stretch>
            <a:fillRect/>
          </a:stretch>
        </p:blipFill>
        <p:spPr>
          <a:xfrm>
            <a:off x="4940808" y="5308664"/>
            <a:ext cx="71818" cy="82391"/>
          </a:xfrm>
          <a:prstGeom prst="rect"/>
          <a:ln w="0">
            <a:noFill/>
          </a:ln>
        </p:spPr>
      </p:pic>
      <p:sp>
        <p:nvSpPr>
          <p:cNvPr id="1484" name="New shape"/>
          <p:cNvSpPr/>
          <p:nvPr/>
        </p:nvSpPr>
        <p:spPr>
          <a:xfrm>
            <a:off x="4954619" y="5317808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5" name="New picture"/>
          <p:cNvPicPr/>
          <p:nvPr/>
        </p:nvPicPr>
        <p:blipFill>
          <a:blip r:embed="rId886"/>
          <a:srcRect/>
          <a:stretch>
            <a:fillRect/>
          </a:stretch>
        </p:blipFill>
        <p:spPr>
          <a:xfrm>
            <a:off x="5021866" y="5287232"/>
            <a:ext cx="47339" cy="103822"/>
          </a:xfrm>
          <a:prstGeom prst="rect"/>
          <a:ln w="0">
            <a:noFill/>
          </a:ln>
        </p:spPr>
      </p:pic>
      <p:pic>
        <p:nvPicPr>
          <p:cNvPr id="1486" name="New picture"/>
          <p:cNvPicPr/>
          <p:nvPr/>
        </p:nvPicPr>
        <p:blipFill>
          <a:blip r:embed="rId887"/>
          <a:srcRect/>
          <a:stretch>
            <a:fillRect/>
          </a:stretch>
        </p:blipFill>
        <p:spPr>
          <a:xfrm>
            <a:off x="5125689" y="5310188"/>
            <a:ext cx="70199" cy="80962"/>
          </a:xfrm>
          <a:prstGeom prst="rect"/>
          <a:ln w="0">
            <a:noFill/>
          </a:ln>
        </p:spPr>
      </p:pic>
      <p:pic>
        <p:nvPicPr>
          <p:cNvPr id="1487" name="New picture"/>
          <p:cNvPicPr/>
          <p:nvPr/>
        </p:nvPicPr>
        <p:blipFill>
          <a:blip r:embed="rId888"/>
          <a:srcRect/>
          <a:stretch>
            <a:fillRect/>
          </a:stretch>
        </p:blipFill>
        <p:spPr>
          <a:xfrm>
            <a:off x="5209698" y="5287232"/>
            <a:ext cx="48863" cy="103822"/>
          </a:xfrm>
          <a:prstGeom prst="rect"/>
          <a:ln w="0">
            <a:noFill/>
          </a:ln>
        </p:spPr>
      </p:pic>
      <p:sp>
        <p:nvSpPr>
          <p:cNvPr id="1488" name="New shape"/>
          <p:cNvSpPr/>
          <p:nvPr/>
        </p:nvSpPr>
        <p:spPr>
          <a:xfrm>
            <a:off x="5275327" y="531018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9" name="New picture"/>
          <p:cNvPicPr/>
          <p:nvPr/>
        </p:nvPicPr>
        <p:blipFill>
          <a:blip r:embed="rId889"/>
          <a:srcRect/>
          <a:stretch>
            <a:fillRect/>
          </a:stretch>
        </p:blipFill>
        <p:spPr>
          <a:xfrm>
            <a:off x="5273802" y="5276564"/>
            <a:ext cx="16764" cy="15335"/>
          </a:xfrm>
          <a:prstGeom prst="rect"/>
          <a:ln w="0">
            <a:noFill/>
          </a:ln>
        </p:spPr>
      </p:pic>
      <p:sp>
        <p:nvSpPr>
          <p:cNvPr id="1490" name="New shape"/>
          <p:cNvSpPr/>
          <p:nvPr/>
        </p:nvSpPr>
        <p:spPr>
          <a:xfrm>
            <a:off x="5315712" y="52791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1" name="New shape"/>
          <p:cNvSpPr/>
          <p:nvPr/>
        </p:nvSpPr>
        <p:spPr>
          <a:xfrm>
            <a:off x="5354765" y="531018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2" name="New picture"/>
          <p:cNvPicPr/>
          <p:nvPr/>
        </p:nvPicPr>
        <p:blipFill>
          <a:blip r:embed="rId890"/>
          <a:srcRect/>
          <a:stretch>
            <a:fillRect/>
          </a:stretch>
        </p:blipFill>
        <p:spPr>
          <a:xfrm>
            <a:off x="5353145" y="5276660"/>
            <a:ext cx="16859" cy="15240"/>
          </a:xfrm>
          <a:prstGeom prst="rect"/>
          <a:ln w="0">
            <a:noFill/>
          </a:ln>
        </p:spPr>
      </p:pic>
      <p:pic>
        <p:nvPicPr>
          <p:cNvPr id="1493" name="New picture"/>
          <p:cNvPicPr/>
          <p:nvPr/>
        </p:nvPicPr>
        <p:blipFill>
          <a:blip r:embed="rId891"/>
          <a:srcRect/>
          <a:stretch>
            <a:fillRect/>
          </a:stretch>
        </p:blipFill>
        <p:spPr>
          <a:xfrm>
            <a:off x="5385244" y="5308664"/>
            <a:ext cx="58007" cy="82391"/>
          </a:xfrm>
          <a:prstGeom prst="rect"/>
          <a:ln w="0">
            <a:noFill/>
          </a:ln>
        </p:spPr>
      </p:pic>
      <p:pic>
        <p:nvPicPr>
          <p:cNvPr id="1494" name="New picture"/>
          <p:cNvPicPr/>
          <p:nvPr/>
        </p:nvPicPr>
        <p:blipFill>
          <a:blip r:embed="rId892"/>
          <a:srcRect/>
          <a:stretch>
            <a:fillRect/>
          </a:stretch>
        </p:blipFill>
        <p:spPr>
          <a:xfrm>
            <a:off x="5457063" y="5308759"/>
            <a:ext cx="70199" cy="82391"/>
          </a:xfrm>
          <a:prstGeom prst="rect"/>
          <a:ln w="0">
            <a:noFill/>
          </a:ln>
        </p:spPr>
      </p:pic>
      <p:sp>
        <p:nvSpPr>
          <p:cNvPr id="1495" name="New shape"/>
          <p:cNvSpPr/>
          <p:nvPr/>
        </p:nvSpPr>
        <p:spPr>
          <a:xfrm>
            <a:off x="5469255" y="5317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6" name="New picture"/>
          <p:cNvPicPr/>
          <p:nvPr/>
        </p:nvPicPr>
        <p:blipFill>
          <a:blip r:embed="rId893"/>
          <a:srcRect/>
          <a:stretch>
            <a:fillRect/>
          </a:stretch>
        </p:blipFill>
        <p:spPr>
          <a:xfrm>
            <a:off x="5546979" y="5308664"/>
            <a:ext cx="42767" cy="79343"/>
          </a:xfrm>
          <a:prstGeom prst="rect"/>
          <a:ln w="0">
            <a:noFill/>
          </a:ln>
        </p:spPr>
      </p:pic>
      <p:sp>
        <p:nvSpPr>
          <p:cNvPr id="1497" name="New shape"/>
          <p:cNvSpPr/>
          <p:nvPr/>
        </p:nvSpPr>
        <p:spPr>
          <a:xfrm>
            <a:off x="5643372" y="52791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8" name="New picture"/>
          <p:cNvPicPr/>
          <p:nvPr/>
        </p:nvPicPr>
        <p:blipFill>
          <a:blip r:embed="rId894"/>
          <a:srcRect/>
          <a:stretch>
            <a:fillRect/>
          </a:stretch>
        </p:blipFill>
        <p:spPr>
          <a:xfrm>
            <a:off x="5678423" y="5308664"/>
            <a:ext cx="70295" cy="82391"/>
          </a:xfrm>
          <a:prstGeom prst="rect"/>
          <a:ln w="0">
            <a:noFill/>
          </a:ln>
        </p:spPr>
      </p:pic>
      <p:sp>
        <p:nvSpPr>
          <p:cNvPr id="1499" name="New shape"/>
          <p:cNvSpPr/>
          <p:nvPr/>
        </p:nvSpPr>
        <p:spPr>
          <a:xfrm>
            <a:off x="5690615" y="531780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0" name="New picture"/>
          <p:cNvPicPr/>
          <p:nvPr/>
        </p:nvPicPr>
        <p:blipFill>
          <a:blip r:embed="rId895"/>
          <a:srcRect/>
          <a:stretch>
            <a:fillRect/>
          </a:stretch>
        </p:blipFill>
        <p:spPr>
          <a:xfrm>
            <a:off x="5760910" y="5308664"/>
            <a:ext cx="58007" cy="82391"/>
          </a:xfrm>
          <a:prstGeom prst="rect"/>
          <a:ln w="0">
            <a:noFill/>
          </a:ln>
        </p:spPr>
      </p:pic>
      <p:sp>
        <p:nvSpPr>
          <p:cNvPr id="1501" name="New shape"/>
          <p:cNvSpPr/>
          <p:nvPr/>
        </p:nvSpPr>
        <p:spPr>
          <a:xfrm>
            <a:off x="5876544" y="52791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2" name="New picture"/>
          <p:cNvPicPr/>
          <p:nvPr/>
        </p:nvPicPr>
        <p:blipFill>
          <a:blip r:embed="rId896"/>
          <a:srcRect/>
          <a:stretch>
            <a:fillRect/>
          </a:stretch>
        </p:blipFill>
        <p:spPr>
          <a:xfrm>
            <a:off x="5910549" y="5308664"/>
            <a:ext cx="65627" cy="82391"/>
          </a:xfrm>
          <a:prstGeom prst="rect"/>
          <a:ln w="0">
            <a:noFill/>
          </a:ln>
        </p:spPr>
      </p:pic>
      <p:sp>
        <p:nvSpPr>
          <p:cNvPr id="1503" name="New shape"/>
          <p:cNvSpPr/>
          <p:nvPr/>
        </p:nvSpPr>
        <p:spPr>
          <a:xfrm>
            <a:off x="5922740" y="5349907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4" name="New picture"/>
          <p:cNvPicPr/>
          <p:nvPr/>
        </p:nvPicPr>
        <p:blipFill>
          <a:blip r:embed="rId897"/>
          <a:srcRect/>
          <a:stretch>
            <a:fillRect/>
          </a:stretch>
        </p:blipFill>
        <p:spPr>
          <a:xfrm>
            <a:off x="5999131" y="5308664"/>
            <a:ext cx="70295" cy="79343"/>
          </a:xfrm>
          <a:prstGeom prst="rect"/>
          <a:ln w="0">
            <a:noFill/>
          </a:ln>
        </p:spPr>
      </p:pic>
      <p:pic>
        <p:nvPicPr>
          <p:cNvPr id="1505" name="New picture"/>
          <p:cNvPicPr/>
          <p:nvPr/>
        </p:nvPicPr>
        <p:blipFill>
          <a:blip r:embed="rId898"/>
          <a:srcRect/>
          <a:stretch>
            <a:fillRect/>
          </a:stretch>
        </p:blipFill>
        <p:spPr>
          <a:xfrm>
            <a:off x="6084665" y="5308664"/>
            <a:ext cx="76295" cy="119062"/>
          </a:xfrm>
          <a:prstGeom prst="rect"/>
          <a:ln w="0">
            <a:noFill/>
          </a:ln>
        </p:spPr>
      </p:pic>
      <p:sp>
        <p:nvSpPr>
          <p:cNvPr id="1506" name="New shape"/>
          <p:cNvSpPr/>
          <p:nvPr/>
        </p:nvSpPr>
        <p:spPr>
          <a:xfrm>
            <a:off x="6099905" y="5317808"/>
            <a:ext cx="41243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07" name="New shape"/>
          <p:cNvSpPr/>
          <p:nvPr/>
        </p:nvSpPr>
        <p:spPr>
          <a:xfrm>
            <a:off x="6096857" y="5388007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8" name="New picture"/>
          <p:cNvPicPr/>
          <p:nvPr/>
        </p:nvPicPr>
        <p:blipFill>
          <a:blip r:embed="rId899"/>
          <a:srcRect/>
          <a:stretch>
            <a:fillRect/>
          </a:stretch>
        </p:blipFill>
        <p:spPr>
          <a:xfrm>
            <a:off x="6171629" y="5308664"/>
            <a:ext cx="65722" cy="82486"/>
          </a:xfrm>
          <a:prstGeom prst="rect"/>
          <a:ln w="0">
            <a:noFill/>
          </a:ln>
        </p:spPr>
      </p:pic>
      <p:sp>
        <p:nvSpPr>
          <p:cNvPr id="1509" name="New shape"/>
          <p:cNvSpPr/>
          <p:nvPr/>
        </p:nvSpPr>
        <p:spPr>
          <a:xfrm>
            <a:off x="6185440" y="5349907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0" name="New picture"/>
          <p:cNvPicPr/>
          <p:nvPr/>
        </p:nvPicPr>
        <p:blipFill>
          <a:blip r:embed="rId900"/>
          <a:srcRect/>
          <a:stretch>
            <a:fillRect/>
          </a:stretch>
        </p:blipFill>
        <p:spPr>
          <a:xfrm>
            <a:off x="6252591" y="5308664"/>
            <a:ext cx="77915" cy="119062"/>
          </a:xfrm>
          <a:prstGeom prst="rect"/>
          <a:ln w="0">
            <a:noFill/>
          </a:ln>
        </p:spPr>
      </p:pic>
      <p:sp>
        <p:nvSpPr>
          <p:cNvPr id="1511" name="New shape"/>
          <p:cNvSpPr/>
          <p:nvPr/>
        </p:nvSpPr>
        <p:spPr>
          <a:xfrm>
            <a:off x="6269355" y="5317808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12" name="New shape"/>
          <p:cNvSpPr/>
          <p:nvPr/>
        </p:nvSpPr>
        <p:spPr>
          <a:xfrm>
            <a:off x="6264783" y="5388007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3" name="New picture"/>
          <p:cNvPicPr/>
          <p:nvPr/>
        </p:nvPicPr>
        <p:blipFill>
          <a:blip r:embed="rId901"/>
          <a:srcRect/>
          <a:stretch>
            <a:fillRect/>
          </a:stretch>
        </p:blipFill>
        <p:spPr>
          <a:xfrm>
            <a:off x="6339650" y="5308664"/>
            <a:ext cx="71723" cy="82391"/>
          </a:xfrm>
          <a:prstGeom prst="rect"/>
          <a:ln w="0">
            <a:noFill/>
          </a:ln>
        </p:spPr>
      </p:pic>
      <p:sp>
        <p:nvSpPr>
          <p:cNvPr id="1514" name="New shape"/>
          <p:cNvSpPr/>
          <p:nvPr/>
        </p:nvSpPr>
        <p:spPr>
          <a:xfrm>
            <a:off x="6351842" y="531780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5" name="New picture"/>
          <p:cNvPicPr/>
          <p:nvPr/>
        </p:nvPicPr>
        <p:blipFill>
          <a:blip r:embed="rId902"/>
          <a:srcRect/>
          <a:stretch>
            <a:fillRect/>
          </a:stretch>
        </p:blipFill>
        <p:spPr>
          <a:xfrm>
            <a:off x="6422136" y="5308664"/>
            <a:ext cx="58007" cy="82391"/>
          </a:xfrm>
          <a:prstGeom prst="rect"/>
          <a:ln w="0">
            <a:noFill/>
          </a:ln>
        </p:spPr>
      </p:pic>
      <p:pic>
        <p:nvPicPr>
          <p:cNvPr id="1516" name="New picture"/>
          <p:cNvPicPr/>
          <p:nvPr/>
        </p:nvPicPr>
        <p:blipFill>
          <a:blip r:embed="rId903"/>
          <a:srcRect/>
          <a:stretch>
            <a:fillRect/>
          </a:stretch>
        </p:blipFill>
        <p:spPr>
          <a:xfrm>
            <a:off x="6533578" y="5279708"/>
            <a:ext cx="74867" cy="111347"/>
          </a:xfrm>
          <a:prstGeom prst="rect"/>
          <a:ln w="0">
            <a:noFill/>
          </a:ln>
        </p:spPr>
      </p:pic>
      <p:sp>
        <p:nvSpPr>
          <p:cNvPr id="1517" name="New shape"/>
          <p:cNvSpPr/>
          <p:nvPr/>
        </p:nvSpPr>
        <p:spPr>
          <a:xfrm>
            <a:off x="6547390" y="531933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8" name="New picture"/>
          <p:cNvPicPr/>
          <p:nvPr/>
        </p:nvPicPr>
        <p:blipFill>
          <a:blip r:embed="rId904"/>
          <a:srcRect/>
          <a:stretch>
            <a:fillRect/>
          </a:stretch>
        </p:blipFill>
        <p:spPr>
          <a:xfrm>
            <a:off x="6628257" y="5308664"/>
            <a:ext cx="71724" cy="82391"/>
          </a:xfrm>
          <a:prstGeom prst="rect"/>
          <a:ln w="0">
            <a:noFill/>
          </a:ln>
        </p:spPr>
      </p:pic>
      <p:sp>
        <p:nvSpPr>
          <p:cNvPr id="1519" name="New shape"/>
          <p:cNvSpPr/>
          <p:nvPr/>
        </p:nvSpPr>
        <p:spPr>
          <a:xfrm>
            <a:off x="6640449" y="531780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0" name="New picture"/>
          <p:cNvPicPr/>
          <p:nvPr/>
        </p:nvPicPr>
        <p:blipFill>
          <a:blip r:embed="rId905"/>
          <a:srcRect/>
          <a:stretch>
            <a:fillRect/>
          </a:stretch>
        </p:blipFill>
        <p:spPr>
          <a:xfrm>
            <a:off x="681990" y="5537550"/>
            <a:ext cx="76390" cy="117539"/>
          </a:xfrm>
          <a:prstGeom prst="rect"/>
          <a:ln w="0">
            <a:noFill/>
          </a:ln>
        </p:spPr>
      </p:pic>
      <p:sp>
        <p:nvSpPr>
          <p:cNvPr id="1521" name="New shape"/>
          <p:cNvSpPr/>
          <p:nvPr/>
        </p:nvSpPr>
        <p:spPr>
          <a:xfrm>
            <a:off x="695706" y="554821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2" name="New picture"/>
          <p:cNvPicPr/>
          <p:nvPr/>
        </p:nvPicPr>
        <p:blipFill>
          <a:blip r:embed="rId906"/>
          <a:srcRect/>
          <a:stretch>
            <a:fillRect/>
          </a:stretch>
        </p:blipFill>
        <p:spPr>
          <a:xfrm>
            <a:off x="778192" y="5537645"/>
            <a:ext cx="42672" cy="79343"/>
          </a:xfrm>
          <a:prstGeom prst="rect"/>
          <a:ln w="0">
            <a:noFill/>
          </a:ln>
        </p:spPr>
      </p:pic>
      <p:pic>
        <p:nvPicPr>
          <p:cNvPr id="1523" name="New picture"/>
          <p:cNvPicPr/>
          <p:nvPr/>
        </p:nvPicPr>
        <p:blipFill>
          <a:blip r:embed="rId907"/>
          <a:srcRect/>
          <a:stretch>
            <a:fillRect/>
          </a:stretch>
        </p:blipFill>
        <p:spPr>
          <a:xfrm>
            <a:off x="825532" y="5537550"/>
            <a:ext cx="77915" cy="82391"/>
          </a:xfrm>
          <a:prstGeom prst="rect"/>
          <a:ln w="0">
            <a:noFill/>
          </a:ln>
        </p:spPr>
      </p:pic>
      <p:sp>
        <p:nvSpPr>
          <p:cNvPr id="1524" name="New shape"/>
          <p:cNvSpPr/>
          <p:nvPr/>
        </p:nvSpPr>
        <p:spPr>
          <a:xfrm>
            <a:off x="839248" y="5548218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5" name="New picture"/>
          <p:cNvPicPr/>
          <p:nvPr/>
        </p:nvPicPr>
        <p:blipFill>
          <a:blip r:embed="rId908"/>
          <a:srcRect/>
          <a:stretch>
            <a:fillRect/>
          </a:stretch>
        </p:blipFill>
        <p:spPr>
          <a:xfrm>
            <a:off x="915638" y="5537549"/>
            <a:ext cx="76390" cy="119062"/>
          </a:xfrm>
          <a:prstGeom prst="rect"/>
          <a:ln w="0">
            <a:noFill/>
          </a:ln>
        </p:spPr>
      </p:pic>
      <p:sp>
        <p:nvSpPr>
          <p:cNvPr id="1526" name="New shape"/>
          <p:cNvSpPr/>
          <p:nvPr/>
        </p:nvSpPr>
        <p:spPr>
          <a:xfrm>
            <a:off x="930878" y="5546693"/>
            <a:ext cx="41243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27" name="New shape"/>
          <p:cNvSpPr/>
          <p:nvPr/>
        </p:nvSpPr>
        <p:spPr>
          <a:xfrm>
            <a:off x="927830" y="5616892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8" name="New picture"/>
          <p:cNvPicPr/>
          <p:nvPr/>
        </p:nvPicPr>
        <p:blipFill>
          <a:blip r:embed="rId909"/>
          <a:srcRect/>
          <a:stretch>
            <a:fillRect/>
          </a:stretch>
        </p:blipFill>
        <p:spPr>
          <a:xfrm>
            <a:off x="1008793" y="5537550"/>
            <a:ext cx="42767" cy="79343"/>
          </a:xfrm>
          <a:prstGeom prst="rect"/>
          <a:ln w="0">
            <a:noFill/>
          </a:ln>
        </p:spPr>
      </p:pic>
      <p:pic>
        <p:nvPicPr>
          <p:cNvPr id="1529" name="New picture"/>
          <p:cNvPicPr/>
          <p:nvPr/>
        </p:nvPicPr>
        <p:blipFill>
          <a:blip r:embed="rId910"/>
          <a:srcRect/>
          <a:stretch>
            <a:fillRect/>
          </a:stretch>
        </p:blipFill>
        <p:spPr>
          <a:xfrm>
            <a:off x="1056132" y="5537550"/>
            <a:ext cx="65627" cy="82486"/>
          </a:xfrm>
          <a:prstGeom prst="rect"/>
          <a:ln w="0">
            <a:noFill/>
          </a:ln>
        </p:spPr>
      </p:pic>
      <p:sp>
        <p:nvSpPr>
          <p:cNvPr id="1530" name="New shape"/>
          <p:cNvSpPr/>
          <p:nvPr/>
        </p:nvSpPr>
        <p:spPr>
          <a:xfrm>
            <a:off x="1068324" y="5578793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1" name="New picture"/>
          <p:cNvPicPr/>
          <p:nvPr/>
        </p:nvPicPr>
        <p:blipFill>
          <a:blip r:embed="rId911"/>
          <a:srcRect/>
          <a:stretch>
            <a:fillRect/>
          </a:stretch>
        </p:blipFill>
        <p:spPr>
          <a:xfrm>
            <a:off x="1144714" y="5537550"/>
            <a:ext cx="120587" cy="79343"/>
          </a:xfrm>
          <a:prstGeom prst="rect"/>
          <a:ln w="0">
            <a:noFill/>
          </a:ln>
        </p:spPr>
      </p:pic>
      <p:pic>
        <p:nvPicPr>
          <p:cNvPr id="1532" name="New picture"/>
          <p:cNvPicPr/>
          <p:nvPr/>
        </p:nvPicPr>
        <p:blipFill>
          <a:blip r:embed="rId912"/>
          <a:srcRect/>
          <a:stretch>
            <a:fillRect/>
          </a:stretch>
        </p:blipFill>
        <p:spPr>
          <a:xfrm>
            <a:off x="1289780" y="5537550"/>
            <a:ext cx="120587" cy="79343"/>
          </a:xfrm>
          <a:prstGeom prst="rect"/>
          <a:ln w="0">
            <a:noFill/>
          </a:ln>
        </p:spPr>
      </p:pic>
      <p:pic>
        <p:nvPicPr>
          <p:cNvPr id="1533" name="New picture"/>
          <p:cNvPicPr/>
          <p:nvPr/>
        </p:nvPicPr>
        <p:blipFill>
          <a:blip r:embed="rId913"/>
          <a:srcRect/>
          <a:stretch>
            <a:fillRect/>
          </a:stretch>
        </p:blipFill>
        <p:spPr>
          <a:xfrm>
            <a:off x="1427226" y="5537550"/>
            <a:ext cx="67151" cy="82391"/>
          </a:xfrm>
          <a:prstGeom prst="rect"/>
          <a:ln w="0">
            <a:noFill/>
          </a:ln>
        </p:spPr>
      </p:pic>
      <p:sp>
        <p:nvSpPr>
          <p:cNvPr id="1534" name="New shape"/>
          <p:cNvSpPr/>
          <p:nvPr/>
        </p:nvSpPr>
        <p:spPr>
          <a:xfrm>
            <a:off x="1440942" y="557879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5" name="New picture"/>
          <p:cNvPicPr/>
          <p:nvPr/>
        </p:nvPicPr>
        <p:blipFill>
          <a:blip r:embed="rId914"/>
          <a:srcRect/>
          <a:stretch>
            <a:fillRect/>
          </a:stretch>
        </p:blipFill>
        <p:spPr>
          <a:xfrm>
            <a:off x="1506664" y="5516118"/>
            <a:ext cx="47339" cy="103822"/>
          </a:xfrm>
          <a:prstGeom prst="rect"/>
          <a:ln w="0">
            <a:noFill/>
          </a:ln>
        </p:spPr>
      </p:pic>
      <p:sp>
        <p:nvSpPr>
          <p:cNvPr id="1536" name="New shape"/>
          <p:cNvSpPr/>
          <p:nvPr/>
        </p:nvSpPr>
        <p:spPr>
          <a:xfrm>
            <a:off x="1572292" y="553907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7" name="New picture"/>
          <p:cNvPicPr/>
          <p:nvPr/>
        </p:nvPicPr>
        <p:blipFill>
          <a:blip r:embed="rId915"/>
          <a:srcRect/>
          <a:stretch>
            <a:fillRect/>
          </a:stretch>
        </p:blipFill>
        <p:spPr>
          <a:xfrm>
            <a:off x="1570768" y="5505450"/>
            <a:ext cx="16764" cy="15335"/>
          </a:xfrm>
          <a:prstGeom prst="rect"/>
          <a:ln w="0">
            <a:noFill/>
          </a:ln>
        </p:spPr>
      </p:pic>
      <p:pic>
        <p:nvPicPr>
          <p:cNvPr id="1538" name="New picture"/>
          <p:cNvPicPr/>
          <p:nvPr/>
        </p:nvPicPr>
        <p:blipFill>
          <a:blip r:embed="rId916"/>
          <a:srcRect/>
          <a:stretch>
            <a:fillRect/>
          </a:stretch>
        </p:blipFill>
        <p:spPr>
          <a:xfrm>
            <a:off x="1605820" y="5537550"/>
            <a:ext cx="77915" cy="82391"/>
          </a:xfrm>
          <a:prstGeom prst="rect"/>
          <a:ln w="0">
            <a:noFill/>
          </a:ln>
        </p:spPr>
      </p:pic>
      <p:sp>
        <p:nvSpPr>
          <p:cNvPr id="1539" name="New shape"/>
          <p:cNvSpPr/>
          <p:nvPr/>
        </p:nvSpPr>
        <p:spPr>
          <a:xfrm>
            <a:off x="1619631" y="554821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0" name="New picture"/>
          <p:cNvPicPr/>
          <p:nvPr/>
        </p:nvPicPr>
        <p:blipFill>
          <a:blip r:embed="rId917"/>
          <a:srcRect/>
          <a:stretch>
            <a:fillRect/>
          </a:stretch>
        </p:blipFill>
        <p:spPr>
          <a:xfrm>
            <a:off x="1703546" y="5537645"/>
            <a:ext cx="70294" cy="79343"/>
          </a:xfrm>
          <a:prstGeom prst="rect"/>
          <a:ln w="0">
            <a:noFill/>
          </a:ln>
        </p:spPr>
      </p:pic>
      <p:pic>
        <p:nvPicPr>
          <p:cNvPr id="1541" name="New picture"/>
          <p:cNvPicPr/>
          <p:nvPr/>
        </p:nvPicPr>
        <p:blipFill>
          <a:blip r:embed="rId918"/>
          <a:srcRect/>
          <a:stretch>
            <a:fillRect/>
          </a:stretch>
        </p:blipFill>
        <p:spPr>
          <a:xfrm>
            <a:off x="1798225" y="5601652"/>
            <a:ext cx="16764" cy="16764"/>
          </a:xfrm>
          <a:prstGeom prst="rect"/>
          <a:ln w="0">
            <a:noFill/>
          </a:ln>
        </p:spPr>
      </p:pic>
      <p:pic>
        <p:nvPicPr>
          <p:cNvPr id="1542" name="New picture"/>
          <p:cNvPicPr/>
          <p:nvPr/>
        </p:nvPicPr>
        <p:blipFill>
          <a:blip r:embed="rId919"/>
          <a:srcRect/>
          <a:stretch>
            <a:fillRect/>
          </a:stretch>
        </p:blipFill>
        <p:spPr>
          <a:xfrm>
            <a:off x="1880711" y="5508593"/>
            <a:ext cx="62579" cy="108300"/>
          </a:xfrm>
          <a:prstGeom prst="rect"/>
          <a:ln w="0">
            <a:noFill/>
          </a:ln>
        </p:spPr>
      </p:pic>
      <p:pic>
        <p:nvPicPr>
          <p:cNvPr id="1543" name="New picture"/>
          <p:cNvPicPr/>
          <p:nvPr/>
        </p:nvPicPr>
        <p:blipFill>
          <a:blip r:embed="rId920"/>
          <a:srcRect/>
          <a:stretch>
            <a:fillRect/>
          </a:stretch>
        </p:blipFill>
        <p:spPr>
          <a:xfrm>
            <a:off x="1949481" y="5537644"/>
            <a:ext cx="71723" cy="82391"/>
          </a:xfrm>
          <a:prstGeom prst="rect"/>
          <a:ln w="0">
            <a:noFill/>
          </a:ln>
        </p:spPr>
      </p:pic>
      <p:sp>
        <p:nvSpPr>
          <p:cNvPr id="1544" name="New shape"/>
          <p:cNvSpPr/>
          <p:nvPr/>
        </p:nvSpPr>
        <p:spPr>
          <a:xfrm>
            <a:off x="1963198" y="55467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5" name="New picture"/>
          <p:cNvPicPr/>
          <p:nvPr/>
        </p:nvPicPr>
        <p:blipFill>
          <a:blip r:embed="rId921"/>
          <a:srcRect/>
          <a:stretch>
            <a:fillRect/>
          </a:stretch>
        </p:blipFill>
        <p:spPr>
          <a:xfrm>
            <a:off x="2080736" y="5537645"/>
            <a:ext cx="120682" cy="79343"/>
          </a:xfrm>
          <a:prstGeom prst="rect"/>
          <a:ln w="0">
            <a:noFill/>
          </a:ln>
        </p:spPr>
      </p:pic>
      <p:pic>
        <p:nvPicPr>
          <p:cNvPr id="1546" name="New picture"/>
          <p:cNvPicPr/>
          <p:nvPr/>
        </p:nvPicPr>
        <p:blipFill>
          <a:blip r:embed="rId922"/>
          <a:srcRect/>
          <a:stretch>
            <a:fillRect/>
          </a:stretch>
        </p:blipFill>
        <p:spPr>
          <a:xfrm>
            <a:off x="2218182" y="5537550"/>
            <a:ext cx="65627" cy="82391"/>
          </a:xfrm>
          <a:prstGeom prst="rect"/>
          <a:ln w="0">
            <a:noFill/>
          </a:ln>
        </p:spPr>
      </p:pic>
      <p:sp>
        <p:nvSpPr>
          <p:cNvPr id="1547" name="New shape"/>
          <p:cNvSpPr/>
          <p:nvPr/>
        </p:nvSpPr>
        <p:spPr>
          <a:xfrm>
            <a:off x="2231898" y="557879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8" name="New picture"/>
          <p:cNvPicPr/>
          <p:nvPr/>
        </p:nvPicPr>
        <p:blipFill>
          <a:blip r:embed="rId923"/>
          <a:srcRect/>
          <a:stretch>
            <a:fillRect/>
          </a:stretch>
        </p:blipFill>
        <p:spPr>
          <a:xfrm>
            <a:off x="2303716" y="5537549"/>
            <a:ext cx="64199" cy="82391"/>
          </a:xfrm>
          <a:prstGeom prst="rect"/>
          <a:ln w="0">
            <a:noFill/>
          </a:ln>
        </p:spPr>
      </p:pic>
      <p:pic>
        <p:nvPicPr>
          <p:cNvPr id="1549" name="New picture"/>
          <p:cNvPicPr/>
          <p:nvPr/>
        </p:nvPicPr>
        <p:blipFill>
          <a:blip r:embed="rId924"/>
          <a:srcRect/>
          <a:stretch>
            <a:fillRect/>
          </a:stretch>
        </p:blipFill>
        <p:spPr>
          <a:xfrm>
            <a:off x="2386203" y="5508593"/>
            <a:ext cx="68770" cy="108299"/>
          </a:xfrm>
          <a:prstGeom prst="rect"/>
          <a:ln w="0">
            <a:noFill/>
          </a:ln>
        </p:spPr>
      </p:pic>
      <p:sp>
        <p:nvSpPr>
          <p:cNvPr id="1550" name="New shape"/>
          <p:cNvSpPr/>
          <p:nvPr/>
        </p:nvSpPr>
        <p:spPr>
          <a:xfrm>
            <a:off x="2479357" y="553907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1" name="New picture"/>
          <p:cNvPicPr/>
          <p:nvPr/>
        </p:nvPicPr>
        <p:blipFill>
          <a:blip r:embed="rId925"/>
          <a:srcRect/>
          <a:stretch>
            <a:fillRect/>
          </a:stretch>
        </p:blipFill>
        <p:spPr>
          <a:xfrm>
            <a:off x="2477833" y="5505450"/>
            <a:ext cx="16764" cy="15335"/>
          </a:xfrm>
          <a:prstGeom prst="rect"/>
          <a:ln w="0">
            <a:noFill/>
          </a:ln>
        </p:spPr>
      </p:pic>
      <p:pic>
        <p:nvPicPr>
          <p:cNvPr id="1552" name="New picture"/>
          <p:cNvPicPr/>
          <p:nvPr/>
        </p:nvPicPr>
        <p:blipFill>
          <a:blip r:embed="rId926"/>
          <a:srcRect/>
          <a:stretch>
            <a:fillRect/>
          </a:stretch>
        </p:blipFill>
        <p:spPr>
          <a:xfrm>
            <a:off x="2517458" y="5537645"/>
            <a:ext cx="70294" cy="79343"/>
          </a:xfrm>
          <a:prstGeom prst="rect"/>
          <a:ln w="0">
            <a:noFill/>
          </a:ln>
        </p:spPr>
      </p:pic>
      <p:pic>
        <p:nvPicPr>
          <p:cNvPr id="1553" name="New picture"/>
          <p:cNvPicPr/>
          <p:nvPr/>
        </p:nvPicPr>
        <p:blipFill>
          <a:blip r:embed="rId927"/>
          <a:srcRect/>
          <a:stretch>
            <a:fillRect/>
          </a:stretch>
        </p:blipFill>
        <p:spPr>
          <a:xfrm>
            <a:off x="2607659" y="5537549"/>
            <a:ext cx="71723" cy="82391"/>
          </a:xfrm>
          <a:prstGeom prst="rect"/>
          <a:ln w="0">
            <a:noFill/>
          </a:ln>
        </p:spPr>
      </p:pic>
      <p:sp>
        <p:nvSpPr>
          <p:cNvPr id="1554" name="New shape"/>
          <p:cNvSpPr/>
          <p:nvPr/>
        </p:nvSpPr>
        <p:spPr>
          <a:xfrm>
            <a:off x="2621375" y="554669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55" name="New shape"/>
          <p:cNvSpPr/>
          <p:nvPr/>
        </p:nvSpPr>
        <p:spPr>
          <a:xfrm>
            <a:off x="2738628" y="55092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6" name="New picture"/>
          <p:cNvPicPr/>
          <p:nvPr/>
        </p:nvPicPr>
        <p:blipFill>
          <a:blip r:embed="rId928"/>
          <a:srcRect/>
          <a:stretch>
            <a:fillRect/>
          </a:stretch>
        </p:blipFill>
        <p:spPr>
          <a:xfrm>
            <a:off x="2772442" y="5537549"/>
            <a:ext cx="71818" cy="82391"/>
          </a:xfrm>
          <a:prstGeom prst="rect"/>
          <a:ln w="0">
            <a:noFill/>
          </a:ln>
        </p:spPr>
      </p:pic>
      <p:sp>
        <p:nvSpPr>
          <p:cNvPr id="1557" name="New shape"/>
          <p:cNvSpPr/>
          <p:nvPr/>
        </p:nvSpPr>
        <p:spPr>
          <a:xfrm>
            <a:off x="2786253" y="5546693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8" name="New picture"/>
          <p:cNvPicPr/>
          <p:nvPr/>
        </p:nvPicPr>
        <p:blipFill>
          <a:blip r:embed="rId929"/>
          <a:srcRect/>
          <a:stretch>
            <a:fillRect/>
          </a:stretch>
        </p:blipFill>
        <p:spPr>
          <a:xfrm>
            <a:off x="2857976" y="5537550"/>
            <a:ext cx="65723" cy="82486"/>
          </a:xfrm>
          <a:prstGeom prst="rect"/>
          <a:ln w="0">
            <a:noFill/>
          </a:ln>
        </p:spPr>
      </p:pic>
      <p:sp>
        <p:nvSpPr>
          <p:cNvPr id="1559" name="New shape"/>
          <p:cNvSpPr/>
          <p:nvPr/>
        </p:nvSpPr>
        <p:spPr>
          <a:xfrm>
            <a:off x="2871787" y="557879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0" name="New picture"/>
          <p:cNvPicPr/>
          <p:nvPr/>
        </p:nvPicPr>
        <p:blipFill>
          <a:blip r:embed="rId930"/>
          <a:srcRect/>
          <a:stretch>
            <a:fillRect/>
          </a:stretch>
        </p:blipFill>
        <p:spPr>
          <a:xfrm>
            <a:off x="2948083" y="5537550"/>
            <a:ext cx="42767" cy="79343"/>
          </a:xfrm>
          <a:prstGeom prst="rect"/>
          <a:ln w="0">
            <a:noFill/>
          </a:ln>
        </p:spPr>
      </p:pic>
      <p:pic>
        <p:nvPicPr>
          <p:cNvPr id="1561" name="New picture"/>
          <p:cNvPicPr/>
          <p:nvPr/>
        </p:nvPicPr>
        <p:blipFill>
          <a:blip r:embed="rId931"/>
          <a:srcRect/>
          <a:stretch>
            <a:fillRect/>
          </a:stretch>
        </p:blipFill>
        <p:spPr>
          <a:xfrm>
            <a:off x="3003138" y="5537645"/>
            <a:ext cx="70294" cy="79343"/>
          </a:xfrm>
          <a:prstGeom prst="rect"/>
          <a:ln w="0">
            <a:noFill/>
          </a:ln>
        </p:spPr>
      </p:pic>
      <p:sp>
        <p:nvSpPr>
          <p:cNvPr id="1562" name="New shape"/>
          <p:cNvSpPr/>
          <p:nvPr/>
        </p:nvSpPr>
        <p:spPr>
          <a:xfrm>
            <a:off x="3097816" y="553907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3" name="New picture"/>
          <p:cNvPicPr/>
          <p:nvPr/>
        </p:nvPicPr>
        <p:blipFill>
          <a:blip r:embed="rId932"/>
          <a:srcRect/>
          <a:stretch>
            <a:fillRect/>
          </a:stretch>
        </p:blipFill>
        <p:spPr>
          <a:xfrm>
            <a:off x="3096292" y="5505546"/>
            <a:ext cx="16764" cy="15240"/>
          </a:xfrm>
          <a:prstGeom prst="rect"/>
          <a:ln w="0">
            <a:noFill/>
          </a:ln>
        </p:spPr>
      </p:pic>
      <p:pic>
        <p:nvPicPr>
          <p:cNvPr id="1564" name="New picture"/>
          <p:cNvPicPr/>
          <p:nvPr/>
        </p:nvPicPr>
        <p:blipFill>
          <a:blip r:embed="rId933"/>
          <a:srcRect/>
          <a:stretch>
            <a:fillRect/>
          </a:stretch>
        </p:blipFill>
        <p:spPr>
          <a:xfrm>
            <a:off x="3137440" y="5537645"/>
            <a:ext cx="68675" cy="79343"/>
          </a:xfrm>
          <a:prstGeom prst="rect"/>
          <a:ln w="0">
            <a:noFill/>
          </a:ln>
        </p:spPr>
      </p:pic>
      <p:pic>
        <p:nvPicPr>
          <p:cNvPr id="1565" name="New picture"/>
          <p:cNvPicPr/>
          <p:nvPr/>
        </p:nvPicPr>
        <p:blipFill>
          <a:blip r:embed="rId934"/>
          <a:srcRect/>
          <a:stretch>
            <a:fillRect/>
          </a:stretch>
        </p:blipFill>
        <p:spPr>
          <a:xfrm>
            <a:off x="3221450" y="5537644"/>
            <a:ext cx="77819" cy="119062"/>
          </a:xfrm>
          <a:prstGeom prst="rect"/>
          <a:ln w="0">
            <a:noFill/>
          </a:ln>
        </p:spPr>
      </p:pic>
      <p:sp>
        <p:nvSpPr>
          <p:cNvPr id="1566" name="New shape"/>
          <p:cNvSpPr/>
          <p:nvPr/>
        </p:nvSpPr>
        <p:spPr>
          <a:xfrm>
            <a:off x="3238214" y="5546788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67" name="New shape"/>
          <p:cNvSpPr/>
          <p:nvPr/>
        </p:nvSpPr>
        <p:spPr>
          <a:xfrm>
            <a:off x="3233643" y="5616987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8" name="New picture"/>
          <p:cNvPicPr/>
          <p:nvPr/>
        </p:nvPicPr>
        <p:blipFill>
          <a:blip r:embed="rId935"/>
          <a:srcRect/>
          <a:stretch>
            <a:fillRect/>
          </a:stretch>
        </p:blipFill>
        <p:spPr>
          <a:xfrm>
            <a:off x="3346704" y="5537549"/>
            <a:ext cx="58007" cy="82391"/>
          </a:xfrm>
          <a:prstGeom prst="rect"/>
          <a:ln w="0">
            <a:noFill/>
          </a:ln>
        </p:spPr>
      </p:pic>
      <p:sp>
        <p:nvSpPr>
          <p:cNvPr id="1569" name="New shape"/>
          <p:cNvSpPr/>
          <p:nvPr/>
        </p:nvSpPr>
        <p:spPr>
          <a:xfrm>
            <a:off x="3419951" y="5508593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0" name="New picture"/>
          <p:cNvPicPr/>
          <p:nvPr/>
        </p:nvPicPr>
        <p:blipFill>
          <a:blip r:embed="rId936"/>
          <a:srcRect/>
          <a:stretch>
            <a:fillRect/>
          </a:stretch>
        </p:blipFill>
        <p:spPr>
          <a:xfrm>
            <a:off x="3449003" y="5537550"/>
            <a:ext cx="65627" cy="82391"/>
          </a:xfrm>
          <a:prstGeom prst="rect"/>
          <a:ln w="0">
            <a:noFill/>
          </a:ln>
        </p:spPr>
      </p:pic>
      <p:sp>
        <p:nvSpPr>
          <p:cNvPr id="1571" name="New shape"/>
          <p:cNvSpPr/>
          <p:nvPr/>
        </p:nvSpPr>
        <p:spPr>
          <a:xfrm>
            <a:off x="3462718" y="557879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2" name="New picture"/>
          <p:cNvPicPr/>
          <p:nvPr/>
        </p:nvPicPr>
        <p:blipFill>
          <a:blip r:embed="rId937"/>
          <a:srcRect/>
          <a:stretch>
            <a:fillRect/>
          </a:stretch>
        </p:blipFill>
        <p:spPr>
          <a:xfrm>
            <a:off x="3537585" y="5537550"/>
            <a:ext cx="76295" cy="117539"/>
          </a:xfrm>
          <a:prstGeom prst="rect"/>
          <a:ln w="0">
            <a:noFill/>
          </a:ln>
        </p:spPr>
      </p:pic>
      <p:sp>
        <p:nvSpPr>
          <p:cNvPr id="1573" name="New shape"/>
          <p:cNvSpPr/>
          <p:nvPr/>
        </p:nvSpPr>
        <p:spPr>
          <a:xfrm>
            <a:off x="3552825" y="5548313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4" name="New picture"/>
          <p:cNvPicPr/>
          <p:nvPr/>
        </p:nvPicPr>
        <p:blipFill>
          <a:blip r:embed="rId938"/>
          <a:srcRect/>
          <a:stretch>
            <a:fillRect/>
          </a:stretch>
        </p:blipFill>
        <p:spPr>
          <a:xfrm>
            <a:off x="3633788" y="5537550"/>
            <a:ext cx="74771" cy="117539"/>
          </a:xfrm>
          <a:prstGeom prst="rect"/>
          <a:ln w="0">
            <a:noFill/>
          </a:ln>
        </p:spPr>
      </p:pic>
      <p:sp>
        <p:nvSpPr>
          <p:cNvPr id="1575" name="New shape"/>
          <p:cNvSpPr/>
          <p:nvPr/>
        </p:nvSpPr>
        <p:spPr>
          <a:xfrm>
            <a:off x="3647504" y="5548313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6" name="New picture"/>
          <p:cNvPicPr/>
          <p:nvPr/>
        </p:nvPicPr>
        <p:blipFill>
          <a:blip r:embed="rId939"/>
          <a:srcRect/>
          <a:stretch>
            <a:fillRect/>
          </a:stretch>
        </p:blipFill>
        <p:spPr>
          <a:xfrm>
            <a:off x="3728466" y="5539073"/>
            <a:ext cx="70199" cy="80962"/>
          </a:xfrm>
          <a:prstGeom prst="rect"/>
          <a:ln w="0">
            <a:noFill/>
          </a:ln>
        </p:spPr>
      </p:pic>
      <p:sp>
        <p:nvSpPr>
          <p:cNvPr id="1577" name="New shape"/>
          <p:cNvSpPr/>
          <p:nvPr/>
        </p:nvSpPr>
        <p:spPr>
          <a:xfrm>
            <a:off x="3823145" y="553907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8" name="New picture"/>
          <p:cNvPicPr/>
          <p:nvPr/>
        </p:nvPicPr>
        <p:blipFill>
          <a:blip r:embed="rId940"/>
          <a:srcRect/>
          <a:stretch>
            <a:fillRect/>
          </a:stretch>
        </p:blipFill>
        <p:spPr>
          <a:xfrm>
            <a:off x="3821620" y="5505546"/>
            <a:ext cx="16764" cy="15240"/>
          </a:xfrm>
          <a:prstGeom prst="rect"/>
          <a:ln w="0">
            <a:noFill/>
          </a:ln>
        </p:spPr>
      </p:pic>
      <p:pic>
        <p:nvPicPr>
          <p:cNvPr id="1579" name="New picture"/>
          <p:cNvPicPr/>
          <p:nvPr/>
        </p:nvPicPr>
        <p:blipFill>
          <a:blip r:embed="rId941"/>
          <a:srcRect/>
          <a:stretch>
            <a:fillRect/>
          </a:stretch>
        </p:blipFill>
        <p:spPr>
          <a:xfrm>
            <a:off x="3858292" y="5537644"/>
            <a:ext cx="70199" cy="82391"/>
          </a:xfrm>
          <a:prstGeom prst="rect"/>
          <a:ln w="0">
            <a:noFill/>
          </a:ln>
        </p:spPr>
      </p:pic>
      <p:sp>
        <p:nvSpPr>
          <p:cNvPr id="1580" name="New shape"/>
          <p:cNvSpPr/>
          <p:nvPr/>
        </p:nvSpPr>
        <p:spPr>
          <a:xfrm>
            <a:off x="3870484" y="55467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1" name="New picture"/>
          <p:cNvPicPr/>
          <p:nvPr/>
        </p:nvPicPr>
        <p:blipFill>
          <a:blip r:embed="rId942"/>
          <a:srcRect/>
          <a:stretch>
            <a:fillRect/>
          </a:stretch>
        </p:blipFill>
        <p:spPr>
          <a:xfrm>
            <a:off x="3978878" y="5537644"/>
            <a:ext cx="77915" cy="119062"/>
          </a:xfrm>
          <a:prstGeom prst="rect"/>
          <a:ln w="0">
            <a:noFill/>
          </a:ln>
        </p:spPr>
      </p:pic>
      <p:sp>
        <p:nvSpPr>
          <p:cNvPr id="1582" name="New shape"/>
          <p:cNvSpPr/>
          <p:nvPr/>
        </p:nvSpPr>
        <p:spPr>
          <a:xfrm>
            <a:off x="3995643" y="5546788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3" name="New shape"/>
          <p:cNvSpPr/>
          <p:nvPr/>
        </p:nvSpPr>
        <p:spPr>
          <a:xfrm>
            <a:off x="3991070" y="5616987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4" name="New picture"/>
          <p:cNvPicPr/>
          <p:nvPr/>
        </p:nvPicPr>
        <p:blipFill>
          <a:blip r:embed="rId943"/>
          <a:srcRect/>
          <a:stretch>
            <a:fillRect/>
          </a:stretch>
        </p:blipFill>
        <p:spPr>
          <a:xfrm>
            <a:off x="4067461" y="5537550"/>
            <a:ext cx="70199" cy="82487"/>
          </a:xfrm>
          <a:prstGeom prst="rect"/>
          <a:ln w="0">
            <a:noFill/>
          </a:ln>
        </p:spPr>
      </p:pic>
      <p:sp>
        <p:nvSpPr>
          <p:cNvPr id="1585" name="New shape"/>
          <p:cNvSpPr/>
          <p:nvPr/>
        </p:nvSpPr>
        <p:spPr>
          <a:xfrm>
            <a:off x="4079653" y="554669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6" name="New shape"/>
          <p:cNvSpPr/>
          <p:nvPr/>
        </p:nvSpPr>
        <p:spPr>
          <a:xfrm>
            <a:off x="4090321" y="5502497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7" name="New picture"/>
          <p:cNvPicPr/>
          <p:nvPr/>
        </p:nvPicPr>
        <p:blipFill>
          <a:blip r:embed="rId944"/>
          <a:srcRect/>
          <a:stretch>
            <a:fillRect/>
          </a:stretch>
        </p:blipFill>
        <p:spPr>
          <a:xfrm>
            <a:off x="4157567" y="5537645"/>
            <a:ext cx="70295" cy="79343"/>
          </a:xfrm>
          <a:prstGeom prst="rect"/>
          <a:ln w="0">
            <a:noFill/>
          </a:ln>
        </p:spPr>
      </p:pic>
      <p:pic>
        <p:nvPicPr>
          <p:cNvPr id="1588" name="New picture"/>
          <p:cNvPicPr/>
          <p:nvPr/>
        </p:nvPicPr>
        <p:blipFill>
          <a:blip r:embed="rId945"/>
          <a:srcRect/>
          <a:stretch>
            <a:fillRect/>
          </a:stretch>
        </p:blipFill>
        <p:spPr>
          <a:xfrm>
            <a:off x="4247674" y="5537549"/>
            <a:ext cx="70199" cy="82391"/>
          </a:xfrm>
          <a:prstGeom prst="rect"/>
          <a:ln w="0">
            <a:noFill/>
          </a:ln>
        </p:spPr>
      </p:pic>
      <p:sp>
        <p:nvSpPr>
          <p:cNvPr id="1589" name="New shape"/>
          <p:cNvSpPr/>
          <p:nvPr/>
        </p:nvSpPr>
        <p:spPr>
          <a:xfrm>
            <a:off x="4259866" y="554669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90" name="New shape"/>
          <p:cNvSpPr/>
          <p:nvPr/>
        </p:nvSpPr>
        <p:spPr>
          <a:xfrm>
            <a:off x="4270534" y="5502497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1" name="New picture"/>
          <p:cNvPicPr/>
          <p:nvPr/>
        </p:nvPicPr>
        <p:blipFill>
          <a:blip r:embed="rId946"/>
          <a:srcRect/>
          <a:stretch>
            <a:fillRect/>
          </a:stretch>
        </p:blipFill>
        <p:spPr>
          <a:xfrm>
            <a:off x="4337590" y="5537645"/>
            <a:ext cx="42767" cy="79343"/>
          </a:xfrm>
          <a:prstGeom prst="rect"/>
          <a:ln w="0">
            <a:noFill/>
          </a:ln>
        </p:spPr>
      </p:pic>
      <p:pic>
        <p:nvPicPr>
          <p:cNvPr id="1592" name="New picture"/>
          <p:cNvPicPr/>
          <p:nvPr/>
        </p:nvPicPr>
        <p:blipFill>
          <a:blip r:embed="rId947"/>
          <a:srcRect/>
          <a:stretch>
            <a:fillRect/>
          </a:stretch>
        </p:blipFill>
        <p:spPr>
          <a:xfrm>
            <a:off x="4385024" y="5537550"/>
            <a:ext cx="65722" cy="82391"/>
          </a:xfrm>
          <a:prstGeom prst="rect"/>
          <a:ln w="0">
            <a:noFill/>
          </a:ln>
        </p:spPr>
      </p:pic>
      <p:sp>
        <p:nvSpPr>
          <p:cNvPr id="1593" name="New shape"/>
          <p:cNvSpPr/>
          <p:nvPr/>
        </p:nvSpPr>
        <p:spPr>
          <a:xfrm>
            <a:off x="4398740" y="557879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94" name="New shape"/>
          <p:cNvSpPr/>
          <p:nvPr/>
        </p:nvSpPr>
        <p:spPr>
          <a:xfrm>
            <a:off x="4474464" y="55092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5" name="New picture"/>
          <p:cNvPicPr/>
          <p:nvPr/>
        </p:nvPicPr>
        <p:blipFill>
          <a:blip r:embed="rId948"/>
          <a:srcRect/>
          <a:stretch>
            <a:fillRect/>
          </a:stretch>
        </p:blipFill>
        <p:spPr>
          <a:xfrm>
            <a:off x="4508754" y="5537644"/>
            <a:ext cx="71723" cy="82391"/>
          </a:xfrm>
          <a:prstGeom prst="rect"/>
          <a:ln w="0">
            <a:noFill/>
          </a:ln>
        </p:spPr>
      </p:pic>
      <p:sp>
        <p:nvSpPr>
          <p:cNvPr id="1596" name="New shape"/>
          <p:cNvSpPr/>
          <p:nvPr/>
        </p:nvSpPr>
        <p:spPr>
          <a:xfrm>
            <a:off x="4522470" y="55467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7" name="New picture"/>
          <p:cNvPicPr/>
          <p:nvPr/>
        </p:nvPicPr>
        <p:blipFill>
          <a:blip r:embed="rId949"/>
          <a:srcRect/>
          <a:stretch>
            <a:fillRect/>
          </a:stretch>
        </p:blipFill>
        <p:spPr>
          <a:xfrm>
            <a:off x="4600385" y="5537550"/>
            <a:ext cx="120586" cy="79343"/>
          </a:xfrm>
          <a:prstGeom prst="rect"/>
          <a:ln w="0">
            <a:noFill/>
          </a:ln>
        </p:spPr>
      </p:pic>
      <p:pic>
        <p:nvPicPr>
          <p:cNvPr id="1598" name="New picture"/>
          <p:cNvPicPr/>
          <p:nvPr/>
        </p:nvPicPr>
        <p:blipFill>
          <a:blip r:embed="rId950"/>
          <a:srcRect/>
          <a:stretch>
            <a:fillRect/>
          </a:stretch>
        </p:blipFill>
        <p:spPr>
          <a:xfrm>
            <a:off x="4740879" y="5537549"/>
            <a:ext cx="71723" cy="82391"/>
          </a:xfrm>
          <a:prstGeom prst="rect"/>
          <a:ln w="0">
            <a:noFill/>
          </a:ln>
        </p:spPr>
      </p:pic>
      <p:sp>
        <p:nvSpPr>
          <p:cNvPr id="1599" name="New shape"/>
          <p:cNvSpPr/>
          <p:nvPr/>
        </p:nvSpPr>
        <p:spPr>
          <a:xfrm>
            <a:off x="4754594" y="554669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0" name="New picture"/>
          <p:cNvPicPr/>
          <p:nvPr/>
        </p:nvPicPr>
        <p:blipFill>
          <a:blip r:embed="rId951"/>
          <a:srcRect/>
          <a:stretch>
            <a:fillRect/>
          </a:stretch>
        </p:blipFill>
        <p:spPr>
          <a:xfrm>
            <a:off x="4832509" y="5537645"/>
            <a:ext cx="68675" cy="79343"/>
          </a:xfrm>
          <a:prstGeom prst="rect"/>
          <a:ln w="0">
            <a:noFill/>
          </a:ln>
        </p:spPr>
      </p:pic>
      <p:pic>
        <p:nvPicPr>
          <p:cNvPr id="1601" name="New picture"/>
          <p:cNvPicPr/>
          <p:nvPr/>
        </p:nvPicPr>
        <p:blipFill>
          <a:blip r:embed="rId952"/>
          <a:srcRect/>
          <a:stretch>
            <a:fillRect/>
          </a:stretch>
        </p:blipFill>
        <p:spPr>
          <a:xfrm>
            <a:off x="4914900" y="5516214"/>
            <a:ext cx="47339" cy="103822"/>
          </a:xfrm>
          <a:prstGeom prst="rect"/>
          <a:ln w="0">
            <a:noFill/>
          </a:ln>
        </p:spPr>
      </p:pic>
      <p:pic>
        <p:nvPicPr>
          <p:cNvPr id="1602" name="New picture"/>
          <p:cNvPicPr/>
          <p:nvPr/>
        </p:nvPicPr>
        <p:blipFill>
          <a:blip r:embed="rId953"/>
          <a:srcRect/>
          <a:stretch>
            <a:fillRect/>
          </a:stretch>
        </p:blipFill>
        <p:spPr>
          <a:xfrm>
            <a:off x="5011103" y="5537549"/>
            <a:ext cx="58007" cy="82486"/>
          </a:xfrm>
          <a:prstGeom prst="rect"/>
          <a:ln w="0">
            <a:noFill/>
          </a:ln>
        </p:spPr>
      </p:pic>
      <p:pic>
        <p:nvPicPr>
          <p:cNvPr id="1603" name="New picture"/>
          <p:cNvPicPr/>
          <p:nvPr/>
        </p:nvPicPr>
        <p:blipFill>
          <a:blip r:embed="rId954"/>
          <a:srcRect/>
          <a:stretch>
            <a:fillRect/>
          </a:stretch>
        </p:blipFill>
        <p:spPr>
          <a:xfrm>
            <a:off x="5087493" y="5539168"/>
            <a:ext cx="68675" cy="80867"/>
          </a:xfrm>
          <a:prstGeom prst="rect"/>
          <a:ln w="0">
            <a:noFill/>
          </a:ln>
        </p:spPr>
      </p:pic>
      <p:pic>
        <p:nvPicPr>
          <p:cNvPr id="1604" name="New picture"/>
          <p:cNvPicPr/>
          <p:nvPr/>
        </p:nvPicPr>
        <p:blipFill>
          <a:blip r:embed="rId955"/>
          <a:srcRect/>
          <a:stretch>
            <a:fillRect/>
          </a:stretch>
        </p:blipFill>
        <p:spPr>
          <a:xfrm>
            <a:off x="5180552" y="5537645"/>
            <a:ext cx="42767" cy="79343"/>
          </a:xfrm>
          <a:prstGeom prst="rect"/>
          <a:ln w="0">
            <a:noFill/>
          </a:ln>
        </p:spPr>
      </p:pic>
      <p:pic>
        <p:nvPicPr>
          <p:cNvPr id="1605" name="New picture"/>
          <p:cNvPicPr/>
          <p:nvPr/>
        </p:nvPicPr>
        <p:blipFill>
          <a:blip r:embed="rId956"/>
          <a:srcRect/>
          <a:stretch>
            <a:fillRect/>
          </a:stretch>
        </p:blipFill>
        <p:spPr>
          <a:xfrm>
            <a:off x="5272278" y="5508498"/>
            <a:ext cx="74771" cy="111442"/>
          </a:xfrm>
          <a:prstGeom prst="rect"/>
          <a:ln w="0">
            <a:noFill/>
          </a:ln>
        </p:spPr>
      </p:pic>
      <p:sp>
        <p:nvSpPr>
          <p:cNvPr id="1606" name="New shape"/>
          <p:cNvSpPr/>
          <p:nvPr/>
        </p:nvSpPr>
        <p:spPr>
          <a:xfrm>
            <a:off x="5284470" y="554821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7" name="New picture"/>
          <p:cNvPicPr/>
          <p:nvPr/>
        </p:nvPicPr>
        <p:blipFill>
          <a:blip r:embed="rId957"/>
          <a:srcRect/>
          <a:stretch>
            <a:fillRect/>
          </a:stretch>
        </p:blipFill>
        <p:spPr>
          <a:xfrm>
            <a:off x="5366957" y="5537549"/>
            <a:ext cx="70199" cy="82391"/>
          </a:xfrm>
          <a:prstGeom prst="rect"/>
          <a:ln w="0">
            <a:noFill/>
          </a:ln>
        </p:spPr>
      </p:pic>
      <p:sp>
        <p:nvSpPr>
          <p:cNvPr id="1608" name="New shape"/>
          <p:cNvSpPr/>
          <p:nvPr/>
        </p:nvSpPr>
        <p:spPr>
          <a:xfrm>
            <a:off x="5379148" y="554669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9" name="New picture"/>
          <p:cNvPicPr/>
          <p:nvPr/>
        </p:nvPicPr>
        <p:blipFill>
          <a:blip r:embed="rId958"/>
          <a:srcRect/>
          <a:stretch>
            <a:fillRect/>
          </a:stretch>
        </p:blipFill>
        <p:spPr>
          <a:xfrm>
            <a:off x="5449443" y="5537549"/>
            <a:ext cx="58007" cy="82391"/>
          </a:xfrm>
          <a:prstGeom prst="rect"/>
          <a:ln w="0">
            <a:noFill/>
          </a:ln>
        </p:spPr>
      </p:pic>
      <p:pic>
        <p:nvPicPr>
          <p:cNvPr id="1610" name="New picture"/>
          <p:cNvPicPr/>
          <p:nvPr/>
        </p:nvPicPr>
        <p:blipFill>
          <a:blip r:embed="rId959"/>
          <a:srcRect/>
          <a:stretch>
            <a:fillRect/>
          </a:stretch>
        </p:blipFill>
        <p:spPr>
          <a:xfrm>
            <a:off x="5560981" y="5537549"/>
            <a:ext cx="64103" cy="82391"/>
          </a:xfrm>
          <a:prstGeom prst="rect"/>
          <a:ln w="0">
            <a:noFill/>
          </a:ln>
        </p:spPr>
      </p:pic>
      <p:pic>
        <p:nvPicPr>
          <p:cNvPr id="1611" name="New picture"/>
          <p:cNvPicPr/>
          <p:nvPr/>
        </p:nvPicPr>
        <p:blipFill>
          <a:blip r:embed="rId960"/>
          <a:srcRect/>
          <a:stretch>
            <a:fillRect/>
          </a:stretch>
        </p:blipFill>
        <p:spPr>
          <a:xfrm>
            <a:off x="5634132" y="5537550"/>
            <a:ext cx="79439" cy="82486"/>
          </a:xfrm>
          <a:prstGeom prst="rect"/>
          <a:ln w="0">
            <a:noFill/>
          </a:ln>
        </p:spPr>
      </p:pic>
      <p:sp>
        <p:nvSpPr>
          <p:cNvPr id="1612" name="New shape"/>
          <p:cNvSpPr/>
          <p:nvPr/>
        </p:nvSpPr>
        <p:spPr>
          <a:xfrm>
            <a:off x="5647944" y="5548218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3" name="New picture"/>
          <p:cNvPicPr/>
          <p:nvPr/>
        </p:nvPicPr>
        <p:blipFill>
          <a:blip r:embed="rId961"/>
          <a:srcRect/>
          <a:stretch>
            <a:fillRect/>
          </a:stretch>
        </p:blipFill>
        <p:spPr>
          <a:xfrm>
            <a:off x="5733383" y="5537645"/>
            <a:ext cx="68675" cy="79343"/>
          </a:xfrm>
          <a:prstGeom prst="rect"/>
          <a:ln w="0">
            <a:noFill/>
          </a:ln>
        </p:spPr>
      </p:pic>
      <p:pic>
        <p:nvPicPr>
          <p:cNvPr id="1614" name="New picture"/>
          <p:cNvPicPr/>
          <p:nvPr/>
        </p:nvPicPr>
        <p:blipFill>
          <a:blip r:embed="rId962"/>
          <a:srcRect/>
          <a:stretch>
            <a:fillRect/>
          </a:stretch>
        </p:blipFill>
        <p:spPr>
          <a:xfrm>
            <a:off x="5821966" y="5537549"/>
            <a:ext cx="64103" cy="82391"/>
          </a:xfrm>
          <a:prstGeom prst="rect"/>
          <a:ln w="0">
            <a:noFill/>
          </a:ln>
        </p:spPr>
      </p:pic>
      <p:pic>
        <p:nvPicPr>
          <p:cNvPr id="1615" name="New picture"/>
          <p:cNvPicPr/>
          <p:nvPr/>
        </p:nvPicPr>
        <p:blipFill>
          <a:blip r:embed="rId963"/>
          <a:srcRect/>
          <a:stretch>
            <a:fillRect/>
          </a:stretch>
        </p:blipFill>
        <p:spPr>
          <a:xfrm>
            <a:off x="5896833" y="5537549"/>
            <a:ext cx="71723" cy="82391"/>
          </a:xfrm>
          <a:prstGeom prst="rect"/>
          <a:ln w="0">
            <a:noFill/>
          </a:ln>
        </p:spPr>
      </p:pic>
      <p:sp>
        <p:nvSpPr>
          <p:cNvPr id="1616" name="New shape"/>
          <p:cNvSpPr/>
          <p:nvPr/>
        </p:nvSpPr>
        <p:spPr>
          <a:xfrm>
            <a:off x="5910549" y="554669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7" name="New picture"/>
          <p:cNvPicPr/>
          <p:nvPr/>
        </p:nvPicPr>
        <p:blipFill>
          <a:blip r:embed="rId964"/>
          <a:srcRect/>
          <a:stretch>
            <a:fillRect/>
          </a:stretch>
        </p:blipFill>
        <p:spPr>
          <a:xfrm>
            <a:off x="5988462" y="5537550"/>
            <a:ext cx="74771" cy="117539"/>
          </a:xfrm>
          <a:prstGeom prst="rect"/>
          <a:ln w="0">
            <a:noFill/>
          </a:ln>
        </p:spPr>
      </p:pic>
      <p:sp>
        <p:nvSpPr>
          <p:cNvPr id="1618" name="New shape"/>
          <p:cNvSpPr/>
          <p:nvPr/>
        </p:nvSpPr>
        <p:spPr>
          <a:xfrm>
            <a:off x="6002179" y="554821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9" name="New picture"/>
          <p:cNvPicPr/>
          <p:nvPr/>
        </p:nvPicPr>
        <p:blipFill>
          <a:blip r:embed="rId965"/>
          <a:srcRect/>
          <a:stretch>
            <a:fillRect/>
          </a:stretch>
        </p:blipFill>
        <p:spPr>
          <a:xfrm>
            <a:off x="6072473" y="5516118"/>
            <a:ext cx="47339" cy="103822"/>
          </a:xfrm>
          <a:prstGeom prst="rect"/>
          <a:ln w="0">
            <a:noFill/>
          </a:ln>
        </p:spPr>
      </p:pic>
      <p:pic>
        <p:nvPicPr>
          <p:cNvPr id="1620" name="New picture"/>
          <p:cNvPicPr/>
          <p:nvPr/>
        </p:nvPicPr>
        <p:blipFill>
          <a:blip r:embed="rId966"/>
          <a:srcRect/>
          <a:stretch>
            <a:fillRect/>
          </a:stretch>
        </p:blipFill>
        <p:spPr>
          <a:xfrm>
            <a:off x="6128957" y="5537549"/>
            <a:ext cx="56483" cy="82391"/>
          </a:xfrm>
          <a:prstGeom prst="rect"/>
          <a:ln w="0">
            <a:noFill/>
          </a:ln>
        </p:spPr>
      </p:pic>
      <p:pic>
        <p:nvPicPr>
          <p:cNvPr id="1621" name="New picture"/>
          <p:cNvPicPr/>
          <p:nvPr/>
        </p:nvPicPr>
        <p:blipFill>
          <a:blip r:embed="rId967"/>
          <a:srcRect/>
          <a:stretch>
            <a:fillRect/>
          </a:stretch>
        </p:blipFill>
        <p:spPr>
          <a:xfrm>
            <a:off x="681990" y="5766530"/>
            <a:ext cx="122206" cy="79343"/>
          </a:xfrm>
          <a:prstGeom prst="rect"/>
          <a:ln w="0">
            <a:noFill/>
          </a:ln>
        </p:spPr>
      </p:pic>
      <p:pic>
        <p:nvPicPr>
          <p:cNvPr id="1622" name="New picture"/>
          <p:cNvPicPr/>
          <p:nvPr/>
        </p:nvPicPr>
        <p:blipFill>
          <a:blip r:embed="rId968"/>
          <a:srcRect/>
          <a:stretch>
            <a:fillRect/>
          </a:stretch>
        </p:blipFill>
        <p:spPr>
          <a:xfrm>
            <a:off x="820960" y="5766530"/>
            <a:ext cx="65627" cy="82391"/>
          </a:xfrm>
          <a:prstGeom prst="rect"/>
          <a:ln w="0">
            <a:noFill/>
          </a:ln>
        </p:spPr>
      </p:pic>
      <p:sp>
        <p:nvSpPr>
          <p:cNvPr id="1623" name="New shape"/>
          <p:cNvSpPr/>
          <p:nvPr/>
        </p:nvSpPr>
        <p:spPr>
          <a:xfrm>
            <a:off x="833152" y="5807678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4" name="New picture"/>
          <p:cNvPicPr/>
          <p:nvPr/>
        </p:nvPicPr>
        <p:blipFill>
          <a:blip r:embed="rId969"/>
          <a:srcRect/>
          <a:stretch>
            <a:fillRect/>
          </a:stretch>
        </p:blipFill>
        <p:spPr>
          <a:xfrm>
            <a:off x="898874" y="5745099"/>
            <a:ext cx="47339" cy="103822"/>
          </a:xfrm>
          <a:prstGeom prst="rect"/>
          <a:ln w="0">
            <a:noFill/>
          </a:ln>
        </p:spPr>
      </p:pic>
      <p:pic>
        <p:nvPicPr>
          <p:cNvPr id="1625" name="New picture"/>
          <p:cNvPicPr/>
          <p:nvPr/>
        </p:nvPicPr>
        <p:blipFill>
          <a:blip r:embed="rId970"/>
          <a:srcRect/>
          <a:stretch>
            <a:fillRect/>
          </a:stretch>
        </p:blipFill>
        <p:spPr>
          <a:xfrm>
            <a:off x="964501" y="5737478"/>
            <a:ext cx="68771" cy="108395"/>
          </a:xfrm>
          <a:prstGeom prst="rect"/>
          <a:ln w="0">
            <a:noFill/>
          </a:ln>
        </p:spPr>
      </p:pic>
      <p:pic>
        <p:nvPicPr>
          <p:cNvPr id="1626" name="New picture"/>
          <p:cNvPicPr/>
          <p:nvPr/>
        </p:nvPicPr>
        <p:blipFill>
          <a:blip r:embed="rId971"/>
          <a:srcRect/>
          <a:stretch>
            <a:fillRect/>
          </a:stretch>
        </p:blipFill>
        <p:spPr>
          <a:xfrm>
            <a:off x="1053084" y="5766530"/>
            <a:ext cx="71723" cy="82391"/>
          </a:xfrm>
          <a:prstGeom prst="rect"/>
          <a:ln w="0">
            <a:noFill/>
          </a:ln>
        </p:spPr>
      </p:pic>
      <p:sp>
        <p:nvSpPr>
          <p:cNvPr id="1627" name="New shape"/>
          <p:cNvSpPr/>
          <p:nvPr/>
        </p:nvSpPr>
        <p:spPr>
          <a:xfrm>
            <a:off x="1066800" y="577567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28" name="New shape"/>
          <p:cNvSpPr/>
          <p:nvPr/>
        </p:nvSpPr>
        <p:spPr>
          <a:xfrm>
            <a:off x="1075944" y="5731383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9" name="New picture"/>
          <p:cNvPicPr/>
          <p:nvPr/>
        </p:nvPicPr>
        <p:blipFill>
          <a:blip r:embed="rId972"/>
          <a:srcRect/>
          <a:stretch>
            <a:fillRect/>
          </a:stretch>
        </p:blipFill>
        <p:spPr>
          <a:xfrm>
            <a:off x="1144715" y="5766435"/>
            <a:ext cx="120682" cy="79343"/>
          </a:xfrm>
          <a:prstGeom prst="rect"/>
          <a:ln w="0">
            <a:noFill/>
          </a:ln>
        </p:spPr>
      </p:pic>
      <p:pic>
        <p:nvPicPr>
          <p:cNvPr id="1630" name="New picture"/>
          <p:cNvPicPr/>
          <p:nvPr/>
        </p:nvPicPr>
        <p:blipFill>
          <a:blip r:embed="rId973"/>
          <a:srcRect/>
          <a:stretch>
            <a:fillRect/>
          </a:stretch>
        </p:blipFill>
        <p:spPr>
          <a:xfrm>
            <a:off x="1282160" y="5766435"/>
            <a:ext cx="65723" cy="82391"/>
          </a:xfrm>
          <a:prstGeom prst="rect"/>
          <a:ln w="0">
            <a:noFill/>
          </a:ln>
        </p:spPr>
      </p:pic>
      <p:sp>
        <p:nvSpPr>
          <p:cNvPr id="1631" name="New shape"/>
          <p:cNvSpPr/>
          <p:nvPr/>
        </p:nvSpPr>
        <p:spPr>
          <a:xfrm>
            <a:off x="1295876" y="5807678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2" name="New picture"/>
          <p:cNvPicPr/>
          <p:nvPr/>
        </p:nvPicPr>
        <p:blipFill>
          <a:blip r:embed="rId974"/>
          <a:srcRect/>
          <a:stretch>
            <a:fillRect/>
          </a:stretch>
        </p:blipFill>
        <p:spPr>
          <a:xfrm>
            <a:off x="1360075" y="5745099"/>
            <a:ext cx="48863" cy="103822"/>
          </a:xfrm>
          <a:prstGeom prst="rect"/>
          <a:ln w="0">
            <a:noFill/>
          </a:ln>
        </p:spPr>
      </p:pic>
      <p:sp>
        <p:nvSpPr>
          <p:cNvPr id="1633" name="New shape"/>
          <p:cNvSpPr/>
          <p:nvPr/>
        </p:nvSpPr>
        <p:spPr>
          <a:xfrm>
            <a:off x="1425702" y="57680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4" name="New picture"/>
          <p:cNvPicPr/>
          <p:nvPr/>
        </p:nvPicPr>
        <p:blipFill>
          <a:blip r:embed="rId975"/>
          <a:srcRect/>
          <a:stretch>
            <a:fillRect/>
          </a:stretch>
        </p:blipFill>
        <p:spPr>
          <a:xfrm>
            <a:off x="1424178" y="5734431"/>
            <a:ext cx="16764" cy="15335"/>
          </a:xfrm>
          <a:prstGeom prst="rect"/>
          <a:ln w="0">
            <a:noFill/>
          </a:ln>
        </p:spPr>
      </p:pic>
      <p:pic>
        <p:nvPicPr>
          <p:cNvPr id="1635" name="New picture"/>
          <p:cNvPicPr/>
          <p:nvPr/>
        </p:nvPicPr>
        <p:blipFill>
          <a:blip r:embed="rId976"/>
          <a:srcRect/>
          <a:stretch>
            <a:fillRect/>
          </a:stretch>
        </p:blipFill>
        <p:spPr>
          <a:xfrm>
            <a:off x="1460849" y="5766530"/>
            <a:ext cx="73247" cy="117443"/>
          </a:xfrm>
          <a:prstGeom prst="rect"/>
          <a:ln w="0">
            <a:noFill/>
          </a:ln>
        </p:spPr>
      </p:pic>
      <p:sp>
        <p:nvSpPr>
          <p:cNvPr id="1636" name="New shape"/>
          <p:cNvSpPr/>
          <p:nvPr/>
        </p:nvSpPr>
        <p:spPr>
          <a:xfrm>
            <a:off x="1473041" y="577719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7" name="New picture"/>
          <p:cNvPicPr/>
          <p:nvPr/>
        </p:nvPicPr>
        <p:blipFill>
          <a:blip r:embed="rId977"/>
          <a:srcRect/>
          <a:stretch>
            <a:fillRect/>
          </a:stretch>
        </p:blipFill>
        <p:spPr>
          <a:xfrm>
            <a:off x="1560005" y="5767959"/>
            <a:ext cx="70199" cy="80867"/>
          </a:xfrm>
          <a:prstGeom prst="rect"/>
          <a:ln w="0">
            <a:noFill/>
          </a:ln>
        </p:spPr>
      </p:pic>
      <p:pic>
        <p:nvPicPr>
          <p:cNvPr id="1638" name="New picture"/>
          <p:cNvPicPr/>
          <p:nvPr/>
        </p:nvPicPr>
        <p:blipFill>
          <a:blip r:embed="rId978"/>
          <a:srcRect/>
          <a:stretch>
            <a:fillRect/>
          </a:stretch>
        </p:blipFill>
        <p:spPr>
          <a:xfrm>
            <a:off x="1648587" y="5766435"/>
            <a:ext cx="71818" cy="82391"/>
          </a:xfrm>
          <a:prstGeom prst="rect"/>
          <a:ln w="0">
            <a:noFill/>
          </a:ln>
        </p:spPr>
      </p:pic>
      <p:sp>
        <p:nvSpPr>
          <p:cNvPr id="1639" name="New shape"/>
          <p:cNvSpPr/>
          <p:nvPr/>
        </p:nvSpPr>
        <p:spPr>
          <a:xfrm>
            <a:off x="1662398" y="5775579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0" name="New picture"/>
          <p:cNvPicPr/>
          <p:nvPr/>
        </p:nvPicPr>
        <p:blipFill>
          <a:blip r:embed="rId979"/>
          <a:srcRect/>
          <a:stretch>
            <a:fillRect/>
          </a:stretch>
        </p:blipFill>
        <p:spPr>
          <a:xfrm>
            <a:off x="1732597" y="5766531"/>
            <a:ext cx="56483" cy="82486"/>
          </a:xfrm>
          <a:prstGeom prst="rect"/>
          <a:ln w="0">
            <a:noFill/>
          </a:ln>
        </p:spPr>
      </p:pic>
      <p:pic>
        <p:nvPicPr>
          <p:cNvPr id="1641" name="New picture"/>
          <p:cNvPicPr/>
          <p:nvPr/>
        </p:nvPicPr>
        <p:blipFill>
          <a:blip r:embed="rId980"/>
          <a:srcRect/>
          <a:stretch>
            <a:fillRect/>
          </a:stretch>
        </p:blipFill>
        <p:spPr>
          <a:xfrm>
            <a:off x="1842516" y="5766530"/>
            <a:ext cx="71818" cy="82391"/>
          </a:xfrm>
          <a:prstGeom prst="rect"/>
          <a:ln w="0">
            <a:noFill/>
          </a:ln>
        </p:spPr>
      </p:pic>
      <p:sp>
        <p:nvSpPr>
          <p:cNvPr id="1642" name="New shape"/>
          <p:cNvSpPr/>
          <p:nvPr/>
        </p:nvSpPr>
        <p:spPr>
          <a:xfrm>
            <a:off x="1856232" y="577567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43" name="New shape"/>
          <p:cNvSpPr/>
          <p:nvPr/>
        </p:nvSpPr>
        <p:spPr>
          <a:xfrm>
            <a:off x="1866995" y="5731383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4" name="New picture"/>
          <p:cNvPicPr/>
          <p:nvPr/>
        </p:nvPicPr>
        <p:blipFill>
          <a:blip r:embed="rId981"/>
          <a:srcRect/>
          <a:stretch>
            <a:fillRect/>
          </a:stretch>
        </p:blipFill>
        <p:spPr>
          <a:xfrm>
            <a:off x="1923574" y="5745099"/>
            <a:ext cx="47339" cy="103822"/>
          </a:xfrm>
          <a:prstGeom prst="rect"/>
          <a:ln w="0">
            <a:noFill/>
          </a:ln>
        </p:spPr>
      </p:pic>
      <p:pic>
        <p:nvPicPr>
          <p:cNvPr id="1645" name="New picture"/>
          <p:cNvPicPr/>
          <p:nvPr/>
        </p:nvPicPr>
        <p:blipFill>
          <a:blip r:embed="rId982"/>
          <a:srcRect/>
          <a:stretch>
            <a:fillRect/>
          </a:stretch>
        </p:blipFill>
        <p:spPr>
          <a:xfrm>
            <a:off x="1981486" y="5766530"/>
            <a:ext cx="67246" cy="82391"/>
          </a:xfrm>
          <a:prstGeom prst="rect"/>
          <a:ln w="0">
            <a:noFill/>
          </a:ln>
        </p:spPr>
      </p:pic>
      <p:sp>
        <p:nvSpPr>
          <p:cNvPr id="1646" name="New shape"/>
          <p:cNvSpPr/>
          <p:nvPr/>
        </p:nvSpPr>
        <p:spPr>
          <a:xfrm>
            <a:off x="1995297" y="5807678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7" name="New picture"/>
          <p:cNvPicPr/>
          <p:nvPr/>
        </p:nvPicPr>
        <p:blipFill>
          <a:blip r:embed="rId983"/>
          <a:srcRect/>
          <a:stretch>
            <a:fillRect/>
          </a:stretch>
        </p:blipFill>
        <p:spPr>
          <a:xfrm>
            <a:off x="2071593" y="5766435"/>
            <a:ext cx="68770" cy="79343"/>
          </a:xfrm>
          <a:prstGeom prst="rect"/>
          <a:ln w="0">
            <a:noFill/>
          </a:ln>
        </p:spPr>
      </p:pic>
      <p:pic>
        <p:nvPicPr>
          <p:cNvPr id="1648" name="New picture"/>
          <p:cNvPicPr/>
          <p:nvPr/>
        </p:nvPicPr>
        <p:blipFill>
          <a:blip r:embed="rId984"/>
          <a:srcRect/>
          <a:stretch>
            <a:fillRect/>
          </a:stretch>
        </p:blipFill>
        <p:spPr>
          <a:xfrm>
            <a:off x="2154079" y="5745099"/>
            <a:ext cx="48863" cy="103822"/>
          </a:xfrm>
          <a:prstGeom prst="rect"/>
          <a:ln w="0">
            <a:noFill/>
          </a:ln>
        </p:spPr>
      </p:pic>
      <p:pic>
        <p:nvPicPr>
          <p:cNvPr id="1649" name="New picture"/>
          <p:cNvPicPr/>
          <p:nvPr/>
        </p:nvPicPr>
        <p:blipFill>
          <a:blip r:embed="rId985"/>
          <a:srcRect/>
          <a:stretch>
            <a:fillRect/>
          </a:stretch>
        </p:blipFill>
        <p:spPr>
          <a:xfrm>
            <a:off x="2253329" y="5737478"/>
            <a:ext cx="76295" cy="111442"/>
          </a:xfrm>
          <a:prstGeom prst="rect"/>
          <a:ln w="0">
            <a:noFill/>
          </a:ln>
        </p:spPr>
      </p:pic>
      <p:sp>
        <p:nvSpPr>
          <p:cNvPr id="1650" name="New shape"/>
          <p:cNvSpPr/>
          <p:nvPr/>
        </p:nvSpPr>
        <p:spPr>
          <a:xfrm>
            <a:off x="2267045" y="577719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1" name="New picture"/>
          <p:cNvPicPr/>
          <p:nvPr/>
        </p:nvPicPr>
        <p:blipFill>
          <a:blip r:embed="rId986"/>
          <a:srcRect/>
          <a:stretch>
            <a:fillRect/>
          </a:stretch>
        </p:blipFill>
        <p:spPr>
          <a:xfrm>
            <a:off x="2349532" y="5766530"/>
            <a:ext cx="77914" cy="82391"/>
          </a:xfrm>
          <a:prstGeom prst="rect"/>
          <a:ln w="0">
            <a:noFill/>
          </a:ln>
        </p:spPr>
      </p:pic>
      <p:sp>
        <p:nvSpPr>
          <p:cNvPr id="1652" name="New shape"/>
          <p:cNvSpPr/>
          <p:nvPr/>
        </p:nvSpPr>
        <p:spPr>
          <a:xfrm>
            <a:off x="2361724" y="577719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3" name="New picture"/>
          <p:cNvPicPr/>
          <p:nvPr/>
        </p:nvPicPr>
        <p:blipFill>
          <a:blip r:embed="rId987"/>
          <a:srcRect/>
          <a:stretch>
            <a:fillRect/>
          </a:stretch>
        </p:blipFill>
        <p:spPr>
          <a:xfrm>
            <a:off x="2447258" y="5766435"/>
            <a:ext cx="68770" cy="79343"/>
          </a:xfrm>
          <a:prstGeom prst="rect"/>
          <a:ln w="0">
            <a:noFill/>
          </a:ln>
        </p:spPr>
      </p:pic>
      <p:pic>
        <p:nvPicPr>
          <p:cNvPr id="1654" name="New picture"/>
          <p:cNvPicPr/>
          <p:nvPr/>
        </p:nvPicPr>
        <p:blipFill>
          <a:blip r:embed="rId988"/>
          <a:srcRect/>
          <a:stretch>
            <a:fillRect/>
          </a:stretch>
        </p:blipFill>
        <p:spPr>
          <a:xfrm>
            <a:off x="2540413" y="5766530"/>
            <a:ext cx="70294" cy="79343"/>
          </a:xfrm>
          <a:prstGeom prst="rect"/>
          <a:ln w="0">
            <a:noFill/>
          </a:ln>
        </p:spPr>
      </p:pic>
      <p:pic>
        <p:nvPicPr>
          <p:cNvPr id="1655" name="New picture"/>
          <p:cNvPicPr/>
          <p:nvPr/>
        </p:nvPicPr>
        <p:blipFill>
          <a:blip r:embed="rId989"/>
          <a:srcRect/>
          <a:stretch>
            <a:fillRect/>
          </a:stretch>
        </p:blipFill>
        <p:spPr>
          <a:xfrm>
            <a:off x="2630424" y="5766436"/>
            <a:ext cx="71818" cy="82487"/>
          </a:xfrm>
          <a:prstGeom prst="rect"/>
          <a:ln w="0">
            <a:noFill/>
          </a:ln>
        </p:spPr>
      </p:pic>
      <p:sp>
        <p:nvSpPr>
          <p:cNvPr id="1656" name="New shape"/>
          <p:cNvSpPr/>
          <p:nvPr/>
        </p:nvSpPr>
        <p:spPr>
          <a:xfrm>
            <a:off x="2642711" y="5775675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57" name="New shape"/>
          <p:cNvSpPr/>
          <p:nvPr/>
        </p:nvSpPr>
        <p:spPr>
          <a:xfrm>
            <a:off x="2653379" y="5731383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8" name="New picture"/>
          <p:cNvPicPr/>
          <p:nvPr/>
        </p:nvPicPr>
        <p:blipFill>
          <a:blip r:embed="rId990"/>
          <a:srcRect/>
          <a:stretch>
            <a:fillRect/>
          </a:stretch>
        </p:blipFill>
        <p:spPr>
          <a:xfrm>
            <a:off x="2755678" y="5766530"/>
            <a:ext cx="74867" cy="117443"/>
          </a:xfrm>
          <a:prstGeom prst="rect"/>
          <a:ln w="0">
            <a:noFill/>
          </a:ln>
        </p:spPr>
      </p:pic>
      <p:sp>
        <p:nvSpPr>
          <p:cNvPr id="1659" name="New shape"/>
          <p:cNvSpPr/>
          <p:nvPr/>
        </p:nvSpPr>
        <p:spPr>
          <a:xfrm>
            <a:off x="2769489" y="577719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0" name="New picture"/>
          <p:cNvPicPr/>
          <p:nvPr/>
        </p:nvPicPr>
        <p:blipFill>
          <a:blip r:embed="rId991"/>
          <a:srcRect/>
          <a:stretch>
            <a:fillRect/>
          </a:stretch>
        </p:blipFill>
        <p:spPr>
          <a:xfrm>
            <a:off x="2856452" y="5768055"/>
            <a:ext cx="68675" cy="80867"/>
          </a:xfrm>
          <a:prstGeom prst="rect"/>
          <a:ln w="0">
            <a:noFill/>
          </a:ln>
        </p:spPr>
      </p:pic>
      <p:sp>
        <p:nvSpPr>
          <p:cNvPr id="1661" name="New shape"/>
          <p:cNvSpPr/>
          <p:nvPr/>
        </p:nvSpPr>
        <p:spPr>
          <a:xfrm>
            <a:off x="2951131" y="5737479"/>
            <a:ext cx="10763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62" name="New shape"/>
          <p:cNvSpPr/>
          <p:nvPr/>
        </p:nvSpPr>
        <p:spPr>
          <a:xfrm>
            <a:off x="2987802" y="576805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3" name="New picture"/>
          <p:cNvPicPr/>
          <p:nvPr/>
        </p:nvPicPr>
        <p:blipFill>
          <a:blip r:embed="rId992"/>
          <a:srcRect/>
          <a:stretch>
            <a:fillRect/>
          </a:stretch>
        </p:blipFill>
        <p:spPr>
          <a:xfrm>
            <a:off x="2984754" y="5734431"/>
            <a:ext cx="18288" cy="15335"/>
          </a:xfrm>
          <a:prstGeom prst="rect"/>
          <a:ln w="0">
            <a:noFill/>
          </a:ln>
        </p:spPr>
      </p:pic>
      <p:sp>
        <p:nvSpPr>
          <p:cNvPr id="1664" name="New shape"/>
          <p:cNvSpPr/>
          <p:nvPr/>
        </p:nvSpPr>
        <p:spPr>
          <a:xfrm>
            <a:off x="3026664" y="57378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5" name="New picture"/>
          <p:cNvPicPr/>
          <p:nvPr/>
        </p:nvPicPr>
        <p:blipFill>
          <a:blip r:embed="rId993"/>
          <a:srcRect/>
          <a:stretch>
            <a:fillRect/>
          </a:stretch>
        </p:blipFill>
        <p:spPr>
          <a:xfrm>
            <a:off x="3105436" y="5767959"/>
            <a:ext cx="68770" cy="80962"/>
          </a:xfrm>
          <a:prstGeom prst="rect"/>
          <a:ln w="0">
            <a:noFill/>
          </a:ln>
        </p:spPr>
      </p:pic>
      <p:pic>
        <p:nvPicPr>
          <p:cNvPr id="1666" name="New picture"/>
          <p:cNvPicPr/>
          <p:nvPr/>
        </p:nvPicPr>
        <p:blipFill>
          <a:blip r:embed="rId994"/>
          <a:srcRect/>
          <a:stretch>
            <a:fillRect/>
          </a:stretch>
        </p:blipFill>
        <p:spPr>
          <a:xfrm>
            <a:off x="3189446" y="5745099"/>
            <a:ext cx="47339" cy="103822"/>
          </a:xfrm>
          <a:prstGeom prst="rect"/>
          <a:ln w="0">
            <a:noFill/>
          </a:ln>
        </p:spPr>
      </p:pic>
      <p:sp>
        <p:nvSpPr>
          <p:cNvPr id="1667" name="New shape"/>
          <p:cNvSpPr/>
          <p:nvPr/>
        </p:nvSpPr>
        <p:spPr>
          <a:xfrm>
            <a:off x="3255073" y="576805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8" name="New picture"/>
          <p:cNvPicPr/>
          <p:nvPr/>
        </p:nvPicPr>
        <p:blipFill>
          <a:blip r:embed="rId995"/>
          <a:srcRect/>
          <a:stretch>
            <a:fillRect/>
          </a:stretch>
        </p:blipFill>
        <p:spPr>
          <a:xfrm>
            <a:off x="3253549" y="5734431"/>
            <a:ext cx="16764" cy="15335"/>
          </a:xfrm>
          <a:prstGeom prst="rect"/>
          <a:ln w="0">
            <a:noFill/>
          </a:ln>
        </p:spPr>
      </p:pic>
      <p:sp>
        <p:nvSpPr>
          <p:cNvPr id="1669" name="New shape"/>
          <p:cNvSpPr/>
          <p:nvPr/>
        </p:nvSpPr>
        <p:spPr>
          <a:xfrm>
            <a:off x="3294888" y="57378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70" name="New shape"/>
          <p:cNvSpPr/>
          <p:nvPr/>
        </p:nvSpPr>
        <p:spPr>
          <a:xfrm>
            <a:off x="3334512" y="576805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1" name="New picture"/>
          <p:cNvPicPr/>
          <p:nvPr/>
        </p:nvPicPr>
        <p:blipFill>
          <a:blip r:embed="rId996"/>
          <a:srcRect/>
          <a:stretch>
            <a:fillRect/>
          </a:stretch>
        </p:blipFill>
        <p:spPr>
          <a:xfrm>
            <a:off x="3331464" y="5734431"/>
            <a:ext cx="18288" cy="15335"/>
          </a:xfrm>
          <a:prstGeom prst="rect"/>
          <a:ln w="0">
            <a:noFill/>
          </a:ln>
        </p:spPr>
      </p:pic>
      <p:pic>
        <p:nvPicPr>
          <p:cNvPr id="1672" name="New picture"/>
          <p:cNvPicPr/>
          <p:nvPr/>
        </p:nvPicPr>
        <p:blipFill>
          <a:blip r:embed="rId997"/>
          <a:srcRect/>
          <a:stretch>
            <a:fillRect/>
          </a:stretch>
        </p:blipFill>
        <p:spPr>
          <a:xfrm>
            <a:off x="3363468" y="5766530"/>
            <a:ext cx="58007" cy="82391"/>
          </a:xfrm>
          <a:prstGeom prst="rect"/>
          <a:ln w="0">
            <a:noFill/>
          </a:ln>
        </p:spPr>
      </p:pic>
      <p:pic>
        <p:nvPicPr>
          <p:cNvPr id="1673" name="New picture"/>
          <p:cNvPicPr/>
          <p:nvPr/>
        </p:nvPicPr>
        <p:blipFill>
          <a:blip r:embed="rId998"/>
          <a:srcRect/>
          <a:stretch>
            <a:fillRect/>
          </a:stretch>
        </p:blipFill>
        <p:spPr>
          <a:xfrm>
            <a:off x="3435287" y="5766530"/>
            <a:ext cx="71723" cy="82391"/>
          </a:xfrm>
          <a:prstGeom prst="rect"/>
          <a:ln w="0">
            <a:noFill/>
          </a:ln>
        </p:spPr>
      </p:pic>
      <p:sp>
        <p:nvSpPr>
          <p:cNvPr id="1674" name="New shape"/>
          <p:cNvSpPr/>
          <p:nvPr/>
        </p:nvSpPr>
        <p:spPr>
          <a:xfrm>
            <a:off x="3449003" y="577567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5" name="New picture"/>
          <p:cNvPicPr/>
          <p:nvPr/>
        </p:nvPicPr>
        <p:blipFill>
          <a:blip r:embed="rId999"/>
          <a:srcRect/>
          <a:stretch>
            <a:fillRect/>
          </a:stretch>
        </p:blipFill>
        <p:spPr>
          <a:xfrm>
            <a:off x="3562064" y="5737478"/>
            <a:ext cx="74771" cy="111442"/>
          </a:xfrm>
          <a:prstGeom prst="rect"/>
          <a:ln w="0">
            <a:noFill/>
          </a:ln>
        </p:spPr>
      </p:pic>
      <p:sp>
        <p:nvSpPr>
          <p:cNvPr id="1676" name="New shape"/>
          <p:cNvSpPr/>
          <p:nvPr/>
        </p:nvSpPr>
        <p:spPr>
          <a:xfrm>
            <a:off x="3575780" y="577719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7" name="New picture"/>
          <p:cNvPicPr/>
          <p:nvPr/>
        </p:nvPicPr>
        <p:blipFill>
          <a:blip r:embed="rId1000"/>
          <a:srcRect/>
          <a:stretch>
            <a:fillRect/>
          </a:stretch>
        </p:blipFill>
        <p:spPr>
          <a:xfrm>
            <a:off x="3656647" y="5766530"/>
            <a:ext cx="71818" cy="82391"/>
          </a:xfrm>
          <a:prstGeom prst="rect"/>
          <a:ln w="0">
            <a:noFill/>
          </a:ln>
        </p:spPr>
      </p:pic>
      <p:sp>
        <p:nvSpPr>
          <p:cNvPr id="1678" name="New shape"/>
          <p:cNvSpPr/>
          <p:nvPr/>
        </p:nvSpPr>
        <p:spPr>
          <a:xfrm>
            <a:off x="3668839" y="577567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9" name="New picture"/>
          <p:cNvPicPr/>
          <p:nvPr/>
        </p:nvPicPr>
        <p:blipFill>
          <a:blip r:embed="rId1001"/>
          <a:srcRect/>
          <a:stretch>
            <a:fillRect/>
          </a:stretch>
        </p:blipFill>
        <p:spPr>
          <a:xfrm>
            <a:off x="3739134" y="5766530"/>
            <a:ext cx="58007" cy="82391"/>
          </a:xfrm>
          <a:prstGeom prst="rect"/>
          <a:ln w="0">
            <a:noFill/>
          </a:ln>
        </p:spPr>
      </p:pic>
      <p:pic>
        <p:nvPicPr>
          <p:cNvPr id="1680" name="New picture"/>
          <p:cNvPicPr/>
          <p:nvPr/>
        </p:nvPicPr>
        <p:blipFill>
          <a:blip r:embed="rId1002"/>
          <a:srcRect/>
          <a:stretch>
            <a:fillRect/>
          </a:stretch>
        </p:blipFill>
        <p:spPr>
          <a:xfrm>
            <a:off x="3849053" y="5766530"/>
            <a:ext cx="65627" cy="82391"/>
          </a:xfrm>
          <a:prstGeom prst="rect"/>
          <a:ln w="0">
            <a:noFill/>
          </a:ln>
        </p:spPr>
      </p:pic>
      <p:sp>
        <p:nvSpPr>
          <p:cNvPr id="1681" name="New shape"/>
          <p:cNvSpPr/>
          <p:nvPr/>
        </p:nvSpPr>
        <p:spPr>
          <a:xfrm>
            <a:off x="3862768" y="5807678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82" name="New shape"/>
          <p:cNvSpPr/>
          <p:nvPr/>
        </p:nvSpPr>
        <p:spPr>
          <a:xfrm>
            <a:off x="3939540" y="57378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3" name="New picture"/>
          <p:cNvPicPr/>
          <p:nvPr/>
        </p:nvPicPr>
        <p:blipFill>
          <a:blip r:embed="rId1003"/>
          <a:srcRect/>
          <a:stretch>
            <a:fillRect/>
          </a:stretch>
        </p:blipFill>
        <p:spPr>
          <a:xfrm>
            <a:off x="3968210" y="5766530"/>
            <a:ext cx="77819" cy="118967"/>
          </a:xfrm>
          <a:prstGeom prst="rect"/>
          <a:ln w="0">
            <a:noFill/>
          </a:ln>
        </p:spPr>
      </p:pic>
      <p:sp>
        <p:nvSpPr>
          <p:cNvPr id="1684" name="New shape"/>
          <p:cNvSpPr/>
          <p:nvPr/>
        </p:nvSpPr>
        <p:spPr>
          <a:xfrm>
            <a:off x="3984974" y="5775674"/>
            <a:ext cx="41243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85" name="New shape"/>
          <p:cNvSpPr/>
          <p:nvPr/>
        </p:nvSpPr>
        <p:spPr>
          <a:xfrm>
            <a:off x="3981926" y="5845873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6" name="New picture"/>
          <p:cNvPicPr/>
          <p:nvPr/>
        </p:nvPicPr>
        <p:blipFill>
          <a:blip r:embed="rId1004"/>
          <a:srcRect/>
          <a:stretch>
            <a:fillRect/>
          </a:stretch>
        </p:blipFill>
        <p:spPr>
          <a:xfrm>
            <a:off x="4056697" y="5766435"/>
            <a:ext cx="77915" cy="82391"/>
          </a:xfrm>
          <a:prstGeom prst="rect"/>
          <a:ln w="0">
            <a:noFill/>
          </a:ln>
        </p:spPr>
      </p:pic>
      <p:sp>
        <p:nvSpPr>
          <p:cNvPr id="1687" name="New shape"/>
          <p:cNvSpPr/>
          <p:nvPr/>
        </p:nvSpPr>
        <p:spPr>
          <a:xfrm>
            <a:off x="4070509" y="57771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8" name="New picture"/>
          <p:cNvPicPr/>
          <p:nvPr/>
        </p:nvPicPr>
        <p:blipFill>
          <a:blip r:embed="rId1005"/>
          <a:srcRect/>
          <a:stretch>
            <a:fillRect/>
          </a:stretch>
        </p:blipFill>
        <p:spPr>
          <a:xfrm>
            <a:off x="4154424" y="5766530"/>
            <a:ext cx="42767" cy="79343"/>
          </a:xfrm>
          <a:prstGeom prst="rect"/>
          <a:ln w="0">
            <a:noFill/>
          </a:ln>
        </p:spPr>
      </p:pic>
      <p:sp>
        <p:nvSpPr>
          <p:cNvPr id="1689" name="New shape"/>
          <p:cNvSpPr/>
          <p:nvPr/>
        </p:nvSpPr>
        <p:spPr>
          <a:xfrm>
            <a:off x="4211003" y="576805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0" name="New picture"/>
          <p:cNvPicPr/>
          <p:nvPr/>
        </p:nvPicPr>
        <p:blipFill>
          <a:blip r:embed="rId1006"/>
          <a:srcRect/>
          <a:stretch>
            <a:fillRect/>
          </a:stretch>
        </p:blipFill>
        <p:spPr>
          <a:xfrm>
            <a:off x="4209383" y="5734527"/>
            <a:ext cx="16859" cy="15240"/>
          </a:xfrm>
          <a:prstGeom prst="rect"/>
          <a:ln w="0">
            <a:noFill/>
          </a:ln>
        </p:spPr>
      </p:pic>
      <p:pic>
        <p:nvPicPr>
          <p:cNvPr id="1691" name="New picture"/>
          <p:cNvPicPr/>
          <p:nvPr/>
        </p:nvPicPr>
        <p:blipFill>
          <a:blip r:embed="rId1007"/>
          <a:srcRect/>
          <a:stretch>
            <a:fillRect/>
          </a:stretch>
        </p:blipFill>
        <p:spPr>
          <a:xfrm>
            <a:off x="4240054" y="5745099"/>
            <a:ext cx="47339" cy="103822"/>
          </a:xfrm>
          <a:prstGeom prst="rect"/>
          <a:ln w="0">
            <a:noFill/>
          </a:ln>
        </p:spPr>
      </p:pic>
      <p:pic>
        <p:nvPicPr>
          <p:cNvPr id="1692" name="New picture"/>
          <p:cNvPicPr/>
          <p:nvPr/>
        </p:nvPicPr>
        <p:blipFill>
          <a:blip r:embed="rId1008"/>
          <a:srcRect/>
          <a:stretch>
            <a:fillRect/>
          </a:stretch>
        </p:blipFill>
        <p:spPr>
          <a:xfrm>
            <a:off x="4305681" y="5737479"/>
            <a:ext cx="68771" cy="108299"/>
          </a:xfrm>
          <a:prstGeom prst="rect"/>
          <a:ln w="0">
            <a:noFill/>
          </a:ln>
        </p:spPr>
      </p:pic>
      <p:pic>
        <p:nvPicPr>
          <p:cNvPr id="1693" name="New picture"/>
          <p:cNvPicPr/>
          <p:nvPr/>
        </p:nvPicPr>
        <p:blipFill>
          <a:blip r:embed="rId1009"/>
          <a:srcRect/>
          <a:stretch>
            <a:fillRect/>
          </a:stretch>
        </p:blipFill>
        <p:spPr>
          <a:xfrm>
            <a:off x="4398835" y="5766530"/>
            <a:ext cx="120682" cy="79343"/>
          </a:xfrm>
          <a:prstGeom prst="rect"/>
          <a:ln w="0">
            <a:noFill/>
          </a:ln>
        </p:spPr>
      </p:pic>
      <p:pic>
        <p:nvPicPr>
          <p:cNvPr id="1694" name="New picture"/>
          <p:cNvPicPr/>
          <p:nvPr/>
        </p:nvPicPr>
        <p:blipFill>
          <a:blip r:embed="rId1010"/>
          <a:srcRect/>
          <a:stretch>
            <a:fillRect/>
          </a:stretch>
        </p:blipFill>
        <p:spPr>
          <a:xfrm>
            <a:off x="4539234" y="5766435"/>
            <a:ext cx="70295" cy="82391"/>
          </a:xfrm>
          <a:prstGeom prst="rect"/>
          <a:ln w="0">
            <a:noFill/>
          </a:ln>
        </p:spPr>
      </p:pic>
      <p:sp>
        <p:nvSpPr>
          <p:cNvPr id="1695" name="New shape"/>
          <p:cNvSpPr/>
          <p:nvPr/>
        </p:nvSpPr>
        <p:spPr>
          <a:xfrm>
            <a:off x="4551521" y="57755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6" name="New picture"/>
          <p:cNvPicPr/>
          <p:nvPr/>
        </p:nvPicPr>
        <p:blipFill>
          <a:blip r:embed="rId1011"/>
          <a:srcRect/>
          <a:stretch>
            <a:fillRect/>
          </a:stretch>
        </p:blipFill>
        <p:spPr>
          <a:xfrm>
            <a:off x="4621626" y="5766530"/>
            <a:ext cx="58102" cy="82391"/>
          </a:xfrm>
          <a:prstGeom prst="rect"/>
          <a:ln w="0">
            <a:noFill/>
          </a:ln>
        </p:spPr>
      </p:pic>
      <p:pic>
        <p:nvPicPr>
          <p:cNvPr id="1697" name="New picture"/>
          <p:cNvPicPr/>
          <p:nvPr/>
        </p:nvPicPr>
        <p:blipFill>
          <a:blip r:embed="rId1012"/>
          <a:srcRect/>
          <a:stretch>
            <a:fillRect/>
          </a:stretch>
        </p:blipFill>
        <p:spPr>
          <a:xfrm>
            <a:off x="4737830" y="5766435"/>
            <a:ext cx="74771" cy="117539"/>
          </a:xfrm>
          <a:prstGeom prst="rect"/>
          <a:ln w="0">
            <a:noFill/>
          </a:ln>
        </p:spPr>
      </p:pic>
      <p:sp>
        <p:nvSpPr>
          <p:cNvPr id="1698" name="New shape"/>
          <p:cNvSpPr/>
          <p:nvPr/>
        </p:nvSpPr>
        <p:spPr>
          <a:xfrm>
            <a:off x="4751546" y="577710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9" name="New picture"/>
          <p:cNvPicPr/>
          <p:nvPr/>
        </p:nvPicPr>
        <p:blipFill>
          <a:blip r:embed="rId1013"/>
          <a:srcRect/>
          <a:stretch>
            <a:fillRect/>
          </a:stretch>
        </p:blipFill>
        <p:spPr>
          <a:xfrm>
            <a:off x="4827841" y="5766435"/>
            <a:ext cx="77915" cy="82391"/>
          </a:xfrm>
          <a:prstGeom prst="rect"/>
          <a:ln w="0">
            <a:noFill/>
          </a:ln>
        </p:spPr>
      </p:pic>
      <p:sp>
        <p:nvSpPr>
          <p:cNvPr id="1700" name="New shape"/>
          <p:cNvSpPr/>
          <p:nvPr/>
        </p:nvSpPr>
        <p:spPr>
          <a:xfrm>
            <a:off x="4841557" y="57771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1" name="New picture"/>
          <p:cNvPicPr/>
          <p:nvPr/>
        </p:nvPicPr>
        <p:blipFill>
          <a:blip r:embed="rId1014"/>
          <a:srcRect/>
          <a:stretch>
            <a:fillRect/>
          </a:stretch>
        </p:blipFill>
        <p:spPr>
          <a:xfrm>
            <a:off x="4925568" y="5767959"/>
            <a:ext cx="70295" cy="80867"/>
          </a:xfrm>
          <a:prstGeom prst="rect"/>
          <a:ln w="0">
            <a:noFill/>
          </a:ln>
        </p:spPr>
      </p:pic>
      <p:pic>
        <p:nvPicPr>
          <p:cNvPr id="1702" name="New picture"/>
          <p:cNvPicPr/>
          <p:nvPr/>
        </p:nvPicPr>
        <p:blipFill>
          <a:blip r:embed="rId1015"/>
          <a:srcRect/>
          <a:stretch>
            <a:fillRect/>
          </a:stretch>
        </p:blipFill>
        <p:spPr>
          <a:xfrm>
            <a:off x="5020246" y="5766435"/>
            <a:ext cx="42767" cy="79343"/>
          </a:xfrm>
          <a:prstGeom prst="rect"/>
          <a:ln w="0">
            <a:noFill/>
          </a:ln>
        </p:spPr>
      </p:pic>
      <p:pic>
        <p:nvPicPr>
          <p:cNvPr id="1703" name="New picture"/>
          <p:cNvPicPr/>
          <p:nvPr/>
        </p:nvPicPr>
        <p:blipFill>
          <a:blip r:embed="rId1016"/>
          <a:srcRect/>
          <a:stretch>
            <a:fillRect/>
          </a:stretch>
        </p:blipFill>
        <p:spPr>
          <a:xfrm>
            <a:off x="5108829" y="5766435"/>
            <a:ext cx="67151" cy="82391"/>
          </a:xfrm>
          <a:prstGeom prst="rect"/>
          <a:ln w="0">
            <a:noFill/>
          </a:ln>
        </p:spPr>
      </p:pic>
      <p:sp>
        <p:nvSpPr>
          <p:cNvPr id="1704" name="New shape"/>
          <p:cNvSpPr/>
          <p:nvPr/>
        </p:nvSpPr>
        <p:spPr>
          <a:xfrm>
            <a:off x="5122545" y="5807678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5" name="New picture"/>
          <p:cNvPicPr/>
          <p:nvPr/>
        </p:nvPicPr>
        <p:blipFill>
          <a:blip r:embed="rId1017"/>
          <a:srcRect/>
          <a:stretch>
            <a:fillRect/>
          </a:stretch>
        </p:blipFill>
        <p:spPr>
          <a:xfrm>
            <a:off x="5198935" y="5766435"/>
            <a:ext cx="68675" cy="79439"/>
          </a:xfrm>
          <a:prstGeom prst="rect"/>
          <a:ln w="0">
            <a:noFill/>
          </a:ln>
        </p:spPr>
      </p:pic>
      <p:pic>
        <p:nvPicPr>
          <p:cNvPr id="1706" name="New picture"/>
          <p:cNvPicPr/>
          <p:nvPr/>
        </p:nvPicPr>
        <p:blipFill>
          <a:blip r:embed="rId1018"/>
          <a:srcRect/>
          <a:stretch>
            <a:fillRect/>
          </a:stretch>
        </p:blipFill>
        <p:spPr>
          <a:xfrm>
            <a:off x="5285994" y="5766530"/>
            <a:ext cx="65627" cy="82391"/>
          </a:xfrm>
          <a:prstGeom prst="rect"/>
          <a:ln w="0">
            <a:noFill/>
          </a:ln>
        </p:spPr>
      </p:pic>
      <p:sp>
        <p:nvSpPr>
          <p:cNvPr id="1707" name="New shape"/>
          <p:cNvSpPr/>
          <p:nvPr/>
        </p:nvSpPr>
        <p:spPr>
          <a:xfrm>
            <a:off x="5298186" y="5807678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08" name="New shape"/>
          <p:cNvSpPr/>
          <p:nvPr/>
        </p:nvSpPr>
        <p:spPr>
          <a:xfrm>
            <a:off x="5376672" y="57378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9" name="New picture"/>
          <p:cNvPicPr/>
          <p:nvPr/>
        </p:nvPicPr>
        <p:blipFill>
          <a:blip r:embed="rId1019"/>
          <a:srcRect/>
          <a:stretch>
            <a:fillRect/>
          </a:stretch>
        </p:blipFill>
        <p:spPr>
          <a:xfrm>
            <a:off x="5402008" y="5768054"/>
            <a:ext cx="71818" cy="117443"/>
          </a:xfrm>
          <a:prstGeom prst="rect"/>
          <a:ln w="0">
            <a:noFill/>
          </a:ln>
        </p:spPr>
      </p:pic>
      <p:pic>
        <p:nvPicPr>
          <p:cNvPr id="1710" name="New picture"/>
          <p:cNvPicPr/>
          <p:nvPr/>
        </p:nvPicPr>
        <p:blipFill>
          <a:blip r:embed="rId1020"/>
          <a:srcRect/>
          <a:stretch>
            <a:fillRect/>
          </a:stretch>
        </p:blipFill>
        <p:spPr>
          <a:xfrm>
            <a:off x="5478399" y="5766530"/>
            <a:ext cx="56483" cy="82391"/>
          </a:xfrm>
          <a:prstGeom prst="rect"/>
          <a:ln w="0">
            <a:noFill/>
          </a:ln>
        </p:spPr>
      </p:pic>
      <p:pic>
        <p:nvPicPr>
          <p:cNvPr id="1711" name="New picture"/>
          <p:cNvPicPr/>
          <p:nvPr/>
        </p:nvPicPr>
        <p:blipFill>
          <a:blip r:embed="rId1021"/>
          <a:srcRect/>
          <a:stretch>
            <a:fillRect/>
          </a:stretch>
        </p:blipFill>
        <p:spPr>
          <a:xfrm>
            <a:off x="5548694" y="5766530"/>
            <a:ext cx="71723" cy="82391"/>
          </a:xfrm>
          <a:prstGeom prst="rect"/>
          <a:ln w="0">
            <a:noFill/>
          </a:ln>
        </p:spPr>
      </p:pic>
      <p:sp>
        <p:nvSpPr>
          <p:cNvPr id="1712" name="New shape"/>
          <p:cNvSpPr/>
          <p:nvPr/>
        </p:nvSpPr>
        <p:spPr>
          <a:xfrm>
            <a:off x="5562409" y="577567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3" name="New picture"/>
          <p:cNvPicPr/>
          <p:nvPr/>
        </p:nvPicPr>
        <p:blipFill>
          <a:blip r:embed="rId1022"/>
          <a:srcRect/>
          <a:stretch>
            <a:fillRect/>
          </a:stretch>
        </p:blipFill>
        <p:spPr>
          <a:xfrm>
            <a:off x="5640229" y="5766530"/>
            <a:ext cx="42767" cy="79343"/>
          </a:xfrm>
          <a:prstGeom prst="rect"/>
          <a:ln w="0">
            <a:noFill/>
          </a:ln>
        </p:spPr>
      </p:pic>
      <p:sp>
        <p:nvSpPr>
          <p:cNvPr id="1714" name="New shape"/>
          <p:cNvSpPr/>
          <p:nvPr/>
        </p:nvSpPr>
        <p:spPr>
          <a:xfrm>
            <a:off x="5736336" y="57378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5" name="New picture"/>
          <p:cNvPicPr/>
          <p:nvPr/>
        </p:nvPicPr>
        <p:blipFill>
          <a:blip r:embed="rId1023"/>
          <a:srcRect/>
          <a:stretch>
            <a:fillRect/>
          </a:stretch>
        </p:blipFill>
        <p:spPr>
          <a:xfrm>
            <a:off x="5770150" y="5766530"/>
            <a:ext cx="71723" cy="82391"/>
          </a:xfrm>
          <a:prstGeom prst="rect"/>
          <a:ln w="0">
            <a:noFill/>
          </a:ln>
        </p:spPr>
      </p:pic>
      <p:sp>
        <p:nvSpPr>
          <p:cNvPr id="1716" name="New shape"/>
          <p:cNvSpPr/>
          <p:nvPr/>
        </p:nvSpPr>
        <p:spPr>
          <a:xfrm>
            <a:off x="5783866" y="577567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7" name="New picture"/>
          <p:cNvPicPr/>
          <p:nvPr/>
        </p:nvPicPr>
        <p:blipFill>
          <a:blip r:embed="rId1024"/>
          <a:srcRect/>
          <a:stretch>
            <a:fillRect/>
          </a:stretch>
        </p:blipFill>
        <p:spPr>
          <a:xfrm>
            <a:off x="5852541" y="5766530"/>
            <a:ext cx="58007" cy="82391"/>
          </a:xfrm>
          <a:prstGeom prst="rect"/>
          <a:ln w="0">
            <a:noFill/>
          </a:ln>
        </p:spPr>
      </p:pic>
      <p:pic>
        <p:nvPicPr>
          <p:cNvPr id="1718" name="New picture"/>
          <p:cNvPicPr/>
          <p:nvPr/>
        </p:nvPicPr>
        <p:blipFill>
          <a:blip r:embed="rId1025"/>
          <a:srcRect/>
          <a:stretch>
            <a:fillRect/>
          </a:stretch>
        </p:blipFill>
        <p:spPr>
          <a:xfrm>
            <a:off x="5964079" y="5737574"/>
            <a:ext cx="74771" cy="111442"/>
          </a:xfrm>
          <a:prstGeom prst="rect"/>
          <a:ln w="0">
            <a:noFill/>
          </a:ln>
        </p:spPr>
      </p:pic>
      <p:sp>
        <p:nvSpPr>
          <p:cNvPr id="1719" name="New shape"/>
          <p:cNvSpPr/>
          <p:nvPr/>
        </p:nvSpPr>
        <p:spPr>
          <a:xfrm>
            <a:off x="5977795" y="5777293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0" name="New picture"/>
          <p:cNvPicPr/>
          <p:nvPr/>
        </p:nvPicPr>
        <p:blipFill>
          <a:blip r:embed="rId1026"/>
          <a:srcRect/>
          <a:stretch>
            <a:fillRect/>
          </a:stretch>
        </p:blipFill>
        <p:spPr>
          <a:xfrm>
            <a:off x="6058662" y="5766435"/>
            <a:ext cx="77915" cy="82391"/>
          </a:xfrm>
          <a:prstGeom prst="rect"/>
          <a:ln w="0">
            <a:noFill/>
          </a:ln>
        </p:spPr>
      </p:pic>
      <p:sp>
        <p:nvSpPr>
          <p:cNvPr id="1721" name="New shape"/>
          <p:cNvSpPr/>
          <p:nvPr/>
        </p:nvSpPr>
        <p:spPr>
          <a:xfrm>
            <a:off x="6072378" y="577710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2" name="New picture"/>
          <p:cNvPicPr/>
          <p:nvPr/>
        </p:nvPicPr>
        <p:blipFill>
          <a:blip r:embed="rId1027"/>
          <a:srcRect/>
          <a:stretch>
            <a:fillRect/>
          </a:stretch>
        </p:blipFill>
        <p:spPr>
          <a:xfrm>
            <a:off x="6156389" y="5766530"/>
            <a:ext cx="70295" cy="79343"/>
          </a:xfrm>
          <a:prstGeom prst="rect"/>
          <a:ln w="0">
            <a:noFill/>
          </a:ln>
        </p:spPr>
      </p:pic>
      <p:pic>
        <p:nvPicPr>
          <p:cNvPr id="1723" name="New picture"/>
          <p:cNvPicPr/>
          <p:nvPr/>
        </p:nvPicPr>
        <p:blipFill>
          <a:blip r:embed="rId1028"/>
          <a:srcRect/>
          <a:stretch>
            <a:fillRect/>
          </a:stretch>
        </p:blipFill>
        <p:spPr>
          <a:xfrm>
            <a:off x="6251067" y="5766435"/>
            <a:ext cx="68675" cy="79439"/>
          </a:xfrm>
          <a:prstGeom prst="rect"/>
          <a:ln w="0">
            <a:noFill/>
          </a:ln>
        </p:spPr>
      </p:pic>
      <p:pic>
        <p:nvPicPr>
          <p:cNvPr id="1724" name="New picture"/>
          <p:cNvPicPr/>
          <p:nvPr/>
        </p:nvPicPr>
        <p:blipFill>
          <a:blip r:embed="rId1029"/>
          <a:srcRect/>
          <a:stretch>
            <a:fillRect/>
          </a:stretch>
        </p:blipFill>
        <p:spPr>
          <a:xfrm>
            <a:off x="6341173" y="5766435"/>
            <a:ext cx="70199" cy="82391"/>
          </a:xfrm>
          <a:prstGeom prst="rect"/>
          <a:ln w="0">
            <a:noFill/>
          </a:ln>
        </p:spPr>
      </p:pic>
      <p:sp>
        <p:nvSpPr>
          <p:cNvPr id="1725" name="New shape"/>
          <p:cNvSpPr/>
          <p:nvPr/>
        </p:nvSpPr>
        <p:spPr>
          <a:xfrm>
            <a:off x="6353365" y="57755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26" name="New shape"/>
          <p:cNvSpPr/>
          <p:nvPr/>
        </p:nvSpPr>
        <p:spPr>
          <a:xfrm>
            <a:off x="6364033" y="5731288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7" name="New picture"/>
          <p:cNvPicPr/>
          <p:nvPr/>
        </p:nvPicPr>
        <p:blipFill>
          <a:blip r:embed="rId1030"/>
          <a:srcRect/>
          <a:stretch>
            <a:fillRect/>
          </a:stretch>
        </p:blipFill>
        <p:spPr>
          <a:xfrm>
            <a:off x="6426612" y="5766435"/>
            <a:ext cx="71818" cy="82391"/>
          </a:xfrm>
          <a:prstGeom prst="rect"/>
          <a:ln w="0">
            <a:noFill/>
          </a:ln>
        </p:spPr>
      </p:pic>
      <p:sp>
        <p:nvSpPr>
          <p:cNvPr id="1728" name="New shape"/>
          <p:cNvSpPr/>
          <p:nvPr/>
        </p:nvSpPr>
        <p:spPr>
          <a:xfrm>
            <a:off x="6440329" y="5775579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9" name="New picture"/>
          <p:cNvPicPr/>
          <p:nvPr/>
        </p:nvPicPr>
        <p:blipFill>
          <a:blip r:embed="rId1031"/>
          <a:srcRect/>
          <a:stretch>
            <a:fillRect/>
          </a:stretch>
        </p:blipFill>
        <p:spPr>
          <a:xfrm>
            <a:off x="6509099" y="5766530"/>
            <a:ext cx="58103" cy="82391"/>
          </a:xfrm>
          <a:prstGeom prst="rect"/>
          <a:ln w="0">
            <a:noFill/>
          </a:ln>
        </p:spPr>
      </p:pic>
      <p:pic>
        <p:nvPicPr>
          <p:cNvPr id="1730" name="New picture"/>
          <p:cNvPicPr/>
          <p:nvPr/>
        </p:nvPicPr>
        <p:blipFill>
          <a:blip r:embed="rId1032"/>
          <a:srcRect/>
          <a:stretch>
            <a:fillRect/>
          </a:stretch>
        </p:blipFill>
        <p:spPr>
          <a:xfrm>
            <a:off x="6580918" y="5830538"/>
            <a:ext cx="21431" cy="42767"/>
          </a:xfrm>
          <a:prstGeom prst="rect"/>
          <a:ln w="0">
            <a:noFill/>
          </a:ln>
        </p:spPr>
      </p:pic>
      <p:pic>
        <p:nvPicPr>
          <p:cNvPr id="1731" name="New picture"/>
          <p:cNvPicPr/>
          <p:nvPr/>
        </p:nvPicPr>
        <p:blipFill>
          <a:blip r:embed="rId1033"/>
          <a:srcRect/>
          <a:stretch>
            <a:fillRect/>
          </a:stretch>
        </p:blipFill>
        <p:spPr>
          <a:xfrm>
            <a:off x="681990" y="5995416"/>
            <a:ext cx="122206" cy="79343"/>
          </a:xfrm>
          <a:prstGeom prst="rect"/>
          <a:ln w="0">
            <a:noFill/>
          </a:ln>
        </p:spPr>
      </p:pic>
      <p:pic>
        <p:nvPicPr>
          <p:cNvPr id="1732" name="New picture"/>
          <p:cNvPicPr/>
          <p:nvPr/>
        </p:nvPicPr>
        <p:blipFill>
          <a:blip r:embed="rId1034"/>
          <a:srcRect/>
          <a:stretch>
            <a:fillRect/>
          </a:stretch>
        </p:blipFill>
        <p:spPr>
          <a:xfrm>
            <a:off x="820960" y="5995416"/>
            <a:ext cx="65627" cy="82391"/>
          </a:xfrm>
          <a:prstGeom prst="rect"/>
          <a:ln w="0">
            <a:noFill/>
          </a:ln>
        </p:spPr>
      </p:pic>
      <p:sp>
        <p:nvSpPr>
          <p:cNvPr id="1733" name="New shape"/>
          <p:cNvSpPr/>
          <p:nvPr/>
        </p:nvSpPr>
        <p:spPr>
          <a:xfrm>
            <a:off x="833152" y="6036564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34" name="New shape"/>
          <p:cNvSpPr/>
          <p:nvPr/>
        </p:nvSpPr>
        <p:spPr>
          <a:xfrm>
            <a:off x="911066" y="599694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5" name="New picture"/>
          <p:cNvPicPr/>
          <p:nvPr/>
        </p:nvPicPr>
        <p:blipFill>
          <a:blip r:embed="rId1035"/>
          <a:srcRect/>
          <a:stretch>
            <a:fillRect/>
          </a:stretch>
        </p:blipFill>
        <p:spPr>
          <a:xfrm>
            <a:off x="909542" y="5963317"/>
            <a:ext cx="16764" cy="15335"/>
          </a:xfrm>
          <a:prstGeom prst="rect"/>
          <a:ln w="0">
            <a:noFill/>
          </a:ln>
        </p:spPr>
      </p:pic>
      <p:pic>
        <p:nvPicPr>
          <p:cNvPr id="1736" name="New picture"/>
          <p:cNvPicPr/>
          <p:nvPr/>
        </p:nvPicPr>
        <p:blipFill>
          <a:blip r:embed="rId1036"/>
          <a:srcRect/>
          <a:stretch>
            <a:fillRect/>
          </a:stretch>
        </p:blipFill>
        <p:spPr>
          <a:xfrm>
            <a:off x="941641" y="5995415"/>
            <a:ext cx="56483" cy="82391"/>
          </a:xfrm>
          <a:prstGeom prst="rect"/>
          <a:ln w="0">
            <a:noFill/>
          </a:ln>
        </p:spPr>
      </p:pic>
      <p:pic>
        <p:nvPicPr>
          <p:cNvPr id="1737" name="New picture"/>
          <p:cNvPicPr/>
          <p:nvPr/>
        </p:nvPicPr>
        <p:blipFill>
          <a:blip r:embed="rId1037"/>
          <a:srcRect/>
          <a:stretch>
            <a:fillRect/>
          </a:stretch>
        </p:blipFill>
        <p:spPr>
          <a:xfrm>
            <a:off x="1057656" y="5966365"/>
            <a:ext cx="74866" cy="111442"/>
          </a:xfrm>
          <a:prstGeom prst="rect"/>
          <a:ln w="0">
            <a:noFill/>
          </a:ln>
        </p:spPr>
      </p:pic>
      <p:sp>
        <p:nvSpPr>
          <p:cNvPr id="1738" name="New shape"/>
          <p:cNvSpPr/>
          <p:nvPr/>
        </p:nvSpPr>
        <p:spPr>
          <a:xfrm>
            <a:off x="1071372" y="600608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9" name="New picture"/>
          <p:cNvPicPr/>
          <p:nvPr/>
        </p:nvPicPr>
        <p:blipFill>
          <a:blip r:embed="rId1038"/>
          <a:srcRect/>
          <a:stretch>
            <a:fillRect/>
          </a:stretch>
        </p:blipFill>
        <p:spPr>
          <a:xfrm>
            <a:off x="1147762" y="5995321"/>
            <a:ext cx="77915" cy="82486"/>
          </a:xfrm>
          <a:prstGeom prst="rect"/>
          <a:ln w="0">
            <a:noFill/>
          </a:ln>
        </p:spPr>
      </p:pic>
      <p:sp>
        <p:nvSpPr>
          <p:cNvPr id="1740" name="New shape"/>
          <p:cNvSpPr/>
          <p:nvPr/>
        </p:nvSpPr>
        <p:spPr>
          <a:xfrm>
            <a:off x="1160050" y="6006084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1" name="New picture"/>
          <p:cNvPicPr/>
          <p:nvPr/>
        </p:nvPicPr>
        <p:blipFill>
          <a:blip r:embed="rId1039"/>
          <a:srcRect/>
          <a:stretch>
            <a:fillRect/>
          </a:stretch>
        </p:blipFill>
        <p:spPr>
          <a:xfrm>
            <a:off x="1245489" y="5995321"/>
            <a:ext cx="68771" cy="79343"/>
          </a:xfrm>
          <a:prstGeom prst="rect"/>
          <a:ln w="0">
            <a:noFill/>
          </a:ln>
        </p:spPr>
      </p:pic>
      <p:pic>
        <p:nvPicPr>
          <p:cNvPr id="1742" name="New picture"/>
          <p:cNvPicPr/>
          <p:nvPr/>
        </p:nvPicPr>
        <p:blipFill>
          <a:blip r:embed="rId1040"/>
          <a:srcRect/>
          <a:stretch>
            <a:fillRect/>
          </a:stretch>
        </p:blipFill>
        <p:spPr>
          <a:xfrm>
            <a:off x="1378363" y="5995416"/>
            <a:ext cx="70295" cy="79343"/>
          </a:xfrm>
          <a:prstGeom prst="rect"/>
          <a:ln w="0">
            <a:noFill/>
          </a:ln>
        </p:spPr>
      </p:pic>
      <p:pic>
        <p:nvPicPr>
          <p:cNvPr id="1743" name="New picture"/>
          <p:cNvPicPr/>
          <p:nvPr/>
        </p:nvPicPr>
        <p:blipFill>
          <a:blip r:embed="rId1041"/>
          <a:srcRect/>
          <a:stretch>
            <a:fillRect/>
          </a:stretch>
        </p:blipFill>
        <p:spPr>
          <a:xfrm>
            <a:off x="1468374" y="5995321"/>
            <a:ext cx="77915" cy="82391"/>
          </a:xfrm>
          <a:prstGeom prst="rect"/>
          <a:ln w="0">
            <a:noFill/>
          </a:ln>
        </p:spPr>
      </p:pic>
      <p:sp>
        <p:nvSpPr>
          <p:cNvPr id="1744" name="New shape"/>
          <p:cNvSpPr/>
          <p:nvPr/>
        </p:nvSpPr>
        <p:spPr>
          <a:xfrm>
            <a:off x="1482185" y="6005989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5" name="New picture"/>
          <p:cNvPicPr/>
          <p:nvPr/>
        </p:nvPicPr>
        <p:blipFill>
          <a:blip r:embed="rId1042"/>
          <a:srcRect/>
          <a:stretch>
            <a:fillRect/>
          </a:stretch>
        </p:blipFill>
        <p:spPr>
          <a:xfrm>
            <a:off x="1566196" y="5995416"/>
            <a:ext cx="120587" cy="79343"/>
          </a:xfrm>
          <a:prstGeom prst="rect"/>
          <a:ln w="0">
            <a:noFill/>
          </a:ln>
        </p:spPr>
      </p:pic>
      <p:pic>
        <p:nvPicPr>
          <p:cNvPr id="1746" name="New picture"/>
          <p:cNvPicPr/>
          <p:nvPr/>
        </p:nvPicPr>
        <p:blipFill>
          <a:blip r:embed="rId1043"/>
          <a:srcRect/>
          <a:stretch>
            <a:fillRect/>
          </a:stretch>
        </p:blipFill>
        <p:spPr>
          <a:xfrm>
            <a:off x="1712785" y="5966365"/>
            <a:ext cx="73247" cy="111442"/>
          </a:xfrm>
          <a:prstGeom prst="rect"/>
          <a:ln w="0">
            <a:noFill/>
          </a:ln>
        </p:spPr>
      </p:pic>
      <p:sp>
        <p:nvSpPr>
          <p:cNvPr id="1747" name="New shape"/>
          <p:cNvSpPr/>
          <p:nvPr/>
        </p:nvSpPr>
        <p:spPr>
          <a:xfrm>
            <a:off x="1724978" y="600608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8" name="New picture"/>
          <p:cNvPicPr/>
          <p:nvPr/>
        </p:nvPicPr>
        <p:blipFill>
          <a:blip r:embed="rId1044"/>
          <a:srcRect/>
          <a:stretch>
            <a:fillRect/>
          </a:stretch>
        </p:blipFill>
        <p:spPr>
          <a:xfrm>
            <a:off x="1805940" y="5995416"/>
            <a:ext cx="42767" cy="79343"/>
          </a:xfrm>
          <a:prstGeom prst="rect"/>
          <a:ln w="0">
            <a:noFill/>
          </a:ln>
        </p:spPr>
      </p:pic>
      <p:pic>
        <p:nvPicPr>
          <p:cNvPr id="1749" name="New picture"/>
          <p:cNvPicPr/>
          <p:nvPr/>
        </p:nvPicPr>
        <p:blipFill>
          <a:blip r:embed="rId1045"/>
          <a:srcRect/>
          <a:stretch>
            <a:fillRect/>
          </a:stretch>
        </p:blipFill>
        <p:spPr>
          <a:xfrm>
            <a:off x="1854803" y="5995415"/>
            <a:ext cx="71723" cy="82391"/>
          </a:xfrm>
          <a:prstGeom prst="rect"/>
          <a:ln w="0">
            <a:noFill/>
          </a:ln>
        </p:spPr>
      </p:pic>
      <p:sp>
        <p:nvSpPr>
          <p:cNvPr id="1750" name="New shape"/>
          <p:cNvSpPr/>
          <p:nvPr/>
        </p:nvSpPr>
        <p:spPr>
          <a:xfrm>
            <a:off x="1868519" y="600456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1" name="New picture"/>
          <p:cNvPicPr/>
          <p:nvPr/>
        </p:nvPicPr>
        <p:blipFill>
          <a:blip r:embed="rId1046"/>
          <a:srcRect/>
          <a:stretch>
            <a:fillRect/>
          </a:stretch>
        </p:blipFill>
        <p:spPr>
          <a:xfrm>
            <a:off x="1981486" y="5966461"/>
            <a:ext cx="74867" cy="111347"/>
          </a:xfrm>
          <a:prstGeom prst="rect"/>
          <a:ln w="0">
            <a:noFill/>
          </a:ln>
        </p:spPr>
      </p:pic>
      <p:sp>
        <p:nvSpPr>
          <p:cNvPr id="1752" name="New shape"/>
          <p:cNvSpPr/>
          <p:nvPr/>
        </p:nvSpPr>
        <p:spPr>
          <a:xfrm>
            <a:off x="1993678" y="600608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3" name="New picture"/>
          <p:cNvPicPr/>
          <p:nvPr/>
        </p:nvPicPr>
        <p:blipFill>
          <a:blip r:embed="rId1047"/>
          <a:srcRect/>
          <a:stretch>
            <a:fillRect/>
          </a:stretch>
        </p:blipFill>
        <p:spPr>
          <a:xfrm>
            <a:off x="2076164" y="5995415"/>
            <a:ext cx="70295" cy="82391"/>
          </a:xfrm>
          <a:prstGeom prst="rect"/>
          <a:ln w="0">
            <a:noFill/>
          </a:ln>
        </p:spPr>
      </p:pic>
      <p:sp>
        <p:nvSpPr>
          <p:cNvPr id="1754" name="New shape"/>
          <p:cNvSpPr/>
          <p:nvPr/>
        </p:nvSpPr>
        <p:spPr>
          <a:xfrm>
            <a:off x="2088357" y="6004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5" name="New picture"/>
          <p:cNvPicPr/>
          <p:nvPr/>
        </p:nvPicPr>
        <p:blipFill>
          <a:blip r:embed="rId1048"/>
          <a:srcRect/>
          <a:stretch>
            <a:fillRect/>
          </a:stretch>
        </p:blipFill>
        <p:spPr>
          <a:xfrm>
            <a:off x="2201418" y="5995416"/>
            <a:ext cx="64103" cy="82391"/>
          </a:xfrm>
          <a:prstGeom prst="rect"/>
          <a:ln w="0">
            <a:noFill/>
          </a:ln>
        </p:spPr>
      </p:pic>
      <p:pic>
        <p:nvPicPr>
          <p:cNvPr id="1756" name="New picture"/>
          <p:cNvPicPr/>
          <p:nvPr/>
        </p:nvPicPr>
        <p:blipFill>
          <a:blip r:embed="rId1049"/>
          <a:srcRect/>
          <a:stretch>
            <a:fillRect/>
          </a:stretch>
        </p:blipFill>
        <p:spPr>
          <a:xfrm>
            <a:off x="2276189" y="5995416"/>
            <a:ext cx="77914" cy="82391"/>
          </a:xfrm>
          <a:prstGeom prst="rect"/>
          <a:ln w="0">
            <a:noFill/>
          </a:ln>
        </p:spPr>
      </p:pic>
      <p:sp>
        <p:nvSpPr>
          <p:cNvPr id="1757" name="New shape"/>
          <p:cNvSpPr/>
          <p:nvPr/>
        </p:nvSpPr>
        <p:spPr>
          <a:xfrm>
            <a:off x="2290000" y="600608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8" name="New picture"/>
          <p:cNvPicPr/>
          <p:nvPr/>
        </p:nvPicPr>
        <p:blipFill>
          <a:blip r:embed="rId1050"/>
          <a:srcRect/>
          <a:stretch>
            <a:fillRect/>
          </a:stretch>
        </p:blipFill>
        <p:spPr>
          <a:xfrm>
            <a:off x="2369343" y="5966461"/>
            <a:ext cx="76390" cy="111347"/>
          </a:xfrm>
          <a:prstGeom prst="rect"/>
          <a:ln w="0">
            <a:noFill/>
          </a:ln>
        </p:spPr>
      </p:pic>
      <p:sp>
        <p:nvSpPr>
          <p:cNvPr id="1759" name="New shape"/>
          <p:cNvSpPr/>
          <p:nvPr/>
        </p:nvSpPr>
        <p:spPr>
          <a:xfrm>
            <a:off x="2383155" y="600608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0" name="New picture"/>
          <p:cNvPicPr/>
          <p:nvPr/>
        </p:nvPicPr>
        <p:blipFill>
          <a:blip r:embed="rId1051"/>
          <a:srcRect/>
          <a:stretch>
            <a:fillRect/>
          </a:stretch>
        </p:blipFill>
        <p:spPr>
          <a:xfrm>
            <a:off x="2464022" y="5995320"/>
            <a:ext cx="71818" cy="82391"/>
          </a:xfrm>
          <a:prstGeom prst="rect"/>
          <a:ln w="0">
            <a:noFill/>
          </a:ln>
        </p:spPr>
      </p:pic>
      <p:sp>
        <p:nvSpPr>
          <p:cNvPr id="1761" name="New shape"/>
          <p:cNvSpPr/>
          <p:nvPr/>
        </p:nvSpPr>
        <p:spPr>
          <a:xfrm>
            <a:off x="2477834" y="6004465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2" name="New picture"/>
          <p:cNvPicPr/>
          <p:nvPr/>
        </p:nvPicPr>
        <p:blipFill>
          <a:blip r:embed="rId1052"/>
          <a:srcRect/>
          <a:stretch>
            <a:fillRect/>
          </a:stretch>
        </p:blipFill>
        <p:spPr>
          <a:xfrm>
            <a:off x="2555653" y="5996940"/>
            <a:ext cx="70199" cy="80867"/>
          </a:xfrm>
          <a:prstGeom prst="rect"/>
          <a:ln w="0">
            <a:noFill/>
          </a:ln>
        </p:spPr>
      </p:pic>
      <p:pic>
        <p:nvPicPr>
          <p:cNvPr id="1763" name="New picture"/>
          <p:cNvPicPr/>
          <p:nvPr/>
        </p:nvPicPr>
        <p:blipFill>
          <a:blip r:embed="rId1053"/>
          <a:srcRect/>
          <a:stretch>
            <a:fillRect/>
          </a:stretch>
        </p:blipFill>
        <p:spPr>
          <a:xfrm>
            <a:off x="2650331" y="5995416"/>
            <a:ext cx="42672" cy="79343"/>
          </a:xfrm>
          <a:prstGeom prst="rect"/>
          <a:ln w="0">
            <a:noFill/>
          </a:ln>
        </p:spPr>
      </p:pic>
      <p:pic>
        <p:nvPicPr>
          <p:cNvPr id="1764" name="New picture"/>
          <p:cNvPicPr/>
          <p:nvPr/>
        </p:nvPicPr>
        <p:blipFill>
          <a:blip r:embed="rId1054"/>
          <a:srcRect/>
          <a:stretch>
            <a:fillRect/>
          </a:stretch>
        </p:blipFill>
        <p:spPr>
          <a:xfrm>
            <a:off x="2697670" y="5995415"/>
            <a:ext cx="58007" cy="82391"/>
          </a:xfrm>
          <a:prstGeom prst="rect"/>
          <a:ln w="0">
            <a:noFill/>
          </a:ln>
        </p:spPr>
      </p:pic>
      <p:pic>
        <p:nvPicPr>
          <p:cNvPr id="1765" name="New picture"/>
          <p:cNvPicPr/>
          <p:nvPr/>
        </p:nvPicPr>
        <p:blipFill>
          <a:blip r:embed="rId1055"/>
          <a:srcRect/>
          <a:stretch>
            <a:fillRect/>
          </a:stretch>
        </p:blipFill>
        <p:spPr>
          <a:xfrm>
            <a:off x="2807589" y="5995320"/>
            <a:ext cx="71818" cy="82391"/>
          </a:xfrm>
          <a:prstGeom prst="rect"/>
          <a:ln w="0">
            <a:noFill/>
          </a:ln>
        </p:spPr>
      </p:pic>
      <p:sp>
        <p:nvSpPr>
          <p:cNvPr id="1766" name="New shape"/>
          <p:cNvSpPr/>
          <p:nvPr/>
        </p:nvSpPr>
        <p:spPr>
          <a:xfrm>
            <a:off x="2821400" y="6004465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7" name="New picture"/>
          <p:cNvPicPr/>
          <p:nvPr/>
        </p:nvPicPr>
        <p:blipFill>
          <a:blip r:embed="rId1056"/>
          <a:srcRect/>
          <a:stretch>
            <a:fillRect/>
          </a:stretch>
        </p:blipFill>
        <p:spPr>
          <a:xfrm>
            <a:off x="2884075" y="5996940"/>
            <a:ext cx="77819" cy="77819"/>
          </a:xfrm>
          <a:prstGeom prst="rect"/>
          <a:ln w="0">
            <a:noFill/>
          </a:ln>
        </p:spPr>
      </p:pic>
      <p:pic>
        <p:nvPicPr>
          <p:cNvPr id="1768" name="New picture"/>
          <p:cNvPicPr/>
          <p:nvPr/>
        </p:nvPicPr>
        <p:blipFill>
          <a:blip r:embed="rId1057"/>
          <a:srcRect/>
          <a:stretch>
            <a:fillRect/>
          </a:stretch>
        </p:blipFill>
        <p:spPr>
          <a:xfrm>
            <a:off x="2975515" y="5995416"/>
            <a:ext cx="74867" cy="117443"/>
          </a:xfrm>
          <a:prstGeom prst="rect"/>
          <a:ln w="0">
            <a:noFill/>
          </a:ln>
        </p:spPr>
      </p:pic>
      <p:sp>
        <p:nvSpPr>
          <p:cNvPr id="1769" name="New shape"/>
          <p:cNvSpPr/>
          <p:nvPr/>
        </p:nvSpPr>
        <p:spPr>
          <a:xfrm>
            <a:off x="2989326" y="600608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0" name="New picture"/>
          <p:cNvPicPr/>
          <p:nvPr/>
        </p:nvPicPr>
        <p:blipFill>
          <a:blip r:embed="rId1058"/>
          <a:srcRect/>
          <a:stretch>
            <a:fillRect/>
          </a:stretch>
        </p:blipFill>
        <p:spPr>
          <a:xfrm>
            <a:off x="3065716" y="5995415"/>
            <a:ext cx="71723" cy="82391"/>
          </a:xfrm>
          <a:prstGeom prst="rect"/>
          <a:ln w="0">
            <a:noFill/>
          </a:ln>
        </p:spPr>
      </p:pic>
      <p:sp>
        <p:nvSpPr>
          <p:cNvPr id="1771" name="New shape"/>
          <p:cNvSpPr/>
          <p:nvPr/>
        </p:nvSpPr>
        <p:spPr>
          <a:xfrm>
            <a:off x="3079433" y="6004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72" name="New shape"/>
          <p:cNvSpPr/>
          <p:nvPr/>
        </p:nvSpPr>
        <p:spPr>
          <a:xfrm>
            <a:off x="3090101" y="5960269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3" name="New picture"/>
          <p:cNvPicPr/>
          <p:nvPr/>
        </p:nvPicPr>
        <p:blipFill>
          <a:blip r:embed="rId1059"/>
          <a:srcRect/>
          <a:stretch>
            <a:fillRect/>
          </a:stretch>
        </p:blipFill>
        <p:spPr>
          <a:xfrm>
            <a:off x="3157347" y="5995416"/>
            <a:ext cx="42767" cy="79343"/>
          </a:xfrm>
          <a:prstGeom prst="rect"/>
          <a:ln w="0">
            <a:noFill/>
          </a:ln>
        </p:spPr>
      </p:pic>
      <p:sp>
        <p:nvSpPr>
          <p:cNvPr id="1774" name="New shape"/>
          <p:cNvSpPr/>
          <p:nvPr/>
        </p:nvSpPr>
        <p:spPr>
          <a:xfrm>
            <a:off x="3213830" y="599694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5" name="New picture"/>
          <p:cNvPicPr/>
          <p:nvPr/>
        </p:nvPicPr>
        <p:blipFill>
          <a:blip r:embed="rId1060"/>
          <a:srcRect/>
          <a:stretch>
            <a:fillRect/>
          </a:stretch>
        </p:blipFill>
        <p:spPr>
          <a:xfrm>
            <a:off x="3212306" y="5963317"/>
            <a:ext cx="16764" cy="15335"/>
          </a:xfrm>
          <a:prstGeom prst="rect"/>
          <a:ln w="0">
            <a:noFill/>
          </a:ln>
        </p:spPr>
      </p:pic>
      <p:pic>
        <p:nvPicPr>
          <p:cNvPr id="1776" name="New picture"/>
          <p:cNvPicPr/>
          <p:nvPr/>
        </p:nvPicPr>
        <p:blipFill>
          <a:blip r:embed="rId1061"/>
          <a:srcRect/>
          <a:stretch>
            <a:fillRect/>
          </a:stretch>
        </p:blipFill>
        <p:spPr>
          <a:xfrm>
            <a:off x="3252026" y="5995416"/>
            <a:ext cx="122110" cy="79343"/>
          </a:xfrm>
          <a:prstGeom prst="rect"/>
          <a:ln w="0">
            <a:noFill/>
          </a:ln>
        </p:spPr>
      </p:pic>
      <p:pic>
        <p:nvPicPr>
          <p:cNvPr id="1777" name="New picture"/>
          <p:cNvPicPr/>
          <p:nvPr/>
        </p:nvPicPr>
        <p:blipFill>
          <a:blip r:embed="rId1062"/>
          <a:srcRect/>
          <a:stretch>
            <a:fillRect/>
          </a:stretch>
        </p:blipFill>
        <p:spPr>
          <a:xfrm>
            <a:off x="3393948" y="5995320"/>
            <a:ext cx="70295" cy="82391"/>
          </a:xfrm>
          <a:prstGeom prst="rect"/>
          <a:ln w="0">
            <a:noFill/>
          </a:ln>
        </p:spPr>
      </p:pic>
      <p:sp>
        <p:nvSpPr>
          <p:cNvPr id="1778" name="New shape"/>
          <p:cNvSpPr/>
          <p:nvPr/>
        </p:nvSpPr>
        <p:spPr>
          <a:xfrm>
            <a:off x="3406140" y="600446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9" name="New picture"/>
          <p:cNvPicPr/>
          <p:nvPr/>
        </p:nvPicPr>
        <p:blipFill>
          <a:blip r:embed="rId1063"/>
          <a:srcRect/>
          <a:stretch>
            <a:fillRect/>
          </a:stretch>
        </p:blipFill>
        <p:spPr>
          <a:xfrm>
            <a:off x="3484150" y="5995416"/>
            <a:ext cx="70295" cy="79343"/>
          </a:xfrm>
          <a:prstGeom prst="rect"/>
          <a:ln w="0">
            <a:noFill/>
          </a:ln>
        </p:spPr>
      </p:pic>
      <p:pic>
        <p:nvPicPr>
          <p:cNvPr id="1780" name="New picture"/>
          <p:cNvPicPr/>
          <p:nvPr/>
        </p:nvPicPr>
        <p:blipFill>
          <a:blip r:embed="rId1064"/>
          <a:srcRect/>
          <a:stretch>
            <a:fillRect/>
          </a:stretch>
        </p:blipFill>
        <p:spPr>
          <a:xfrm>
            <a:off x="3568065" y="5974080"/>
            <a:ext cx="47339" cy="103727"/>
          </a:xfrm>
          <a:prstGeom prst="rect"/>
          <a:ln w="0">
            <a:noFill/>
          </a:ln>
        </p:spPr>
      </p:pic>
      <p:pic>
        <p:nvPicPr>
          <p:cNvPr id="1781" name="New picture"/>
          <p:cNvPicPr/>
          <p:nvPr/>
        </p:nvPicPr>
        <p:blipFill>
          <a:blip r:embed="rId1065"/>
          <a:srcRect/>
          <a:stretch>
            <a:fillRect/>
          </a:stretch>
        </p:blipFill>
        <p:spPr>
          <a:xfrm>
            <a:off x="3626168" y="5995320"/>
            <a:ext cx="70199" cy="82391"/>
          </a:xfrm>
          <a:prstGeom prst="rect"/>
          <a:ln w="0">
            <a:noFill/>
          </a:ln>
        </p:spPr>
      </p:pic>
      <p:sp>
        <p:nvSpPr>
          <p:cNvPr id="1782" name="New shape"/>
          <p:cNvSpPr/>
          <p:nvPr/>
        </p:nvSpPr>
        <p:spPr>
          <a:xfrm>
            <a:off x="3638359" y="600446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83" name="New shape"/>
          <p:cNvSpPr/>
          <p:nvPr/>
        </p:nvSpPr>
        <p:spPr>
          <a:xfrm>
            <a:off x="3649028" y="596026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4" name="New picture"/>
          <p:cNvPicPr/>
          <p:nvPr/>
        </p:nvPicPr>
        <p:blipFill>
          <a:blip r:embed="rId1066"/>
          <a:srcRect/>
          <a:stretch>
            <a:fillRect/>
          </a:stretch>
        </p:blipFill>
        <p:spPr>
          <a:xfrm>
            <a:off x="3708559" y="5995415"/>
            <a:ext cx="58007" cy="82391"/>
          </a:xfrm>
          <a:prstGeom prst="rect"/>
          <a:ln w="0">
            <a:noFill/>
          </a:ln>
        </p:spPr>
      </p:pic>
      <p:pic>
        <p:nvPicPr>
          <p:cNvPr id="1785" name="New picture"/>
          <p:cNvPicPr/>
          <p:nvPr/>
        </p:nvPicPr>
        <p:blipFill>
          <a:blip r:embed="rId1067"/>
          <a:srcRect/>
          <a:stretch>
            <a:fillRect/>
          </a:stretch>
        </p:blipFill>
        <p:spPr>
          <a:xfrm>
            <a:off x="3823144" y="5995416"/>
            <a:ext cx="70295" cy="79343"/>
          </a:xfrm>
          <a:prstGeom prst="rect"/>
          <a:ln w="0">
            <a:noFill/>
          </a:ln>
        </p:spPr>
      </p:pic>
      <p:sp>
        <p:nvSpPr>
          <p:cNvPr id="1786" name="New shape"/>
          <p:cNvSpPr/>
          <p:nvPr/>
        </p:nvSpPr>
        <p:spPr>
          <a:xfrm>
            <a:off x="3913156" y="5966365"/>
            <a:ext cx="10763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7" name="New picture"/>
          <p:cNvPicPr/>
          <p:nvPr/>
        </p:nvPicPr>
        <p:blipFill>
          <a:blip r:embed="rId1068"/>
          <a:srcRect/>
          <a:stretch>
            <a:fillRect/>
          </a:stretch>
        </p:blipFill>
        <p:spPr>
          <a:xfrm>
            <a:off x="3928491" y="5995416"/>
            <a:ext cx="77819" cy="82391"/>
          </a:xfrm>
          <a:prstGeom prst="rect"/>
          <a:ln w="0">
            <a:noFill/>
          </a:ln>
        </p:spPr>
      </p:pic>
      <p:sp>
        <p:nvSpPr>
          <p:cNvPr id="1788" name="New shape"/>
          <p:cNvSpPr/>
          <p:nvPr/>
        </p:nvSpPr>
        <p:spPr>
          <a:xfrm>
            <a:off x="3942207" y="600608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9" name="New picture"/>
          <p:cNvPicPr/>
          <p:nvPr/>
        </p:nvPicPr>
        <p:blipFill>
          <a:blip r:embed="rId1069"/>
          <a:srcRect/>
          <a:stretch>
            <a:fillRect/>
          </a:stretch>
        </p:blipFill>
        <p:spPr>
          <a:xfrm>
            <a:off x="4026122" y="5995416"/>
            <a:ext cx="70295" cy="79343"/>
          </a:xfrm>
          <a:prstGeom prst="rect"/>
          <a:ln w="0">
            <a:noFill/>
          </a:ln>
        </p:spPr>
      </p:pic>
      <p:pic>
        <p:nvPicPr>
          <p:cNvPr id="1790" name="New picture"/>
          <p:cNvPicPr/>
          <p:nvPr/>
        </p:nvPicPr>
        <p:blipFill>
          <a:blip r:embed="rId1070"/>
          <a:srcRect/>
          <a:stretch>
            <a:fillRect/>
          </a:stretch>
        </p:blipFill>
        <p:spPr>
          <a:xfrm>
            <a:off x="4110227" y="5973985"/>
            <a:ext cx="47339" cy="103822"/>
          </a:xfrm>
          <a:prstGeom prst="rect"/>
          <a:ln w="0">
            <a:noFill/>
          </a:ln>
        </p:spPr>
      </p:pic>
      <p:pic>
        <p:nvPicPr>
          <p:cNvPr id="1791" name="New picture"/>
          <p:cNvPicPr/>
          <p:nvPr/>
        </p:nvPicPr>
        <p:blipFill>
          <a:blip r:embed="rId1071"/>
          <a:srcRect/>
          <a:stretch>
            <a:fillRect/>
          </a:stretch>
        </p:blipFill>
        <p:spPr>
          <a:xfrm>
            <a:off x="4204812" y="5995416"/>
            <a:ext cx="77915" cy="118967"/>
          </a:xfrm>
          <a:prstGeom prst="rect"/>
          <a:ln w="0">
            <a:noFill/>
          </a:ln>
        </p:spPr>
      </p:pic>
      <p:sp>
        <p:nvSpPr>
          <p:cNvPr id="1792" name="New shape"/>
          <p:cNvSpPr/>
          <p:nvPr/>
        </p:nvSpPr>
        <p:spPr>
          <a:xfrm>
            <a:off x="4221671" y="6004560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93" name="New shape"/>
          <p:cNvSpPr/>
          <p:nvPr/>
        </p:nvSpPr>
        <p:spPr>
          <a:xfrm>
            <a:off x="4218622" y="6074759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4" name="New picture"/>
          <p:cNvPicPr/>
          <p:nvPr/>
        </p:nvPicPr>
        <p:blipFill>
          <a:blip r:embed="rId1072"/>
          <a:srcRect/>
          <a:stretch>
            <a:fillRect/>
          </a:stretch>
        </p:blipFill>
        <p:spPr>
          <a:xfrm>
            <a:off x="4293394" y="5995415"/>
            <a:ext cx="70295" cy="82391"/>
          </a:xfrm>
          <a:prstGeom prst="rect"/>
          <a:ln w="0">
            <a:noFill/>
          </a:ln>
        </p:spPr>
      </p:pic>
      <p:sp>
        <p:nvSpPr>
          <p:cNvPr id="1795" name="New shape"/>
          <p:cNvSpPr/>
          <p:nvPr/>
        </p:nvSpPr>
        <p:spPr>
          <a:xfrm>
            <a:off x="4305681" y="6004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96" name="New shape"/>
          <p:cNvSpPr/>
          <p:nvPr/>
        </p:nvSpPr>
        <p:spPr>
          <a:xfrm>
            <a:off x="4316349" y="5960269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7" name="New picture"/>
          <p:cNvPicPr/>
          <p:nvPr/>
        </p:nvPicPr>
        <p:blipFill>
          <a:blip r:embed="rId1073"/>
          <a:srcRect/>
          <a:stretch>
            <a:fillRect/>
          </a:stretch>
        </p:blipFill>
        <p:spPr>
          <a:xfrm>
            <a:off x="4383500" y="5995416"/>
            <a:ext cx="70295" cy="79343"/>
          </a:xfrm>
          <a:prstGeom prst="rect"/>
          <a:ln w="0">
            <a:noFill/>
          </a:ln>
        </p:spPr>
      </p:pic>
      <p:pic>
        <p:nvPicPr>
          <p:cNvPr id="1798" name="New picture"/>
          <p:cNvPicPr/>
          <p:nvPr/>
        </p:nvPicPr>
        <p:blipFill>
          <a:blip r:embed="rId1074"/>
          <a:srcRect/>
          <a:stretch>
            <a:fillRect/>
          </a:stretch>
        </p:blipFill>
        <p:spPr>
          <a:xfrm>
            <a:off x="4473702" y="5995320"/>
            <a:ext cx="70199" cy="82391"/>
          </a:xfrm>
          <a:prstGeom prst="rect"/>
          <a:ln w="0">
            <a:noFill/>
          </a:ln>
        </p:spPr>
      </p:pic>
      <p:sp>
        <p:nvSpPr>
          <p:cNvPr id="1799" name="New shape"/>
          <p:cNvSpPr/>
          <p:nvPr/>
        </p:nvSpPr>
        <p:spPr>
          <a:xfrm>
            <a:off x="4485894" y="600446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00" name="New shape"/>
          <p:cNvSpPr/>
          <p:nvPr/>
        </p:nvSpPr>
        <p:spPr>
          <a:xfrm>
            <a:off x="4496562" y="596026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1" name="New picture"/>
          <p:cNvPicPr/>
          <p:nvPr/>
        </p:nvPicPr>
        <p:blipFill>
          <a:blip r:embed="rId1075"/>
          <a:srcRect/>
          <a:stretch>
            <a:fillRect/>
          </a:stretch>
        </p:blipFill>
        <p:spPr>
          <a:xfrm>
            <a:off x="4563618" y="5995416"/>
            <a:ext cx="42767" cy="79343"/>
          </a:xfrm>
          <a:prstGeom prst="rect"/>
          <a:ln w="0">
            <a:noFill/>
          </a:ln>
        </p:spPr>
      </p:pic>
      <p:pic>
        <p:nvPicPr>
          <p:cNvPr id="1802" name="New picture"/>
          <p:cNvPicPr/>
          <p:nvPr/>
        </p:nvPicPr>
        <p:blipFill>
          <a:blip r:embed="rId1076"/>
          <a:srcRect/>
          <a:stretch>
            <a:fillRect/>
          </a:stretch>
        </p:blipFill>
        <p:spPr>
          <a:xfrm>
            <a:off x="4611053" y="5995416"/>
            <a:ext cx="65627" cy="82391"/>
          </a:xfrm>
          <a:prstGeom prst="rect"/>
          <a:ln w="0">
            <a:noFill/>
          </a:ln>
        </p:spPr>
      </p:pic>
      <p:sp>
        <p:nvSpPr>
          <p:cNvPr id="1803" name="New shape"/>
          <p:cNvSpPr/>
          <p:nvPr/>
        </p:nvSpPr>
        <p:spPr>
          <a:xfrm>
            <a:off x="4624768" y="603656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04" name="New shape"/>
          <p:cNvSpPr/>
          <p:nvPr/>
        </p:nvSpPr>
        <p:spPr>
          <a:xfrm>
            <a:off x="4701540" y="59664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5" name="New picture"/>
          <p:cNvPicPr/>
          <p:nvPr/>
        </p:nvPicPr>
        <p:blipFill>
          <a:blip r:embed="rId1077"/>
          <a:srcRect/>
          <a:stretch>
            <a:fillRect/>
          </a:stretch>
        </p:blipFill>
        <p:spPr>
          <a:xfrm>
            <a:off x="4734782" y="5995415"/>
            <a:ext cx="71723" cy="82391"/>
          </a:xfrm>
          <a:prstGeom prst="rect"/>
          <a:ln w="0">
            <a:noFill/>
          </a:ln>
        </p:spPr>
      </p:pic>
      <p:sp>
        <p:nvSpPr>
          <p:cNvPr id="1806" name="New shape"/>
          <p:cNvSpPr/>
          <p:nvPr/>
        </p:nvSpPr>
        <p:spPr>
          <a:xfrm>
            <a:off x="4748498" y="6004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7" name="New picture"/>
          <p:cNvPicPr/>
          <p:nvPr/>
        </p:nvPicPr>
        <p:blipFill>
          <a:blip r:embed="rId1078"/>
          <a:srcRect/>
          <a:stretch>
            <a:fillRect/>
          </a:stretch>
        </p:blipFill>
        <p:spPr>
          <a:xfrm>
            <a:off x="4826317" y="5995416"/>
            <a:ext cx="120586" cy="79343"/>
          </a:xfrm>
          <a:prstGeom prst="rect"/>
          <a:ln w="0">
            <a:noFill/>
          </a:ln>
        </p:spPr>
      </p:pic>
      <p:pic>
        <p:nvPicPr>
          <p:cNvPr id="1808" name="New picture"/>
          <p:cNvPicPr/>
          <p:nvPr/>
        </p:nvPicPr>
        <p:blipFill>
          <a:blip r:embed="rId1079"/>
          <a:srcRect/>
          <a:stretch>
            <a:fillRect/>
          </a:stretch>
        </p:blipFill>
        <p:spPr>
          <a:xfrm>
            <a:off x="4966907" y="5995415"/>
            <a:ext cx="71723" cy="82391"/>
          </a:xfrm>
          <a:prstGeom prst="rect"/>
          <a:ln w="0">
            <a:noFill/>
          </a:ln>
        </p:spPr>
      </p:pic>
      <p:sp>
        <p:nvSpPr>
          <p:cNvPr id="1809" name="New shape"/>
          <p:cNvSpPr/>
          <p:nvPr/>
        </p:nvSpPr>
        <p:spPr>
          <a:xfrm>
            <a:off x="4980622" y="600456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0" name="New picture"/>
          <p:cNvPicPr/>
          <p:nvPr/>
        </p:nvPicPr>
        <p:blipFill>
          <a:blip r:embed="rId1080"/>
          <a:srcRect/>
          <a:stretch>
            <a:fillRect/>
          </a:stretch>
        </p:blipFill>
        <p:spPr>
          <a:xfrm>
            <a:off x="5058442" y="5995416"/>
            <a:ext cx="68675" cy="79343"/>
          </a:xfrm>
          <a:prstGeom prst="rect"/>
          <a:ln w="0">
            <a:noFill/>
          </a:ln>
        </p:spPr>
      </p:pic>
      <p:pic>
        <p:nvPicPr>
          <p:cNvPr id="1811" name="New picture"/>
          <p:cNvPicPr/>
          <p:nvPr/>
        </p:nvPicPr>
        <p:blipFill>
          <a:blip r:embed="rId1081"/>
          <a:srcRect/>
          <a:stretch>
            <a:fillRect/>
          </a:stretch>
        </p:blipFill>
        <p:spPr>
          <a:xfrm>
            <a:off x="5140928" y="5974080"/>
            <a:ext cx="47339" cy="103822"/>
          </a:xfrm>
          <a:prstGeom prst="rect"/>
          <a:ln w="0">
            <a:noFill/>
          </a:ln>
        </p:spPr>
      </p:pic>
      <p:pic>
        <p:nvPicPr>
          <p:cNvPr id="1812" name="New picture"/>
          <p:cNvPicPr/>
          <p:nvPr/>
        </p:nvPicPr>
        <p:blipFill>
          <a:blip r:embed="rId1082"/>
          <a:srcRect/>
          <a:stretch>
            <a:fillRect/>
          </a:stretch>
        </p:blipFill>
        <p:spPr>
          <a:xfrm>
            <a:off x="5244751" y="5995416"/>
            <a:ext cx="76391" cy="117443"/>
          </a:xfrm>
          <a:prstGeom prst="rect"/>
          <a:ln w="0">
            <a:noFill/>
          </a:ln>
        </p:spPr>
      </p:pic>
      <p:sp>
        <p:nvSpPr>
          <p:cNvPr id="1813" name="New shape"/>
          <p:cNvSpPr/>
          <p:nvPr/>
        </p:nvSpPr>
        <p:spPr>
          <a:xfrm>
            <a:off x="5258467" y="600608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4" name="New picture"/>
          <p:cNvPicPr/>
          <p:nvPr/>
        </p:nvPicPr>
        <p:blipFill>
          <a:blip r:embed="rId1083"/>
          <a:srcRect/>
          <a:stretch>
            <a:fillRect/>
          </a:stretch>
        </p:blipFill>
        <p:spPr>
          <a:xfrm>
            <a:off x="5334857" y="5995416"/>
            <a:ext cx="65627" cy="82391"/>
          </a:xfrm>
          <a:prstGeom prst="rect"/>
          <a:ln w="0">
            <a:noFill/>
          </a:ln>
        </p:spPr>
      </p:pic>
      <p:sp>
        <p:nvSpPr>
          <p:cNvPr id="1815" name="New shape"/>
          <p:cNvSpPr/>
          <p:nvPr/>
        </p:nvSpPr>
        <p:spPr>
          <a:xfrm>
            <a:off x="5348573" y="603656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6" name="New picture"/>
          <p:cNvPicPr/>
          <p:nvPr/>
        </p:nvPicPr>
        <p:blipFill>
          <a:blip r:embed="rId1084"/>
          <a:srcRect/>
          <a:stretch>
            <a:fillRect/>
          </a:stretch>
        </p:blipFill>
        <p:spPr>
          <a:xfrm>
            <a:off x="5415820" y="5995416"/>
            <a:ext cx="58007" cy="82486"/>
          </a:xfrm>
          <a:prstGeom prst="rect"/>
          <a:ln w="0">
            <a:noFill/>
          </a:ln>
        </p:spPr>
      </p:pic>
      <p:pic>
        <p:nvPicPr>
          <p:cNvPr id="1817" name="New picture"/>
          <p:cNvPicPr/>
          <p:nvPr/>
        </p:nvPicPr>
        <p:blipFill>
          <a:blip r:embed="rId1085"/>
          <a:srcRect/>
          <a:stretch>
            <a:fillRect/>
          </a:stretch>
        </p:blipFill>
        <p:spPr>
          <a:xfrm>
            <a:off x="5527263" y="5966461"/>
            <a:ext cx="74866" cy="111347"/>
          </a:xfrm>
          <a:prstGeom prst="rect"/>
          <a:ln w="0">
            <a:noFill/>
          </a:ln>
        </p:spPr>
      </p:pic>
      <p:sp>
        <p:nvSpPr>
          <p:cNvPr id="1818" name="New shape"/>
          <p:cNvSpPr/>
          <p:nvPr/>
        </p:nvSpPr>
        <p:spPr>
          <a:xfrm>
            <a:off x="5539454" y="600608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9" name="New picture"/>
          <p:cNvPicPr/>
          <p:nvPr/>
        </p:nvPicPr>
        <p:blipFill>
          <a:blip r:embed="rId1086"/>
          <a:srcRect/>
          <a:stretch>
            <a:fillRect/>
          </a:stretch>
        </p:blipFill>
        <p:spPr>
          <a:xfrm>
            <a:off x="5621941" y="5995415"/>
            <a:ext cx="70199" cy="82391"/>
          </a:xfrm>
          <a:prstGeom prst="rect"/>
          <a:ln w="0">
            <a:noFill/>
          </a:ln>
        </p:spPr>
      </p:pic>
      <p:sp>
        <p:nvSpPr>
          <p:cNvPr id="1820" name="New shape"/>
          <p:cNvSpPr/>
          <p:nvPr/>
        </p:nvSpPr>
        <p:spPr>
          <a:xfrm>
            <a:off x="5634132" y="6004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1" name="New picture"/>
          <p:cNvPicPr/>
          <p:nvPr/>
        </p:nvPicPr>
        <p:blipFill>
          <a:blip r:embed="rId1087"/>
          <a:srcRect/>
          <a:stretch>
            <a:fillRect/>
          </a:stretch>
        </p:blipFill>
        <p:spPr>
          <a:xfrm>
            <a:off x="5747099" y="5995416"/>
            <a:ext cx="64198" cy="82391"/>
          </a:xfrm>
          <a:prstGeom prst="rect"/>
          <a:ln w="0">
            <a:noFill/>
          </a:ln>
        </p:spPr>
      </p:pic>
      <p:pic>
        <p:nvPicPr>
          <p:cNvPr id="1822" name="New picture"/>
          <p:cNvPicPr/>
          <p:nvPr/>
        </p:nvPicPr>
        <p:blipFill>
          <a:blip r:embed="rId1088"/>
          <a:srcRect/>
          <a:stretch>
            <a:fillRect/>
          </a:stretch>
        </p:blipFill>
        <p:spPr>
          <a:xfrm>
            <a:off x="5821966" y="5995321"/>
            <a:ext cx="77915" cy="82391"/>
          </a:xfrm>
          <a:prstGeom prst="rect"/>
          <a:ln w="0">
            <a:noFill/>
          </a:ln>
        </p:spPr>
      </p:pic>
      <p:sp>
        <p:nvSpPr>
          <p:cNvPr id="1823" name="New shape"/>
          <p:cNvSpPr/>
          <p:nvPr/>
        </p:nvSpPr>
        <p:spPr>
          <a:xfrm>
            <a:off x="5835777" y="6005989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4" name="New picture"/>
          <p:cNvPicPr/>
          <p:nvPr/>
        </p:nvPicPr>
        <p:blipFill>
          <a:blip r:embed="rId1089"/>
          <a:srcRect/>
          <a:stretch>
            <a:fillRect/>
          </a:stretch>
        </p:blipFill>
        <p:spPr>
          <a:xfrm>
            <a:off x="5919693" y="5995416"/>
            <a:ext cx="120682" cy="79343"/>
          </a:xfrm>
          <a:prstGeom prst="rect"/>
          <a:ln w="0">
            <a:noFill/>
          </a:ln>
        </p:spPr>
      </p:pic>
      <p:pic>
        <p:nvPicPr>
          <p:cNvPr id="1825" name="New picture"/>
          <p:cNvPicPr/>
          <p:nvPr/>
        </p:nvPicPr>
        <p:blipFill>
          <a:blip r:embed="rId1090"/>
          <a:srcRect/>
          <a:stretch>
            <a:fillRect/>
          </a:stretch>
        </p:blipFill>
        <p:spPr>
          <a:xfrm>
            <a:off x="6064758" y="5995321"/>
            <a:ext cx="76391" cy="117539"/>
          </a:xfrm>
          <a:prstGeom prst="rect"/>
          <a:ln w="0">
            <a:noFill/>
          </a:ln>
        </p:spPr>
      </p:pic>
      <p:sp>
        <p:nvSpPr>
          <p:cNvPr id="1826" name="New shape"/>
          <p:cNvSpPr/>
          <p:nvPr/>
        </p:nvSpPr>
        <p:spPr>
          <a:xfrm>
            <a:off x="6078474" y="600598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7" name="New picture"/>
          <p:cNvPicPr/>
          <p:nvPr/>
        </p:nvPicPr>
        <p:blipFill>
          <a:blip r:embed="rId1091"/>
          <a:srcRect/>
          <a:stretch>
            <a:fillRect/>
          </a:stretch>
        </p:blipFill>
        <p:spPr>
          <a:xfrm>
            <a:off x="6156484" y="5995320"/>
            <a:ext cx="70199" cy="82391"/>
          </a:xfrm>
          <a:prstGeom prst="rect"/>
          <a:ln w="0">
            <a:noFill/>
          </a:ln>
        </p:spPr>
      </p:pic>
      <p:sp>
        <p:nvSpPr>
          <p:cNvPr id="1828" name="New shape"/>
          <p:cNvSpPr/>
          <p:nvPr/>
        </p:nvSpPr>
        <p:spPr>
          <a:xfrm>
            <a:off x="6168675" y="600446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29" name="New shape"/>
          <p:cNvSpPr/>
          <p:nvPr/>
        </p:nvSpPr>
        <p:spPr>
          <a:xfrm>
            <a:off x="6179344" y="596026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0" name="New picture"/>
          <p:cNvPicPr/>
          <p:nvPr/>
        </p:nvPicPr>
        <p:blipFill>
          <a:blip r:embed="rId1092"/>
          <a:srcRect/>
          <a:stretch>
            <a:fillRect/>
          </a:stretch>
        </p:blipFill>
        <p:spPr>
          <a:xfrm>
            <a:off x="6235826" y="5973985"/>
            <a:ext cx="47339" cy="103822"/>
          </a:xfrm>
          <a:prstGeom prst="rect"/>
          <a:ln w="0">
            <a:noFill/>
          </a:ln>
        </p:spPr>
      </p:pic>
      <p:pic>
        <p:nvPicPr>
          <p:cNvPr id="1831" name="New picture"/>
          <p:cNvPicPr/>
          <p:nvPr/>
        </p:nvPicPr>
        <p:blipFill>
          <a:blip r:embed="rId1093"/>
          <a:srcRect/>
          <a:stretch>
            <a:fillRect/>
          </a:stretch>
        </p:blipFill>
        <p:spPr>
          <a:xfrm>
            <a:off x="6293834" y="5995415"/>
            <a:ext cx="71723" cy="82391"/>
          </a:xfrm>
          <a:prstGeom prst="rect"/>
          <a:ln w="0">
            <a:noFill/>
          </a:ln>
        </p:spPr>
      </p:pic>
      <p:sp>
        <p:nvSpPr>
          <p:cNvPr id="1832" name="New shape"/>
          <p:cNvSpPr/>
          <p:nvPr/>
        </p:nvSpPr>
        <p:spPr>
          <a:xfrm>
            <a:off x="6307550" y="6004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3" name="New picture"/>
          <p:cNvPicPr/>
          <p:nvPr/>
        </p:nvPicPr>
        <p:blipFill>
          <a:blip r:embed="rId1094"/>
          <a:srcRect/>
          <a:stretch>
            <a:fillRect/>
          </a:stretch>
        </p:blipFill>
        <p:spPr>
          <a:xfrm>
            <a:off x="6385465" y="5995321"/>
            <a:ext cx="68771" cy="79343"/>
          </a:xfrm>
          <a:prstGeom prst="rect"/>
          <a:ln w="0">
            <a:noFill/>
          </a:ln>
        </p:spPr>
      </p:pic>
      <p:pic>
        <p:nvPicPr>
          <p:cNvPr id="1834" name="New picture"/>
          <p:cNvPicPr/>
          <p:nvPr/>
        </p:nvPicPr>
        <p:blipFill>
          <a:blip r:embed="rId1095"/>
          <a:srcRect/>
          <a:stretch>
            <a:fillRect/>
          </a:stretch>
        </p:blipFill>
        <p:spPr>
          <a:xfrm>
            <a:off x="6474047" y="5995416"/>
            <a:ext cx="64103" cy="82391"/>
          </a:xfrm>
          <a:prstGeom prst="rect"/>
          <a:ln w="0">
            <a:noFill/>
          </a:ln>
        </p:spPr>
      </p:pic>
      <p:pic>
        <p:nvPicPr>
          <p:cNvPr id="1835" name="New picture"/>
          <p:cNvPicPr/>
          <p:nvPr/>
        </p:nvPicPr>
        <p:blipFill>
          <a:blip r:embed="rId1096"/>
          <a:srcRect/>
          <a:stretch>
            <a:fillRect/>
          </a:stretch>
        </p:blipFill>
        <p:spPr>
          <a:xfrm>
            <a:off x="6548818" y="5995415"/>
            <a:ext cx="71819" cy="82391"/>
          </a:xfrm>
          <a:prstGeom prst="rect"/>
          <a:ln w="0">
            <a:noFill/>
          </a:ln>
        </p:spPr>
      </p:pic>
      <p:sp>
        <p:nvSpPr>
          <p:cNvPr id="1836" name="New shape"/>
          <p:cNvSpPr/>
          <p:nvPr/>
        </p:nvSpPr>
        <p:spPr>
          <a:xfrm>
            <a:off x="6562629" y="600456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7" name="New picture"/>
          <p:cNvPicPr/>
          <p:nvPr/>
        </p:nvPicPr>
        <p:blipFill>
          <a:blip r:embed="rId1097"/>
          <a:srcRect/>
          <a:stretch>
            <a:fillRect/>
          </a:stretch>
        </p:blipFill>
        <p:spPr>
          <a:xfrm>
            <a:off x="6631211" y="5995415"/>
            <a:ext cx="58103" cy="82391"/>
          </a:xfrm>
          <a:prstGeom prst="rect"/>
          <a:ln w="0">
            <a:noFill/>
          </a:ln>
        </p:spPr>
      </p:pic>
      <p:pic>
        <p:nvPicPr>
          <p:cNvPr id="1838" name="New picture"/>
          <p:cNvPicPr/>
          <p:nvPr/>
        </p:nvPicPr>
        <p:blipFill>
          <a:blip r:embed="rId1098"/>
          <a:srcRect/>
          <a:stretch>
            <a:fillRect/>
          </a:stretch>
        </p:blipFill>
        <p:spPr>
          <a:xfrm>
            <a:off x="681990" y="6224301"/>
            <a:ext cx="122206" cy="79343"/>
          </a:xfrm>
          <a:prstGeom prst="rect"/>
          <a:ln w="0">
            <a:noFill/>
          </a:ln>
        </p:spPr>
      </p:pic>
      <p:pic>
        <p:nvPicPr>
          <p:cNvPr id="1839" name="New picture"/>
          <p:cNvPicPr/>
          <p:nvPr/>
        </p:nvPicPr>
        <p:blipFill>
          <a:blip r:embed="rId1099"/>
          <a:srcRect/>
          <a:stretch>
            <a:fillRect/>
          </a:stretch>
        </p:blipFill>
        <p:spPr>
          <a:xfrm>
            <a:off x="820960" y="6224397"/>
            <a:ext cx="65627" cy="82391"/>
          </a:xfrm>
          <a:prstGeom prst="rect"/>
          <a:ln w="0">
            <a:noFill/>
          </a:ln>
        </p:spPr>
      </p:pic>
      <p:sp>
        <p:nvSpPr>
          <p:cNvPr id="1840" name="New shape"/>
          <p:cNvSpPr/>
          <p:nvPr/>
        </p:nvSpPr>
        <p:spPr>
          <a:xfrm>
            <a:off x="833152" y="6265545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1" name="New picture"/>
          <p:cNvPicPr/>
          <p:nvPr/>
        </p:nvPicPr>
        <p:blipFill>
          <a:blip r:embed="rId1100"/>
          <a:srcRect/>
          <a:stretch>
            <a:fillRect/>
          </a:stretch>
        </p:blipFill>
        <p:spPr>
          <a:xfrm>
            <a:off x="898874" y="6202871"/>
            <a:ext cx="47339" cy="103822"/>
          </a:xfrm>
          <a:prstGeom prst="rect"/>
          <a:ln w="0">
            <a:noFill/>
          </a:ln>
        </p:spPr>
      </p:pic>
      <p:pic>
        <p:nvPicPr>
          <p:cNvPr id="1842" name="New picture"/>
          <p:cNvPicPr/>
          <p:nvPr/>
        </p:nvPicPr>
        <p:blipFill>
          <a:blip r:embed="rId1101"/>
          <a:srcRect/>
          <a:stretch>
            <a:fillRect/>
          </a:stretch>
        </p:blipFill>
        <p:spPr>
          <a:xfrm>
            <a:off x="964501" y="6195346"/>
            <a:ext cx="68771" cy="108395"/>
          </a:xfrm>
          <a:prstGeom prst="rect"/>
          <a:ln w="0">
            <a:noFill/>
          </a:ln>
        </p:spPr>
      </p:pic>
      <p:pic>
        <p:nvPicPr>
          <p:cNvPr id="1843" name="New picture"/>
          <p:cNvPicPr/>
          <p:nvPr/>
        </p:nvPicPr>
        <p:blipFill>
          <a:blip r:embed="rId1102"/>
          <a:srcRect/>
          <a:stretch>
            <a:fillRect/>
          </a:stretch>
        </p:blipFill>
        <p:spPr>
          <a:xfrm>
            <a:off x="1053084" y="6224397"/>
            <a:ext cx="71723" cy="82391"/>
          </a:xfrm>
          <a:prstGeom prst="rect"/>
          <a:ln w="0">
            <a:noFill/>
          </a:ln>
        </p:spPr>
      </p:pic>
      <p:sp>
        <p:nvSpPr>
          <p:cNvPr id="1844" name="New shape"/>
          <p:cNvSpPr/>
          <p:nvPr/>
        </p:nvSpPr>
        <p:spPr>
          <a:xfrm>
            <a:off x="1066800" y="623354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45" name="New shape"/>
          <p:cNvSpPr/>
          <p:nvPr/>
        </p:nvSpPr>
        <p:spPr>
          <a:xfrm>
            <a:off x="1075944" y="6189250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6" name="New picture"/>
          <p:cNvPicPr/>
          <p:nvPr/>
        </p:nvPicPr>
        <p:blipFill>
          <a:blip r:embed="rId1103"/>
          <a:srcRect/>
          <a:stretch>
            <a:fillRect/>
          </a:stretch>
        </p:blipFill>
        <p:spPr>
          <a:xfrm>
            <a:off x="1144715" y="6224206"/>
            <a:ext cx="120682" cy="79343"/>
          </a:xfrm>
          <a:prstGeom prst="rect"/>
          <a:ln w="0">
            <a:noFill/>
          </a:ln>
        </p:spPr>
      </p:pic>
      <p:pic>
        <p:nvPicPr>
          <p:cNvPr id="1847" name="New picture"/>
          <p:cNvPicPr/>
          <p:nvPr/>
        </p:nvPicPr>
        <p:blipFill>
          <a:blip r:embed="rId1104"/>
          <a:srcRect/>
          <a:stretch>
            <a:fillRect/>
          </a:stretch>
        </p:blipFill>
        <p:spPr>
          <a:xfrm>
            <a:off x="1282160" y="6224301"/>
            <a:ext cx="65723" cy="82391"/>
          </a:xfrm>
          <a:prstGeom prst="rect"/>
          <a:ln w="0">
            <a:noFill/>
          </a:ln>
        </p:spPr>
      </p:pic>
      <p:sp>
        <p:nvSpPr>
          <p:cNvPr id="1848" name="New shape"/>
          <p:cNvSpPr/>
          <p:nvPr/>
        </p:nvSpPr>
        <p:spPr>
          <a:xfrm>
            <a:off x="1295876" y="626554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9" name="New picture"/>
          <p:cNvPicPr/>
          <p:nvPr/>
        </p:nvPicPr>
        <p:blipFill>
          <a:blip r:embed="rId1105"/>
          <a:srcRect/>
          <a:stretch>
            <a:fillRect/>
          </a:stretch>
        </p:blipFill>
        <p:spPr>
          <a:xfrm>
            <a:off x="1360075" y="6202871"/>
            <a:ext cx="48863" cy="103822"/>
          </a:xfrm>
          <a:prstGeom prst="rect"/>
          <a:ln w="0">
            <a:noFill/>
          </a:ln>
        </p:spPr>
      </p:pic>
      <p:sp>
        <p:nvSpPr>
          <p:cNvPr id="1850" name="New shape"/>
          <p:cNvSpPr/>
          <p:nvPr/>
        </p:nvSpPr>
        <p:spPr>
          <a:xfrm>
            <a:off x="1425702" y="622582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1" name="New picture"/>
          <p:cNvPicPr/>
          <p:nvPr/>
        </p:nvPicPr>
        <p:blipFill>
          <a:blip r:embed="rId1106"/>
          <a:srcRect/>
          <a:stretch>
            <a:fillRect/>
          </a:stretch>
        </p:blipFill>
        <p:spPr>
          <a:xfrm>
            <a:off x="1424178" y="6192202"/>
            <a:ext cx="16764" cy="15335"/>
          </a:xfrm>
          <a:prstGeom prst="rect"/>
          <a:ln w="0">
            <a:noFill/>
          </a:ln>
        </p:spPr>
      </p:pic>
      <p:pic>
        <p:nvPicPr>
          <p:cNvPr id="1852" name="New picture"/>
          <p:cNvPicPr/>
          <p:nvPr/>
        </p:nvPicPr>
        <p:blipFill>
          <a:blip r:embed="rId1107"/>
          <a:srcRect/>
          <a:stretch>
            <a:fillRect/>
          </a:stretch>
        </p:blipFill>
        <p:spPr>
          <a:xfrm>
            <a:off x="1460754" y="6224302"/>
            <a:ext cx="73343" cy="117539"/>
          </a:xfrm>
          <a:prstGeom prst="rect"/>
          <a:ln w="0">
            <a:noFill/>
          </a:ln>
        </p:spPr>
      </p:pic>
      <p:sp>
        <p:nvSpPr>
          <p:cNvPr id="1853" name="New shape"/>
          <p:cNvSpPr/>
          <p:nvPr/>
        </p:nvSpPr>
        <p:spPr>
          <a:xfrm>
            <a:off x="1473041" y="623497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4" name="New picture"/>
          <p:cNvPicPr/>
          <p:nvPr/>
        </p:nvPicPr>
        <p:blipFill>
          <a:blip r:embed="rId1108"/>
          <a:srcRect/>
          <a:stretch>
            <a:fillRect/>
          </a:stretch>
        </p:blipFill>
        <p:spPr>
          <a:xfrm>
            <a:off x="1560005" y="6225826"/>
            <a:ext cx="70199" cy="80867"/>
          </a:xfrm>
          <a:prstGeom prst="rect"/>
          <a:ln w="0">
            <a:noFill/>
          </a:ln>
        </p:spPr>
      </p:pic>
      <p:pic>
        <p:nvPicPr>
          <p:cNvPr id="1855" name="New picture"/>
          <p:cNvPicPr/>
          <p:nvPr/>
        </p:nvPicPr>
        <p:blipFill>
          <a:blip r:embed="rId1109"/>
          <a:srcRect/>
          <a:stretch>
            <a:fillRect/>
          </a:stretch>
        </p:blipFill>
        <p:spPr>
          <a:xfrm>
            <a:off x="1648587" y="6224301"/>
            <a:ext cx="71818" cy="82391"/>
          </a:xfrm>
          <a:prstGeom prst="rect"/>
          <a:ln w="0">
            <a:noFill/>
          </a:ln>
        </p:spPr>
      </p:pic>
      <p:sp>
        <p:nvSpPr>
          <p:cNvPr id="1856" name="New shape"/>
          <p:cNvSpPr/>
          <p:nvPr/>
        </p:nvSpPr>
        <p:spPr>
          <a:xfrm>
            <a:off x="1662398" y="6233446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7" name="New picture"/>
          <p:cNvPicPr/>
          <p:nvPr/>
        </p:nvPicPr>
        <p:blipFill>
          <a:blip r:embed="rId1110"/>
          <a:srcRect/>
          <a:stretch>
            <a:fillRect/>
          </a:stretch>
        </p:blipFill>
        <p:spPr>
          <a:xfrm>
            <a:off x="1732597" y="6224302"/>
            <a:ext cx="56483" cy="82486"/>
          </a:xfrm>
          <a:prstGeom prst="rect"/>
          <a:ln w="0">
            <a:noFill/>
          </a:ln>
        </p:spPr>
      </p:pic>
      <p:pic>
        <p:nvPicPr>
          <p:cNvPr id="1858" name="New picture"/>
          <p:cNvPicPr/>
          <p:nvPr/>
        </p:nvPicPr>
        <p:blipFill>
          <a:blip r:embed="rId1111"/>
          <a:srcRect/>
          <a:stretch>
            <a:fillRect/>
          </a:stretch>
        </p:blipFill>
        <p:spPr>
          <a:xfrm>
            <a:off x="1838039" y="6202871"/>
            <a:ext cx="47339" cy="103822"/>
          </a:xfrm>
          <a:prstGeom prst="rect"/>
          <a:ln w="0">
            <a:noFill/>
          </a:ln>
        </p:spPr>
      </p:pic>
      <p:pic>
        <p:nvPicPr>
          <p:cNvPr id="1859" name="New picture"/>
          <p:cNvPicPr/>
          <p:nvPr/>
        </p:nvPicPr>
        <p:blipFill>
          <a:blip r:embed="rId1112"/>
          <a:srcRect/>
          <a:stretch>
            <a:fillRect/>
          </a:stretch>
        </p:blipFill>
        <p:spPr>
          <a:xfrm>
            <a:off x="1902143" y="6224301"/>
            <a:ext cx="42672" cy="79343"/>
          </a:xfrm>
          <a:prstGeom prst="rect"/>
          <a:ln w="0">
            <a:noFill/>
          </a:ln>
        </p:spPr>
      </p:pic>
      <p:pic>
        <p:nvPicPr>
          <p:cNvPr id="1860" name="New picture"/>
          <p:cNvPicPr/>
          <p:nvPr/>
        </p:nvPicPr>
        <p:blipFill>
          <a:blip r:embed="rId1113"/>
          <a:srcRect/>
          <a:stretch>
            <a:fillRect/>
          </a:stretch>
        </p:blipFill>
        <p:spPr>
          <a:xfrm>
            <a:off x="1951006" y="6224301"/>
            <a:ext cx="70199" cy="82391"/>
          </a:xfrm>
          <a:prstGeom prst="rect"/>
          <a:ln w="0">
            <a:noFill/>
          </a:ln>
        </p:spPr>
      </p:pic>
      <p:sp>
        <p:nvSpPr>
          <p:cNvPr id="1861" name="New shape"/>
          <p:cNvSpPr/>
          <p:nvPr/>
        </p:nvSpPr>
        <p:spPr>
          <a:xfrm>
            <a:off x="1963198" y="623344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62" name="New shape"/>
          <p:cNvSpPr/>
          <p:nvPr/>
        </p:nvSpPr>
        <p:spPr>
          <a:xfrm>
            <a:off x="1970818" y="6189250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3" name="New picture"/>
          <p:cNvPicPr/>
          <p:nvPr/>
        </p:nvPicPr>
        <p:blipFill>
          <a:blip r:embed="rId1114"/>
          <a:srcRect/>
          <a:stretch>
            <a:fillRect/>
          </a:stretch>
        </p:blipFill>
        <p:spPr>
          <a:xfrm>
            <a:off x="2033397" y="6224301"/>
            <a:ext cx="58102" cy="82391"/>
          </a:xfrm>
          <a:prstGeom prst="rect"/>
          <a:ln w="0">
            <a:noFill/>
          </a:ln>
        </p:spPr>
      </p:pic>
      <p:pic>
        <p:nvPicPr>
          <p:cNvPr id="1864" name="New picture"/>
          <p:cNvPicPr/>
          <p:nvPr/>
        </p:nvPicPr>
        <p:blipFill>
          <a:blip r:embed="rId1115"/>
          <a:srcRect/>
          <a:stretch>
            <a:fillRect/>
          </a:stretch>
        </p:blipFill>
        <p:spPr>
          <a:xfrm>
            <a:off x="2144935" y="6195250"/>
            <a:ext cx="74771" cy="111442"/>
          </a:xfrm>
          <a:prstGeom prst="rect"/>
          <a:ln w="0">
            <a:noFill/>
          </a:ln>
        </p:spPr>
      </p:pic>
      <p:sp>
        <p:nvSpPr>
          <p:cNvPr id="1865" name="New shape"/>
          <p:cNvSpPr/>
          <p:nvPr/>
        </p:nvSpPr>
        <p:spPr>
          <a:xfrm>
            <a:off x="2157127" y="623496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6" name="New picture"/>
          <p:cNvPicPr/>
          <p:nvPr/>
        </p:nvPicPr>
        <p:blipFill>
          <a:blip r:embed="rId1116"/>
          <a:srcRect/>
          <a:stretch>
            <a:fillRect/>
          </a:stretch>
        </p:blipFill>
        <p:spPr>
          <a:xfrm>
            <a:off x="2239518" y="6224301"/>
            <a:ext cx="70295" cy="82391"/>
          </a:xfrm>
          <a:prstGeom prst="rect"/>
          <a:ln w="0">
            <a:noFill/>
          </a:ln>
        </p:spPr>
      </p:pic>
      <p:sp>
        <p:nvSpPr>
          <p:cNvPr id="1867" name="New shape"/>
          <p:cNvSpPr/>
          <p:nvPr/>
        </p:nvSpPr>
        <p:spPr>
          <a:xfrm>
            <a:off x="2251710" y="623344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68" name="New shape"/>
          <p:cNvSpPr/>
          <p:nvPr/>
        </p:nvSpPr>
        <p:spPr>
          <a:xfrm>
            <a:off x="2262473" y="6189250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9" name="New picture"/>
          <p:cNvPicPr/>
          <p:nvPr/>
        </p:nvPicPr>
        <p:blipFill>
          <a:blip r:embed="rId1117"/>
          <a:srcRect/>
          <a:stretch>
            <a:fillRect/>
          </a:stretch>
        </p:blipFill>
        <p:spPr>
          <a:xfrm>
            <a:off x="2317432" y="6225825"/>
            <a:ext cx="73343" cy="77819"/>
          </a:xfrm>
          <a:prstGeom prst="rect"/>
          <a:ln w="0">
            <a:noFill/>
          </a:ln>
        </p:spPr>
      </p:pic>
      <p:pic>
        <p:nvPicPr>
          <p:cNvPr id="1870" name="New picture"/>
          <p:cNvPicPr/>
          <p:nvPr/>
        </p:nvPicPr>
        <p:blipFill>
          <a:blip r:embed="rId1118"/>
          <a:srcRect/>
          <a:stretch>
            <a:fillRect/>
          </a:stretch>
        </p:blipFill>
        <p:spPr>
          <a:xfrm>
            <a:off x="2398300" y="6224301"/>
            <a:ext cx="70295" cy="82391"/>
          </a:xfrm>
          <a:prstGeom prst="rect"/>
          <a:ln w="0">
            <a:noFill/>
          </a:ln>
        </p:spPr>
      </p:pic>
      <p:sp>
        <p:nvSpPr>
          <p:cNvPr id="1871" name="New shape"/>
          <p:cNvSpPr/>
          <p:nvPr/>
        </p:nvSpPr>
        <p:spPr>
          <a:xfrm>
            <a:off x="2410587" y="623344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72" name="New shape"/>
          <p:cNvSpPr/>
          <p:nvPr/>
        </p:nvSpPr>
        <p:spPr>
          <a:xfrm>
            <a:off x="2490216" y="61950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3" name="New picture"/>
          <p:cNvPicPr/>
          <p:nvPr/>
        </p:nvPicPr>
        <p:blipFill>
          <a:blip r:embed="rId1119"/>
          <a:srcRect/>
          <a:stretch>
            <a:fillRect/>
          </a:stretch>
        </p:blipFill>
        <p:spPr>
          <a:xfrm>
            <a:off x="2525077" y="6224397"/>
            <a:ext cx="77914" cy="82391"/>
          </a:xfrm>
          <a:prstGeom prst="rect"/>
          <a:ln w="0">
            <a:noFill/>
          </a:ln>
        </p:spPr>
      </p:pic>
      <p:sp>
        <p:nvSpPr>
          <p:cNvPr id="1874" name="New shape"/>
          <p:cNvSpPr/>
          <p:nvPr/>
        </p:nvSpPr>
        <p:spPr>
          <a:xfrm>
            <a:off x="2537269" y="623506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5" name="New picture"/>
          <p:cNvPicPr/>
          <p:nvPr/>
        </p:nvPicPr>
        <p:blipFill>
          <a:blip r:embed="rId1120"/>
          <a:srcRect/>
          <a:stretch>
            <a:fillRect/>
          </a:stretch>
        </p:blipFill>
        <p:spPr>
          <a:xfrm>
            <a:off x="2622899" y="6224301"/>
            <a:ext cx="74771" cy="117539"/>
          </a:xfrm>
          <a:prstGeom prst="rect"/>
          <a:ln w="0">
            <a:noFill/>
          </a:ln>
        </p:spPr>
      </p:pic>
      <p:sp>
        <p:nvSpPr>
          <p:cNvPr id="1876" name="New shape"/>
          <p:cNvSpPr/>
          <p:nvPr/>
        </p:nvSpPr>
        <p:spPr>
          <a:xfrm>
            <a:off x="2636615" y="623496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7" name="New picture"/>
          <p:cNvPicPr/>
          <p:nvPr/>
        </p:nvPicPr>
        <p:blipFill>
          <a:blip r:embed="rId1121"/>
          <a:srcRect/>
          <a:stretch>
            <a:fillRect/>
          </a:stretch>
        </p:blipFill>
        <p:spPr>
          <a:xfrm>
            <a:off x="2717578" y="6224301"/>
            <a:ext cx="74771" cy="117539"/>
          </a:xfrm>
          <a:prstGeom prst="rect"/>
          <a:ln w="0">
            <a:noFill/>
          </a:ln>
        </p:spPr>
      </p:pic>
      <p:sp>
        <p:nvSpPr>
          <p:cNvPr id="1878" name="New shape"/>
          <p:cNvSpPr/>
          <p:nvPr/>
        </p:nvSpPr>
        <p:spPr>
          <a:xfrm>
            <a:off x="2731294" y="623496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9" name="New picture"/>
          <p:cNvPicPr/>
          <p:nvPr/>
        </p:nvPicPr>
        <p:blipFill>
          <a:blip r:embed="rId1122"/>
          <a:srcRect/>
          <a:stretch>
            <a:fillRect/>
          </a:stretch>
        </p:blipFill>
        <p:spPr>
          <a:xfrm>
            <a:off x="2807589" y="6224397"/>
            <a:ext cx="71818" cy="82391"/>
          </a:xfrm>
          <a:prstGeom prst="rect"/>
          <a:ln w="0">
            <a:noFill/>
          </a:ln>
        </p:spPr>
      </p:pic>
      <p:sp>
        <p:nvSpPr>
          <p:cNvPr id="1880" name="New shape"/>
          <p:cNvSpPr/>
          <p:nvPr/>
        </p:nvSpPr>
        <p:spPr>
          <a:xfrm>
            <a:off x="2821305" y="623354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81" name="New shape"/>
          <p:cNvSpPr/>
          <p:nvPr/>
        </p:nvSpPr>
        <p:spPr>
          <a:xfrm>
            <a:off x="2830544" y="6189250"/>
            <a:ext cx="32004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2" name="New picture"/>
          <p:cNvPicPr/>
          <p:nvPr/>
        </p:nvPicPr>
        <p:blipFill>
          <a:blip r:embed="rId1123"/>
          <a:srcRect/>
          <a:stretch>
            <a:fillRect/>
          </a:stretch>
        </p:blipFill>
        <p:spPr>
          <a:xfrm>
            <a:off x="2894743" y="6224301"/>
            <a:ext cx="70199" cy="82391"/>
          </a:xfrm>
          <a:prstGeom prst="rect"/>
          <a:ln w="0">
            <a:noFill/>
          </a:ln>
        </p:spPr>
      </p:pic>
      <p:sp>
        <p:nvSpPr>
          <p:cNvPr id="1883" name="New shape"/>
          <p:cNvSpPr/>
          <p:nvPr/>
        </p:nvSpPr>
        <p:spPr>
          <a:xfrm>
            <a:off x="2906935" y="623344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4" name="New picture"/>
          <p:cNvPicPr/>
          <p:nvPr/>
        </p:nvPicPr>
        <p:blipFill>
          <a:blip r:embed="rId1124"/>
          <a:srcRect/>
          <a:stretch>
            <a:fillRect/>
          </a:stretch>
        </p:blipFill>
        <p:spPr>
          <a:xfrm>
            <a:off x="2977134" y="6224301"/>
            <a:ext cx="58007" cy="82391"/>
          </a:xfrm>
          <a:prstGeom prst="rect"/>
          <a:ln w="0">
            <a:noFill/>
          </a:ln>
        </p:spPr>
      </p:pic>
      <p:pic>
        <p:nvPicPr>
          <p:cNvPr id="1885" name="New picture"/>
          <p:cNvPicPr/>
          <p:nvPr/>
        </p:nvPicPr>
        <p:blipFill>
          <a:blip r:embed="rId1125"/>
          <a:srcRect/>
          <a:stretch>
            <a:fillRect/>
          </a:stretch>
        </p:blipFill>
        <p:spPr>
          <a:xfrm>
            <a:off x="3053524" y="6288405"/>
            <a:ext cx="16764" cy="16764"/>
          </a:xfrm>
          <a:prstGeom prst="rect"/>
          <a:ln w="0">
            <a:noFill/>
          </a:ln>
        </p:spPr>
      </p:pic>
      <p:pic>
        <p:nvPicPr>
          <p:cNvPr id="1886" name="New picture"/>
          <p:cNvPicPr/>
          <p:nvPr/>
        </p:nvPicPr>
        <p:blipFill>
          <a:blip r:embed="rId1126"/>
          <a:srcRect/>
          <a:stretch>
            <a:fillRect/>
          </a:stretch>
        </p:blipFill>
        <p:spPr>
          <a:xfrm>
            <a:off x="671322" y="6576727"/>
            <a:ext cx="99250" cy="108394"/>
          </a:xfrm>
          <a:prstGeom prst="rect"/>
          <a:ln w="0">
            <a:noFill/>
          </a:ln>
        </p:spPr>
      </p:pic>
      <p:sp>
        <p:nvSpPr>
          <p:cNvPr id="1887" name="New shape"/>
          <p:cNvSpPr/>
          <p:nvPr/>
        </p:nvSpPr>
        <p:spPr>
          <a:xfrm>
            <a:off x="698849" y="6590539"/>
            <a:ext cx="42672" cy="579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8" name="New picture"/>
          <p:cNvPicPr/>
          <p:nvPr/>
        </p:nvPicPr>
        <p:blipFill>
          <a:blip r:embed="rId1127"/>
          <a:srcRect/>
          <a:stretch>
            <a:fillRect/>
          </a:stretch>
        </p:blipFill>
        <p:spPr>
          <a:xfrm>
            <a:off x="782765" y="6607302"/>
            <a:ext cx="70199" cy="80867"/>
          </a:xfrm>
          <a:prstGeom prst="rect"/>
          <a:ln w="0">
            <a:noFill/>
          </a:ln>
        </p:spPr>
      </p:pic>
      <p:sp>
        <p:nvSpPr>
          <p:cNvPr id="1889" name="New shape"/>
          <p:cNvSpPr/>
          <p:nvPr/>
        </p:nvSpPr>
        <p:spPr>
          <a:xfrm>
            <a:off x="917448" y="6577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90" name="New shape"/>
          <p:cNvSpPr/>
          <p:nvPr/>
        </p:nvSpPr>
        <p:spPr>
          <a:xfrm>
            <a:off x="956786" y="6607398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1" name="New picture"/>
          <p:cNvPicPr/>
          <p:nvPr/>
        </p:nvPicPr>
        <p:blipFill>
          <a:blip r:embed="rId1128"/>
          <a:srcRect/>
          <a:stretch>
            <a:fillRect/>
          </a:stretch>
        </p:blipFill>
        <p:spPr>
          <a:xfrm>
            <a:off x="955262" y="6573870"/>
            <a:ext cx="16859" cy="15240"/>
          </a:xfrm>
          <a:prstGeom prst="rect"/>
          <a:ln w="0">
            <a:noFill/>
          </a:ln>
        </p:spPr>
      </p:pic>
      <p:pic>
        <p:nvPicPr>
          <p:cNvPr id="1892" name="New picture"/>
          <p:cNvPicPr/>
          <p:nvPr/>
        </p:nvPicPr>
        <p:blipFill>
          <a:blip r:embed="rId1129"/>
          <a:srcRect/>
          <a:stretch>
            <a:fillRect/>
          </a:stretch>
        </p:blipFill>
        <p:spPr>
          <a:xfrm>
            <a:off x="990505" y="6605873"/>
            <a:ext cx="71723" cy="82391"/>
          </a:xfrm>
          <a:prstGeom prst="rect"/>
          <a:ln w="0">
            <a:noFill/>
          </a:ln>
        </p:spPr>
      </p:pic>
      <p:sp>
        <p:nvSpPr>
          <p:cNvPr id="1893" name="New shape"/>
          <p:cNvSpPr/>
          <p:nvPr/>
        </p:nvSpPr>
        <p:spPr>
          <a:xfrm>
            <a:off x="1004221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4" name="New picture"/>
          <p:cNvPicPr/>
          <p:nvPr/>
        </p:nvPicPr>
        <p:blipFill>
          <a:blip r:embed="rId1130"/>
          <a:srcRect/>
          <a:stretch>
            <a:fillRect/>
          </a:stretch>
        </p:blipFill>
        <p:spPr>
          <a:xfrm>
            <a:off x="1082135" y="6607302"/>
            <a:ext cx="68771" cy="80867"/>
          </a:xfrm>
          <a:prstGeom prst="rect"/>
          <a:ln w="0">
            <a:noFill/>
          </a:ln>
        </p:spPr>
      </p:pic>
      <p:pic>
        <p:nvPicPr>
          <p:cNvPr id="1895" name="New picture"/>
          <p:cNvPicPr/>
          <p:nvPr/>
        </p:nvPicPr>
        <p:blipFill>
          <a:blip r:embed="rId1131"/>
          <a:srcRect/>
          <a:stretch>
            <a:fillRect/>
          </a:stretch>
        </p:blipFill>
        <p:spPr>
          <a:xfrm>
            <a:off x="1210342" y="6576823"/>
            <a:ext cx="76390" cy="111442"/>
          </a:xfrm>
          <a:prstGeom prst="rect"/>
          <a:ln w="0">
            <a:noFill/>
          </a:ln>
        </p:spPr>
      </p:pic>
      <p:sp>
        <p:nvSpPr>
          <p:cNvPr id="1896" name="New shape"/>
          <p:cNvSpPr/>
          <p:nvPr/>
        </p:nvSpPr>
        <p:spPr>
          <a:xfrm>
            <a:off x="1224058" y="6616542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7" name="New picture"/>
          <p:cNvPicPr/>
          <p:nvPr/>
        </p:nvPicPr>
        <p:blipFill>
          <a:blip r:embed="rId1132"/>
          <a:srcRect/>
          <a:stretch>
            <a:fillRect/>
          </a:stretch>
        </p:blipFill>
        <p:spPr>
          <a:xfrm>
            <a:off x="1306544" y="6605778"/>
            <a:ext cx="70295" cy="82486"/>
          </a:xfrm>
          <a:prstGeom prst="rect"/>
          <a:ln w="0">
            <a:noFill/>
          </a:ln>
        </p:spPr>
      </p:pic>
      <p:sp>
        <p:nvSpPr>
          <p:cNvPr id="1898" name="New shape"/>
          <p:cNvSpPr/>
          <p:nvPr/>
        </p:nvSpPr>
        <p:spPr>
          <a:xfrm>
            <a:off x="1318736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9" name="New picture"/>
          <p:cNvPicPr/>
          <p:nvPr/>
        </p:nvPicPr>
        <p:blipFill>
          <a:blip r:embed="rId1133"/>
          <a:srcRect/>
          <a:stretch>
            <a:fillRect/>
          </a:stretch>
        </p:blipFill>
        <p:spPr>
          <a:xfrm>
            <a:off x="1428750" y="6605873"/>
            <a:ext cx="56483" cy="82391"/>
          </a:xfrm>
          <a:prstGeom prst="rect"/>
          <a:ln w="0">
            <a:noFill/>
          </a:ln>
        </p:spPr>
      </p:pic>
      <p:sp>
        <p:nvSpPr>
          <p:cNvPr id="1900" name="New shape"/>
          <p:cNvSpPr/>
          <p:nvPr/>
        </p:nvSpPr>
        <p:spPr>
          <a:xfrm>
            <a:off x="1501997" y="6576822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1" name="New picture"/>
          <p:cNvPicPr/>
          <p:nvPr/>
        </p:nvPicPr>
        <p:blipFill>
          <a:blip r:embed="rId1134"/>
          <a:srcRect/>
          <a:stretch>
            <a:fillRect/>
          </a:stretch>
        </p:blipFill>
        <p:spPr>
          <a:xfrm>
            <a:off x="1531049" y="6605778"/>
            <a:ext cx="65723" cy="82391"/>
          </a:xfrm>
          <a:prstGeom prst="rect"/>
          <a:ln w="0">
            <a:noFill/>
          </a:ln>
        </p:spPr>
      </p:pic>
      <p:sp>
        <p:nvSpPr>
          <p:cNvPr id="1902" name="New shape"/>
          <p:cNvSpPr/>
          <p:nvPr/>
        </p:nvSpPr>
        <p:spPr>
          <a:xfrm>
            <a:off x="1544860" y="66470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3" name="New picture"/>
          <p:cNvPicPr/>
          <p:nvPr/>
        </p:nvPicPr>
        <p:blipFill>
          <a:blip r:embed="rId1135"/>
          <a:srcRect/>
          <a:stretch>
            <a:fillRect/>
          </a:stretch>
        </p:blipFill>
        <p:spPr>
          <a:xfrm>
            <a:off x="1608963" y="6584347"/>
            <a:ext cx="47339" cy="103822"/>
          </a:xfrm>
          <a:prstGeom prst="rect"/>
          <a:ln w="0">
            <a:noFill/>
          </a:ln>
        </p:spPr>
      </p:pic>
      <p:pic>
        <p:nvPicPr>
          <p:cNvPr id="1904" name="New picture"/>
          <p:cNvPicPr/>
          <p:nvPr/>
        </p:nvPicPr>
        <p:blipFill>
          <a:blip r:embed="rId1136"/>
          <a:srcRect/>
          <a:stretch>
            <a:fillRect/>
          </a:stretch>
        </p:blipFill>
        <p:spPr>
          <a:xfrm>
            <a:off x="1663922" y="6584347"/>
            <a:ext cx="47339" cy="103822"/>
          </a:xfrm>
          <a:prstGeom prst="rect"/>
          <a:ln w="0">
            <a:noFill/>
          </a:ln>
        </p:spPr>
      </p:pic>
      <p:pic>
        <p:nvPicPr>
          <p:cNvPr id="1905" name="New picture"/>
          <p:cNvPicPr/>
          <p:nvPr/>
        </p:nvPicPr>
        <p:blipFill>
          <a:blip r:embed="rId1137"/>
          <a:srcRect/>
          <a:stretch>
            <a:fillRect/>
          </a:stretch>
        </p:blipFill>
        <p:spPr>
          <a:xfrm>
            <a:off x="1721929" y="6605778"/>
            <a:ext cx="67151" cy="82391"/>
          </a:xfrm>
          <a:prstGeom prst="rect"/>
          <a:ln w="0">
            <a:noFill/>
          </a:ln>
        </p:spPr>
      </p:pic>
      <p:sp>
        <p:nvSpPr>
          <p:cNvPr id="1906" name="New shape"/>
          <p:cNvSpPr/>
          <p:nvPr/>
        </p:nvSpPr>
        <p:spPr>
          <a:xfrm>
            <a:off x="1735645" y="66470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7" name="New picture"/>
          <p:cNvPicPr/>
          <p:nvPr/>
        </p:nvPicPr>
        <p:blipFill>
          <a:blip r:embed="rId1138"/>
          <a:srcRect/>
          <a:stretch>
            <a:fillRect/>
          </a:stretch>
        </p:blipFill>
        <p:spPr>
          <a:xfrm>
            <a:off x="1812036" y="6605873"/>
            <a:ext cx="42767" cy="79343"/>
          </a:xfrm>
          <a:prstGeom prst="rect"/>
          <a:ln w="0">
            <a:noFill/>
          </a:ln>
        </p:spPr>
      </p:pic>
      <p:pic>
        <p:nvPicPr>
          <p:cNvPr id="1908" name="New picture"/>
          <p:cNvPicPr/>
          <p:nvPr/>
        </p:nvPicPr>
        <p:blipFill>
          <a:blip r:embed="rId1139"/>
          <a:srcRect/>
          <a:stretch>
            <a:fillRect/>
          </a:stretch>
        </p:blipFill>
        <p:spPr>
          <a:xfrm>
            <a:off x="1860899" y="6576823"/>
            <a:ext cx="74771" cy="111442"/>
          </a:xfrm>
          <a:prstGeom prst="rect"/>
          <a:ln w="0">
            <a:noFill/>
          </a:ln>
        </p:spPr>
      </p:pic>
      <p:sp>
        <p:nvSpPr>
          <p:cNvPr id="1909" name="New shape"/>
          <p:cNvSpPr/>
          <p:nvPr/>
        </p:nvSpPr>
        <p:spPr>
          <a:xfrm>
            <a:off x="1873091" y="661654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0" name="New picture"/>
          <p:cNvPicPr/>
          <p:nvPr/>
        </p:nvPicPr>
        <p:blipFill>
          <a:blip r:embed="rId1140"/>
          <a:srcRect/>
          <a:stretch>
            <a:fillRect/>
          </a:stretch>
        </p:blipFill>
        <p:spPr>
          <a:xfrm>
            <a:off x="1955578" y="6605778"/>
            <a:ext cx="70199" cy="82486"/>
          </a:xfrm>
          <a:prstGeom prst="rect"/>
          <a:ln w="0">
            <a:noFill/>
          </a:ln>
        </p:spPr>
      </p:pic>
      <p:sp>
        <p:nvSpPr>
          <p:cNvPr id="1911" name="New shape"/>
          <p:cNvSpPr/>
          <p:nvPr/>
        </p:nvSpPr>
        <p:spPr>
          <a:xfrm>
            <a:off x="1967770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2" name="New picture"/>
          <p:cNvPicPr/>
          <p:nvPr/>
        </p:nvPicPr>
        <p:blipFill>
          <a:blip r:embed="rId1141"/>
          <a:srcRect/>
          <a:stretch>
            <a:fillRect/>
          </a:stretch>
        </p:blipFill>
        <p:spPr>
          <a:xfrm>
            <a:off x="2045684" y="6605873"/>
            <a:ext cx="42767" cy="79343"/>
          </a:xfrm>
          <a:prstGeom prst="rect"/>
          <a:ln w="0">
            <a:noFill/>
          </a:ln>
        </p:spPr>
      </p:pic>
      <p:pic>
        <p:nvPicPr>
          <p:cNvPr id="1913" name="New picture"/>
          <p:cNvPicPr/>
          <p:nvPr/>
        </p:nvPicPr>
        <p:blipFill>
          <a:blip r:embed="rId1142"/>
          <a:srcRect/>
          <a:stretch>
            <a:fillRect/>
          </a:stretch>
        </p:blipFill>
        <p:spPr>
          <a:xfrm>
            <a:off x="2132743" y="6605873"/>
            <a:ext cx="58007" cy="82391"/>
          </a:xfrm>
          <a:prstGeom prst="rect"/>
          <a:ln w="0">
            <a:noFill/>
          </a:ln>
        </p:spPr>
      </p:pic>
      <p:pic>
        <p:nvPicPr>
          <p:cNvPr id="1914" name="New picture"/>
          <p:cNvPicPr/>
          <p:nvPr/>
        </p:nvPicPr>
        <p:blipFill>
          <a:blip r:embed="rId1143"/>
          <a:srcRect/>
          <a:stretch>
            <a:fillRect/>
          </a:stretch>
        </p:blipFill>
        <p:spPr>
          <a:xfrm>
            <a:off x="2209038" y="6607302"/>
            <a:ext cx="70199" cy="80962"/>
          </a:xfrm>
          <a:prstGeom prst="rect"/>
          <a:ln w="0">
            <a:noFill/>
          </a:ln>
        </p:spPr>
      </p:pic>
      <p:pic>
        <p:nvPicPr>
          <p:cNvPr id="1915" name="New picture"/>
          <p:cNvPicPr/>
          <p:nvPr/>
        </p:nvPicPr>
        <p:blipFill>
          <a:blip r:embed="rId1144"/>
          <a:srcRect/>
          <a:stretch>
            <a:fillRect/>
          </a:stretch>
        </p:blipFill>
        <p:spPr>
          <a:xfrm>
            <a:off x="2303717" y="6605873"/>
            <a:ext cx="42672" cy="79343"/>
          </a:xfrm>
          <a:prstGeom prst="rect"/>
          <a:ln w="0">
            <a:noFill/>
          </a:ln>
        </p:spPr>
      </p:pic>
      <p:pic>
        <p:nvPicPr>
          <p:cNvPr id="1916" name="New picture"/>
          <p:cNvPicPr/>
          <p:nvPr/>
        </p:nvPicPr>
        <p:blipFill>
          <a:blip r:embed="rId1145"/>
          <a:srcRect/>
          <a:stretch>
            <a:fillRect/>
          </a:stretch>
        </p:blipFill>
        <p:spPr>
          <a:xfrm>
            <a:off x="2393728" y="6576916"/>
            <a:ext cx="74867" cy="111347"/>
          </a:xfrm>
          <a:prstGeom prst="rect"/>
          <a:ln w="0">
            <a:noFill/>
          </a:ln>
        </p:spPr>
      </p:pic>
      <p:sp>
        <p:nvSpPr>
          <p:cNvPr id="1917" name="New shape"/>
          <p:cNvSpPr/>
          <p:nvPr/>
        </p:nvSpPr>
        <p:spPr>
          <a:xfrm>
            <a:off x="2407539" y="661654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8" name="New picture"/>
          <p:cNvPicPr/>
          <p:nvPr/>
        </p:nvPicPr>
        <p:blipFill>
          <a:blip r:embed="rId1146"/>
          <a:srcRect/>
          <a:stretch>
            <a:fillRect/>
          </a:stretch>
        </p:blipFill>
        <p:spPr>
          <a:xfrm>
            <a:off x="2488501" y="6605873"/>
            <a:ext cx="71723" cy="82391"/>
          </a:xfrm>
          <a:prstGeom prst="rect"/>
          <a:ln w="0">
            <a:noFill/>
          </a:ln>
        </p:spPr>
      </p:pic>
      <p:sp>
        <p:nvSpPr>
          <p:cNvPr id="1919" name="New shape"/>
          <p:cNvSpPr/>
          <p:nvPr/>
        </p:nvSpPr>
        <p:spPr>
          <a:xfrm>
            <a:off x="2502217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0" name="New picture"/>
          <p:cNvPicPr/>
          <p:nvPr/>
        </p:nvPicPr>
        <p:blipFill>
          <a:blip r:embed="rId1147"/>
          <a:srcRect/>
          <a:stretch>
            <a:fillRect/>
          </a:stretch>
        </p:blipFill>
        <p:spPr>
          <a:xfrm>
            <a:off x="2570988" y="6605873"/>
            <a:ext cx="58007" cy="82391"/>
          </a:xfrm>
          <a:prstGeom prst="rect"/>
          <a:ln w="0">
            <a:noFill/>
          </a:ln>
        </p:spPr>
      </p:pic>
      <p:pic>
        <p:nvPicPr>
          <p:cNvPr id="1921" name="New picture"/>
          <p:cNvPicPr/>
          <p:nvPr/>
        </p:nvPicPr>
        <p:blipFill>
          <a:blip r:embed="rId1148"/>
          <a:srcRect/>
          <a:stretch>
            <a:fillRect/>
          </a:stretch>
        </p:blipFill>
        <p:spPr>
          <a:xfrm>
            <a:off x="2677763" y="6584442"/>
            <a:ext cx="47339" cy="103727"/>
          </a:xfrm>
          <a:prstGeom prst="rect"/>
          <a:ln w="0">
            <a:noFill/>
          </a:ln>
        </p:spPr>
      </p:pic>
      <p:pic>
        <p:nvPicPr>
          <p:cNvPr id="1922" name="New picture"/>
          <p:cNvPicPr/>
          <p:nvPr/>
        </p:nvPicPr>
        <p:blipFill>
          <a:blip r:embed="rId1149"/>
          <a:srcRect/>
          <a:stretch>
            <a:fillRect/>
          </a:stretch>
        </p:blipFill>
        <p:spPr>
          <a:xfrm>
            <a:off x="2743486" y="6576822"/>
            <a:ext cx="68770" cy="108300"/>
          </a:xfrm>
          <a:prstGeom prst="rect"/>
          <a:ln w="0">
            <a:noFill/>
          </a:ln>
        </p:spPr>
      </p:pic>
      <p:pic>
        <p:nvPicPr>
          <p:cNvPr id="1923" name="New picture"/>
          <p:cNvPicPr/>
          <p:nvPr/>
        </p:nvPicPr>
        <p:blipFill>
          <a:blip r:embed="rId1150"/>
          <a:srcRect/>
          <a:stretch>
            <a:fillRect/>
          </a:stretch>
        </p:blipFill>
        <p:spPr>
          <a:xfrm>
            <a:off x="2832068" y="6605778"/>
            <a:ext cx="70199" cy="82391"/>
          </a:xfrm>
          <a:prstGeom prst="rect"/>
          <a:ln w="0">
            <a:noFill/>
          </a:ln>
        </p:spPr>
      </p:pic>
      <p:sp>
        <p:nvSpPr>
          <p:cNvPr id="1924" name="New shape"/>
          <p:cNvSpPr/>
          <p:nvPr/>
        </p:nvSpPr>
        <p:spPr>
          <a:xfrm>
            <a:off x="2844260" y="661492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25" name="New shape"/>
          <p:cNvSpPr/>
          <p:nvPr/>
        </p:nvSpPr>
        <p:spPr>
          <a:xfrm>
            <a:off x="2854928" y="6570726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6" name="New picture"/>
          <p:cNvPicPr/>
          <p:nvPr/>
        </p:nvPicPr>
        <p:blipFill>
          <a:blip r:embed="rId1151"/>
          <a:srcRect/>
          <a:stretch>
            <a:fillRect/>
          </a:stretch>
        </p:blipFill>
        <p:spPr>
          <a:xfrm>
            <a:off x="2917603" y="6605777"/>
            <a:ext cx="77819" cy="82486"/>
          </a:xfrm>
          <a:prstGeom prst="rect"/>
          <a:ln w="0">
            <a:noFill/>
          </a:ln>
        </p:spPr>
      </p:pic>
      <p:sp>
        <p:nvSpPr>
          <p:cNvPr id="1927" name="New shape"/>
          <p:cNvSpPr/>
          <p:nvPr/>
        </p:nvSpPr>
        <p:spPr>
          <a:xfrm>
            <a:off x="2931319" y="6616540"/>
            <a:ext cx="51911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8" name="New picture"/>
          <p:cNvPicPr/>
          <p:nvPr/>
        </p:nvPicPr>
        <p:blipFill>
          <a:blip r:embed="rId1152"/>
          <a:srcRect/>
          <a:stretch>
            <a:fillRect/>
          </a:stretch>
        </p:blipFill>
        <p:spPr>
          <a:xfrm>
            <a:off x="3015234" y="6605873"/>
            <a:ext cx="42767" cy="79343"/>
          </a:xfrm>
          <a:prstGeom prst="rect"/>
          <a:ln w="0">
            <a:noFill/>
          </a:ln>
        </p:spPr>
      </p:pic>
      <p:sp>
        <p:nvSpPr>
          <p:cNvPr id="1929" name="New shape"/>
          <p:cNvSpPr/>
          <p:nvPr/>
        </p:nvSpPr>
        <p:spPr>
          <a:xfrm>
            <a:off x="3073336" y="660739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0" name="New picture"/>
          <p:cNvPicPr/>
          <p:nvPr/>
        </p:nvPicPr>
        <p:blipFill>
          <a:blip r:embed="rId1153"/>
          <a:srcRect/>
          <a:stretch>
            <a:fillRect/>
          </a:stretch>
        </p:blipFill>
        <p:spPr>
          <a:xfrm>
            <a:off x="3070289" y="6573774"/>
            <a:ext cx="16764" cy="15335"/>
          </a:xfrm>
          <a:prstGeom prst="rect"/>
          <a:ln w="0">
            <a:noFill/>
          </a:ln>
        </p:spPr>
      </p:pic>
      <p:pic>
        <p:nvPicPr>
          <p:cNvPr id="1931" name="New picture"/>
          <p:cNvPicPr/>
          <p:nvPr/>
        </p:nvPicPr>
        <p:blipFill>
          <a:blip r:embed="rId1154"/>
          <a:srcRect/>
          <a:stretch>
            <a:fillRect/>
          </a:stretch>
        </p:blipFill>
        <p:spPr>
          <a:xfrm>
            <a:off x="3106864" y="6605778"/>
            <a:ext cx="70295" cy="82391"/>
          </a:xfrm>
          <a:prstGeom prst="rect"/>
          <a:ln w="0">
            <a:noFill/>
          </a:ln>
        </p:spPr>
      </p:pic>
      <p:sp>
        <p:nvSpPr>
          <p:cNvPr id="1932" name="New shape"/>
          <p:cNvSpPr/>
          <p:nvPr/>
        </p:nvSpPr>
        <p:spPr>
          <a:xfrm>
            <a:off x="3119152" y="661492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3" name="New picture"/>
          <p:cNvPicPr/>
          <p:nvPr/>
        </p:nvPicPr>
        <p:blipFill>
          <a:blip r:embed="rId1155"/>
          <a:srcRect/>
          <a:stretch>
            <a:fillRect/>
          </a:stretch>
        </p:blipFill>
        <p:spPr>
          <a:xfrm>
            <a:off x="3189446" y="6605873"/>
            <a:ext cx="58007" cy="82391"/>
          </a:xfrm>
          <a:prstGeom prst="rect"/>
          <a:ln w="0">
            <a:noFill/>
          </a:ln>
        </p:spPr>
      </p:pic>
      <p:pic>
        <p:nvPicPr>
          <p:cNvPr id="1934" name="New picture"/>
          <p:cNvPicPr/>
          <p:nvPr/>
        </p:nvPicPr>
        <p:blipFill>
          <a:blip r:embed="rId1156"/>
          <a:srcRect/>
          <a:stretch>
            <a:fillRect/>
          </a:stretch>
        </p:blipFill>
        <p:spPr>
          <a:xfrm>
            <a:off x="3305461" y="6605873"/>
            <a:ext cx="120682" cy="79343"/>
          </a:xfrm>
          <a:prstGeom prst="rect"/>
          <a:ln w="0">
            <a:noFill/>
          </a:ln>
        </p:spPr>
      </p:pic>
      <p:pic>
        <p:nvPicPr>
          <p:cNvPr id="1935" name="New picture"/>
          <p:cNvPicPr/>
          <p:nvPr/>
        </p:nvPicPr>
        <p:blipFill>
          <a:blip r:embed="rId1157"/>
          <a:srcRect/>
          <a:stretch>
            <a:fillRect/>
          </a:stretch>
        </p:blipFill>
        <p:spPr>
          <a:xfrm>
            <a:off x="3442907" y="6605778"/>
            <a:ext cx="65627" cy="82486"/>
          </a:xfrm>
          <a:prstGeom prst="rect"/>
          <a:ln w="0">
            <a:noFill/>
          </a:ln>
        </p:spPr>
      </p:pic>
      <p:sp>
        <p:nvSpPr>
          <p:cNvPr id="1936" name="New shape"/>
          <p:cNvSpPr/>
          <p:nvPr/>
        </p:nvSpPr>
        <p:spPr>
          <a:xfrm>
            <a:off x="3456622" y="66470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7" name="New picture"/>
          <p:cNvPicPr/>
          <p:nvPr/>
        </p:nvPicPr>
        <p:blipFill>
          <a:blip r:embed="rId1158"/>
          <a:srcRect/>
          <a:stretch>
            <a:fillRect/>
          </a:stretch>
        </p:blipFill>
        <p:spPr>
          <a:xfrm>
            <a:off x="3520821" y="6584347"/>
            <a:ext cx="48863" cy="103822"/>
          </a:xfrm>
          <a:prstGeom prst="rect"/>
          <a:ln w="0">
            <a:noFill/>
          </a:ln>
        </p:spPr>
      </p:pic>
      <p:pic>
        <p:nvPicPr>
          <p:cNvPr id="1938" name="New picture"/>
          <p:cNvPicPr/>
          <p:nvPr/>
        </p:nvPicPr>
        <p:blipFill>
          <a:blip r:embed="rId1159"/>
          <a:srcRect/>
          <a:stretch>
            <a:fillRect/>
          </a:stretch>
        </p:blipFill>
        <p:spPr>
          <a:xfrm>
            <a:off x="3586449" y="6576822"/>
            <a:ext cx="68675" cy="108394"/>
          </a:xfrm>
          <a:prstGeom prst="rect"/>
          <a:ln w="0">
            <a:noFill/>
          </a:ln>
        </p:spPr>
      </p:pic>
      <p:pic>
        <p:nvPicPr>
          <p:cNvPr id="1939" name="New picture"/>
          <p:cNvPicPr/>
          <p:nvPr/>
        </p:nvPicPr>
        <p:blipFill>
          <a:blip r:embed="rId1160"/>
          <a:srcRect/>
          <a:stretch>
            <a:fillRect/>
          </a:stretch>
        </p:blipFill>
        <p:spPr>
          <a:xfrm>
            <a:off x="3674935" y="6605873"/>
            <a:ext cx="71818" cy="82391"/>
          </a:xfrm>
          <a:prstGeom prst="rect"/>
          <a:ln w="0">
            <a:noFill/>
          </a:ln>
        </p:spPr>
      </p:pic>
      <p:sp>
        <p:nvSpPr>
          <p:cNvPr id="1940" name="New shape"/>
          <p:cNvSpPr/>
          <p:nvPr/>
        </p:nvSpPr>
        <p:spPr>
          <a:xfrm>
            <a:off x="3688651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41" name="New shape"/>
          <p:cNvSpPr/>
          <p:nvPr/>
        </p:nvSpPr>
        <p:spPr>
          <a:xfrm>
            <a:off x="3699415" y="6570726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2" name="New picture"/>
          <p:cNvPicPr/>
          <p:nvPr/>
        </p:nvPicPr>
        <p:blipFill>
          <a:blip r:embed="rId1161"/>
          <a:srcRect/>
          <a:stretch>
            <a:fillRect/>
          </a:stretch>
        </p:blipFill>
        <p:spPr>
          <a:xfrm>
            <a:off x="3766566" y="6605873"/>
            <a:ext cx="120586" cy="79343"/>
          </a:xfrm>
          <a:prstGeom prst="rect"/>
          <a:ln w="0">
            <a:noFill/>
          </a:ln>
        </p:spPr>
      </p:pic>
      <p:pic>
        <p:nvPicPr>
          <p:cNvPr id="1943" name="New picture"/>
          <p:cNvPicPr/>
          <p:nvPr/>
        </p:nvPicPr>
        <p:blipFill>
          <a:blip r:embed="rId1162"/>
          <a:srcRect/>
          <a:stretch>
            <a:fillRect/>
          </a:stretch>
        </p:blipFill>
        <p:spPr>
          <a:xfrm>
            <a:off x="3904012" y="6605778"/>
            <a:ext cx="65627" cy="82391"/>
          </a:xfrm>
          <a:prstGeom prst="rect"/>
          <a:ln w="0">
            <a:noFill/>
          </a:ln>
        </p:spPr>
      </p:pic>
      <p:sp>
        <p:nvSpPr>
          <p:cNvPr id="1944" name="New shape"/>
          <p:cNvSpPr/>
          <p:nvPr/>
        </p:nvSpPr>
        <p:spPr>
          <a:xfrm>
            <a:off x="3917728" y="66470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5" name="New picture"/>
          <p:cNvPicPr/>
          <p:nvPr/>
        </p:nvPicPr>
        <p:blipFill>
          <a:blip r:embed="rId1163"/>
          <a:srcRect/>
          <a:stretch>
            <a:fillRect/>
          </a:stretch>
        </p:blipFill>
        <p:spPr>
          <a:xfrm>
            <a:off x="3983355" y="6584442"/>
            <a:ext cx="47339" cy="103727"/>
          </a:xfrm>
          <a:prstGeom prst="rect"/>
          <a:ln w="0">
            <a:noFill/>
          </a:ln>
        </p:spPr>
      </p:pic>
      <p:sp>
        <p:nvSpPr>
          <p:cNvPr id="1946" name="New shape"/>
          <p:cNvSpPr/>
          <p:nvPr/>
        </p:nvSpPr>
        <p:spPr>
          <a:xfrm>
            <a:off x="4049173" y="660739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7" name="New picture"/>
          <p:cNvPicPr/>
          <p:nvPr/>
        </p:nvPicPr>
        <p:blipFill>
          <a:blip r:embed="rId1164"/>
          <a:srcRect/>
          <a:stretch>
            <a:fillRect/>
          </a:stretch>
        </p:blipFill>
        <p:spPr>
          <a:xfrm>
            <a:off x="4046125" y="6573774"/>
            <a:ext cx="16764" cy="15335"/>
          </a:xfrm>
          <a:prstGeom prst="rect"/>
          <a:ln w="0">
            <a:noFill/>
          </a:ln>
        </p:spPr>
      </p:pic>
      <p:pic>
        <p:nvPicPr>
          <p:cNvPr id="1948" name="New picture"/>
          <p:cNvPicPr/>
          <p:nvPr/>
        </p:nvPicPr>
        <p:blipFill>
          <a:blip r:embed="rId1165"/>
          <a:srcRect/>
          <a:stretch>
            <a:fillRect/>
          </a:stretch>
        </p:blipFill>
        <p:spPr>
          <a:xfrm>
            <a:off x="4082701" y="6605778"/>
            <a:ext cx="73247" cy="117539"/>
          </a:xfrm>
          <a:prstGeom prst="rect"/>
          <a:ln w="0">
            <a:noFill/>
          </a:ln>
        </p:spPr>
      </p:pic>
      <p:sp>
        <p:nvSpPr>
          <p:cNvPr id="1949" name="New shape"/>
          <p:cNvSpPr/>
          <p:nvPr/>
        </p:nvSpPr>
        <p:spPr>
          <a:xfrm>
            <a:off x="4096417" y="6616541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0" name="New picture"/>
          <p:cNvPicPr/>
          <p:nvPr/>
        </p:nvPicPr>
        <p:blipFill>
          <a:blip r:embed="rId1166"/>
          <a:srcRect/>
          <a:stretch>
            <a:fillRect/>
          </a:stretch>
        </p:blipFill>
        <p:spPr>
          <a:xfrm>
            <a:off x="4181951" y="6607302"/>
            <a:ext cx="70199" cy="80962"/>
          </a:xfrm>
          <a:prstGeom prst="rect"/>
          <a:ln w="0">
            <a:noFill/>
          </a:ln>
        </p:spPr>
      </p:pic>
      <p:pic>
        <p:nvPicPr>
          <p:cNvPr id="1951" name="New picture"/>
          <p:cNvPicPr/>
          <p:nvPr/>
        </p:nvPicPr>
        <p:blipFill>
          <a:blip r:embed="rId1167"/>
          <a:srcRect/>
          <a:stretch>
            <a:fillRect/>
          </a:stretch>
        </p:blipFill>
        <p:spPr>
          <a:xfrm>
            <a:off x="4272058" y="6605778"/>
            <a:ext cx="70199" cy="82486"/>
          </a:xfrm>
          <a:prstGeom prst="rect"/>
          <a:ln w="0">
            <a:noFill/>
          </a:ln>
        </p:spPr>
      </p:pic>
      <p:sp>
        <p:nvSpPr>
          <p:cNvPr id="1952" name="New shape"/>
          <p:cNvSpPr/>
          <p:nvPr/>
        </p:nvSpPr>
        <p:spPr>
          <a:xfrm>
            <a:off x="4284249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3" name="New picture"/>
          <p:cNvPicPr/>
          <p:nvPr/>
        </p:nvPicPr>
        <p:blipFill>
          <a:blip r:embed="rId1168"/>
          <a:srcRect/>
          <a:stretch>
            <a:fillRect/>
          </a:stretch>
        </p:blipFill>
        <p:spPr>
          <a:xfrm>
            <a:off x="4354544" y="6605873"/>
            <a:ext cx="58007" cy="82391"/>
          </a:xfrm>
          <a:prstGeom prst="rect"/>
          <a:ln w="0">
            <a:noFill/>
          </a:ln>
        </p:spPr>
      </p:pic>
      <p:pic>
        <p:nvPicPr>
          <p:cNvPr id="1954" name="New picture"/>
          <p:cNvPicPr/>
          <p:nvPr/>
        </p:nvPicPr>
        <p:blipFill>
          <a:blip r:embed="rId1169"/>
          <a:srcRect/>
          <a:stretch>
            <a:fillRect/>
          </a:stretch>
        </p:blipFill>
        <p:spPr>
          <a:xfrm>
            <a:off x="4426268" y="6669881"/>
            <a:ext cx="21336" cy="42767"/>
          </a:xfrm>
          <a:prstGeom prst="rect"/>
          <a:ln w="0">
            <a:noFill/>
          </a:ln>
        </p:spPr>
      </p:pic>
      <p:pic>
        <p:nvPicPr>
          <p:cNvPr id="1955" name="New picture"/>
          <p:cNvPicPr/>
          <p:nvPr/>
        </p:nvPicPr>
        <p:blipFill>
          <a:blip r:embed="rId1170"/>
          <a:srcRect/>
          <a:stretch>
            <a:fillRect/>
          </a:stretch>
        </p:blipFill>
        <p:spPr>
          <a:xfrm>
            <a:off x="4507325" y="6605778"/>
            <a:ext cx="64103" cy="82391"/>
          </a:xfrm>
          <a:prstGeom prst="rect"/>
          <a:ln w="0">
            <a:noFill/>
          </a:ln>
        </p:spPr>
      </p:pic>
      <p:pic>
        <p:nvPicPr>
          <p:cNvPr id="1956" name="New picture"/>
          <p:cNvPicPr/>
          <p:nvPr/>
        </p:nvPicPr>
        <p:blipFill>
          <a:blip r:embed="rId1171"/>
          <a:srcRect/>
          <a:stretch>
            <a:fillRect/>
          </a:stretch>
        </p:blipFill>
        <p:spPr>
          <a:xfrm>
            <a:off x="4582097" y="6605778"/>
            <a:ext cx="70199" cy="82391"/>
          </a:xfrm>
          <a:prstGeom prst="rect"/>
          <a:ln w="0">
            <a:noFill/>
          </a:ln>
        </p:spPr>
      </p:pic>
      <p:sp>
        <p:nvSpPr>
          <p:cNvPr id="1957" name="New shape"/>
          <p:cNvSpPr/>
          <p:nvPr/>
        </p:nvSpPr>
        <p:spPr>
          <a:xfrm>
            <a:off x="4594289" y="661492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58" name="New shape"/>
          <p:cNvSpPr/>
          <p:nvPr/>
        </p:nvSpPr>
        <p:spPr>
          <a:xfrm>
            <a:off x="4713732" y="6577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59" name="New shape"/>
          <p:cNvSpPr/>
          <p:nvPr/>
        </p:nvSpPr>
        <p:spPr>
          <a:xfrm>
            <a:off x="4753070" y="6607302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0" name="New picture"/>
          <p:cNvPicPr/>
          <p:nvPr/>
        </p:nvPicPr>
        <p:blipFill>
          <a:blip r:embed="rId1172"/>
          <a:srcRect/>
          <a:stretch>
            <a:fillRect/>
          </a:stretch>
        </p:blipFill>
        <p:spPr>
          <a:xfrm>
            <a:off x="4751546" y="6573774"/>
            <a:ext cx="16764" cy="15240"/>
          </a:xfrm>
          <a:prstGeom prst="rect"/>
          <a:ln w="0">
            <a:noFill/>
          </a:ln>
        </p:spPr>
      </p:pic>
      <p:pic>
        <p:nvPicPr>
          <p:cNvPr id="1961" name="New picture"/>
          <p:cNvPicPr/>
          <p:nvPr/>
        </p:nvPicPr>
        <p:blipFill>
          <a:blip r:embed="rId1173"/>
          <a:srcRect/>
          <a:stretch>
            <a:fillRect/>
          </a:stretch>
        </p:blipFill>
        <p:spPr>
          <a:xfrm>
            <a:off x="4780502" y="6607398"/>
            <a:ext cx="71818" cy="77819"/>
          </a:xfrm>
          <a:prstGeom prst="rect"/>
          <a:ln w="0">
            <a:noFill/>
          </a:ln>
        </p:spPr>
      </p:pic>
      <p:pic>
        <p:nvPicPr>
          <p:cNvPr id="1962" name="New picture"/>
          <p:cNvPicPr/>
          <p:nvPr/>
        </p:nvPicPr>
        <p:blipFill>
          <a:blip r:embed="rId1174"/>
          <a:srcRect/>
          <a:stretch>
            <a:fillRect/>
          </a:stretch>
        </p:blipFill>
        <p:spPr>
          <a:xfrm>
            <a:off x="4866037" y="6605873"/>
            <a:ext cx="42767" cy="79343"/>
          </a:xfrm>
          <a:prstGeom prst="rect"/>
          <a:ln w="0">
            <a:noFill/>
          </a:ln>
        </p:spPr>
      </p:pic>
      <p:pic>
        <p:nvPicPr>
          <p:cNvPr id="1963" name="New picture"/>
          <p:cNvPicPr/>
          <p:nvPr/>
        </p:nvPicPr>
        <p:blipFill>
          <a:blip r:embed="rId1175"/>
          <a:srcRect/>
          <a:stretch>
            <a:fillRect/>
          </a:stretch>
        </p:blipFill>
        <p:spPr>
          <a:xfrm>
            <a:off x="4914995" y="6605873"/>
            <a:ext cx="70199" cy="82391"/>
          </a:xfrm>
          <a:prstGeom prst="rect"/>
          <a:ln w="0">
            <a:noFill/>
          </a:ln>
        </p:spPr>
      </p:pic>
      <p:sp>
        <p:nvSpPr>
          <p:cNvPr id="1964" name="New shape"/>
          <p:cNvSpPr/>
          <p:nvPr/>
        </p:nvSpPr>
        <p:spPr>
          <a:xfrm>
            <a:off x="4927187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5" name="New picture"/>
          <p:cNvPicPr/>
          <p:nvPr/>
        </p:nvPicPr>
        <p:blipFill>
          <a:blip r:embed="rId1176"/>
          <a:srcRect/>
          <a:stretch>
            <a:fillRect/>
          </a:stretch>
        </p:blipFill>
        <p:spPr>
          <a:xfrm>
            <a:off x="5044726" y="6605873"/>
            <a:ext cx="76391" cy="117443"/>
          </a:xfrm>
          <a:prstGeom prst="rect"/>
          <a:ln w="0">
            <a:noFill/>
          </a:ln>
        </p:spPr>
      </p:pic>
      <p:sp>
        <p:nvSpPr>
          <p:cNvPr id="1966" name="New shape"/>
          <p:cNvSpPr/>
          <p:nvPr/>
        </p:nvSpPr>
        <p:spPr>
          <a:xfrm>
            <a:off x="5058442" y="661654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7" name="New picture"/>
          <p:cNvPicPr/>
          <p:nvPr/>
        </p:nvPicPr>
        <p:blipFill>
          <a:blip r:embed="rId1177"/>
          <a:srcRect/>
          <a:stretch>
            <a:fillRect/>
          </a:stretch>
        </p:blipFill>
        <p:spPr>
          <a:xfrm>
            <a:off x="5139404" y="6605873"/>
            <a:ext cx="42767" cy="79343"/>
          </a:xfrm>
          <a:prstGeom prst="rect"/>
          <a:ln w="0">
            <a:noFill/>
          </a:ln>
        </p:spPr>
      </p:pic>
      <p:pic>
        <p:nvPicPr>
          <p:cNvPr id="1968" name="New picture"/>
          <p:cNvPicPr/>
          <p:nvPr/>
        </p:nvPicPr>
        <p:blipFill>
          <a:blip r:embed="rId1178"/>
          <a:srcRect/>
          <a:stretch>
            <a:fillRect/>
          </a:stretch>
        </p:blipFill>
        <p:spPr>
          <a:xfrm>
            <a:off x="5188268" y="6605778"/>
            <a:ext cx="71723" cy="82486"/>
          </a:xfrm>
          <a:prstGeom prst="rect"/>
          <a:ln w="0">
            <a:noFill/>
          </a:ln>
        </p:spPr>
      </p:pic>
      <p:sp>
        <p:nvSpPr>
          <p:cNvPr id="1969" name="New shape"/>
          <p:cNvSpPr/>
          <p:nvPr/>
        </p:nvSpPr>
        <p:spPr>
          <a:xfrm>
            <a:off x="5201983" y="6615016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70" name="New shape"/>
          <p:cNvSpPr/>
          <p:nvPr/>
        </p:nvSpPr>
        <p:spPr>
          <a:xfrm>
            <a:off x="5211128" y="6570726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1" name="New picture"/>
          <p:cNvPicPr/>
          <p:nvPr/>
        </p:nvPicPr>
        <p:blipFill>
          <a:blip r:embed="rId1179"/>
          <a:srcRect/>
          <a:stretch>
            <a:fillRect/>
          </a:stretch>
        </p:blipFill>
        <p:spPr>
          <a:xfrm>
            <a:off x="5270659" y="6605873"/>
            <a:ext cx="58102" cy="82391"/>
          </a:xfrm>
          <a:prstGeom prst="rect"/>
          <a:ln w="0">
            <a:noFill/>
          </a:ln>
        </p:spPr>
      </p:pic>
      <p:pic>
        <p:nvPicPr>
          <p:cNvPr id="1972" name="New picture"/>
          <p:cNvPicPr/>
          <p:nvPr/>
        </p:nvPicPr>
        <p:blipFill>
          <a:blip r:embed="rId1180"/>
          <a:srcRect/>
          <a:stretch>
            <a:fillRect/>
          </a:stretch>
        </p:blipFill>
        <p:spPr>
          <a:xfrm>
            <a:off x="5342477" y="6605873"/>
            <a:ext cx="71818" cy="82391"/>
          </a:xfrm>
          <a:prstGeom prst="rect"/>
          <a:ln w="0">
            <a:noFill/>
          </a:ln>
        </p:spPr>
      </p:pic>
      <p:sp>
        <p:nvSpPr>
          <p:cNvPr id="1973" name="New shape"/>
          <p:cNvSpPr/>
          <p:nvPr/>
        </p:nvSpPr>
        <p:spPr>
          <a:xfrm>
            <a:off x="5356194" y="6615016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4" name="New picture"/>
          <p:cNvPicPr/>
          <p:nvPr/>
        </p:nvPicPr>
        <p:blipFill>
          <a:blip r:embed="rId1181"/>
          <a:srcRect/>
          <a:stretch>
            <a:fillRect/>
          </a:stretch>
        </p:blipFill>
        <p:spPr>
          <a:xfrm>
            <a:off x="5434108" y="6605873"/>
            <a:ext cx="68675" cy="79343"/>
          </a:xfrm>
          <a:prstGeom prst="rect"/>
          <a:ln w="0">
            <a:noFill/>
          </a:ln>
        </p:spPr>
      </p:pic>
      <p:pic>
        <p:nvPicPr>
          <p:cNvPr id="1975" name="New picture"/>
          <p:cNvPicPr/>
          <p:nvPr/>
        </p:nvPicPr>
        <p:blipFill>
          <a:blip r:embed="rId1182"/>
          <a:srcRect/>
          <a:stretch>
            <a:fillRect/>
          </a:stretch>
        </p:blipFill>
        <p:spPr>
          <a:xfrm>
            <a:off x="5516594" y="6584442"/>
            <a:ext cx="47339" cy="103727"/>
          </a:xfrm>
          <a:prstGeom prst="rect"/>
          <a:ln w="0">
            <a:noFill/>
          </a:ln>
        </p:spPr>
      </p:pic>
      <p:pic>
        <p:nvPicPr>
          <p:cNvPr id="1976" name="New picture"/>
          <p:cNvPicPr/>
          <p:nvPr/>
        </p:nvPicPr>
        <p:blipFill>
          <a:blip r:embed="rId1183"/>
          <a:srcRect/>
          <a:stretch>
            <a:fillRect/>
          </a:stretch>
        </p:blipFill>
        <p:spPr>
          <a:xfrm>
            <a:off x="5574602" y="6605778"/>
            <a:ext cx="71723" cy="82391"/>
          </a:xfrm>
          <a:prstGeom prst="rect"/>
          <a:ln w="0">
            <a:noFill/>
          </a:ln>
        </p:spPr>
      </p:pic>
      <p:sp>
        <p:nvSpPr>
          <p:cNvPr id="1977" name="New shape"/>
          <p:cNvSpPr/>
          <p:nvPr/>
        </p:nvSpPr>
        <p:spPr>
          <a:xfrm>
            <a:off x="5588317" y="6614922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8" name="New picture"/>
          <p:cNvPicPr/>
          <p:nvPr/>
        </p:nvPicPr>
        <p:blipFill>
          <a:blip r:embed="rId1184"/>
          <a:srcRect/>
          <a:stretch>
            <a:fillRect/>
          </a:stretch>
        </p:blipFill>
        <p:spPr>
          <a:xfrm>
            <a:off x="5701379" y="6576823"/>
            <a:ext cx="74771" cy="111442"/>
          </a:xfrm>
          <a:prstGeom prst="rect"/>
          <a:ln w="0">
            <a:noFill/>
          </a:ln>
        </p:spPr>
      </p:pic>
      <p:sp>
        <p:nvSpPr>
          <p:cNvPr id="1979" name="New shape"/>
          <p:cNvSpPr/>
          <p:nvPr/>
        </p:nvSpPr>
        <p:spPr>
          <a:xfrm>
            <a:off x="5713571" y="661654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0" name="New picture"/>
          <p:cNvPicPr/>
          <p:nvPr/>
        </p:nvPicPr>
        <p:blipFill>
          <a:blip r:embed="rId1185"/>
          <a:srcRect/>
          <a:stretch>
            <a:fillRect/>
          </a:stretch>
        </p:blipFill>
        <p:spPr>
          <a:xfrm>
            <a:off x="5796058" y="6605778"/>
            <a:ext cx="70199" cy="82486"/>
          </a:xfrm>
          <a:prstGeom prst="rect"/>
          <a:ln w="0">
            <a:noFill/>
          </a:ln>
        </p:spPr>
      </p:pic>
      <p:sp>
        <p:nvSpPr>
          <p:cNvPr id="1981" name="New shape"/>
          <p:cNvSpPr/>
          <p:nvPr/>
        </p:nvSpPr>
        <p:spPr>
          <a:xfrm>
            <a:off x="5808249" y="661501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2" name="New picture"/>
          <p:cNvPicPr/>
          <p:nvPr/>
        </p:nvPicPr>
        <p:blipFill>
          <a:blip r:embed="rId1186"/>
          <a:srcRect/>
          <a:stretch>
            <a:fillRect/>
          </a:stretch>
        </p:blipFill>
        <p:spPr>
          <a:xfrm>
            <a:off x="5878449" y="6605873"/>
            <a:ext cx="58007" cy="82391"/>
          </a:xfrm>
          <a:prstGeom prst="rect"/>
          <a:ln w="0">
            <a:noFill/>
          </a:ln>
        </p:spPr>
      </p:pic>
      <p:pic>
        <p:nvPicPr>
          <p:cNvPr id="1983" name="New picture"/>
          <p:cNvPicPr/>
          <p:nvPr/>
        </p:nvPicPr>
        <p:blipFill>
          <a:blip r:embed="rId1187"/>
          <a:srcRect/>
          <a:stretch>
            <a:fillRect/>
          </a:stretch>
        </p:blipFill>
        <p:spPr>
          <a:xfrm>
            <a:off x="5988463" y="6605778"/>
            <a:ext cx="65627" cy="82391"/>
          </a:xfrm>
          <a:prstGeom prst="rect"/>
          <a:ln w="0">
            <a:noFill/>
          </a:ln>
        </p:spPr>
      </p:pic>
      <p:sp>
        <p:nvSpPr>
          <p:cNvPr id="1984" name="New shape"/>
          <p:cNvSpPr/>
          <p:nvPr/>
        </p:nvSpPr>
        <p:spPr>
          <a:xfrm>
            <a:off x="6002179" y="6647021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5" name="New picture"/>
          <p:cNvPicPr/>
          <p:nvPr/>
        </p:nvPicPr>
        <p:blipFill>
          <a:blip r:embed="rId1188"/>
          <a:srcRect/>
          <a:stretch>
            <a:fillRect/>
          </a:stretch>
        </p:blipFill>
        <p:spPr>
          <a:xfrm>
            <a:off x="6076950" y="6605777"/>
            <a:ext cx="76391" cy="117539"/>
          </a:xfrm>
          <a:prstGeom prst="rect"/>
          <a:ln w="0">
            <a:noFill/>
          </a:ln>
        </p:spPr>
      </p:pic>
      <p:sp>
        <p:nvSpPr>
          <p:cNvPr id="1986" name="New shape"/>
          <p:cNvSpPr/>
          <p:nvPr/>
        </p:nvSpPr>
        <p:spPr>
          <a:xfrm>
            <a:off x="6090666" y="661644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7" name="New picture"/>
          <p:cNvPicPr/>
          <p:nvPr/>
        </p:nvPicPr>
        <p:blipFill>
          <a:blip r:embed="rId1189"/>
          <a:srcRect/>
          <a:stretch>
            <a:fillRect/>
          </a:stretch>
        </p:blipFill>
        <p:spPr>
          <a:xfrm>
            <a:off x="6173248" y="6605777"/>
            <a:ext cx="74771" cy="117539"/>
          </a:xfrm>
          <a:prstGeom prst="rect"/>
          <a:ln w="0">
            <a:noFill/>
          </a:ln>
        </p:spPr>
      </p:pic>
      <p:sp>
        <p:nvSpPr>
          <p:cNvPr id="1988" name="New shape"/>
          <p:cNvSpPr/>
          <p:nvPr/>
        </p:nvSpPr>
        <p:spPr>
          <a:xfrm>
            <a:off x="6186964" y="6616540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89" name="New shape"/>
          <p:cNvSpPr/>
          <p:nvPr/>
        </p:nvSpPr>
        <p:spPr>
          <a:xfrm>
            <a:off x="6268212" y="65775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90" name="New shape"/>
          <p:cNvSpPr/>
          <p:nvPr/>
        </p:nvSpPr>
        <p:spPr>
          <a:xfrm>
            <a:off x="6309074" y="6607302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1" name="New picture"/>
          <p:cNvPicPr/>
          <p:nvPr/>
        </p:nvPicPr>
        <p:blipFill>
          <a:blip r:embed="rId1190"/>
          <a:srcRect/>
          <a:stretch>
            <a:fillRect/>
          </a:stretch>
        </p:blipFill>
        <p:spPr>
          <a:xfrm>
            <a:off x="6306026" y="6573774"/>
            <a:ext cx="16859" cy="15240"/>
          </a:xfrm>
          <a:prstGeom prst="rect"/>
          <a:ln w="0">
            <a:noFill/>
          </a:ln>
        </p:spPr>
      </p:pic>
      <p:pic>
        <p:nvPicPr>
          <p:cNvPr id="1992" name="New picture"/>
          <p:cNvPicPr/>
          <p:nvPr/>
        </p:nvPicPr>
        <p:blipFill>
          <a:blip r:embed="rId1191"/>
          <a:srcRect/>
          <a:stretch>
            <a:fillRect/>
          </a:stretch>
        </p:blipFill>
        <p:spPr>
          <a:xfrm>
            <a:off x="6342697" y="6605778"/>
            <a:ext cx="64103" cy="82486"/>
          </a:xfrm>
          <a:prstGeom prst="rect"/>
          <a:ln w="0">
            <a:noFill/>
          </a:ln>
        </p:spPr>
      </p:pic>
      <p:pic>
        <p:nvPicPr>
          <p:cNvPr id="1993" name="New picture"/>
          <p:cNvPicPr/>
          <p:nvPr/>
        </p:nvPicPr>
        <p:blipFill>
          <a:blip r:embed="rId1192"/>
          <a:srcRect/>
          <a:stretch>
            <a:fillRect/>
          </a:stretch>
        </p:blipFill>
        <p:spPr>
          <a:xfrm>
            <a:off x="6417564" y="6605873"/>
            <a:ext cx="67151" cy="82391"/>
          </a:xfrm>
          <a:prstGeom prst="rect"/>
          <a:ln w="0">
            <a:noFill/>
          </a:ln>
        </p:spPr>
      </p:pic>
      <p:sp>
        <p:nvSpPr>
          <p:cNvPr id="1994" name="New shape"/>
          <p:cNvSpPr/>
          <p:nvPr/>
        </p:nvSpPr>
        <p:spPr>
          <a:xfrm>
            <a:off x="6431280" y="6647022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5" name="New picture"/>
          <p:cNvPicPr/>
          <p:nvPr/>
        </p:nvPicPr>
        <p:blipFill>
          <a:blip r:embed="rId1193"/>
          <a:srcRect/>
          <a:stretch>
            <a:fillRect/>
          </a:stretch>
        </p:blipFill>
        <p:spPr>
          <a:xfrm>
            <a:off x="6497002" y="6584347"/>
            <a:ext cx="47339" cy="103822"/>
          </a:xfrm>
          <a:prstGeom prst="rect"/>
          <a:ln w="0">
            <a:noFill/>
          </a:ln>
        </p:spPr>
      </p:pic>
      <p:sp>
        <p:nvSpPr>
          <p:cNvPr id="1996" name="New shape"/>
          <p:cNvSpPr/>
          <p:nvPr/>
        </p:nvSpPr>
        <p:spPr>
          <a:xfrm>
            <a:off x="6562630" y="6607302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7" name="New picture"/>
          <p:cNvPicPr/>
          <p:nvPr/>
        </p:nvPicPr>
        <p:blipFill>
          <a:blip r:embed="rId1194"/>
          <a:srcRect/>
          <a:stretch>
            <a:fillRect/>
          </a:stretch>
        </p:blipFill>
        <p:spPr>
          <a:xfrm>
            <a:off x="6561105" y="6573774"/>
            <a:ext cx="16764" cy="15240"/>
          </a:xfrm>
          <a:prstGeom prst="rect"/>
          <a:ln w="0">
            <a:noFill/>
          </a:ln>
        </p:spPr>
      </p:pic>
      <p:pic>
        <p:nvPicPr>
          <p:cNvPr id="1998" name="New picture"/>
          <p:cNvPicPr/>
          <p:nvPr/>
        </p:nvPicPr>
        <p:blipFill>
          <a:blip r:embed="rId1195"/>
          <a:srcRect/>
          <a:stretch>
            <a:fillRect/>
          </a:stretch>
        </p:blipFill>
        <p:spPr>
          <a:xfrm>
            <a:off x="6596158" y="6605777"/>
            <a:ext cx="77915" cy="82391"/>
          </a:xfrm>
          <a:prstGeom prst="rect"/>
          <a:ln w="0">
            <a:noFill/>
          </a:ln>
        </p:spPr>
      </p:pic>
      <p:sp>
        <p:nvSpPr>
          <p:cNvPr id="1999" name="New shape"/>
          <p:cNvSpPr/>
          <p:nvPr/>
        </p:nvSpPr>
        <p:spPr>
          <a:xfrm>
            <a:off x="6609874" y="661644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0" name="New picture"/>
          <p:cNvPicPr/>
          <p:nvPr/>
        </p:nvPicPr>
        <p:blipFill>
          <a:blip r:embed="rId1196"/>
          <a:srcRect/>
          <a:stretch>
            <a:fillRect/>
          </a:stretch>
        </p:blipFill>
        <p:spPr>
          <a:xfrm>
            <a:off x="6693884" y="6605873"/>
            <a:ext cx="70294" cy="79343"/>
          </a:xfrm>
          <a:prstGeom prst="rect"/>
          <a:ln w="0">
            <a:noFill/>
          </a:ln>
        </p:spPr>
      </p:pic>
      <p:pic>
        <p:nvPicPr>
          <p:cNvPr id="2001" name="New picture"/>
          <p:cNvPicPr/>
          <p:nvPr/>
        </p:nvPicPr>
        <p:blipFill>
          <a:blip r:embed="rId1197"/>
          <a:srcRect/>
          <a:stretch>
            <a:fillRect/>
          </a:stretch>
        </p:blipFill>
        <p:spPr>
          <a:xfrm>
            <a:off x="6779324" y="6605873"/>
            <a:ext cx="58103" cy="82391"/>
          </a:xfrm>
          <a:prstGeom prst="rect"/>
          <a:ln w="0">
            <a:noFill/>
          </a:ln>
        </p:spPr>
      </p:pic>
      <p:pic>
        <p:nvPicPr>
          <p:cNvPr id="2002" name="New picture"/>
          <p:cNvPicPr/>
          <p:nvPr/>
        </p:nvPicPr>
        <p:blipFill>
          <a:blip r:embed="rId1198"/>
          <a:srcRect/>
          <a:stretch>
            <a:fillRect/>
          </a:stretch>
        </p:blipFill>
        <p:spPr>
          <a:xfrm>
            <a:off x="681990" y="6834758"/>
            <a:ext cx="42767" cy="79343"/>
          </a:xfrm>
          <a:prstGeom prst="rect"/>
          <a:ln w="0">
            <a:noFill/>
          </a:ln>
        </p:spPr>
      </p:pic>
      <p:pic>
        <p:nvPicPr>
          <p:cNvPr id="2003" name="New picture"/>
          <p:cNvPicPr/>
          <p:nvPr/>
        </p:nvPicPr>
        <p:blipFill>
          <a:blip r:embed="rId1199"/>
          <a:srcRect/>
          <a:stretch>
            <a:fillRect/>
          </a:stretch>
        </p:blipFill>
        <p:spPr>
          <a:xfrm>
            <a:off x="730949" y="6834760"/>
            <a:ext cx="71723" cy="82391"/>
          </a:xfrm>
          <a:prstGeom prst="rect"/>
          <a:ln w="0">
            <a:noFill/>
          </a:ln>
        </p:spPr>
      </p:pic>
      <p:sp>
        <p:nvSpPr>
          <p:cNvPr id="2004" name="New shape"/>
          <p:cNvSpPr/>
          <p:nvPr/>
        </p:nvSpPr>
        <p:spPr>
          <a:xfrm>
            <a:off x="744665" y="684390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05" name="New shape"/>
          <p:cNvSpPr/>
          <p:nvPr/>
        </p:nvSpPr>
        <p:spPr>
          <a:xfrm>
            <a:off x="753809" y="6799613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6" name="New picture"/>
          <p:cNvPicPr/>
          <p:nvPr/>
        </p:nvPicPr>
        <p:blipFill>
          <a:blip r:embed="rId1200"/>
          <a:srcRect/>
          <a:stretch>
            <a:fillRect/>
          </a:stretch>
        </p:blipFill>
        <p:spPr>
          <a:xfrm>
            <a:off x="817912" y="6834760"/>
            <a:ext cx="70199" cy="82391"/>
          </a:xfrm>
          <a:prstGeom prst="rect"/>
          <a:ln w="0">
            <a:noFill/>
          </a:ln>
        </p:spPr>
      </p:pic>
      <p:sp>
        <p:nvSpPr>
          <p:cNvPr id="2007" name="New shape"/>
          <p:cNvSpPr/>
          <p:nvPr/>
        </p:nvSpPr>
        <p:spPr>
          <a:xfrm>
            <a:off x="830104" y="6843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08" name="New shape"/>
          <p:cNvSpPr/>
          <p:nvPr/>
        </p:nvSpPr>
        <p:spPr>
          <a:xfrm>
            <a:off x="909828" y="68061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09" name="New shape"/>
          <p:cNvSpPr/>
          <p:nvPr/>
        </p:nvSpPr>
        <p:spPr>
          <a:xfrm>
            <a:off x="949452" y="68061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0" name="New picture"/>
          <p:cNvPicPr/>
          <p:nvPr/>
        </p:nvPicPr>
        <p:blipFill>
          <a:blip r:embed="rId1201"/>
          <a:srcRect/>
          <a:stretch>
            <a:fillRect/>
          </a:stretch>
        </p:blipFill>
        <p:spPr>
          <a:xfrm>
            <a:off x="982789" y="6834760"/>
            <a:ext cx="71819" cy="82391"/>
          </a:xfrm>
          <a:prstGeom prst="rect"/>
          <a:ln w="0">
            <a:noFill/>
          </a:ln>
        </p:spPr>
      </p:pic>
      <p:sp>
        <p:nvSpPr>
          <p:cNvPr id="2011" name="New shape"/>
          <p:cNvSpPr/>
          <p:nvPr/>
        </p:nvSpPr>
        <p:spPr>
          <a:xfrm>
            <a:off x="996601" y="684390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2" name="New picture"/>
          <p:cNvPicPr/>
          <p:nvPr/>
        </p:nvPicPr>
        <p:blipFill>
          <a:blip r:embed="rId1202"/>
          <a:srcRect/>
          <a:stretch>
            <a:fillRect/>
          </a:stretch>
        </p:blipFill>
        <p:spPr>
          <a:xfrm>
            <a:off x="1065276" y="6834760"/>
            <a:ext cx="58007" cy="82391"/>
          </a:xfrm>
          <a:prstGeom prst="rect"/>
          <a:ln w="0">
            <a:noFill/>
          </a:ln>
        </p:spPr>
      </p:pic>
      <p:pic>
        <p:nvPicPr>
          <p:cNvPr id="2013" name="New picture"/>
          <p:cNvPicPr/>
          <p:nvPr/>
        </p:nvPicPr>
        <p:blipFill>
          <a:blip r:embed="rId1203"/>
          <a:srcRect/>
          <a:stretch>
            <a:fillRect/>
          </a:stretch>
        </p:blipFill>
        <p:spPr>
          <a:xfrm>
            <a:off x="1176718" y="6834663"/>
            <a:ext cx="70295" cy="82391"/>
          </a:xfrm>
          <a:prstGeom prst="rect"/>
          <a:ln w="0">
            <a:noFill/>
          </a:ln>
        </p:spPr>
      </p:pic>
      <p:sp>
        <p:nvSpPr>
          <p:cNvPr id="2014" name="New shape"/>
          <p:cNvSpPr/>
          <p:nvPr/>
        </p:nvSpPr>
        <p:spPr>
          <a:xfrm>
            <a:off x="1189006" y="684380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5" name="New picture"/>
          <p:cNvPicPr/>
          <p:nvPr/>
        </p:nvPicPr>
        <p:blipFill>
          <a:blip r:embed="rId1204"/>
          <a:srcRect/>
          <a:stretch>
            <a:fillRect/>
          </a:stretch>
        </p:blipFill>
        <p:spPr>
          <a:xfrm>
            <a:off x="1266825" y="6834758"/>
            <a:ext cx="70295" cy="79343"/>
          </a:xfrm>
          <a:prstGeom prst="rect"/>
          <a:ln w="0">
            <a:noFill/>
          </a:ln>
        </p:spPr>
      </p:pic>
      <p:pic>
        <p:nvPicPr>
          <p:cNvPr id="2016" name="New picture"/>
          <p:cNvPicPr/>
          <p:nvPr/>
        </p:nvPicPr>
        <p:blipFill>
          <a:blip r:embed="rId1205"/>
          <a:srcRect/>
          <a:stretch>
            <a:fillRect/>
          </a:stretch>
        </p:blipFill>
        <p:spPr>
          <a:xfrm>
            <a:off x="1392079" y="6834760"/>
            <a:ext cx="58007" cy="82391"/>
          </a:xfrm>
          <a:prstGeom prst="rect"/>
          <a:ln w="0">
            <a:noFill/>
          </a:ln>
        </p:spPr>
      </p:pic>
      <p:sp>
        <p:nvSpPr>
          <p:cNvPr id="2017" name="New shape"/>
          <p:cNvSpPr/>
          <p:nvPr/>
        </p:nvSpPr>
        <p:spPr>
          <a:xfrm>
            <a:off x="1466945" y="6805707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8" name="New picture"/>
          <p:cNvPicPr/>
          <p:nvPr/>
        </p:nvPicPr>
        <p:blipFill>
          <a:blip r:embed="rId1206"/>
          <a:srcRect/>
          <a:stretch>
            <a:fillRect/>
          </a:stretch>
        </p:blipFill>
        <p:spPr>
          <a:xfrm>
            <a:off x="1495901" y="6834760"/>
            <a:ext cx="65723" cy="82391"/>
          </a:xfrm>
          <a:prstGeom prst="rect"/>
          <a:ln w="0">
            <a:noFill/>
          </a:ln>
        </p:spPr>
      </p:pic>
      <p:sp>
        <p:nvSpPr>
          <p:cNvPr id="2019" name="New shape"/>
          <p:cNvSpPr/>
          <p:nvPr/>
        </p:nvSpPr>
        <p:spPr>
          <a:xfrm>
            <a:off x="1508093" y="6875907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0" name="New picture"/>
          <p:cNvPicPr/>
          <p:nvPr/>
        </p:nvPicPr>
        <p:blipFill>
          <a:blip r:embed="rId1207"/>
          <a:srcRect/>
          <a:stretch>
            <a:fillRect/>
          </a:stretch>
        </p:blipFill>
        <p:spPr>
          <a:xfrm>
            <a:off x="1584484" y="6834760"/>
            <a:ext cx="74866" cy="117443"/>
          </a:xfrm>
          <a:prstGeom prst="rect"/>
          <a:ln w="0">
            <a:noFill/>
          </a:ln>
        </p:spPr>
      </p:pic>
      <p:sp>
        <p:nvSpPr>
          <p:cNvPr id="2021" name="New shape"/>
          <p:cNvSpPr/>
          <p:nvPr/>
        </p:nvSpPr>
        <p:spPr>
          <a:xfrm>
            <a:off x="1598295" y="684542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2" name="New picture"/>
          <p:cNvPicPr/>
          <p:nvPr/>
        </p:nvPicPr>
        <p:blipFill>
          <a:blip r:embed="rId1208"/>
          <a:srcRect/>
          <a:stretch>
            <a:fillRect/>
          </a:stretch>
        </p:blipFill>
        <p:spPr>
          <a:xfrm>
            <a:off x="1679162" y="6834664"/>
            <a:ext cx="76390" cy="117539"/>
          </a:xfrm>
          <a:prstGeom prst="rect"/>
          <a:ln w="0">
            <a:noFill/>
          </a:ln>
        </p:spPr>
      </p:pic>
      <p:sp>
        <p:nvSpPr>
          <p:cNvPr id="2023" name="New shape"/>
          <p:cNvSpPr/>
          <p:nvPr/>
        </p:nvSpPr>
        <p:spPr>
          <a:xfrm>
            <a:off x="1692878" y="684533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4" name="New picture"/>
          <p:cNvPicPr/>
          <p:nvPr/>
        </p:nvPicPr>
        <p:blipFill>
          <a:blip r:embed="rId1209"/>
          <a:srcRect/>
          <a:stretch>
            <a:fillRect/>
          </a:stretch>
        </p:blipFill>
        <p:spPr>
          <a:xfrm>
            <a:off x="1775365" y="6836283"/>
            <a:ext cx="68675" cy="80868"/>
          </a:xfrm>
          <a:prstGeom prst="rect"/>
          <a:ln w="0">
            <a:noFill/>
          </a:ln>
        </p:spPr>
      </p:pic>
      <p:pic>
        <p:nvPicPr>
          <p:cNvPr id="2025" name="New picture"/>
          <p:cNvPicPr/>
          <p:nvPr/>
        </p:nvPicPr>
        <p:blipFill>
          <a:blip r:embed="rId1210"/>
          <a:srcRect/>
          <a:stretch>
            <a:fillRect/>
          </a:stretch>
        </p:blipFill>
        <p:spPr>
          <a:xfrm>
            <a:off x="1857851" y="6836282"/>
            <a:ext cx="70199" cy="117443"/>
          </a:xfrm>
          <a:prstGeom prst="rect"/>
          <a:ln w="0">
            <a:noFill/>
          </a:ln>
        </p:spPr>
      </p:pic>
      <p:pic>
        <p:nvPicPr>
          <p:cNvPr id="2026" name="New picture"/>
          <p:cNvPicPr/>
          <p:nvPr/>
        </p:nvPicPr>
        <p:blipFill>
          <a:blip r:embed="rId1211"/>
          <a:srcRect/>
          <a:stretch>
            <a:fillRect/>
          </a:stretch>
        </p:blipFill>
        <p:spPr>
          <a:xfrm>
            <a:off x="1932622" y="6834760"/>
            <a:ext cx="67246" cy="82391"/>
          </a:xfrm>
          <a:prstGeom prst="rect"/>
          <a:ln w="0">
            <a:noFill/>
          </a:ln>
        </p:spPr>
      </p:pic>
      <p:sp>
        <p:nvSpPr>
          <p:cNvPr id="2027" name="New shape"/>
          <p:cNvSpPr/>
          <p:nvPr/>
        </p:nvSpPr>
        <p:spPr>
          <a:xfrm>
            <a:off x="1946434" y="6875907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8" name="New picture"/>
          <p:cNvPicPr/>
          <p:nvPr/>
        </p:nvPicPr>
        <p:blipFill>
          <a:blip r:embed="rId1212"/>
          <a:srcRect/>
          <a:stretch>
            <a:fillRect/>
          </a:stretch>
        </p:blipFill>
        <p:spPr>
          <a:xfrm>
            <a:off x="2022729" y="6834663"/>
            <a:ext cx="68770" cy="79343"/>
          </a:xfrm>
          <a:prstGeom prst="rect"/>
          <a:ln w="0">
            <a:noFill/>
          </a:ln>
        </p:spPr>
      </p:pic>
      <p:pic>
        <p:nvPicPr>
          <p:cNvPr id="2029" name="New picture"/>
          <p:cNvPicPr/>
          <p:nvPr/>
        </p:nvPicPr>
        <p:blipFill>
          <a:blip r:embed="rId1213"/>
          <a:srcRect/>
          <a:stretch>
            <a:fillRect/>
          </a:stretch>
        </p:blipFill>
        <p:spPr>
          <a:xfrm>
            <a:off x="2105215" y="6813327"/>
            <a:ext cx="48863" cy="103822"/>
          </a:xfrm>
          <a:prstGeom prst="rect"/>
          <a:ln w="0">
            <a:noFill/>
          </a:ln>
        </p:spPr>
      </p:pic>
      <p:pic>
        <p:nvPicPr>
          <p:cNvPr id="2030" name="New picture"/>
          <p:cNvPicPr/>
          <p:nvPr/>
        </p:nvPicPr>
        <p:blipFill>
          <a:blip r:embed="rId1214"/>
          <a:srcRect/>
          <a:stretch>
            <a:fillRect/>
          </a:stretch>
        </p:blipFill>
        <p:spPr>
          <a:xfrm>
            <a:off x="2201418" y="6834664"/>
            <a:ext cx="58007" cy="82486"/>
          </a:xfrm>
          <a:prstGeom prst="rect"/>
          <a:ln w="0">
            <a:noFill/>
          </a:ln>
        </p:spPr>
      </p:pic>
      <p:pic>
        <p:nvPicPr>
          <p:cNvPr id="2031" name="New picture"/>
          <p:cNvPicPr/>
          <p:nvPr/>
        </p:nvPicPr>
        <p:blipFill>
          <a:blip r:embed="rId1215"/>
          <a:srcRect/>
          <a:stretch>
            <a:fillRect/>
          </a:stretch>
        </p:blipFill>
        <p:spPr>
          <a:xfrm>
            <a:off x="2277713" y="6836283"/>
            <a:ext cx="68770" cy="80868"/>
          </a:xfrm>
          <a:prstGeom prst="rect"/>
          <a:ln w="0">
            <a:noFill/>
          </a:ln>
        </p:spPr>
      </p:pic>
      <p:pic>
        <p:nvPicPr>
          <p:cNvPr id="2032" name="New picture"/>
          <p:cNvPicPr/>
          <p:nvPr/>
        </p:nvPicPr>
        <p:blipFill>
          <a:blip r:embed="rId1216"/>
          <a:srcRect/>
          <a:stretch>
            <a:fillRect/>
          </a:stretch>
        </p:blipFill>
        <p:spPr>
          <a:xfrm>
            <a:off x="2370868" y="6834758"/>
            <a:ext cx="42767" cy="79343"/>
          </a:xfrm>
          <a:prstGeom prst="rect"/>
          <a:ln w="0">
            <a:noFill/>
          </a:ln>
        </p:spPr>
      </p:pic>
      <p:pic>
        <p:nvPicPr>
          <p:cNvPr id="2033" name="New picture"/>
          <p:cNvPicPr/>
          <p:nvPr/>
        </p:nvPicPr>
        <p:blipFill>
          <a:blip r:embed="rId1217"/>
          <a:srcRect/>
          <a:stretch>
            <a:fillRect/>
          </a:stretch>
        </p:blipFill>
        <p:spPr>
          <a:xfrm>
            <a:off x="2462498" y="6805802"/>
            <a:ext cx="74867" cy="111443"/>
          </a:xfrm>
          <a:prstGeom prst="rect"/>
          <a:ln w="0">
            <a:noFill/>
          </a:ln>
        </p:spPr>
      </p:pic>
      <p:sp>
        <p:nvSpPr>
          <p:cNvPr id="2034" name="New shape"/>
          <p:cNvSpPr/>
          <p:nvPr/>
        </p:nvSpPr>
        <p:spPr>
          <a:xfrm>
            <a:off x="2476310" y="6845522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5" name="New picture"/>
          <p:cNvPicPr/>
          <p:nvPr/>
        </p:nvPicPr>
        <p:blipFill>
          <a:blip r:embed="rId1218"/>
          <a:srcRect/>
          <a:stretch>
            <a:fillRect/>
          </a:stretch>
        </p:blipFill>
        <p:spPr>
          <a:xfrm>
            <a:off x="2557177" y="6834760"/>
            <a:ext cx="71818" cy="82391"/>
          </a:xfrm>
          <a:prstGeom prst="rect"/>
          <a:ln w="0">
            <a:noFill/>
          </a:ln>
        </p:spPr>
      </p:pic>
      <p:sp>
        <p:nvSpPr>
          <p:cNvPr id="2036" name="New shape"/>
          <p:cNvSpPr/>
          <p:nvPr/>
        </p:nvSpPr>
        <p:spPr>
          <a:xfrm>
            <a:off x="2570988" y="684390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7" name="New picture"/>
          <p:cNvPicPr/>
          <p:nvPr/>
        </p:nvPicPr>
        <p:blipFill>
          <a:blip r:embed="rId1219"/>
          <a:srcRect/>
          <a:stretch>
            <a:fillRect/>
          </a:stretch>
        </p:blipFill>
        <p:spPr>
          <a:xfrm>
            <a:off x="2639663" y="6834760"/>
            <a:ext cx="58007" cy="82391"/>
          </a:xfrm>
          <a:prstGeom prst="rect"/>
          <a:ln w="0">
            <a:noFill/>
          </a:ln>
        </p:spPr>
      </p:pic>
      <p:pic>
        <p:nvPicPr>
          <p:cNvPr id="2038" name="New picture"/>
          <p:cNvPicPr/>
          <p:nvPr/>
        </p:nvPicPr>
        <p:blipFill>
          <a:blip r:embed="rId1220"/>
          <a:srcRect/>
          <a:stretch>
            <a:fillRect/>
          </a:stretch>
        </p:blipFill>
        <p:spPr>
          <a:xfrm>
            <a:off x="2751106" y="6834760"/>
            <a:ext cx="70295" cy="82391"/>
          </a:xfrm>
          <a:prstGeom prst="rect"/>
          <a:ln w="0">
            <a:noFill/>
          </a:ln>
        </p:spPr>
      </p:pic>
      <p:sp>
        <p:nvSpPr>
          <p:cNvPr id="2039" name="New shape"/>
          <p:cNvSpPr/>
          <p:nvPr/>
        </p:nvSpPr>
        <p:spPr>
          <a:xfrm>
            <a:off x="2763393" y="6843903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40" name="New shape"/>
          <p:cNvSpPr/>
          <p:nvPr/>
        </p:nvSpPr>
        <p:spPr>
          <a:xfrm>
            <a:off x="2774061" y="6799612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1" name="New picture"/>
          <p:cNvPicPr/>
          <p:nvPr/>
        </p:nvPicPr>
        <p:blipFill>
          <a:blip r:embed="rId1221"/>
          <a:srcRect/>
          <a:stretch>
            <a:fillRect/>
          </a:stretch>
        </p:blipFill>
        <p:spPr>
          <a:xfrm>
            <a:off x="2831973" y="6813327"/>
            <a:ext cx="47339" cy="103822"/>
          </a:xfrm>
          <a:prstGeom prst="rect"/>
          <a:ln w="0">
            <a:noFill/>
          </a:ln>
        </p:spPr>
      </p:pic>
      <p:pic>
        <p:nvPicPr>
          <p:cNvPr id="2042" name="New picture"/>
          <p:cNvPicPr/>
          <p:nvPr/>
        </p:nvPicPr>
        <p:blipFill>
          <a:blip r:embed="rId1222"/>
          <a:srcRect/>
          <a:stretch>
            <a:fillRect/>
          </a:stretch>
        </p:blipFill>
        <p:spPr>
          <a:xfrm>
            <a:off x="2896171" y="6836283"/>
            <a:ext cx="68675" cy="80868"/>
          </a:xfrm>
          <a:prstGeom prst="rect"/>
          <a:ln w="0">
            <a:noFill/>
          </a:ln>
        </p:spPr>
      </p:pic>
      <p:pic>
        <p:nvPicPr>
          <p:cNvPr id="2043" name="New picture"/>
          <p:cNvPicPr/>
          <p:nvPr/>
        </p:nvPicPr>
        <p:blipFill>
          <a:blip r:embed="rId1223"/>
          <a:srcRect/>
          <a:stretch>
            <a:fillRect/>
          </a:stretch>
        </p:blipFill>
        <p:spPr>
          <a:xfrm>
            <a:off x="2984849" y="6805709"/>
            <a:ext cx="76295" cy="111442"/>
          </a:xfrm>
          <a:prstGeom prst="rect"/>
          <a:ln w="0">
            <a:noFill/>
          </a:ln>
        </p:spPr>
      </p:pic>
      <p:sp>
        <p:nvSpPr>
          <p:cNvPr id="2044" name="New shape"/>
          <p:cNvSpPr/>
          <p:nvPr/>
        </p:nvSpPr>
        <p:spPr>
          <a:xfrm>
            <a:off x="2998565" y="684542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5" name="New picture"/>
          <p:cNvPicPr/>
          <p:nvPr/>
        </p:nvPicPr>
        <p:blipFill>
          <a:blip r:embed="rId1224"/>
          <a:srcRect/>
          <a:stretch>
            <a:fillRect/>
          </a:stretch>
        </p:blipFill>
        <p:spPr>
          <a:xfrm>
            <a:off x="3080957" y="6834760"/>
            <a:ext cx="70295" cy="82391"/>
          </a:xfrm>
          <a:prstGeom prst="rect"/>
          <a:ln w="0">
            <a:noFill/>
          </a:ln>
        </p:spPr>
      </p:pic>
      <p:sp>
        <p:nvSpPr>
          <p:cNvPr id="2046" name="New shape"/>
          <p:cNvSpPr/>
          <p:nvPr/>
        </p:nvSpPr>
        <p:spPr>
          <a:xfrm>
            <a:off x="3093149" y="6843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7" name="New picture"/>
          <p:cNvPicPr/>
          <p:nvPr/>
        </p:nvPicPr>
        <p:blipFill>
          <a:blip r:embed="rId1225"/>
          <a:srcRect/>
          <a:stretch>
            <a:fillRect/>
          </a:stretch>
        </p:blipFill>
        <p:spPr>
          <a:xfrm>
            <a:off x="3163443" y="6834760"/>
            <a:ext cx="56483" cy="82391"/>
          </a:xfrm>
          <a:prstGeom prst="rect"/>
          <a:ln w="0">
            <a:noFill/>
          </a:ln>
        </p:spPr>
      </p:pic>
      <p:pic>
        <p:nvPicPr>
          <p:cNvPr id="2048" name="New picture"/>
          <p:cNvPicPr/>
          <p:nvPr/>
        </p:nvPicPr>
        <p:blipFill>
          <a:blip r:embed="rId1226"/>
          <a:srcRect/>
          <a:stretch>
            <a:fillRect/>
          </a:stretch>
        </p:blipFill>
        <p:spPr>
          <a:xfrm>
            <a:off x="3277933" y="6834664"/>
            <a:ext cx="76391" cy="117539"/>
          </a:xfrm>
          <a:prstGeom prst="rect"/>
          <a:ln w="0">
            <a:noFill/>
          </a:ln>
        </p:spPr>
      </p:pic>
      <p:sp>
        <p:nvSpPr>
          <p:cNvPr id="2049" name="New shape"/>
          <p:cNvSpPr/>
          <p:nvPr/>
        </p:nvSpPr>
        <p:spPr>
          <a:xfrm>
            <a:off x="3291649" y="684533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0" name="New picture"/>
          <p:cNvPicPr/>
          <p:nvPr/>
        </p:nvPicPr>
        <p:blipFill>
          <a:blip r:embed="rId1227"/>
          <a:srcRect/>
          <a:stretch>
            <a:fillRect/>
          </a:stretch>
        </p:blipFill>
        <p:spPr>
          <a:xfrm>
            <a:off x="3374136" y="6834758"/>
            <a:ext cx="42672" cy="79343"/>
          </a:xfrm>
          <a:prstGeom prst="rect"/>
          <a:ln w="0">
            <a:noFill/>
          </a:ln>
        </p:spPr>
      </p:pic>
      <p:pic>
        <p:nvPicPr>
          <p:cNvPr id="2051" name="New picture"/>
          <p:cNvPicPr/>
          <p:nvPr/>
        </p:nvPicPr>
        <p:blipFill>
          <a:blip r:embed="rId1228"/>
          <a:srcRect/>
          <a:stretch>
            <a:fillRect/>
          </a:stretch>
        </p:blipFill>
        <p:spPr>
          <a:xfrm>
            <a:off x="3419951" y="6834760"/>
            <a:ext cx="67247" cy="82391"/>
          </a:xfrm>
          <a:prstGeom prst="rect"/>
          <a:ln w="0">
            <a:noFill/>
          </a:ln>
        </p:spPr>
      </p:pic>
      <p:sp>
        <p:nvSpPr>
          <p:cNvPr id="2052" name="New shape"/>
          <p:cNvSpPr/>
          <p:nvPr/>
        </p:nvSpPr>
        <p:spPr>
          <a:xfrm>
            <a:off x="3433762" y="6875907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3" name="New picture"/>
          <p:cNvPicPr/>
          <p:nvPr/>
        </p:nvPicPr>
        <p:blipFill>
          <a:blip r:embed="rId1229"/>
          <a:srcRect/>
          <a:stretch>
            <a:fillRect/>
          </a:stretch>
        </p:blipFill>
        <p:spPr>
          <a:xfrm>
            <a:off x="3499390" y="6813327"/>
            <a:ext cx="47339" cy="103822"/>
          </a:xfrm>
          <a:prstGeom prst="rect"/>
          <a:ln w="0">
            <a:noFill/>
          </a:ln>
        </p:spPr>
      </p:pic>
      <p:sp>
        <p:nvSpPr>
          <p:cNvPr id="2054" name="New shape"/>
          <p:cNvSpPr/>
          <p:nvPr/>
        </p:nvSpPr>
        <p:spPr>
          <a:xfrm>
            <a:off x="3565017" y="683628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5" name="New picture"/>
          <p:cNvPicPr/>
          <p:nvPr/>
        </p:nvPicPr>
        <p:blipFill>
          <a:blip r:embed="rId1230"/>
          <a:srcRect/>
          <a:stretch>
            <a:fillRect/>
          </a:stretch>
        </p:blipFill>
        <p:spPr>
          <a:xfrm>
            <a:off x="3561969" y="6802659"/>
            <a:ext cx="18288" cy="15335"/>
          </a:xfrm>
          <a:prstGeom prst="rect"/>
          <a:ln w="0">
            <a:noFill/>
          </a:ln>
        </p:spPr>
      </p:pic>
      <p:pic>
        <p:nvPicPr>
          <p:cNvPr id="2056" name="New picture"/>
          <p:cNvPicPr/>
          <p:nvPr/>
        </p:nvPicPr>
        <p:blipFill>
          <a:blip r:embed="rId1231"/>
          <a:srcRect/>
          <a:stretch>
            <a:fillRect/>
          </a:stretch>
        </p:blipFill>
        <p:spPr>
          <a:xfrm>
            <a:off x="3598545" y="6834663"/>
            <a:ext cx="74866" cy="117539"/>
          </a:xfrm>
          <a:prstGeom prst="rect"/>
          <a:ln w="0">
            <a:noFill/>
          </a:ln>
        </p:spPr>
      </p:pic>
      <p:sp>
        <p:nvSpPr>
          <p:cNvPr id="2057" name="New shape"/>
          <p:cNvSpPr/>
          <p:nvPr/>
        </p:nvSpPr>
        <p:spPr>
          <a:xfrm>
            <a:off x="3612356" y="6845426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8" name="New picture"/>
          <p:cNvPicPr/>
          <p:nvPr/>
        </p:nvPicPr>
        <p:blipFill>
          <a:blip r:embed="rId1232"/>
          <a:srcRect/>
          <a:stretch>
            <a:fillRect/>
          </a:stretch>
        </p:blipFill>
        <p:spPr>
          <a:xfrm>
            <a:off x="3697891" y="6836189"/>
            <a:ext cx="70199" cy="80867"/>
          </a:xfrm>
          <a:prstGeom prst="rect"/>
          <a:ln w="0">
            <a:noFill/>
          </a:ln>
        </p:spPr>
      </p:pic>
      <p:pic>
        <p:nvPicPr>
          <p:cNvPr id="2059" name="New picture"/>
          <p:cNvPicPr/>
          <p:nvPr/>
        </p:nvPicPr>
        <p:blipFill>
          <a:blip r:embed="rId1233"/>
          <a:srcRect/>
          <a:stretch>
            <a:fillRect/>
          </a:stretch>
        </p:blipFill>
        <p:spPr>
          <a:xfrm>
            <a:off x="3787997" y="6834663"/>
            <a:ext cx="71723" cy="82391"/>
          </a:xfrm>
          <a:prstGeom prst="rect"/>
          <a:ln w="0">
            <a:noFill/>
          </a:ln>
        </p:spPr>
      </p:pic>
      <p:sp>
        <p:nvSpPr>
          <p:cNvPr id="2060" name="New shape"/>
          <p:cNvSpPr/>
          <p:nvPr/>
        </p:nvSpPr>
        <p:spPr>
          <a:xfrm>
            <a:off x="3800189" y="684380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1" name="New picture"/>
          <p:cNvPicPr/>
          <p:nvPr/>
        </p:nvPicPr>
        <p:blipFill>
          <a:blip r:embed="rId1234"/>
          <a:srcRect/>
          <a:stretch>
            <a:fillRect/>
          </a:stretch>
        </p:blipFill>
        <p:spPr>
          <a:xfrm>
            <a:off x="3870484" y="6834760"/>
            <a:ext cx="58007" cy="82391"/>
          </a:xfrm>
          <a:prstGeom prst="rect"/>
          <a:ln w="0">
            <a:noFill/>
          </a:ln>
        </p:spPr>
      </p:pic>
      <p:pic>
        <p:nvPicPr>
          <p:cNvPr id="2062" name="New picture"/>
          <p:cNvPicPr/>
          <p:nvPr/>
        </p:nvPicPr>
        <p:blipFill>
          <a:blip r:embed="rId1235"/>
          <a:srcRect/>
          <a:stretch>
            <a:fillRect/>
          </a:stretch>
        </p:blipFill>
        <p:spPr>
          <a:xfrm>
            <a:off x="3946779" y="6898863"/>
            <a:ext cx="16764" cy="16763"/>
          </a:xfrm>
          <a:prstGeom prst="rect"/>
          <a:ln w="0">
            <a:noFill/>
          </a:ln>
        </p:spPr>
      </p:pic>
      <p:pic>
        <p:nvPicPr>
          <p:cNvPr id="2063" name="New picture"/>
          <p:cNvPicPr/>
          <p:nvPr/>
        </p:nvPicPr>
        <p:blipFill>
          <a:blip r:embed="rId1236"/>
          <a:srcRect/>
          <a:stretch>
            <a:fillRect/>
          </a:stretch>
        </p:blipFill>
        <p:spPr>
          <a:xfrm>
            <a:off x="4023170" y="6805708"/>
            <a:ext cx="39719" cy="108395"/>
          </a:xfrm>
          <a:prstGeom prst="rect"/>
          <a:ln w="0">
            <a:noFill/>
          </a:ln>
        </p:spPr>
      </p:pic>
      <p:sp>
        <p:nvSpPr>
          <p:cNvPr id="2064" name="New shape"/>
          <p:cNvSpPr/>
          <p:nvPr/>
        </p:nvSpPr>
        <p:spPr>
          <a:xfrm>
            <a:off x="4084320" y="68061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5" name="New picture"/>
          <p:cNvPicPr/>
          <p:nvPr/>
        </p:nvPicPr>
        <p:blipFill>
          <a:blip r:embed="rId1237"/>
          <a:srcRect/>
          <a:stretch>
            <a:fillRect/>
          </a:stretch>
        </p:blipFill>
        <p:spPr>
          <a:xfrm>
            <a:off x="4155948" y="6834760"/>
            <a:ext cx="65627" cy="82391"/>
          </a:xfrm>
          <a:prstGeom prst="rect"/>
          <a:ln w="0">
            <a:noFill/>
          </a:ln>
        </p:spPr>
      </p:pic>
      <p:sp>
        <p:nvSpPr>
          <p:cNvPr id="2066" name="New shape"/>
          <p:cNvSpPr/>
          <p:nvPr/>
        </p:nvSpPr>
        <p:spPr>
          <a:xfrm>
            <a:off x="4169664" y="6875907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7" name="New picture"/>
          <p:cNvPicPr/>
          <p:nvPr/>
        </p:nvPicPr>
        <p:blipFill>
          <a:blip r:embed="rId1238"/>
          <a:srcRect/>
          <a:stretch>
            <a:fillRect/>
          </a:stretch>
        </p:blipFill>
        <p:spPr>
          <a:xfrm>
            <a:off x="4246150" y="6805708"/>
            <a:ext cx="74771" cy="111443"/>
          </a:xfrm>
          <a:prstGeom prst="rect"/>
          <a:ln w="0">
            <a:noFill/>
          </a:ln>
        </p:spPr>
      </p:pic>
      <p:sp>
        <p:nvSpPr>
          <p:cNvPr id="2068" name="New shape"/>
          <p:cNvSpPr/>
          <p:nvPr/>
        </p:nvSpPr>
        <p:spPr>
          <a:xfrm>
            <a:off x="4259866" y="684542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9" name="New picture"/>
          <p:cNvPicPr/>
          <p:nvPr/>
        </p:nvPicPr>
        <p:blipFill>
          <a:blip r:embed="rId1239"/>
          <a:srcRect/>
          <a:stretch>
            <a:fillRect/>
          </a:stretch>
        </p:blipFill>
        <p:spPr>
          <a:xfrm>
            <a:off x="4336161" y="6834663"/>
            <a:ext cx="77915" cy="82391"/>
          </a:xfrm>
          <a:prstGeom prst="rect"/>
          <a:ln w="0">
            <a:noFill/>
          </a:ln>
        </p:spPr>
      </p:pic>
      <p:sp>
        <p:nvSpPr>
          <p:cNvPr id="2070" name="New shape"/>
          <p:cNvSpPr/>
          <p:nvPr/>
        </p:nvSpPr>
        <p:spPr>
          <a:xfrm>
            <a:off x="4349972" y="684533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1" name="New picture"/>
          <p:cNvPicPr/>
          <p:nvPr/>
        </p:nvPicPr>
        <p:blipFill>
          <a:blip r:embed="rId1240"/>
          <a:srcRect/>
          <a:stretch>
            <a:fillRect/>
          </a:stretch>
        </p:blipFill>
        <p:spPr>
          <a:xfrm>
            <a:off x="4433888" y="6834758"/>
            <a:ext cx="42767" cy="79343"/>
          </a:xfrm>
          <a:prstGeom prst="rect"/>
          <a:ln w="0">
            <a:noFill/>
          </a:ln>
        </p:spPr>
      </p:pic>
      <p:pic>
        <p:nvPicPr>
          <p:cNvPr id="2072" name="New picture"/>
          <p:cNvPicPr/>
          <p:nvPr/>
        </p:nvPicPr>
        <p:blipFill>
          <a:blip r:embed="rId1241"/>
          <a:srcRect/>
          <a:stretch>
            <a:fillRect/>
          </a:stretch>
        </p:blipFill>
        <p:spPr>
          <a:xfrm>
            <a:off x="4482750" y="6805802"/>
            <a:ext cx="74866" cy="111347"/>
          </a:xfrm>
          <a:prstGeom prst="rect"/>
          <a:ln w="0">
            <a:noFill/>
          </a:ln>
        </p:spPr>
      </p:pic>
      <p:sp>
        <p:nvSpPr>
          <p:cNvPr id="2073" name="New shape"/>
          <p:cNvSpPr/>
          <p:nvPr/>
        </p:nvSpPr>
        <p:spPr>
          <a:xfrm>
            <a:off x="4496562" y="684542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4" name="New picture"/>
          <p:cNvPicPr/>
          <p:nvPr/>
        </p:nvPicPr>
        <p:blipFill>
          <a:blip r:embed="rId1242"/>
          <a:srcRect/>
          <a:stretch>
            <a:fillRect/>
          </a:stretch>
        </p:blipFill>
        <p:spPr>
          <a:xfrm>
            <a:off x="4577429" y="6834663"/>
            <a:ext cx="71818" cy="82391"/>
          </a:xfrm>
          <a:prstGeom prst="rect"/>
          <a:ln w="0">
            <a:noFill/>
          </a:ln>
        </p:spPr>
      </p:pic>
      <p:sp>
        <p:nvSpPr>
          <p:cNvPr id="2075" name="New shape"/>
          <p:cNvSpPr/>
          <p:nvPr/>
        </p:nvSpPr>
        <p:spPr>
          <a:xfrm>
            <a:off x="4589621" y="684380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76" name="New shape"/>
          <p:cNvSpPr/>
          <p:nvPr/>
        </p:nvSpPr>
        <p:spPr>
          <a:xfrm>
            <a:off x="4709160" y="68061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7" name="New picture"/>
          <p:cNvPicPr/>
          <p:nvPr/>
        </p:nvPicPr>
        <p:blipFill>
          <a:blip r:embed="rId1243"/>
          <a:srcRect/>
          <a:stretch>
            <a:fillRect/>
          </a:stretch>
        </p:blipFill>
        <p:spPr>
          <a:xfrm>
            <a:off x="4742403" y="6834760"/>
            <a:ext cx="71723" cy="82391"/>
          </a:xfrm>
          <a:prstGeom prst="rect"/>
          <a:ln w="0">
            <a:noFill/>
          </a:ln>
        </p:spPr>
      </p:pic>
      <p:sp>
        <p:nvSpPr>
          <p:cNvPr id="2078" name="New shape"/>
          <p:cNvSpPr/>
          <p:nvPr/>
        </p:nvSpPr>
        <p:spPr>
          <a:xfrm>
            <a:off x="4756118" y="6843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9" name="New picture"/>
          <p:cNvPicPr/>
          <p:nvPr/>
        </p:nvPicPr>
        <p:blipFill>
          <a:blip r:embed="rId1244"/>
          <a:srcRect/>
          <a:stretch>
            <a:fillRect/>
          </a:stretch>
        </p:blipFill>
        <p:spPr>
          <a:xfrm>
            <a:off x="4824888" y="6834760"/>
            <a:ext cx="58007" cy="82391"/>
          </a:xfrm>
          <a:prstGeom prst="rect"/>
          <a:ln w="0">
            <a:noFill/>
          </a:ln>
        </p:spPr>
      </p:pic>
      <p:pic>
        <p:nvPicPr>
          <p:cNvPr id="2080" name="New picture"/>
          <p:cNvPicPr/>
          <p:nvPr/>
        </p:nvPicPr>
        <p:blipFill>
          <a:blip r:embed="rId1245"/>
          <a:srcRect/>
          <a:stretch>
            <a:fillRect/>
          </a:stretch>
        </p:blipFill>
        <p:spPr>
          <a:xfrm>
            <a:off x="4940808" y="6834760"/>
            <a:ext cx="74866" cy="117539"/>
          </a:xfrm>
          <a:prstGeom prst="rect"/>
          <a:ln w="0">
            <a:noFill/>
          </a:ln>
        </p:spPr>
      </p:pic>
      <p:sp>
        <p:nvSpPr>
          <p:cNvPr id="2081" name="New shape"/>
          <p:cNvSpPr/>
          <p:nvPr/>
        </p:nvSpPr>
        <p:spPr>
          <a:xfrm>
            <a:off x="4954619" y="684542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2" name="New picture"/>
          <p:cNvPicPr/>
          <p:nvPr/>
        </p:nvPicPr>
        <p:blipFill>
          <a:blip r:embed="rId1246"/>
          <a:srcRect/>
          <a:stretch>
            <a:fillRect/>
          </a:stretch>
        </p:blipFill>
        <p:spPr>
          <a:xfrm>
            <a:off x="5035582" y="6834758"/>
            <a:ext cx="42767" cy="79343"/>
          </a:xfrm>
          <a:prstGeom prst="rect"/>
          <a:ln w="0">
            <a:noFill/>
          </a:ln>
        </p:spPr>
      </p:pic>
      <p:pic>
        <p:nvPicPr>
          <p:cNvPr id="2083" name="New picture"/>
          <p:cNvPicPr/>
          <p:nvPr/>
        </p:nvPicPr>
        <p:blipFill>
          <a:blip r:embed="rId1247"/>
          <a:srcRect/>
          <a:stretch>
            <a:fillRect/>
          </a:stretch>
        </p:blipFill>
        <p:spPr>
          <a:xfrm>
            <a:off x="5084349" y="6834664"/>
            <a:ext cx="77915" cy="82486"/>
          </a:xfrm>
          <a:prstGeom prst="rect"/>
          <a:ln w="0">
            <a:noFill/>
          </a:ln>
        </p:spPr>
      </p:pic>
      <p:sp>
        <p:nvSpPr>
          <p:cNvPr id="2084" name="New shape"/>
          <p:cNvSpPr/>
          <p:nvPr/>
        </p:nvSpPr>
        <p:spPr>
          <a:xfrm>
            <a:off x="5098066" y="6845427"/>
            <a:ext cx="52007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5" name="New picture"/>
          <p:cNvPicPr/>
          <p:nvPr/>
        </p:nvPicPr>
        <p:blipFill>
          <a:blip r:embed="rId1248"/>
          <a:srcRect/>
          <a:stretch>
            <a:fillRect/>
          </a:stretch>
        </p:blipFill>
        <p:spPr>
          <a:xfrm>
            <a:off x="5183600" y="6805708"/>
            <a:ext cx="74866" cy="111443"/>
          </a:xfrm>
          <a:prstGeom prst="rect"/>
          <a:ln w="0">
            <a:noFill/>
          </a:ln>
        </p:spPr>
      </p:pic>
      <p:sp>
        <p:nvSpPr>
          <p:cNvPr id="2086" name="New shape"/>
          <p:cNvSpPr/>
          <p:nvPr/>
        </p:nvSpPr>
        <p:spPr>
          <a:xfrm>
            <a:off x="5197316" y="684542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87" name="New shape"/>
          <p:cNvSpPr/>
          <p:nvPr/>
        </p:nvSpPr>
        <p:spPr>
          <a:xfrm>
            <a:off x="5279136" y="68061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8" name="New picture"/>
          <p:cNvPicPr/>
          <p:nvPr/>
        </p:nvPicPr>
        <p:blipFill>
          <a:blip r:embed="rId1249"/>
          <a:srcRect/>
          <a:stretch>
            <a:fillRect/>
          </a:stretch>
        </p:blipFill>
        <p:spPr>
          <a:xfrm>
            <a:off x="5313521" y="6834663"/>
            <a:ext cx="70199" cy="82391"/>
          </a:xfrm>
          <a:prstGeom prst="rect"/>
          <a:ln w="0">
            <a:noFill/>
          </a:ln>
        </p:spPr>
      </p:pic>
      <p:sp>
        <p:nvSpPr>
          <p:cNvPr id="2089" name="New shape"/>
          <p:cNvSpPr/>
          <p:nvPr/>
        </p:nvSpPr>
        <p:spPr>
          <a:xfrm>
            <a:off x="5325713" y="684380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90" name="New shape"/>
          <p:cNvSpPr/>
          <p:nvPr/>
        </p:nvSpPr>
        <p:spPr>
          <a:xfrm>
            <a:off x="5336381" y="6799517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1" name="New picture"/>
          <p:cNvPicPr/>
          <p:nvPr/>
        </p:nvPicPr>
        <p:blipFill>
          <a:blip r:embed="rId1250"/>
          <a:srcRect/>
          <a:stretch>
            <a:fillRect/>
          </a:stretch>
        </p:blipFill>
        <p:spPr>
          <a:xfrm>
            <a:off x="5403533" y="6834758"/>
            <a:ext cx="120682" cy="79343"/>
          </a:xfrm>
          <a:prstGeom prst="rect"/>
          <a:ln w="0">
            <a:noFill/>
          </a:ln>
        </p:spPr>
      </p:pic>
      <p:pic>
        <p:nvPicPr>
          <p:cNvPr id="2092" name="New picture"/>
          <p:cNvPicPr/>
          <p:nvPr/>
        </p:nvPicPr>
        <p:blipFill>
          <a:blip r:embed="rId1251"/>
          <a:srcRect/>
          <a:stretch>
            <a:fillRect/>
          </a:stretch>
        </p:blipFill>
        <p:spPr>
          <a:xfrm>
            <a:off x="5540978" y="6834760"/>
            <a:ext cx="67151" cy="82391"/>
          </a:xfrm>
          <a:prstGeom prst="rect"/>
          <a:ln w="0">
            <a:noFill/>
          </a:ln>
        </p:spPr>
      </p:pic>
      <p:sp>
        <p:nvSpPr>
          <p:cNvPr id="2093" name="New shape"/>
          <p:cNvSpPr/>
          <p:nvPr/>
        </p:nvSpPr>
        <p:spPr>
          <a:xfrm>
            <a:off x="5554694" y="6876003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4" name="New picture"/>
          <p:cNvPicPr/>
          <p:nvPr/>
        </p:nvPicPr>
        <p:blipFill>
          <a:blip r:embed="rId1252"/>
          <a:srcRect/>
          <a:stretch>
            <a:fillRect/>
          </a:stretch>
        </p:blipFill>
        <p:spPr>
          <a:xfrm>
            <a:off x="5620416" y="6813327"/>
            <a:ext cx="47339" cy="103822"/>
          </a:xfrm>
          <a:prstGeom prst="rect"/>
          <a:ln w="0">
            <a:noFill/>
          </a:ln>
        </p:spPr>
      </p:pic>
      <p:sp>
        <p:nvSpPr>
          <p:cNvPr id="2095" name="New shape"/>
          <p:cNvSpPr/>
          <p:nvPr/>
        </p:nvSpPr>
        <p:spPr>
          <a:xfrm>
            <a:off x="5686140" y="683628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6" name="New picture"/>
          <p:cNvPicPr/>
          <p:nvPr/>
        </p:nvPicPr>
        <p:blipFill>
          <a:blip r:embed="rId1253"/>
          <a:srcRect/>
          <a:stretch>
            <a:fillRect/>
          </a:stretch>
        </p:blipFill>
        <p:spPr>
          <a:xfrm>
            <a:off x="5684616" y="6802659"/>
            <a:ext cx="16764" cy="15335"/>
          </a:xfrm>
          <a:prstGeom prst="rect"/>
          <a:ln w="0">
            <a:noFill/>
          </a:ln>
        </p:spPr>
      </p:pic>
      <p:pic>
        <p:nvPicPr>
          <p:cNvPr id="2097" name="New picture"/>
          <p:cNvPicPr/>
          <p:nvPr/>
        </p:nvPicPr>
        <p:blipFill>
          <a:blip r:embed="rId1254"/>
          <a:srcRect/>
          <a:stretch>
            <a:fillRect/>
          </a:stretch>
        </p:blipFill>
        <p:spPr>
          <a:xfrm>
            <a:off x="5719667" y="6834663"/>
            <a:ext cx="74866" cy="117539"/>
          </a:xfrm>
          <a:prstGeom prst="rect"/>
          <a:ln w="0">
            <a:noFill/>
          </a:ln>
        </p:spPr>
      </p:pic>
      <p:sp>
        <p:nvSpPr>
          <p:cNvPr id="2098" name="New shape"/>
          <p:cNvSpPr/>
          <p:nvPr/>
        </p:nvSpPr>
        <p:spPr>
          <a:xfrm>
            <a:off x="5733478" y="6845426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9" name="New picture"/>
          <p:cNvPicPr/>
          <p:nvPr/>
        </p:nvPicPr>
        <p:blipFill>
          <a:blip r:embed="rId1255"/>
          <a:srcRect/>
          <a:stretch>
            <a:fillRect/>
          </a:stretch>
        </p:blipFill>
        <p:spPr>
          <a:xfrm>
            <a:off x="5818918" y="6836189"/>
            <a:ext cx="70295" cy="80867"/>
          </a:xfrm>
          <a:prstGeom prst="rect"/>
          <a:ln w="0">
            <a:noFill/>
          </a:ln>
        </p:spPr>
      </p:pic>
      <p:pic>
        <p:nvPicPr>
          <p:cNvPr id="2100" name="New picture"/>
          <p:cNvPicPr/>
          <p:nvPr/>
        </p:nvPicPr>
        <p:blipFill>
          <a:blip r:embed="rId1256"/>
          <a:srcRect/>
          <a:stretch>
            <a:fillRect/>
          </a:stretch>
        </p:blipFill>
        <p:spPr>
          <a:xfrm>
            <a:off x="5908928" y="6834760"/>
            <a:ext cx="71818" cy="82391"/>
          </a:xfrm>
          <a:prstGeom prst="rect"/>
          <a:ln w="0">
            <a:noFill/>
          </a:ln>
        </p:spPr>
      </p:pic>
      <p:sp>
        <p:nvSpPr>
          <p:cNvPr id="2101" name="New shape"/>
          <p:cNvSpPr/>
          <p:nvPr/>
        </p:nvSpPr>
        <p:spPr>
          <a:xfrm>
            <a:off x="5922740" y="684390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2" name="New picture"/>
          <p:cNvPicPr/>
          <p:nvPr/>
        </p:nvPicPr>
        <p:blipFill>
          <a:blip r:embed="rId1257"/>
          <a:srcRect/>
          <a:stretch>
            <a:fillRect/>
          </a:stretch>
        </p:blipFill>
        <p:spPr>
          <a:xfrm>
            <a:off x="5991511" y="6834760"/>
            <a:ext cx="58007" cy="82486"/>
          </a:xfrm>
          <a:prstGeom prst="rect"/>
          <a:ln w="0">
            <a:noFill/>
          </a:ln>
        </p:spPr>
      </p:pic>
      <p:pic>
        <p:nvPicPr>
          <p:cNvPr id="2103" name="New picture"/>
          <p:cNvPicPr/>
          <p:nvPr/>
        </p:nvPicPr>
        <p:blipFill>
          <a:blip r:embed="rId1258"/>
          <a:srcRect/>
          <a:stretch>
            <a:fillRect/>
          </a:stretch>
        </p:blipFill>
        <p:spPr>
          <a:xfrm>
            <a:off x="6102953" y="6834758"/>
            <a:ext cx="64103" cy="82391"/>
          </a:xfrm>
          <a:prstGeom prst="rect"/>
          <a:ln w="0">
            <a:noFill/>
          </a:ln>
        </p:spPr>
      </p:pic>
      <p:sp>
        <p:nvSpPr>
          <p:cNvPr id="2104" name="New shape"/>
          <p:cNvSpPr/>
          <p:nvPr/>
        </p:nvSpPr>
        <p:spPr>
          <a:xfrm>
            <a:off x="6185916" y="68061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5" name="New picture"/>
          <p:cNvPicPr/>
          <p:nvPr/>
        </p:nvPicPr>
        <p:blipFill>
          <a:blip r:embed="rId1259"/>
          <a:srcRect/>
          <a:stretch>
            <a:fillRect/>
          </a:stretch>
        </p:blipFill>
        <p:spPr>
          <a:xfrm>
            <a:off x="6217444" y="6834760"/>
            <a:ext cx="67247" cy="82391"/>
          </a:xfrm>
          <a:prstGeom prst="rect"/>
          <a:ln w="0">
            <a:noFill/>
          </a:ln>
        </p:spPr>
      </p:pic>
      <p:sp>
        <p:nvSpPr>
          <p:cNvPr id="2106" name="New shape"/>
          <p:cNvSpPr/>
          <p:nvPr/>
        </p:nvSpPr>
        <p:spPr>
          <a:xfrm>
            <a:off x="6231255" y="6875907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7" name="New picture"/>
          <p:cNvPicPr/>
          <p:nvPr/>
        </p:nvPicPr>
        <p:blipFill>
          <a:blip r:embed="rId1260"/>
          <a:srcRect/>
          <a:stretch>
            <a:fillRect/>
          </a:stretch>
        </p:blipFill>
        <p:spPr>
          <a:xfrm>
            <a:off x="6298312" y="6834760"/>
            <a:ext cx="58102" cy="82486"/>
          </a:xfrm>
          <a:prstGeom prst="rect"/>
          <a:ln w="0">
            <a:noFill/>
          </a:ln>
        </p:spPr>
      </p:pic>
      <p:pic>
        <p:nvPicPr>
          <p:cNvPr id="2108" name="New picture"/>
          <p:cNvPicPr/>
          <p:nvPr/>
        </p:nvPicPr>
        <p:blipFill>
          <a:blip r:embed="rId1261"/>
          <a:srcRect/>
          <a:stretch>
            <a:fillRect/>
          </a:stretch>
        </p:blipFill>
        <p:spPr>
          <a:xfrm>
            <a:off x="6367177" y="6834760"/>
            <a:ext cx="56483" cy="82391"/>
          </a:xfrm>
          <a:prstGeom prst="rect"/>
          <a:ln w="0">
            <a:noFill/>
          </a:ln>
        </p:spPr>
      </p:pic>
      <p:sp>
        <p:nvSpPr>
          <p:cNvPr id="2109" name="New shape"/>
          <p:cNvSpPr/>
          <p:nvPr/>
        </p:nvSpPr>
        <p:spPr>
          <a:xfrm>
            <a:off x="6443473" y="683628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0" name="New picture"/>
          <p:cNvPicPr/>
          <p:nvPr/>
        </p:nvPicPr>
        <p:blipFill>
          <a:blip r:embed="rId1262"/>
          <a:srcRect/>
          <a:stretch>
            <a:fillRect/>
          </a:stretch>
        </p:blipFill>
        <p:spPr>
          <a:xfrm>
            <a:off x="6441853" y="6802755"/>
            <a:ext cx="16859" cy="15240"/>
          </a:xfrm>
          <a:prstGeom prst="rect"/>
          <a:ln w="0">
            <a:noFill/>
          </a:ln>
        </p:spPr>
      </p:pic>
      <p:pic>
        <p:nvPicPr>
          <p:cNvPr id="2111" name="New picture"/>
          <p:cNvPicPr/>
          <p:nvPr/>
        </p:nvPicPr>
        <p:blipFill>
          <a:blip r:embed="rId1263"/>
          <a:srcRect/>
          <a:stretch>
            <a:fillRect/>
          </a:stretch>
        </p:blipFill>
        <p:spPr>
          <a:xfrm>
            <a:off x="6477096" y="6834759"/>
            <a:ext cx="74771" cy="117539"/>
          </a:xfrm>
          <a:prstGeom prst="rect"/>
          <a:ln w="0">
            <a:noFill/>
          </a:ln>
        </p:spPr>
      </p:pic>
      <p:sp>
        <p:nvSpPr>
          <p:cNvPr id="2112" name="New shape"/>
          <p:cNvSpPr/>
          <p:nvPr/>
        </p:nvSpPr>
        <p:spPr>
          <a:xfrm>
            <a:off x="6490812" y="6845426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3" name="New picture"/>
          <p:cNvPicPr/>
          <p:nvPr/>
        </p:nvPicPr>
        <p:blipFill>
          <a:blip r:embed="rId1264"/>
          <a:srcRect/>
          <a:stretch>
            <a:fillRect/>
          </a:stretch>
        </p:blipFill>
        <p:spPr>
          <a:xfrm>
            <a:off x="6577870" y="6836283"/>
            <a:ext cx="68675" cy="80868"/>
          </a:xfrm>
          <a:prstGeom prst="rect"/>
          <a:ln w="0">
            <a:noFill/>
          </a:ln>
        </p:spPr>
      </p:pic>
      <p:pic>
        <p:nvPicPr>
          <p:cNvPr id="2114" name="New picture"/>
          <p:cNvPicPr/>
          <p:nvPr/>
        </p:nvPicPr>
        <p:blipFill>
          <a:blip r:embed="rId1265"/>
          <a:srcRect/>
          <a:stretch>
            <a:fillRect/>
          </a:stretch>
        </p:blipFill>
        <p:spPr>
          <a:xfrm>
            <a:off x="6666452" y="6834760"/>
            <a:ext cx="71724" cy="82391"/>
          </a:xfrm>
          <a:prstGeom prst="rect"/>
          <a:ln w="0">
            <a:noFill/>
          </a:ln>
        </p:spPr>
      </p:pic>
      <p:sp>
        <p:nvSpPr>
          <p:cNvPr id="2115" name="New shape"/>
          <p:cNvSpPr/>
          <p:nvPr/>
        </p:nvSpPr>
        <p:spPr>
          <a:xfrm>
            <a:off x="6680169" y="684390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6" name="New picture"/>
          <p:cNvPicPr/>
          <p:nvPr/>
        </p:nvPicPr>
        <p:blipFill>
          <a:blip r:embed="rId1266"/>
          <a:srcRect/>
          <a:stretch>
            <a:fillRect/>
          </a:stretch>
        </p:blipFill>
        <p:spPr>
          <a:xfrm>
            <a:off x="6748938" y="6834760"/>
            <a:ext cx="58007" cy="82391"/>
          </a:xfrm>
          <a:prstGeom prst="rect"/>
          <a:ln w="0">
            <a:noFill/>
          </a:ln>
        </p:spPr>
      </p:pic>
      <p:pic>
        <p:nvPicPr>
          <p:cNvPr id="2117" name="New picture"/>
          <p:cNvPicPr/>
          <p:nvPr/>
        </p:nvPicPr>
        <p:blipFill>
          <a:blip r:embed="rId1267"/>
          <a:srcRect/>
          <a:stretch>
            <a:fillRect/>
          </a:stretch>
        </p:blipFill>
        <p:spPr>
          <a:xfrm>
            <a:off x="677418" y="7063741"/>
            <a:ext cx="71818" cy="82391"/>
          </a:xfrm>
          <a:prstGeom prst="rect"/>
          <a:ln w="0">
            <a:noFill/>
          </a:ln>
        </p:spPr>
      </p:pic>
      <p:sp>
        <p:nvSpPr>
          <p:cNvPr id="2118" name="New shape"/>
          <p:cNvSpPr/>
          <p:nvPr/>
        </p:nvSpPr>
        <p:spPr>
          <a:xfrm>
            <a:off x="691134" y="70728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9" name="New picture"/>
          <p:cNvPicPr/>
          <p:nvPr/>
        </p:nvPicPr>
        <p:blipFill>
          <a:blip r:embed="rId1268"/>
          <a:srcRect/>
          <a:stretch>
            <a:fillRect/>
          </a:stretch>
        </p:blipFill>
        <p:spPr>
          <a:xfrm>
            <a:off x="769049" y="7063549"/>
            <a:ext cx="68675" cy="79439"/>
          </a:xfrm>
          <a:prstGeom prst="rect"/>
          <a:ln w="0">
            <a:noFill/>
          </a:ln>
        </p:spPr>
      </p:pic>
      <p:pic>
        <p:nvPicPr>
          <p:cNvPr id="2120" name="New picture"/>
          <p:cNvPicPr/>
          <p:nvPr/>
        </p:nvPicPr>
        <p:blipFill>
          <a:blip r:embed="rId1269"/>
          <a:srcRect/>
          <a:stretch>
            <a:fillRect/>
          </a:stretch>
        </p:blipFill>
        <p:spPr>
          <a:xfrm>
            <a:off x="901922" y="7063645"/>
            <a:ext cx="122206" cy="79343"/>
          </a:xfrm>
          <a:prstGeom prst="rect"/>
          <a:ln w="0">
            <a:noFill/>
          </a:ln>
        </p:spPr>
      </p:pic>
      <p:pic>
        <p:nvPicPr>
          <p:cNvPr id="2121" name="New picture"/>
          <p:cNvPicPr/>
          <p:nvPr/>
        </p:nvPicPr>
        <p:blipFill>
          <a:blip r:embed="rId1270"/>
          <a:srcRect/>
          <a:stretch>
            <a:fillRect/>
          </a:stretch>
        </p:blipFill>
        <p:spPr>
          <a:xfrm>
            <a:off x="1040892" y="7063645"/>
            <a:ext cx="65627" cy="82391"/>
          </a:xfrm>
          <a:prstGeom prst="rect"/>
          <a:ln w="0">
            <a:noFill/>
          </a:ln>
        </p:spPr>
      </p:pic>
      <p:sp>
        <p:nvSpPr>
          <p:cNvPr id="2122" name="New shape"/>
          <p:cNvSpPr/>
          <p:nvPr/>
        </p:nvSpPr>
        <p:spPr>
          <a:xfrm>
            <a:off x="1054608" y="7104793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3" name="New picture"/>
          <p:cNvPicPr/>
          <p:nvPr/>
        </p:nvPicPr>
        <p:blipFill>
          <a:blip r:embed="rId1271"/>
          <a:srcRect/>
          <a:stretch>
            <a:fillRect/>
          </a:stretch>
        </p:blipFill>
        <p:spPr>
          <a:xfrm>
            <a:off x="1124807" y="7063645"/>
            <a:ext cx="64103" cy="82391"/>
          </a:xfrm>
          <a:prstGeom prst="rect"/>
          <a:ln w="0">
            <a:noFill/>
          </a:ln>
        </p:spPr>
      </p:pic>
      <p:pic>
        <p:nvPicPr>
          <p:cNvPr id="2124" name="New picture"/>
          <p:cNvPicPr/>
          <p:nvPr/>
        </p:nvPicPr>
        <p:blipFill>
          <a:blip r:embed="rId1272"/>
          <a:srcRect/>
          <a:stretch>
            <a:fillRect/>
          </a:stretch>
        </p:blipFill>
        <p:spPr>
          <a:xfrm>
            <a:off x="1207294" y="7034688"/>
            <a:ext cx="68675" cy="108394"/>
          </a:xfrm>
          <a:prstGeom prst="rect"/>
          <a:ln w="0">
            <a:noFill/>
          </a:ln>
        </p:spPr>
      </p:pic>
      <p:sp>
        <p:nvSpPr>
          <p:cNvPr id="2125" name="New shape"/>
          <p:cNvSpPr/>
          <p:nvPr/>
        </p:nvSpPr>
        <p:spPr>
          <a:xfrm>
            <a:off x="1301972" y="7065073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6" name="New picture"/>
          <p:cNvPicPr/>
          <p:nvPr/>
        </p:nvPicPr>
        <p:blipFill>
          <a:blip r:embed="rId1273"/>
          <a:srcRect/>
          <a:stretch>
            <a:fillRect/>
          </a:stretch>
        </p:blipFill>
        <p:spPr>
          <a:xfrm>
            <a:off x="1300448" y="7031546"/>
            <a:ext cx="16764" cy="15240"/>
          </a:xfrm>
          <a:prstGeom prst="rect"/>
          <a:ln w="0">
            <a:noFill/>
          </a:ln>
        </p:spPr>
      </p:pic>
      <p:pic>
        <p:nvPicPr>
          <p:cNvPr id="2127" name="New picture"/>
          <p:cNvPicPr/>
          <p:nvPr/>
        </p:nvPicPr>
        <p:blipFill>
          <a:blip r:embed="rId1274"/>
          <a:srcRect/>
          <a:stretch>
            <a:fillRect/>
          </a:stretch>
        </p:blipFill>
        <p:spPr>
          <a:xfrm>
            <a:off x="1340168" y="7063645"/>
            <a:ext cx="70295" cy="79343"/>
          </a:xfrm>
          <a:prstGeom prst="rect"/>
          <a:ln w="0">
            <a:noFill/>
          </a:ln>
        </p:spPr>
      </p:pic>
      <p:pic>
        <p:nvPicPr>
          <p:cNvPr id="2128" name="New picture"/>
          <p:cNvPicPr/>
          <p:nvPr/>
        </p:nvPicPr>
        <p:blipFill>
          <a:blip r:embed="rId1275"/>
          <a:srcRect/>
          <a:stretch>
            <a:fillRect/>
          </a:stretch>
        </p:blipFill>
        <p:spPr>
          <a:xfrm>
            <a:off x="1430179" y="7063645"/>
            <a:ext cx="70294" cy="82391"/>
          </a:xfrm>
          <a:prstGeom prst="rect"/>
          <a:ln w="0">
            <a:noFill/>
          </a:ln>
        </p:spPr>
      </p:pic>
      <p:sp>
        <p:nvSpPr>
          <p:cNvPr id="2129" name="New shape"/>
          <p:cNvSpPr/>
          <p:nvPr/>
        </p:nvSpPr>
        <p:spPr>
          <a:xfrm>
            <a:off x="1442371" y="707278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30" name="New shape"/>
          <p:cNvSpPr/>
          <p:nvPr/>
        </p:nvSpPr>
        <p:spPr>
          <a:xfrm>
            <a:off x="1562100" y="70347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1" name="New picture"/>
          <p:cNvPicPr/>
          <p:nvPr/>
        </p:nvPicPr>
        <p:blipFill>
          <a:blip r:embed="rId1276"/>
          <a:srcRect/>
          <a:stretch>
            <a:fillRect/>
          </a:stretch>
        </p:blipFill>
        <p:spPr>
          <a:xfrm>
            <a:off x="1595152" y="7063645"/>
            <a:ext cx="71818" cy="82391"/>
          </a:xfrm>
          <a:prstGeom prst="rect"/>
          <a:ln w="0">
            <a:noFill/>
          </a:ln>
        </p:spPr>
      </p:pic>
      <p:sp>
        <p:nvSpPr>
          <p:cNvPr id="2132" name="New shape"/>
          <p:cNvSpPr/>
          <p:nvPr/>
        </p:nvSpPr>
        <p:spPr>
          <a:xfrm>
            <a:off x="1608868" y="707278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3" name="New picture"/>
          <p:cNvPicPr/>
          <p:nvPr/>
        </p:nvPicPr>
        <p:blipFill>
          <a:blip r:embed="rId1277"/>
          <a:srcRect/>
          <a:stretch>
            <a:fillRect/>
          </a:stretch>
        </p:blipFill>
        <p:spPr>
          <a:xfrm>
            <a:off x="1680686" y="7063645"/>
            <a:ext cx="65627" cy="82391"/>
          </a:xfrm>
          <a:prstGeom prst="rect"/>
          <a:ln w="0">
            <a:noFill/>
          </a:ln>
        </p:spPr>
      </p:pic>
      <p:sp>
        <p:nvSpPr>
          <p:cNvPr id="2134" name="New shape"/>
          <p:cNvSpPr/>
          <p:nvPr/>
        </p:nvSpPr>
        <p:spPr>
          <a:xfrm>
            <a:off x="1694402" y="7104793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5" name="New picture"/>
          <p:cNvPicPr/>
          <p:nvPr/>
        </p:nvPicPr>
        <p:blipFill>
          <a:blip r:embed="rId1278"/>
          <a:srcRect/>
          <a:stretch>
            <a:fillRect/>
          </a:stretch>
        </p:blipFill>
        <p:spPr>
          <a:xfrm>
            <a:off x="1769173" y="7063645"/>
            <a:ext cx="42767" cy="79343"/>
          </a:xfrm>
          <a:prstGeom prst="rect"/>
          <a:ln w="0">
            <a:noFill/>
          </a:ln>
        </p:spPr>
      </p:pic>
      <p:pic>
        <p:nvPicPr>
          <p:cNvPr id="2136" name="New picture"/>
          <p:cNvPicPr/>
          <p:nvPr/>
        </p:nvPicPr>
        <p:blipFill>
          <a:blip r:embed="rId1279"/>
          <a:srcRect/>
          <a:stretch>
            <a:fillRect/>
          </a:stretch>
        </p:blipFill>
        <p:spPr>
          <a:xfrm>
            <a:off x="1825752" y="7063645"/>
            <a:ext cx="68675" cy="79343"/>
          </a:xfrm>
          <a:prstGeom prst="rect"/>
          <a:ln w="0">
            <a:noFill/>
          </a:ln>
        </p:spPr>
      </p:pic>
      <p:sp>
        <p:nvSpPr>
          <p:cNvPr id="2137" name="New shape"/>
          <p:cNvSpPr/>
          <p:nvPr/>
        </p:nvSpPr>
        <p:spPr>
          <a:xfrm>
            <a:off x="1920430" y="706516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8" name="New picture"/>
          <p:cNvPicPr/>
          <p:nvPr/>
        </p:nvPicPr>
        <p:blipFill>
          <a:blip r:embed="rId1280"/>
          <a:srcRect/>
          <a:stretch>
            <a:fillRect/>
          </a:stretch>
        </p:blipFill>
        <p:spPr>
          <a:xfrm>
            <a:off x="1918811" y="7031641"/>
            <a:ext cx="16859" cy="15240"/>
          </a:xfrm>
          <a:prstGeom prst="rect"/>
          <a:ln w="0">
            <a:noFill/>
          </a:ln>
        </p:spPr>
      </p:pic>
      <p:pic>
        <p:nvPicPr>
          <p:cNvPr id="2139" name="New picture"/>
          <p:cNvPicPr/>
          <p:nvPr/>
        </p:nvPicPr>
        <p:blipFill>
          <a:blip r:embed="rId1281"/>
          <a:srcRect/>
          <a:stretch>
            <a:fillRect/>
          </a:stretch>
        </p:blipFill>
        <p:spPr>
          <a:xfrm>
            <a:off x="1958626" y="7063645"/>
            <a:ext cx="70294" cy="79343"/>
          </a:xfrm>
          <a:prstGeom prst="rect"/>
          <a:ln w="0">
            <a:noFill/>
          </a:ln>
        </p:spPr>
      </p:pic>
      <p:pic>
        <p:nvPicPr>
          <p:cNvPr id="2140" name="New picture"/>
          <p:cNvPicPr/>
          <p:nvPr/>
        </p:nvPicPr>
        <p:blipFill>
          <a:blip r:embed="rId1282"/>
          <a:srcRect/>
          <a:stretch>
            <a:fillRect/>
          </a:stretch>
        </p:blipFill>
        <p:spPr>
          <a:xfrm>
            <a:off x="2044160" y="7063645"/>
            <a:ext cx="77819" cy="119062"/>
          </a:xfrm>
          <a:prstGeom prst="rect"/>
          <a:ln w="0">
            <a:noFill/>
          </a:ln>
        </p:spPr>
      </p:pic>
      <p:sp>
        <p:nvSpPr>
          <p:cNvPr id="2141" name="New shape"/>
          <p:cNvSpPr/>
          <p:nvPr/>
        </p:nvSpPr>
        <p:spPr>
          <a:xfrm>
            <a:off x="2060924" y="7072789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42" name="New shape"/>
          <p:cNvSpPr/>
          <p:nvPr/>
        </p:nvSpPr>
        <p:spPr>
          <a:xfrm>
            <a:off x="2056352" y="7142988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3" name="New picture"/>
          <p:cNvPicPr/>
          <p:nvPr/>
        </p:nvPicPr>
        <p:blipFill>
          <a:blip r:embed="rId1283"/>
          <a:srcRect/>
          <a:stretch>
            <a:fillRect/>
          </a:stretch>
        </p:blipFill>
        <p:spPr>
          <a:xfrm>
            <a:off x="2172367" y="7063645"/>
            <a:ext cx="71818" cy="82391"/>
          </a:xfrm>
          <a:prstGeom prst="rect"/>
          <a:ln w="0">
            <a:noFill/>
          </a:ln>
        </p:spPr>
      </p:pic>
      <p:sp>
        <p:nvSpPr>
          <p:cNvPr id="2144" name="New shape"/>
          <p:cNvSpPr/>
          <p:nvPr/>
        </p:nvSpPr>
        <p:spPr>
          <a:xfrm>
            <a:off x="2186083" y="707278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5" name="New picture"/>
          <p:cNvPicPr/>
          <p:nvPr/>
        </p:nvPicPr>
        <p:blipFill>
          <a:blip r:embed="rId1284"/>
          <a:srcRect/>
          <a:stretch>
            <a:fillRect/>
          </a:stretch>
        </p:blipFill>
        <p:spPr>
          <a:xfrm>
            <a:off x="2253330" y="7042309"/>
            <a:ext cx="47339" cy="103727"/>
          </a:xfrm>
          <a:prstGeom prst="rect"/>
          <a:ln w="0">
            <a:noFill/>
          </a:ln>
        </p:spPr>
      </p:pic>
      <p:pic>
        <p:nvPicPr>
          <p:cNvPr id="2146" name="New picture"/>
          <p:cNvPicPr/>
          <p:nvPr/>
        </p:nvPicPr>
        <p:blipFill>
          <a:blip r:embed="rId1285"/>
          <a:srcRect/>
          <a:stretch>
            <a:fillRect/>
          </a:stretch>
        </p:blipFill>
        <p:spPr>
          <a:xfrm>
            <a:off x="2352580" y="7063645"/>
            <a:ext cx="70199" cy="82391"/>
          </a:xfrm>
          <a:prstGeom prst="rect"/>
          <a:ln w="0">
            <a:noFill/>
          </a:ln>
        </p:spPr>
      </p:pic>
      <p:sp>
        <p:nvSpPr>
          <p:cNvPr id="2147" name="New shape"/>
          <p:cNvSpPr/>
          <p:nvPr/>
        </p:nvSpPr>
        <p:spPr>
          <a:xfrm>
            <a:off x="2364772" y="707278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8" name="New picture"/>
          <p:cNvPicPr/>
          <p:nvPr/>
        </p:nvPicPr>
        <p:blipFill>
          <a:blip r:embed="rId1286"/>
          <a:srcRect/>
          <a:stretch>
            <a:fillRect/>
          </a:stretch>
        </p:blipFill>
        <p:spPr>
          <a:xfrm>
            <a:off x="2428970" y="7065169"/>
            <a:ext cx="77819" cy="77819"/>
          </a:xfrm>
          <a:prstGeom prst="rect"/>
          <a:ln w="0">
            <a:noFill/>
          </a:ln>
        </p:spPr>
      </p:pic>
      <p:pic>
        <p:nvPicPr>
          <p:cNvPr id="2149" name="New picture"/>
          <p:cNvPicPr/>
          <p:nvPr/>
        </p:nvPicPr>
        <p:blipFill>
          <a:blip r:embed="rId1287"/>
          <a:srcRect/>
          <a:stretch>
            <a:fillRect/>
          </a:stretch>
        </p:blipFill>
        <p:spPr>
          <a:xfrm>
            <a:off x="2519077" y="7063645"/>
            <a:ext cx="76295" cy="117539"/>
          </a:xfrm>
          <a:prstGeom prst="rect"/>
          <a:ln w="0">
            <a:noFill/>
          </a:ln>
        </p:spPr>
      </p:pic>
      <p:sp>
        <p:nvSpPr>
          <p:cNvPr id="2150" name="New shape"/>
          <p:cNvSpPr/>
          <p:nvPr/>
        </p:nvSpPr>
        <p:spPr>
          <a:xfrm>
            <a:off x="2534317" y="7074408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51" name="New shape"/>
          <p:cNvSpPr/>
          <p:nvPr/>
        </p:nvSpPr>
        <p:spPr>
          <a:xfrm>
            <a:off x="2615184" y="70347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52" name="New shape"/>
          <p:cNvSpPr/>
          <p:nvPr/>
        </p:nvSpPr>
        <p:spPr>
          <a:xfrm>
            <a:off x="2654998" y="706516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3" name="New picture"/>
          <p:cNvPicPr/>
          <p:nvPr/>
        </p:nvPicPr>
        <p:blipFill>
          <a:blip r:embed="rId1288"/>
          <a:srcRect/>
          <a:stretch>
            <a:fillRect/>
          </a:stretch>
        </p:blipFill>
        <p:spPr>
          <a:xfrm>
            <a:off x="2653474" y="7031641"/>
            <a:ext cx="16764" cy="15240"/>
          </a:xfrm>
          <a:prstGeom prst="rect"/>
          <a:ln w="0">
            <a:noFill/>
          </a:ln>
        </p:spPr>
      </p:pic>
      <p:pic>
        <p:nvPicPr>
          <p:cNvPr id="2154" name="New picture"/>
          <p:cNvPicPr/>
          <p:nvPr/>
        </p:nvPicPr>
        <p:blipFill>
          <a:blip r:embed="rId1289"/>
          <a:srcRect/>
          <a:stretch>
            <a:fillRect/>
          </a:stretch>
        </p:blipFill>
        <p:spPr>
          <a:xfrm>
            <a:off x="2690051" y="7063645"/>
            <a:ext cx="73342" cy="117539"/>
          </a:xfrm>
          <a:prstGeom prst="rect"/>
          <a:ln w="0">
            <a:noFill/>
          </a:ln>
        </p:spPr>
      </p:pic>
      <p:sp>
        <p:nvSpPr>
          <p:cNvPr id="2155" name="New shape"/>
          <p:cNvSpPr/>
          <p:nvPr/>
        </p:nvSpPr>
        <p:spPr>
          <a:xfrm>
            <a:off x="2702242" y="7074312"/>
            <a:ext cx="48863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6" name="New picture"/>
          <p:cNvPicPr/>
          <p:nvPr/>
        </p:nvPicPr>
        <p:blipFill>
          <a:blip r:embed="rId1290"/>
          <a:srcRect/>
          <a:stretch>
            <a:fillRect/>
          </a:stretch>
        </p:blipFill>
        <p:spPr>
          <a:xfrm>
            <a:off x="2789301" y="7065170"/>
            <a:ext cx="70199" cy="80867"/>
          </a:xfrm>
          <a:prstGeom prst="rect"/>
          <a:ln w="0">
            <a:noFill/>
          </a:ln>
        </p:spPr>
      </p:pic>
      <p:pic>
        <p:nvPicPr>
          <p:cNvPr id="2157" name="New picture"/>
          <p:cNvPicPr/>
          <p:nvPr/>
        </p:nvPicPr>
        <p:blipFill>
          <a:blip r:embed="rId1291"/>
          <a:srcRect/>
          <a:stretch>
            <a:fillRect/>
          </a:stretch>
        </p:blipFill>
        <p:spPr>
          <a:xfrm>
            <a:off x="2879408" y="7063741"/>
            <a:ext cx="70199" cy="82391"/>
          </a:xfrm>
          <a:prstGeom prst="rect"/>
          <a:ln w="0">
            <a:noFill/>
          </a:ln>
        </p:spPr>
      </p:pic>
      <p:sp>
        <p:nvSpPr>
          <p:cNvPr id="2158" name="New shape"/>
          <p:cNvSpPr/>
          <p:nvPr/>
        </p:nvSpPr>
        <p:spPr>
          <a:xfrm>
            <a:off x="2891599" y="70728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9" name="New picture"/>
          <p:cNvPicPr/>
          <p:nvPr/>
        </p:nvPicPr>
        <p:blipFill>
          <a:blip r:embed="rId1292"/>
          <a:srcRect/>
          <a:stretch>
            <a:fillRect/>
          </a:stretch>
        </p:blipFill>
        <p:spPr>
          <a:xfrm>
            <a:off x="3004662" y="7063645"/>
            <a:ext cx="64103" cy="82391"/>
          </a:xfrm>
          <a:prstGeom prst="rect"/>
          <a:ln w="0">
            <a:noFill/>
          </a:ln>
        </p:spPr>
      </p:pic>
      <p:pic>
        <p:nvPicPr>
          <p:cNvPr id="2160" name="New picture"/>
          <p:cNvPicPr/>
          <p:nvPr/>
        </p:nvPicPr>
        <p:blipFill>
          <a:blip r:embed="rId1293"/>
          <a:srcRect/>
          <a:stretch>
            <a:fillRect/>
          </a:stretch>
        </p:blipFill>
        <p:spPr>
          <a:xfrm>
            <a:off x="3079433" y="7063645"/>
            <a:ext cx="77914" cy="82391"/>
          </a:xfrm>
          <a:prstGeom prst="rect"/>
          <a:ln w="0">
            <a:noFill/>
          </a:ln>
        </p:spPr>
      </p:pic>
      <p:sp>
        <p:nvSpPr>
          <p:cNvPr id="2161" name="New shape"/>
          <p:cNvSpPr/>
          <p:nvPr/>
        </p:nvSpPr>
        <p:spPr>
          <a:xfrm>
            <a:off x="3093244" y="707431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2" name="New picture"/>
          <p:cNvPicPr/>
          <p:nvPr/>
        </p:nvPicPr>
        <p:blipFill>
          <a:blip r:embed="rId1294"/>
          <a:srcRect/>
          <a:stretch>
            <a:fillRect/>
          </a:stretch>
        </p:blipFill>
        <p:spPr>
          <a:xfrm>
            <a:off x="3177159" y="7063645"/>
            <a:ext cx="120682" cy="79343"/>
          </a:xfrm>
          <a:prstGeom prst="rect"/>
          <a:ln w="0">
            <a:noFill/>
          </a:ln>
        </p:spPr>
      </p:pic>
      <p:pic>
        <p:nvPicPr>
          <p:cNvPr id="2163" name="New picture"/>
          <p:cNvPicPr/>
          <p:nvPr/>
        </p:nvPicPr>
        <p:blipFill>
          <a:blip r:embed="rId1295"/>
          <a:srcRect/>
          <a:stretch>
            <a:fillRect/>
          </a:stretch>
        </p:blipFill>
        <p:spPr>
          <a:xfrm>
            <a:off x="3322225" y="7063645"/>
            <a:ext cx="120586" cy="79343"/>
          </a:xfrm>
          <a:prstGeom prst="rect"/>
          <a:ln w="0">
            <a:noFill/>
          </a:ln>
        </p:spPr>
      </p:pic>
      <p:pic>
        <p:nvPicPr>
          <p:cNvPr id="2164" name="New picture"/>
          <p:cNvPicPr/>
          <p:nvPr/>
        </p:nvPicPr>
        <p:blipFill>
          <a:blip r:embed="rId1296"/>
          <a:srcRect/>
          <a:stretch>
            <a:fillRect/>
          </a:stretch>
        </p:blipFill>
        <p:spPr>
          <a:xfrm>
            <a:off x="3462814" y="7063741"/>
            <a:ext cx="71723" cy="82391"/>
          </a:xfrm>
          <a:prstGeom prst="rect"/>
          <a:ln w="0">
            <a:noFill/>
          </a:ln>
        </p:spPr>
      </p:pic>
      <p:sp>
        <p:nvSpPr>
          <p:cNvPr id="2165" name="New shape"/>
          <p:cNvSpPr/>
          <p:nvPr/>
        </p:nvSpPr>
        <p:spPr>
          <a:xfrm>
            <a:off x="3476530" y="70728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6" name="New picture"/>
          <p:cNvPicPr/>
          <p:nvPr/>
        </p:nvPicPr>
        <p:blipFill>
          <a:blip r:embed="rId1297"/>
          <a:srcRect/>
          <a:stretch>
            <a:fillRect/>
          </a:stretch>
        </p:blipFill>
        <p:spPr>
          <a:xfrm>
            <a:off x="3554349" y="7063645"/>
            <a:ext cx="68675" cy="79343"/>
          </a:xfrm>
          <a:prstGeom prst="rect"/>
          <a:ln w="0">
            <a:noFill/>
          </a:ln>
        </p:spPr>
      </p:pic>
      <p:pic>
        <p:nvPicPr>
          <p:cNvPr id="2167" name="New picture"/>
          <p:cNvPicPr/>
          <p:nvPr/>
        </p:nvPicPr>
        <p:blipFill>
          <a:blip r:embed="rId1298"/>
          <a:srcRect/>
          <a:stretch>
            <a:fillRect/>
          </a:stretch>
        </p:blipFill>
        <p:spPr>
          <a:xfrm>
            <a:off x="3636835" y="7042214"/>
            <a:ext cx="48863" cy="103822"/>
          </a:xfrm>
          <a:prstGeom prst="rect"/>
          <a:ln w="0">
            <a:noFill/>
          </a:ln>
        </p:spPr>
      </p:pic>
      <p:sp>
        <p:nvSpPr>
          <p:cNvPr id="2168" name="New shape"/>
          <p:cNvSpPr/>
          <p:nvPr/>
        </p:nvSpPr>
        <p:spPr>
          <a:xfrm>
            <a:off x="3742944" y="70347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9" name="New picture"/>
          <p:cNvPicPr/>
          <p:nvPr/>
        </p:nvPicPr>
        <p:blipFill>
          <a:blip r:embed="rId1299"/>
          <a:srcRect/>
          <a:stretch>
            <a:fillRect/>
          </a:stretch>
        </p:blipFill>
        <p:spPr>
          <a:xfrm>
            <a:off x="3775710" y="7063645"/>
            <a:ext cx="71818" cy="82391"/>
          </a:xfrm>
          <a:prstGeom prst="rect"/>
          <a:ln w="0">
            <a:noFill/>
          </a:ln>
        </p:spPr>
      </p:pic>
      <p:sp>
        <p:nvSpPr>
          <p:cNvPr id="2170" name="New shape"/>
          <p:cNvSpPr/>
          <p:nvPr/>
        </p:nvSpPr>
        <p:spPr>
          <a:xfrm>
            <a:off x="3789521" y="7072789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1" name="New picture"/>
          <p:cNvPicPr/>
          <p:nvPr/>
        </p:nvPicPr>
        <p:blipFill>
          <a:blip r:embed="rId1300"/>
          <a:srcRect/>
          <a:stretch>
            <a:fillRect/>
          </a:stretch>
        </p:blipFill>
        <p:spPr>
          <a:xfrm>
            <a:off x="3859720" y="7063645"/>
            <a:ext cx="56483" cy="82391"/>
          </a:xfrm>
          <a:prstGeom prst="rect"/>
          <a:ln w="0">
            <a:noFill/>
          </a:ln>
        </p:spPr>
      </p:pic>
      <p:pic>
        <p:nvPicPr>
          <p:cNvPr id="2172" name="New picture"/>
          <p:cNvPicPr/>
          <p:nvPr/>
        </p:nvPicPr>
        <p:blipFill>
          <a:blip r:embed="rId1301"/>
          <a:srcRect/>
          <a:stretch>
            <a:fillRect/>
          </a:stretch>
        </p:blipFill>
        <p:spPr>
          <a:xfrm>
            <a:off x="3974306" y="7063645"/>
            <a:ext cx="42767" cy="79343"/>
          </a:xfrm>
          <a:prstGeom prst="rect"/>
          <a:ln w="0">
            <a:noFill/>
          </a:ln>
        </p:spPr>
      </p:pic>
      <p:pic>
        <p:nvPicPr>
          <p:cNvPr id="2173" name="New picture"/>
          <p:cNvPicPr/>
          <p:nvPr/>
        </p:nvPicPr>
        <p:blipFill>
          <a:blip r:embed="rId1302"/>
          <a:srcRect/>
          <a:stretch>
            <a:fillRect/>
          </a:stretch>
        </p:blipFill>
        <p:spPr>
          <a:xfrm>
            <a:off x="4023170" y="7063646"/>
            <a:ext cx="71723" cy="82486"/>
          </a:xfrm>
          <a:prstGeom prst="rect"/>
          <a:ln w="0">
            <a:noFill/>
          </a:ln>
        </p:spPr>
      </p:pic>
      <p:sp>
        <p:nvSpPr>
          <p:cNvPr id="2174" name="New shape"/>
          <p:cNvSpPr/>
          <p:nvPr/>
        </p:nvSpPr>
        <p:spPr>
          <a:xfrm>
            <a:off x="4035361" y="70728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75" name="New shape"/>
          <p:cNvSpPr/>
          <p:nvPr/>
        </p:nvSpPr>
        <p:spPr>
          <a:xfrm>
            <a:off x="4046030" y="7028594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6" name="New picture"/>
          <p:cNvPicPr/>
          <p:nvPr/>
        </p:nvPicPr>
        <p:blipFill>
          <a:blip r:embed="rId1303"/>
          <a:srcRect/>
          <a:stretch>
            <a:fillRect/>
          </a:stretch>
        </p:blipFill>
        <p:spPr>
          <a:xfrm>
            <a:off x="4105656" y="7063549"/>
            <a:ext cx="58007" cy="82486"/>
          </a:xfrm>
          <a:prstGeom prst="rect"/>
          <a:ln w="0">
            <a:noFill/>
          </a:ln>
        </p:spPr>
      </p:pic>
      <p:pic>
        <p:nvPicPr>
          <p:cNvPr id="2177" name="New picture"/>
          <p:cNvPicPr/>
          <p:nvPr/>
        </p:nvPicPr>
        <p:blipFill>
          <a:blip r:embed="rId1304"/>
          <a:srcRect/>
          <a:stretch>
            <a:fillRect/>
          </a:stretch>
        </p:blipFill>
        <p:spPr>
          <a:xfrm>
            <a:off x="4177379" y="7063739"/>
            <a:ext cx="77915" cy="82391"/>
          </a:xfrm>
          <a:prstGeom prst="rect"/>
          <a:ln w="0">
            <a:noFill/>
          </a:ln>
        </p:spPr>
      </p:pic>
      <p:sp>
        <p:nvSpPr>
          <p:cNvPr id="2178" name="New shape"/>
          <p:cNvSpPr/>
          <p:nvPr/>
        </p:nvSpPr>
        <p:spPr>
          <a:xfrm>
            <a:off x="4191191" y="707440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9" name="New picture"/>
          <p:cNvPicPr/>
          <p:nvPr/>
        </p:nvPicPr>
        <p:blipFill>
          <a:blip r:embed="rId1305"/>
          <a:srcRect/>
          <a:stretch>
            <a:fillRect/>
          </a:stretch>
        </p:blipFill>
        <p:spPr>
          <a:xfrm>
            <a:off x="4275106" y="7065170"/>
            <a:ext cx="70199" cy="80867"/>
          </a:xfrm>
          <a:prstGeom prst="rect"/>
          <a:ln w="0">
            <a:noFill/>
          </a:ln>
        </p:spPr>
      </p:pic>
      <p:pic>
        <p:nvPicPr>
          <p:cNvPr id="2180" name="New picture"/>
          <p:cNvPicPr/>
          <p:nvPr/>
        </p:nvPicPr>
        <p:blipFill>
          <a:blip r:embed="rId1306"/>
          <a:srcRect/>
          <a:stretch>
            <a:fillRect/>
          </a:stretch>
        </p:blipFill>
        <p:spPr>
          <a:xfrm>
            <a:off x="4365212" y="7034594"/>
            <a:ext cx="74771" cy="111442"/>
          </a:xfrm>
          <a:prstGeom prst="rect"/>
          <a:ln w="0">
            <a:noFill/>
          </a:ln>
        </p:spPr>
      </p:pic>
      <p:sp>
        <p:nvSpPr>
          <p:cNvPr id="2181" name="New shape"/>
          <p:cNvSpPr/>
          <p:nvPr/>
        </p:nvSpPr>
        <p:spPr>
          <a:xfrm>
            <a:off x="4377404" y="707431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2" name="New picture"/>
          <p:cNvPicPr/>
          <p:nvPr/>
        </p:nvPicPr>
        <p:blipFill>
          <a:blip r:embed="rId1307"/>
          <a:srcRect/>
          <a:stretch>
            <a:fillRect/>
          </a:stretch>
        </p:blipFill>
        <p:spPr>
          <a:xfrm>
            <a:off x="4464463" y="7063549"/>
            <a:ext cx="42767" cy="79343"/>
          </a:xfrm>
          <a:prstGeom prst="rect"/>
          <a:ln w="0">
            <a:noFill/>
          </a:ln>
        </p:spPr>
      </p:pic>
      <p:pic>
        <p:nvPicPr>
          <p:cNvPr id="2183" name="New picture"/>
          <p:cNvPicPr/>
          <p:nvPr/>
        </p:nvPicPr>
        <p:blipFill>
          <a:blip r:embed="rId1308"/>
          <a:srcRect/>
          <a:stretch>
            <a:fillRect/>
          </a:stretch>
        </p:blipFill>
        <p:spPr>
          <a:xfrm>
            <a:off x="4511707" y="7063645"/>
            <a:ext cx="71818" cy="82391"/>
          </a:xfrm>
          <a:prstGeom prst="rect"/>
          <a:ln w="0">
            <a:noFill/>
          </a:ln>
        </p:spPr>
      </p:pic>
      <p:sp>
        <p:nvSpPr>
          <p:cNvPr id="2184" name="New shape"/>
          <p:cNvSpPr/>
          <p:nvPr/>
        </p:nvSpPr>
        <p:spPr>
          <a:xfrm>
            <a:off x="4525518" y="7072789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5" name="New picture"/>
          <p:cNvPicPr/>
          <p:nvPr/>
        </p:nvPicPr>
        <p:blipFill>
          <a:blip r:embed="rId1309"/>
          <a:srcRect/>
          <a:stretch>
            <a:fillRect/>
          </a:stretch>
        </p:blipFill>
        <p:spPr>
          <a:xfrm>
            <a:off x="4638580" y="7063645"/>
            <a:ext cx="71723" cy="82391"/>
          </a:xfrm>
          <a:prstGeom prst="rect"/>
          <a:ln w="0">
            <a:noFill/>
          </a:ln>
        </p:spPr>
      </p:pic>
      <p:sp>
        <p:nvSpPr>
          <p:cNvPr id="2186" name="New shape"/>
          <p:cNvSpPr/>
          <p:nvPr/>
        </p:nvSpPr>
        <p:spPr>
          <a:xfrm>
            <a:off x="4650771" y="707278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7" name="New picture"/>
          <p:cNvPicPr/>
          <p:nvPr/>
        </p:nvPicPr>
        <p:blipFill>
          <a:blip r:embed="rId1310"/>
          <a:srcRect/>
          <a:stretch>
            <a:fillRect/>
          </a:stretch>
        </p:blipFill>
        <p:spPr>
          <a:xfrm>
            <a:off x="4728496" y="7063645"/>
            <a:ext cx="70295" cy="79343"/>
          </a:xfrm>
          <a:prstGeom prst="rect"/>
          <a:ln w="0">
            <a:noFill/>
          </a:ln>
        </p:spPr>
      </p:pic>
      <p:pic>
        <p:nvPicPr>
          <p:cNvPr id="2188" name="New picture"/>
          <p:cNvPicPr/>
          <p:nvPr/>
        </p:nvPicPr>
        <p:blipFill>
          <a:blip r:embed="rId1311"/>
          <a:srcRect/>
          <a:stretch>
            <a:fillRect/>
          </a:stretch>
        </p:blipFill>
        <p:spPr>
          <a:xfrm>
            <a:off x="4862988" y="7065170"/>
            <a:ext cx="70199" cy="80867"/>
          </a:xfrm>
          <a:prstGeom prst="rect"/>
          <a:ln w="0">
            <a:noFill/>
          </a:ln>
        </p:spPr>
      </p:pic>
      <p:pic>
        <p:nvPicPr>
          <p:cNvPr id="2189" name="New picture"/>
          <p:cNvPicPr/>
          <p:nvPr/>
        </p:nvPicPr>
        <p:blipFill>
          <a:blip r:embed="rId1312"/>
          <a:srcRect/>
          <a:stretch>
            <a:fillRect/>
          </a:stretch>
        </p:blipFill>
        <p:spPr>
          <a:xfrm>
            <a:off x="4947094" y="7042214"/>
            <a:ext cx="47339" cy="103822"/>
          </a:xfrm>
          <a:prstGeom prst="rect"/>
          <a:ln w="0">
            <a:noFill/>
          </a:ln>
        </p:spPr>
      </p:pic>
      <p:sp>
        <p:nvSpPr>
          <p:cNvPr id="2190" name="New shape"/>
          <p:cNvSpPr/>
          <p:nvPr/>
        </p:nvSpPr>
        <p:spPr>
          <a:xfrm>
            <a:off x="5012627" y="7065169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1" name="New picture"/>
          <p:cNvPicPr/>
          <p:nvPr/>
        </p:nvPicPr>
        <p:blipFill>
          <a:blip r:embed="rId1313"/>
          <a:srcRect/>
          <a:stretch>
            <a:fillRect/>
          </a:stretch>
        </p:blipFill>
        <p:spPr>
          <a:xfrm>
            <a:off x="5011103" y="7031641"/>
            <a:ext cx="16859" cy="15240"/>
          </a:xfrm>
          <a:prstGeom prst="rect"/>
          <a:ln w="0">
            <a:noFill/>
          </a:ln>
        </p:spPr>
      </p:pic>
      <p:sp>
        <p:nvSpPr>
          <p:cNvPr id="2192" name="New shape"/>
          <p:cNvSpPr/>
          <p:nvPr/>
        </p:nvSpPr>
        <p:spPr>
          <a:xfrm>
            <a:off x="5052061" y="70347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93" name="New shape"/>
          <p:cNvSpPr/>
          <p:nvPr/>
        </p:nvSpPr>
        <p:spPr>
          <a:xfrm>
            <a:off x="5092065" y="7065073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4" name="New picture"/>
          <p:cNvPicPr/>
          <p:nvPr/>
        </p:nvPicPr>
        <p:blipFill>
          <a:blip r:embed="rId1314"/>
          <a:srcRect/>
          <a:stretch>
            <a:fillRect/>
          </a:stretch>
        </p:blipFill>
        <p:spPr>
          <a:xfrm>
            <a:off x="5090541" y="7031546"/>
            <a:ext cx="16764" cy="15240"/>
          </a:xfrm>
          <a:prstGeom prst="rect"/>
          <a:ln w="0">
            <a:noFill/>
          </a:ln>
        </p:spPr>
      </p:pic>
      <p:pic>
        <p:nvPicPr>
          <p:cNvPr id="2195" name="New picture"/>
          <p:cNvPicPr/>
          <p:nvPr/>
        </p:nvPicPr>
        <p:blipFill>
          <a:blip r:embed="rId1315"/>
          <a:srcRect/>
          <a:stretch>
            <a:fillRect/>
          </a:stretch>
        </p:blipFill>
        <p:spPr>
          <a:xfrm>
            <a:off x="5122640" y="7063645"/>
            <a:ext cx="56483" cy="82391"/>
          </a:xfrm>
          <a:prstGeom prst="rect"/>
          <a:ln w="0">
            <a:noFill/>
          </a:ln>
        </p:spPr>
      </p:pic>
      <p:pic>
        <p:nvPicPr>
          <p:cNvPr id="2196" name="New picture"/>
          <p:cNvPicPr/>
          <p:nvPr/>
        </p:nvPicPr>
        <p:blipFill>
          <a:blip r:embed="rId1316"/>
          <a:srcRect/>
          <a:stretch>
            <a:fillRect/>
          </a:stretch>
        </p:blipFill>
        <p:spPr>
          <a:xfrm>
            <a:off x="5192840" y="7063645"/>
            <a:ext cx="65627" cy="82391"/>
          </a:xfrm>
          <a:prstGeom prst="rect"/>
          <a:ln w="0">
            <a:noFill/>
          </a:ln>
        </p:spPr>
      </p:pic>
      <p:sp>
        <p:nvSpPr>
          <p:cNvPr id="2197" name="New shape"/>
          <p:cNvSpPr/>
          <p:nvPr/>
        </p:nvSpPr>
        <p:spPr>
          <a:xfrm>
            <a:off x="5205032" y="7104793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8" name="New picture"/>
          <p:cNvPicPr/>
          <p:nvPr/>
        </p:nvPicPr>
        <p:blipFill>
          <a:blip r:embed="rId1317"/>
          <a:srcRect/>
          <a:stretch>
            <a:fillRect/>
          </a:stretch>
        </p:blipFill>
        <p:spPr>
          <a:xfrm>
            <a:off x="5281422" y="7063645"/>
            <a:ext cx="70295" cy="79343"/>
          </a:xfrm>
          <a:prstGeom prst="rect"/>
          <a:ln w="0">
            <a:noFill/>
          </a:ln>
        </p:spPr>
      </p:pic>
      <p:pic>
        <p:nvPicPr>
          <p:cNvPr id="2199" name="New picture"/>
          <p:cNvPicPr/>
          <p:nvPr/>
        </p:nvPicPr>
        <p:blipFill>
          <a:blip r:embed="rId1318"/>
          <a:srcRect/>
          <a:stretch>
            <a:fillRect/>
          </a:stretch>
        </p:blipFill>
        <p:spPr>
          <a:xfrm>
            <a:off x="5365432" y="7042309"/>
            <a:ext cx="47339" cy="103727"/>
          </a:xfrm>
          <a:prstGeom prst="rect"/>
          <a:ln w="0">
            <a:noFill/>
          </a:ln>
        </p:spPr>
      </p:pic>
      <p:sp>
        <p:nvSpPr>
          <p:cNvPr id="2200" name="New shape"/>
          <p:cNvSpPr/>
          <p:nvPr/>
        </p:nvSpPr>
        <p:spPr>
          <a:xfrm>
            <a:off x="5469636" y="70347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1" name="New picture"/>
          <p:cNvPicPr/>
          <p:nvPr/>
        </p:nvPicPr>
        <p:blipFill>
          <a:blip r:embed="rId1319"/>
          <a:srcRect/>
          <a:stretch>
            <a:fillRect/>
          </a:stretch>
        </p:blipFill>
        <p:spPr>
          <a:xfrm>
            <a:off x="5504403" y="7063741"/>
            <a:ext cx="70199" cy="82391"/>
          </a:xfrm>
          <a:prstGeom prst="rect"/>
          <a:ln w="0">
            <a:noFill/>
          </a:ln>
        </p:spPr>
      </p:pic>
      <p:sp>
        <p:nvSpPr>
          <p:cNvPr id="2202" name="New shape"/>
          <p:cNvSpPr/>
          <p:nvPr/>
        </p:nvSpPr>
        <p:spPr>
          <a:xfrm>
            <a:off x="5516594" y="70728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03" name="New shape"/>
          <p:cNvSpPr/>
          <p:nvPr/>
        </p:nvSpPr>
        <p:spPr>
          <a:xfrm>
            <a:off x="5635752" y="70347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4" name="New picture"/>
          <p:cNvPicPr/>
          <p:nvPr/>
        </p:nvPicPr>
        <p:blipFill>
          <a:blip r:embed="rId1320"/>
          <a:srcRect/>
          <a:stretch>
            <a:fillRect/>
          </a:stretch>
        </p:blipFill>
        <p:spPr>
          <a:xfrm>
            <a:off x="5667756" y="7063645"/>
            <a:ext cx="67151" cy="82391"/>
          </a:xfrm>
          <a:prstGeom prst="rect"/>
          <a:ln w="0">
            <a:noFill/>
          </a:ln>
        </p:spPr>
      </p:pic>
      <p:sp>
        <p:nvSpPr>
          <p:cNvPr id="2205" name="New shape"/>
          <p:cNvSpPr/>
          <p:nvPr/>
        </p:nvSpPr>
        <p:spPr>
          <a:xfrm>
            <a:off x="5681471" y="7104793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6" name="New picture"/>
          <p:cNvPicPr/>
          <p:nvPr/>
        </p:nvPicPr>
        <p:blipFill>
          <a:blip r:embed="rId1321"/>
          <a:srcRect/>
          <a:stretch>
            <a:fillRect/>
          </a:stretch>
        </p:blipFill>
        <p:spPr>
          <a:xfrm>
            <a:off x="5757862" y="7063549"/>
            <a:ext cx="68771" cy="79343"/>
          </a:xfrm>
          <a:prstGeom prst="rect"/>
          <a:ln w="0">
            <a:noFill/>
          </a:ln>
        </p:spPr>
      </p:pic>
      <p:pic>
        <p:nvPicPr>
          <p:cNvPr id="2207" name="New picture"/>
          <p:cNvPicPr/>
          <p:nvPr/>
        </p:nvPicPr>
        <p:blipFill>
          <a:blip r:embed="rId1322"/>
          <a:srcRect/>
          <a:stretch>
            <a:fillRect/>
          </a:stretch>
        </p:blipFill>
        <p:spPr>
          <a:xfrm>
            <a:off x="5841873" y="7063549"/>
            <a:ext cx="77915" cy="119062"/>
          </a:xfrm>
          <a:prstGeom prst="rect"/>
          <a:ln w="0">
            <a:noFill/>
          </a:ln>
        </p:spPr>
      </p:pic>
      <p:sp>
        <p:nvSpPr>
          <p:cNvPr id="2208" name="New shape"/>
          <p:cNvSpPr/>
          <p:nvPr/>
        </p:nvSpPr>
        <p:spPr>
          <a:xfrm>
            <a:off x="5858637" y="7072694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09" name="New shape"/>
          <p:cNvSpPr/>
          <p:nvPr/>
        </p:nvSpPr>
        <p:spPr>
          <a:xfrm>
            <a:off x="5855588" y="7142893"/>
            <a:ext cx="50387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0" name="New picture"/>
          <p:cNvPicPr/>
          <p:nvPr/>
        </p:nvPicPr>
        <p:blipFill>
          <a:blip r:embed="rId1323"/>
          <a:srcRect/>
          <a:stretch>
            <a:fillRect/>
          </a:stretch>
        </p:blipFill>
        <p:spPr>
          <a:xfrm>
            <a:off x="5930360" y="7063645"/>
            <a:ext cx="65722" cy="82391"/>
          </a:xfrm>
          <a:prstGeom prst="rect"/>
          <a:ln w="0">
            <a:noFill/>
          </a:ln>
        </p:spPr>
      </p:pic>
      <p:sp>
        <p:nvSpPr>
          <p:cNvPr id="2211" name="New shape"/>
          <p:cNvSpPr/>
          <p:nvPr/>
        </p:nvSpPr>
        <p:spPr>
          <a:xfrm>
            <a:off x="5944171" y="7104793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2" name="New picture"/>
          <p:cNvPicPr/>
          <p:nvPr/>
        </p:nvPicPr>
        <p:blipFill>
          <a:blip r:embed="rId1324"/>
          <a:srcRect/>
          <a:stretch>
            <a:fillRect/>
          </a:stretch>
        </p:blipFill>
        <p:spPr>
          <a:xfrm>
            <a:off x="6009799" y="7063549"/>
            <a:ext cx="77915" cy="119062"/>
          </a:xfrm>
          <a:prstGeom prst="rect"/>
          <a:ln w="0">
            <a:noFill/>
          </a:ln>
        </p:spPr>
      </p:pic>
      <p:sp>
        <p:nvSpPr>
          <p:cNvPr id="2213" name="New shape"/>
          <p:cNvSpPr/>
          <p:nvPr/>
        </p:nvSpPr>
        <p:spPr>
          <a:xfrm>
            <a:off x="6026563" y="7072694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14" name="New shape"/>
          <p:cNvSpPr/>
          <p:nvPr/>
        </p:nvSpPr>
        <p:spPr>
          <a:xfrm>
            <a:off x="6023515" y="7142893"/>
            <a:ext cx="50387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5" name="New picture"/>
          <p:cNvPicPr/>
          <p:nvPr/>
        </p:nvPicPr>
        <p:blipFill>
          <a:blip r:embed="rId1325"/>
          <a:srcRect/>
          <a:stretch>
            <a:fillRect/>
          </a:stretch>
        </p:blipFill>
        <p:spPr>
          <a:xfrm>
            <a:off x="6098286" y="7063645"/>
            <a:ext cx="70295" cy="82391"/>
          </a:xfrm>
          <a:prstGeom prst="rect"/>
          <a:ln w="0">
            <a:noFill/>
          </a:ln>
        </p:spPr>
      </p:pic>
      <p:sp>
        <p:nvSpPr>
          <p:cNvPr id="2216" name="New shape"/>
          <p:cNvSpPr/>
          <p:nvPr/>
        </p:nvSpPr>
        <p:spPr>
          <a:xfrm>
            <a:off x="6110477" y="707278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7" name="New picture"/>
          <p:cNvPicPr/>
          <p:nvPr/>
        </p:nvPicPr>
        <p:blipFill>
          <a:blip r:embed="rId1326"/>
          <a:srcRect/>
          <a:stretch>
            <a:fillRect/>
          </a:stretch>
        </p:blipFill>
        <p:spPr>
          <a:xfrm>
            <a:off x="6223540" y="7034688"/>
            <a:ext cx="76391" cy="111347"/>
          </a:xfrm>
          <a:prstGeom prst="rect"/>
          <a:ln w="0">
            <a:noFill/>
          </a:ln>
        </p:spPr>
      </p:pic>
      <p:sp>
        <p:nvSpPr>
          <p:cNvPr id="2218" name="New shape"/>
          <p:cNvSpPr/>
          <p:nvPr/>
        </p:nvSpPr>
        <p:spPr>
          <a:xfrm>
            <a:off x="6237351" y="707431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9" name="New picture"/>
          <p:cNvPicPr/>
          <p:nvPr/>
        </p:nvPicPr>
        <p:blipFill>
          <a:blip r:embed="rId1327"/>
          <a:srcRect/>
          <a:stretch>
            <a:fillRect/>
          </a:stretch>
        </p:blipFill>
        <p:spPr>
          <a:xfrm>
            <a:off x="6318218" y="7063645"/>
            <a:ext cx="71818" cy="82391"/>
          </a:xfrm>
          <a:prstGeom prst="rect"/>
          <a:ln w="0">
            <a:noFill/>
          </a:ln>
        </p:spPr>
      </p:pic>
      <p:sp>
        <p:nvSpPr>
          <p:cNvPr id="2220" name="New shape"/>
          <p:cNvSpPr/>
          <p:nvPr/>
        </p:nvSpPr>
        <p:spPr>
          <a:xfrm>
            <a:off x="6332030" y="7072789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1" name="New picture"/>
          <p:cNvPicPr/>
          <p:nvPr/>
        </p:nvPicPr>
        <p:blipFill>
          <a:blip r:embed="rId1328"/>
          <a:srcRect/>
          <a:stretch>
            <a:fillRect/>
          </a:stretch>
        </p:blipFill>
        <p:spPr>
          <a:xfrm>
            <a:off x="681990" y="7292531"/>
            <a:ext cx="76390" cy="117539"/>
          </a:xfrm>
          <a:prstGeom prst="rect"/>
          <a:ln w="0">
            <a:noFill/>
          </a:ln>
        </p:spPr>
      </p:pic>
      <p:sp>
        <p:nvSpPr>
          <p:cNvPr id="2222" name="New shape"/>
          <p:cNvSpPr/>
          <p:nvPr/>
        </p:nvSpPr>
        <p:spPr>
          <a:xfrm>
            <a:off x="695706" y="730319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3" name="New picture"/>
          <p:cNvPicPr/>
          <p:nvPr/>
        </p:nvPicPr>
        <p:blipFill>
          <a:blip r:embed="rId1329"/>
          <a:srcRect/>
          <a:stretch>
            <a:fillRect/>
          </a:stretch>
        </p:blipFill>
        <p:spPr>
          <a:xfrm>
            <a:off x="778192" y="7292530"/>
            <a:ext cx="42672" cy="79343"/>
          </a:xfrm>
          <a:prstGeom prst="rect"/>
          <a:ln w="0">
            <a:noFill/>
          </a:ln>
        </p:spPr>
      </p:pic>
      <p:pic>
        <p:nvPicPr>
          <p:cNvPr id="2224" name="New picture"/>
          <p:cNvPicPr/>
          <p:nvPr/>
        </p:nvPicPr>
        <p:blipFill>
          <a:blip r:embed="rId1330"/>
          <a:srcRect/>
          <a:stretch>
            <a:fillRect/>
          </a:stretch>
        </p:blipFill>
        <p:spPr>
          <a:xfrm>
            <a:off x="825532" y="7292530"/>
            <a:ext cx="77915" cy="82391"/>
          </a:xfrm>
          <a:prstGeom prst="rect"/>
          <a:ln w="0">
            <a:noFill/>
          </a:ln>
        </p:spPr>
      </p:pic>
      <p:sp>
        <p:nvSpPr>
          <p:cNvPr id="2225" name="New shape"/>
          <p:cNvSpPr/>
          <p:nvPr/>
        </p:nvSpPr>
        <p:spPr>
          <a:xfrm>
            <a:off x="839248" y="7303199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6" name="New picture"/>
          <p:cNvPicPr/>
          <p:nvPr/>
        </p:nvPicPr>
        <p:blipFill>
          <a:blip r:embed="rId1331"/>
          <a:srcRect/>
          <a:stretch>
            <a:fillRect/>
          </a:stretch>
        </p:blipFill>
        <p:spPr>
          <a:xfrm>
            <a:off x="915638" y="7292530"/>
            <a:ext cx="76390" cy="119062"/>
          </a:xfrm>
          <a:prstGeom prst="rect"/>
          <a:ln w="0">
            <a:noFill/>
          </a:ln>
        </p:spPr>
      </p:pic>
      <p:sp>
        <p:nvSpPr>
          <p:cNvPr id="2227" name="New shape"/>
          <p:cNvSpPr/>
          <p:nvPr/>
        </p:nvSpPr>
        <p:spPr>
          <a:xfrm>
            <a:off x="930878" y="7301674"/>
            <a:ext cx="41243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28" name="New shape"/>
          <p:cNvSpPr/>
          <p:nvPr/>
        </p:nvSpPr>
        <p:spPr>
          <a:xfrm>
            <a:off x="927830" y="7371874"/>
            <a:ext cx="50387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9" name="New picture"/>
          <p:cNvPicPr/>
          <p:nvPr/>
        </p:nvPicPr>
        <p:blipFill>
          <a:blip r:embed="rId1332"/>
          <a:srcRect/>
          <a:stretch>
            <a:fillRect/>
          </a:stretch>
        </p:blipFill>
        <p:spPr>
          <a:xfrm>
            <a:off x="1008793" y="7292435"/>
            <a:ext cx="42767" cy="79343"/>
          </a:xfrm>
          <a:prstGeom prst="rect"/>
          <a:ln w="0">
            <a:noFill/>
          </a:ln>
        </p:spPr>
      </p:pic>
      <p:pic>
        <p:nvPicPr>
          <p:cNvPr id="2230" name="New picture"/>
          <p:cNvPicPr/>
          <p:nvPr/>
        </p:nvPicPr>
        <p:blipFill>
          <a:blip r:embed="rId1333"/>
          <a:srcRect/>
          <a:stretch>
            <a:fillRect/>
          </a:stretch>
        </p:blipFill>
        <p:spPr>
          <a:xfrm>
            <a:off x="1056132" y="7292531"/>
            <a:ext cx="65627" cy="82486"/>
          </a:xfrm>
          <a:prstGeom prst="rect"/>
          <a:ln w="0">
            <a:noFill/>
          </a:ln>
        </p:spPr>
      </p:pic>
      <p:sp>
        <p:nvSpPr>
          <p:cNvPr id="2231" name="New shape"/>
          <p:cNvSpPr/>
          <p:nvPr/>
        </p:nvSpPr>
        <p:spPr>
          <a:xfrm>
            <a:off x="1068324" y="7333774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2" name="New picture"/>
          <p:cNvPicPr/>
          <p:nvPr/>
        </p:nvPicPr>
        <p:blipFill>
          <a:blip r:embed="rId1334"/>
          <a:srcRect/>
          <a:stretch>
            <a:fillRect/>
          </a:stretch>
        </p:blipFill>
        <p:spPr>
          <a:xfrm>
            <a:off x="1144714" y="7292435"/>
            <a:ext cx="120587" cy="79343"/>
          </a:xfrm>
          <a:prstGeom prst="rect"/>
          <a:ln w="0">
            <a:noFill/>
          </a:ln>
        </p:spPr>
      </p:pic>
      <p:pic>
        <p:nvPicPr>
          <p:cNvPr id="2233" name="New picture"/>
          <p:cNvPicPr/>
          <p:nvPr/>
        </p:nvPicPr>
        <p:blipFill>
          <a:blip r:embed="rId1335"/>
          <a:srcRect/>
          <a:stretch>
            <a:fillRect/>
          </a:stretch>
        </p:blipFill>
        <p:spPr>
          <a:xfrm>
            <a:off x="1289780" y="7292435"/>
            <a:ext cx="120587" cy="79343"/>
          </a:xfrm>
          <a:prstGeom prst="rect"/>
          <a:ln w="0">
            <a:noFill/>
          </a:ln>
        </p:spPr>
      </p:pic>
      <p:pic>
        <p:nvPicPr>
          <p:cNvPr id="2234" name="New picture"/>
          <p:cNvPicPr/>
          <p:nvPr/>
        </p:nvPicPr>
        <p:blipFill>
          <a:blip r:embed="rId1336"/>
          <a:srcRect/>
          <a:stretch>
            <a:fillRect/>
          </a:stretch>
        </p:blipFill>
        <p:spPr>
          <a:xfrm>
            <a:off x="1427226" y="7292530"/>
            <a:ext cx="67151" cy="82391"/>
          </a:xfrm>
          <a:prstGeom prst="rect"/>
          <a:ln w="0">
            <a:noFill/>
          </a:ln>
        </p:spPr>
      </p:pic>
      <p:sp>
        <p:nvSpPr>
          <p:cNvPr id="2235" name="New shape"/>
          <p:cNvSpPr/>
          <p:nvPr/>
        </p:nvSpPr>
        <p:spPr>
          <a:xfrm>
            <a:off x="1440942" y="733377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6" name="New picture"/>
          <p:cNvPicPr/>
          <p:nvPr/>
        </p:nvPicPr>
        <p:blipFill>
          <a:blip r:embed="rId1337"/>
          <a:srcRect/>
          <a:stretch>
            <a:fillRect/>
          </a:stretch>
        </p:blipFill>
        <p:spPr>
          <a:xfrm>
            <a:off x="1506664" y="7271099"/>
            <a:ext cx="47339" cy="103822"/>
          </a:xfrm>
          <a:prstGeom prst="rect"/>
          <a:ln w="0">
            <a:noFill/>
          </a:ln>
        </p:spPr>
      </p:pic>
      <p:sp>
        <p:nvSpPr>
          <p:cNvPr id="2237" name="New shape"/>
          <p:cNvSpPr/>
          <p:nvPr/>
        </p:nvSpPr>
        <p:spPr>
          <a:xfrm>
            <a:off x="1572292" y="729405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8" name="New picture"/>
          <p:cNvPicPr/>
          <p:nvPr/>
        </p:nvPicPr>
        <p:blipFill>
          <a:blip r:embed="rId1338"/>
          <a:srcRect/>
          <a:stretch>
            <a:fillRect/>
          </a:stretch>
        </p:blipFill>
        <p:spPr>
          <a:xfrm>
            <a:off x="1570768" y="7260431"/>
            <a:ext cx="16764" cy="15335"/>
          </a:xfrm>
          <a:prstGeom prst="rect"/>
          <a:ln w="0">
            <a:noFill/>
          </a:ln>
        </p:spPr>
      </p:pic>
      <p:pic>
        <p:nvPicPr>
          <p:cNvPr id="2239" name="New picture"/>
          <p:cNvPicPr/>
          <p:nvPr/>
        </p:nvPicPr>
        <p:blipFill>
          <a:blip r:embed="rId1339"/>
          <a:srcRect/>
          <a:stretch>
            <a:fillRect/>
          </a:stretch>
        </p:blipFill>
        <p:spPr>
          <a:xfrm>
            <a:off x="1605820" y="7292530"/>
            <a:ext cx="77915" cy="82391"/>
          </a:xfrm>
          <a:prstGeom prst="rect"/>
          <a:ln w="0">
            <a:noFill/>
          </a:ln>
        </p:spPr>
      </p:pic>
      <p:sp>
        <p:nvSpPr>
          <p:cNvPr id="2240" name="New shape"/>
          <p:cNvSpPr/>
          <p:nvPr/>
        </p:nvSpPr>
        <p:spPr>
          <a:xfrm>
            <a:off x="1619631" y="7303199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1" name="New picture"/>
          <p:cNvPicPr/>
          <p:nvPr/>
        </p:nvPicPr>
        <p:blipFill>
          <a:blip r:embed="rId1340"/>
          <a:srcRect/>
          <a:stretch>
            <a:fillRect/>
          </a:stretch>
        </p:blipFill>
        <p:spPr>
          <a:xfrm>
            <a:off x="1703546" y="7292530"/>
            <a:ext cx="70294" cy="79343"/>
          </a:xfrm>
          <a:prstGeom prst="rect"/>
          <a:ln w="0">
            <a:noFill/>
          </a:ln>
        </p:spPr>
      </p:pic>
      <p:pic>
        <p:nvPicPr>
          <p:cNvPr id="2242" name="New picture"/>
          <p:cNvPicPr/>
          <p:nvPr/>
        </p:nvPicPr>
        <p:blipFill>
          <a:blip r:embed="rId1341"/>
          <a:srcRect/>
          <a:stretch>
            <a:fillRect/>
          </a:stretch>
        </p:blipFill>
        <p:spPr>
          <a:xfrm>
            <a:off x="1839468" y="7263574"/>
            <a:ext cx="76390" cy="108300"/>
          </a:xfrm>
          <a:prstGeom prst="rect"/>
          <a:ln w="0">
            <a:noFill/>
          </a:ln>
        </p:spPr>
      </p:pic>
      <p:sp>
        <p:nvSpPr>
          <p:cNvPr id="2243" name="New shape"/>
          <p:cNvSpPr/>
          <p:nvPr/>
        </p:nvSpPr>
        <p:spPr>
          <a:xfrm>
            <a:off x="1853280" y="7275767"/>
            <a:ext cx="45815" cy="473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4" name="New picture"/>
          <p:cNvPicPr/>
          <p:nvPr/>
        </p:nvPicPr>
        <p:blipFill>
          <a:blip r:embed="rId1342"/>
          <a:srcRect/>
          <a:stretch>
            <a:fillRect/>
          </a:stretch>
        </p:blipFill>
        <p:spPr>
          <a:xfrm>
            <a:off x="1932622" y="7356634"/>
            <a:ext cx="16859" cy="16763"/>
          </a:xfrm>
          <a:prstGeom prst="rect"/>
          <a:ln w="0">
            <a:noFill/>
          </a:ln>
        </p:spPr>
      </p:pic>
      <p:pic>
        <p:nvPicPr>
          <p:cNvPr id="2245" name="New picture"/>
          <p:cNvPicPr/>
          <p:nvPr/>
        </p:nvPicPr>
        <p:blipFill>
          <a:blip r:embed="rId1343"/>
          <a:srcRect/>
          <a:stretch>
            <a:fillRect/>
          </a:stretch>
        </p:blipFill>
        <p:spPr>
          <a:xfrm>
            <a:off x="2007489" y="7262050"/>
            <a:ext cx="108395" cy="138874"/>
          </a:xfrm>
          <a:prstGeom prst="rect"/>
          <a:ln w="0">
            <a:noFill/>
          </a:ln>
        </p:spPr>
      </p:pic>
      <p:sp>
        <p:nvSpPr>
          <p:cNvPr id="2246" name="New shape"/>
          <p:cNvSpPr/>
          <p:nvPr/>
        </p:nvSpPr>
        <p:spPr>
          <a:xfrm>
            <a:off x="2021205" y="7272719"/>
            <a:ext cx="80962" cy="900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7" name="New picture"/>
          <p:cNvPicPr/>
          <p:nvPr/>
        </p:nvPicPr>
        <p:blipFill>
          <a:blip r:embed="rId1344"/>
          <a:srcRect/>
          <a:stretch>
            <a:fillRect/>
          </a:stretch>
        </p:blipFill>
        <p:spPr>
          <a:xfrm>
            <a:off x="2135696" y="7294056"/>
            <a:ext cx="70199" cy="80867"/>
          </a:xfrm>
          <a:prstGeom prst="rect"/>
          <a:ln w="0">
            <a:noFill/>
          </a:ln>
        </p:spPr>
      </p:pic>
      <p:sp>
        <p:nvSpPr>
          <p:cNvPr id="2248" name="New shape"/>
          <p:cNvSpPr/>
          <p:nvPr/>
        </p:nvSpPr>
        <p:spPr>
          <a:xfrm>
            <a:off x="2230374" y="7263574"/>
            <a:ext cx="10763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49" name="New shape"/>
          <p:cNvSpPr/>
          <p:nvPr/>
        </p:nvSpPr>
        <p:spPr>
          <a:xfrm>
            <a:off x="2267045" y="729405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0" name="New picture"/>
          <p:cNvPicPr/>
          <p:nvPr/>
        </p:nvPicPr>
        <p:blipFill>
          <a:blip r:embed="rId1345"/>
          <a:srcRect/>
          <a:stretch>
            <a:fillRect/>
          </a:stretch>
        </p:blipFill>
        <p:spPr>
          <a:xfrm>
            <a:off x="2265521" y="7260527"/>
            <a:ext cx="16764" cy="15240"/>
          </a:xfrm>
          <a:prstGeom prst="rect"/>
          <a:ln w="0">
            <a:noFill/>
          </a:ln>
        </p:spPr>
      </p:pic>
      <p:sp>
        <p:nvSpPr>
          <p:cNvPr id="2251" name="New shape"/>
          <p:cNvSpPr/>
          <p:nvPr/>
        </p:nvSpPr>
        <p:spPr>
          <a:xfrm>
            <a:off x="2307336" y="7263384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2" name="New picture"/>
          <p:cNvPicPr/>
          <p:nvPr/>
        </p:nvPicPr>
        <p:blipFill>
          <a:blip r:embed="rId1346"/>
          <a:srcRect/>
          <a:stretch>
            <a:fillRect/>
          </a:stretch>
        </p:blipFill>
        <p:spPr>
          <a:xfrm>
            <a:off x="2377059" y="7292435"/>
            <a:ext cx="58007" cy="82486"/>
          </a:xfrm>
          <a:prstGeom prst="rect"/>
          <a:ln w="0">
            <a:noFill/>
          </a:ln>
        </p:spPr>
      </p:pic>
      <p:sp>
        <p:nvSpPr>
          <p:cNvPr id="2253" name="New shape"/>
          <p:cNvSpPr/>
          <p:nvPr/>
        </p:nvSpPr>
        <p:spPr>
          <a:xfrm>
            <a:off x="2451830" y="7263574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4" name="New picture"/>
          <p:cNvPicPr/>
          <p:nvPr/>
        </p:nvPicPr>
        <p:blipFill>
          <a:blip r:embed="rId1347"/>
          <a:srcRect/>
          <a:stretch>
            <a:fillRect/>
          </a:stretch>
        </p:blipFill>
        <p:spPr>
          <a:xfrm>
            <a:off x="2479358" y="7292530"/>
            <a:ext cx="65627" cy="82391"/>
          </a:xfrm>
          <a:prstGeom prst="rect"/>
          <a:ln w="0">
            <a:noFill/>
          </a:ln>
        </p:spPr>
      </p:pic>
      <p:sp>
        <p:nvSpPr>
          <p:cNvPr id="2255" name="New shape"/>
          <p:cNvSpPr/>
          <p:nvPr/>
        </p:nvSpPr>
        <p:spPr>
          <a:xfrm>
            <a:off x="2493073" y="7333679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6" name="New picture"/>
          <p:cNvPicPr/>
          <p:nvPr/>
        </p:nvPicPr>
        <p:blipFill>
          <a:blip r:embed="rId1348"/>
          <a:srcRect/>
          <a:stretch>
            <a:fillRect/>
          </a:stretch>
        </p:blipFill>
        <p:spPr>
          <a:xfrm>
            <a:off x="2560225" y="7292530"/>
            <a:ext cx="77914" cy="119062"/>
          </a:xfrm>
          <a:prstGeom prst="rect"/>
          <a:ln w="0">
            <a:noFill/>
          </a:ln>
        </p:spPr>
      </p:pic>
      <p:sp>
        <p:nvSpPr>
          <p:cNvPr id="2257" name="New shape"/>
          <p:cNvSpPr/>
          <p:nvPr/>
        </p:nvSpPr>
        <p:spPr>
          <a:xfrm>
            <a:off x="2577084" y="7301674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58" name="New shape"/>
          <p:cNvSpPr/>
          <p:nvPr/>
        </p:nvSpPr>
        <p:spPr>
          <a:xfrm>
            <a:off x="2572512" y="7371874"/>
            <a:ext cx="50387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59" name="New shape"/>
          <p:cNvSpPr/>
          <p:nvPr/>
        </p:nvSpPr>
        <p:spPr>
          <a:xfrm>
            <a:off x="2654903" y="7294056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0" name="New picture"/>
          <p:cNvPicPr/>
          <p:nvPr/>
        </p:nvPicPr>
        <p:blipFill>
          <a:blip r:embed="rId1349"/>
          <a:srcRect/>
          <a:stretch>
            <a:fillRect/>
          </a:stretch>
        </p:blipFill>
        <p:spPr>
          <a:xfrm>
            <a:off x="2651855" y="7260527"/>
            <a:ext cx="16859" cy="15240"/>
          </a:xfrm>
          <a:prstGeom prst="rect"/>
          <a:ln w="0">
            <a:noFill/>
          </a:ln>
        </p:spPr>
      </p:pic>
      <p:pic>
        <p:nvPicPr>
          <p:cNvPr id="2261" name="New picture"/>
          <p:cNvPicPr/>
          <p:nvPr/>
        </p:nvPicPr>
        <p:blipFill>
          <a:blip r:embed="rId1350"/>
          <a:srcRect/>
          <a:stretch>
            <a:fillRect/>
          </a:stretch>
        </p:blipFill>
        <p:spPr>
          <a:xfrm>
            <a:off x="2683954" y="7292530"/>
            <a:ext cx="58007" cy="82391"/>
          </a:xfrm>
          <a:prstGeom prst="rect"/>
          <a:ln w="0">
            <a:noFill/>
          </a:ln>
        </p:spPr>
      </p:pic>
      <p:pic>
        <p:nvPicPr>
          <p:cNvPr id="2262" name="New picture"/>
          <p:cNvPicPr/>
          <p:nvPr/>
        </p:nvPicPr>
        <p:blipFill>
          <a:blip r:embed="rId1351"/>
          <a:srcRect/>
          <a:stretch>
            <a:fillRect/>
          </a:stretch>
        </p:blipFill>
        <p:spPr>
          <a:xfrm>
            <a:off x="2752630" y="7292530"/>
            <a:ext cx="56483" cy="82391"/>
          </a:xfrm>
          <a:prstGeom prst="rect"/>
          <a:ln w="0">
            <a:noFill/>
          </a:ln>
        </p:spPr>
      </p:pic>
      <p:pic>
        <p:nvPicPr>
          <p:cNvPr id="2263" name="New picture"/>
          <p:cNvPicPr/>
          <p:nvPr/>
        </p:nvPicPr>
        <p:blipFill>
          <a:blip r:embed="rId1352"/>
          <a:srcRect/>
          <a:stretch>
            <a:fillRect/>
          </a:stretch>
        </p:blipFill>
        <p:spPr>
          <a:xfrm>
            <a:off x="2822829" y="7292530"/>
            <a:ext cx="71818" cy="82391"/>
          </a:xfrm>
          <a:prstGeom prst="rect"/>
          <a:ln w="0">
            <a:noFill/>
          </a:ln>
        </p:spPr>
      </p:pic>
      <p:sp>
        <p:nvSpPr>
          <p:cNvPr id="2264" name="New shape"/>
          <p:cNvSpPr/>
          <p:nvPr/>
        </p:nvSpPr>
        <p:spPr>
          <a:xfrm>
            <a:off x="2836640" y="7301674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5" name="New picture"/>
          <p:cNvPicPr/>
          <p:nvPr/>
        </p:nvPicPr>
        <p:blipFill>
          <a:blip r:embed="rId1353"/>
          <a:srcRect/>
          <a:stretch>
            <a:fillRect/>
          </a:stretch>
        </p:blipFill>
        <p:spPr>
          <a:xfrm>
            <a:off x="2949606" y="7263574"/>
            <a:ext cx="74867" cy="111347"/>
          </a:xfrm>
          <a:prstGeom prst="rect"/>
          <a:ln w="0">
            <a:noFill/>
          </a:ln>
        </p:spPr>
      </p:pic>
      <p:sp>
        <p:nvSpPr>
          <p:cNvPr id="2266" name="New shape"/>
          <p:cNvSpPr/>
          <p:nvPr/>
        </p:nvSpPr>
        <p:spPr>
          <a:xfrm>
            <a:off x="2963323" y="730319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7" name="New picture"/>
          <p:cNvPicPr/>
          <p:nvPr/>
        </p:nvPicPr>
        <p:blipFill>
          <a:blip r:embed="rId1354"/>
          <a:srcRect/>
          <a:stretch>
            <a:fillRect/>
          </a:stretch>
        </p:blipFill>
        <p:spPr>
          <a:xfrm>
            <a:off x="3044380" y="7292626"/>
            <a:ext cx="71723" cy="82391"/>
          </a:xfrm>
          <a:prstGeom prst="rect"/>
          <a:ln w="0">
            <a:noFill/>
          </a:ln>
        </p:spPr>
      </p:pic>
      <p:sp>
        <p:nvSpPr>
          <p:cNvPr id="2268" name="New shape"/>
          <p:cNvSpPr/>
          <p:nvPr/>
        </p:nvSpPr>
        <p:spPr>
          <a:xfrm>
            <a:off x="3058096" y="730177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9" name="New picture"/>
          <p:cNvPicPr/>
          <p:nvPr/>
        </p:nvPicPr>
        <p:blipFill>
          <a:blip r:embed="rId1355"/>
          <a:srcRect/>
          <a:stretch>
            <a:fillRect/>
          </a:stretch>
        </p:blipFill>
        <p:spPr>
          <a:xfrm>
            <a:off x="3171063" y="7292530"/>
            <a:ext cx="64103" cy="82486"/>
          </a:xfrm>
          <a:prstGeom prst="rect"/>
          <a:ln w="0">
            <a:noFill/>
          </a:ln>
        </p:spPr>
      </p:pic>
      <p:pic>
        <p:nvPicPr>
          <p:cNvPr id="2270" name="New picture"/>
          <p:cNvPicPr/>
          <p:nvPr/>
        </p:nvPicPr>
        <p:blipFill>
          <a:blip r:embed="rId1356"/>
          <a:srcRect/>
          <a:stretch>
            <a:fillRect/>
          </a:stretch>
        </p:blipFill>
        <p:spPr>
          <a:xfrm>
            <a:off x="3245930" y="7292530"/>
            <a:ext cx="77819" cy="82391"/>
          </a:xfrm>
          <a:prstGeom prst="rect"/>
          <a:ln w="0">
            <a:noFill/>
          </a:ln>
        </p:spPr>
      </p:pic>
      <p:sp>
        <p:nvSpPr>
          <p:cNvPr id="2271" name="New shape"/>
          <p:cNvSpPr/>
          <p:nvPr/>
        </p:nvSpPr>
        <p:spPr>
          <a:xfrm>
            <a:off x="3258122" y="7303199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2" name="New picture"/>
          <p:cNvPicPr/>
          <p:nvPr/>
        </p:nvPicPr>
        <p:blipFill>
          <a:blip r:embed="rId1357"/>
          <a:srcRect/>
          <a:stretch>
            <a:fillRect/>
          </a:stretch>
        </p:blipFill>
        <p:spPr>
          <a:xfrm>
            <a:off x="3343656" y="7292435"/>
            <a:ext cx="120682" cy="79343"/>
          </a:xfrm>
          <a:prstGeom prst="rect"/>
          <a:ln w="0">
            <a:noFill/>
          </a:ln>
        </p:spPr>
      </p:pic>
      <p:pic>
        <p:nvPicPr>
          <p:cNvPr id="2273" name="New picture"/>
          <p:cNvPicPr/>
          <p:nvPr/>
        </p:nvPicPr>
        <p:blipFill>
          <a:blip r:embed="rId1358"/>
          <a:srcRect/>
          <a:stretch>
            <a:fillRect/>
          </a:stretch>
        </p:blipFill>
        <p:spPr>
          <a:xfrm>
            <a:off x="3488722" y="7292531"/>
            <a:ext cx="74771" cy="117539"/>
          </a:xfrm>
          <a:prstGeom prst="rect"/>
          <a:ln w="0">
            <a:noFill/>
          </a:ln>
        </p:spPr>
      </p:pic>
      <p:sp>
        <p:nvSpPr>
          <p:cNvPr id="2274" name="New shape"/>
          <p:cNvSpPr/>
          <p:nvPr/>
        </p:nvSpPr>
        <p:spPr>
          <a:xfrm>
            <a:off x="3502437" y="7303294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5" name="New picture"/>
          <p:cNvPicPr/>
          <p:nvPr/>
        </p:nvPicPr>
        <p:blipFill>
          <a:blip r:embed="rId1359"/>
          <a:srcRect/>
          <a:stretch>
            <a:fillRect/>
          </a:stretch>
        </p:blipFill>
        <p:spPr>
          <a:xfrm>
            <a:off x="3577209" y="7292530"/>
            <a:ext cx="67151" cy="82391"/>
          </a:xfrm>
          <a:prstGeom prst="rect"/>
          <a:ln w="0">
            <a:noFill/>
          </a:ln>
        </p:spPr>
      </p:pic>
      <p:sp>
        <p:nvSpPr>
          <p:cNvPr id="2276" name="New shape"/>
          <p:cNvSpPr/>
          <p:nvPr/>
        </p:nvSpPr>
        <p:spPr>
          <a:xfrm>
            <a:off x="3590925" y="733377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7" name="New picture"/>
          <p:cNvPicPr/>
          <p:nvPr/>
        </p:nvPicPr>
        <p:blipFill>
          <a:blip r:embed="rId1360"/>
          <a:srcRect/>
          <a:stretch>
            <a:fillRect/>
          </a:stretch>
        </p:blipFill>
        <p:spPr>
          <a:xfrm>
            <a:off x="3667315" y="7292530"/>
            <a:ext cx="42767" cy="79343"/>
          </a:xfrm>
          <a:prstGeom prst="rect"/>
          <a:ln w="0">
            <a:noFill/>
          </a:ln>
        </p:spPr>
      </p:pic>
      <p:pic>
        <p:nvPicPr>
          <p:cNvPr id="2278" name="New picture"/>
          <p:cNvPicPr/>
          <p:nvPr/>
        </p:nvPicPr>
        <p:blipFill>
          <a:blip r:embed="rId1361"/>
          <a:srcRect/>
          <a:stretch>
            <a:fillRect/>
          </a:stretch>
        </p:blipFill>
        <p:spPr>
          <a:xfrm>
            <a:off x="3714655" y="7292530"/>
            <a:ext cx="71818" cy="82391"/>
          </a:xfrm>
          <a:prstGeom prst="rect"/>
          <a:ln w="0">
            <a:noFill/>
          </a:ln>
        </p:spPr>
      </p:pic>
      <p:sp>
        <p:nvSpPr>
          <p:cNvPr id="2279" name="New shape"/>
          <p:cNvSpPr/>
          <p:nvPr/>
        </p:nvSpPr>
        <p:spPr>
          <a:xfrm>
            <a:off x="3728466" y="7301674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0" name="New picture"/>
          <p:cNvPicPr/>
          <p:nvPr/>
        </p:nvPicPr>
        <p:blipFill>
          <a:blip r:embed="rId1362"/>
          <a:srcRect/>
          <a:stretch>
            <a:fillRect/>
          </a:stretch>
        </p:blipFill>
        <p:spPr>
          <a:xfrm>
            <a:off x="3806285" y="7292530"/>
            <a:ext cx="42767" cy="79343"/>
          </a:xfrm>
          <a:prstGeom prst="rect"/>
          <a:ln w="0">
            <a:noFill/>
          </a:ln>
        </p:spPr>
      </p:pic>
      <p:pic>
        <p:nvPicPr>
          <p:cNvPr id="2281" name="New picture"/>
          <p:cNvPicPr/>
          <p:nvPr/>
        </p:nvPicPr>
        <p:blipFill>
          <a:blip r:embed="rId1363"/>
          <a:srcRect/>
          <a:stretch>
            <a:fillRect/>
          </a:stretch>
        </p:blipFill>
        <p:spPr>
          <a:xfrm>
            <a:off x="3896487" y="7263481"/>
            <a:ext cx="76295" cy="111442"/>
          </a:xfrm>
          <a:prstGeom prst="rect"/>
          <a:ln w="0">
            <a:noFill/>
          </a:ln>
        </p:spPr>
      </p:pic>
      <p:sp>
        <p:nvSpPr>
          <p:cNvPr id="2282" name="New shape"/>
          <p:cNvSpPr/>
          <p:nvPr/>
        </p:nvSpPr>
        <p:spPr>
          <a:xfrm>
            <a:off x="3910203" y="730319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3" name="New picture"/>
          <p:cNvPicPr/>
          <p:nvPr/>
        </p:nvPicPr>
        <p:blipFill>
          <a:blip r:embed="rId1364"/>
          <a:srcRect/>
          <a:stretch>
            <a:fillRect/>
          </a:stretch>
        </p:blipFill>
        <p:spPr>
          <a:xfrm>
            <a:off x="3992594" y="7292530"/>
            <a:ext cx="70295" cy="82391"/>
          </a:xfrm>
          <a:prstGeom prst="rect"/>
          <a:ln w="0">
            <a:noFill/>
          </a:ln>
        </p:spPr>
      </p:pic>
      <p:sp>
        <p:nvSpPr>
          <p:cNvPr id="2284" name="New shape"/>
          <p:cNvSpPr/>
          <p:nvPr/>
        </p:nvSpPr>
        <p:spPr>
          <a:xfrm>
            <a:off x="4004786" y="730167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5" name="New picture"/>
          <p:cNvPicPr/>
          <p:nvPr/>
        </p:nvPicPr>
        <p:blipFill>
          <a:blip r:embed="rId1365"/>
          <a:srcRect/>
          <a:stretch>
            <a:fillRect/>
          </a:stretch>
        </p:blipFill>
        <p:spPr>
          <a:xfrm>
            <a:off x="4075081" y="7292531"/>
            <a:ext cx="58007" cy="82486"/>
          </a:xfrm>
          <a:prstGeom prst="rect"/>
          <a:ln w="0">
            <a:noFill/>
          </a:ln>
        </p:spPr>
      </p:pic>
      <p:pic>
        <p:nvPicPr>
          <p:cNvPr id="2286" name="New picture"/>
          <p:cNvPicPr/>
          <p:nvPr/>
        </p:nvPicPr>
        <p:blipFill>
          <a:blip r:embed="rId1366"/>
          <a:srcRect/>
          <a:stretch>
            <a:fillRect/>
          </a:stretch>
        </p:blipFill>
        <p:spPr>
          <a:xfrm>
            <a:off x="4181951" y="7292435"/>
            <a:ext cx="58007" cy="82486"/>
          </a:xfrm>
          <a:prstGeom prst="rect"/>
          <a:ln w="0">
            <a:noFill/>
          </a:ln>
        </p:spPr>
      </p:pic>
      <p:pic>
        <p:nvPicPr>
          <p:cNvPr id="2287" name="New picture"/>
          <p:cNvPicPr/>
          <p:nvPr/>
        </p:nvPicPr>
        <p:blipFill>
          <a:blip r:embed="rId1367"/>
          <a:srcRect/>
          <a:stretch>
            <a:fillRect/>
          </a:stretch>
        </p:blipFill>
        <p:spPr>
          <a:xfrm>
            <a:off x="4253674" y="7292626"/>
            <a:ext cx="70295" cy="82391"/>
          </a:xfrm>
          <a:prstGeom prst="rect"/>
          <a:ln w="0">
            <a:noFill/>
          </a:ln>
        </p:spPr>
      </p:pic>
      <p:sp>
        <p:nvSpPr>
          <p:cNvPr id="2288" name="New shape"/>
          <p:cNvSpPr/>
          <p:nvPr/>
        </p:nvSpPr>
        <p:spPr>
          <a:xfrm>
            <a:off x="4265962" y="7301770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89" name="New shape"/>
          <p:cNvSpPr/>
          <p:nvPr/>
        </p:nvSpPr>
        <p:spPr>
          <a:xfrm>
            <a:off x="4276630" y="7257479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0" name="New picture"/>
          <p:cNvPicPr/>
          <p:nvPr/>
        </p:nvPicPr>
        <p:blipFill>
          <a:blip r:embed="rId1368"/>
          <a:srcRect/>
          <a:stretch>
            <a:fillRect/>
          </a:stretch>
        </p:blipFill>
        <p:spPr>
          <a:xfrm>
            <a:off x="4343781" y="7292530"/>
            <a:ext cx="70295" cy="79343"/>
          </a:xfrm>
          <a:prstGeom prst="rect"/>
          <a:ln w="0">
            <a:noFill/>
          </a:ln>
        </p:spPr>
      </p:pic>
      <p:pic>
        <p:nvPicPr>
          <p:cNvPr id="2291" name="New picture"/>
          <p:cNvPicPr/>
          <p:nvPr/>
        </p:nvPicPr>
        <p:blipFill>
          <a:blip r:embed="rId1369"/>
          <a:srcRect/>
          <a:stretch>
            <a:fillRect/>
          </a:stretch>
        </p:blipFill>
        <p:spPr>
          <a:xfrm>
            <a:off x="4430840" y="7292530"/>
            <a:ext cx="65627" cy="82391"/>
          </a:xfrm>
          <a:prstGeom prst="rect"/>
          <a:ln w="0">
            <a:noFill/>
          </a:ln>
        </p:spPr>
      </p:pic>
      <p:sp>
        <p:nvSpPr>
          <p:cNvPr id="2292" name="New shape"/>
          <p:cNvSpPr/>
          <p:nvPr/>
        </p:nvSpPr>
        <p:spPr>
          <a:xfrm>
            <a:off x="4444555" y="733377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3" name="New picture"/>
          <p:cNvPicPr/>
          <p:nvPr/>
        </p:nvPicPr>
        <p:blipFill>
          <a:blip r:embed="rId1370"/>
          <a:srcRect/>
          <a:stretch>
            <a:fillRect/>
          </a:stretch>
        </p:blipFill>
        <p:spPr>
          <a:xfrm>
            <a:off x="4510277" y="7271195"/>
            <a:ext cx="47339" cy="103727"/>
          </a:xfrm>
          <a:prstGeom prst="rect"/>
          <a:ln w="0">
            <a:noFill/>
          </a:ln>
        </p:spPr>
      </p:pic>
      <p:pic>
        <p:nvPicPr>
          <p:cNvPr id="2294" name="New picture"/>
          <p:cNvPicPr/>
          <p:nvPr/>
        </p:nvPicPr>
        <p:blipFill>
          <a:blip r:embed="rId1371"/>
          <a:srcRect/>
          <a:stretch>
            <a:fillRect/>
          </a:stretch>
        </p:blipFill>
        <p:spPr>
          <a:xfrm>
            <a:off x="4568285" y="7292531"/>
            <a:ext cx="70295" cy="82486"/>
          </a:xfrm>
          <a:prstGeom prst="rect"/>
          <a:ln w="0">
            <a:noFill/>
          </a:ln>
        </p:spPr>
      </p:pic>
      <p:sp>
        <p:nvSpPr>
          <p:cNvPr id="2295" name="New shape"/>
          <p:cNvSpPr/>
          <p:nvPr/>
        </p:nvSpPr>
        <p:spPr>
          <a:xfrm>
            <a:off x="4580477" y="730177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6" name="New picture"/>
          <p:cNvPicPr/>
          <p:nvPr/>
        </p:nvPicPr>
        <p:blipFill>
          <a:blip r:embed="rId1372"/>
          <a:srcRect/>
          <a:stretch>
            <a:fillRect/>
          </a:stretch>
        </p:blipFill>
        <p:spPr>
          <a:xfrm>
            <a:off x="4658392" y="7294055"/>
            <a:ext cx="70199" cy="80962"/>
          </a:xfrm>
          <a:prstGeom prst="rect"/>
          <a:ln w="0">
            <a:noFill/>
          </a:ln>
        </p:spPr>
      </p:pic>
      <p:pic>
        <p:nvPicPr>
          <p:cNvPr id="2297" name="New picture"/>
          <p:cNvPicPr/>
          <p:nvPr/>
        </p:nvPicPr>
        <p:blipFill>
          <a:blip r:embed="rId1373"/>
          <a:srcRect/>
          <a:stretch>
            <a:fillRect/>
          </a:stretch>
        </p:blipFill>
        <p:spPr>
          <a:xfrm>
            <a:off x="4753070" y="7292530"/>
            <a:ext cx="42672" cy="79343"/>
          </a:xfrm>
          <a:prstGeom prst="rect"/>
          <a:ln w="0">
            <a:noFill/>
          </a:ln>
        </p:spPr>
      </p:pic>
      <p:pic>
        <p:nvPicPr>
          <p:cNvPr id="2298" name="New picture"/>
          <p:cNvPicPr/>
          <p:nvPr/>
        </p:nvPicPr>
        <p:blipFill>
          <a:blip r:embed="rId1374"/>
          <a:srcRect/>
          <a:stretch>
            <a:fillRect/>
          </a:stretch>
        </p:blipFill>
        <p:spPr>
          <a:xfrm>
            <a:off x="4800409" y="7292531"/>
            <a:ext cx="58007" cy="82486"/>
          </a:xfrm>
          <a:prstGeom prst="rect"/>
          <a:ln w="0">
            <a:noFill/>
          </a:ln>
        </p:spPr>
      </p:pic>
      <p:pic>
        <p:nvPicPr>
          <p:cNvPr id="2299" name="New picture"/>
          <p:cNvPicPr/>
          <p:nvPr/>
        </p:nvPicPr>
        <p:blipFill>
          <a:blip r:embed="rId1375"/>
          <a:srcRect/>
          <a:stretch>
            <a:fillRect/>
          </a:stretch>
        </p:blipFill>
        <p:spPr>
          <a:xfrm>
            <a:off x="4911851" y="7292531"/>
            <a:ext cx="70295" cy="82486"/>
          </a:xfrm>
          <a:prstGeom prst="rect"/>
          <a:ln w="0">
            <a:noFill/>
          </a:ln>
        </p:spPr>
      </p:pic>
      <p:sp>
        <p:nvSpPr>
          <p:cNvPr id="2300" name="New shape"/>
          <p:cNvSpPr/>
          <p:nvPr/>
        </p:nvSpPr>
        <p:spPr>
          <a:xfrm>
            <a:off x="4924044" y="730167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1" name="New picture"/>
          <p:cNvPicPr/>
          <p:nvPr/>
        </p:nvPicPr>
        <p:blipFill>
          <a:blip r:embed="rId1376"/>
          <a:srcRect/>
          <a:stretch>
            <a:fillRect/>
          </a:stretch>
        </p:blipFill>
        <p:spPr>
          <a:xfrm>
            <a:off x="5001958" y="7292530"/>
            <a:ext cx="70295" cy="79343"/>
          </a:xfrm>
          <a:prstGeom prst="rect"/>
          <a:ln w="0">
            <a:noFill/>
          </a:ln>
        </p:spPr>
      </p:pic>
      <p:pic>
        <p:nvPicPr>
          <p:cNvPr id="2302" name="New picture"/>
          <p:cNvPicPr/>
          <p:nvPr/>
        </p:nvPicPr>
        <p:blipFill>
          <a:blip r:embed="rId1377"/>
          <a:srcRect/>
          <a:stretch>
            <a:fillRect/>
          </a:stretch>
        </p:blipFill>
        <p:spPr>
          <a:xfrm>
            <a:off x="5125688" y="7262051"/>
            <a:ext cx="53435" cy="109824"/>
          </a:xfrm>
          <a:prstGeom prst="rect"/>
          <a:ln w="0">
            <a:noFill/>
          </a:ln>
        </p:spPr>
      </p:pic>
      <p:pic>
        <p:nvPicPr>
          <p:cNvPr id="2303" name="New picture"/>
          <p:cNvPicPr/>
          <p:nvPr/>
        </p:nvPicPr>
        <p:blipFill>
          <a:blip r:embed="rId1378"/>
          <a:srcRect/>
          <a:stretch>
            <a:fillRect/>
          </a:stretch>
        </p:blipFill>
        <p:spPr>
          <a:xfrm>
            <a:off x="5182171" y="7292530"/>
            <a:ext cx="77819" cy="82391"/>
          </a:xfrm>
          <a:prstGeom prst="rect"/>
          <a:ln w="0">
            <a:noFill/>
          </a:ln>
        </p:spPr>
      </p:pic>
      <p:sp>
        <p:nvSpPr>
          <p:cNvPr id="2304" name="New shape"/>
          <p:cNvSpPr/>
          <p:nvPr/>
        </p:nvSpPr>
        <p:spPr>
          <a:xfrm>
            <a:off x="5194363" y="7303199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5" name="New picture"/>
          <p:cNvPicPr/>
          <p:nvPr/>
        </p:nvPicPr>
        <p:blipFill>
          <a:blip r:embed="rId1379"/>
          <a:srcRect/>
          <a:stretch>
            <a:fillRect/>
          </a:stretch>
        </p:blipFill>
        <p:spPr>
          <a:xfrm>
            <a:off x="5279898" y="7292435"/>
            <a:ext cx="68771" cy="79343"/>
          </a:xfrm>
          <a:prstGeom prst="rect"/>
          <a:ln w="0">
            <a:noFill/>
          </a:ln>
        </p:spPr>
      </p:pic>
      <p:pic>
        <p:nvPicPr>
          <p:cNvPr id="2306" name="New picture"/>
          <p:cNvPicPr/>
          <p:nvPr/>
        </p:nvPicPr>
        <p:blipFill>
          <a:blip r:embed="rId1380"/>
          <a:srcRect/>
          <a:stretch>
            <a:fillRect/>
          </a:stretch>
        </p:blipFill>
        <p:spPr>
          <a:xfrm>
            <a:off x="5368480" y="7292530"/>
            <a:ext cx="64198" cy="82391"/>
          </a:xfrm>
          <a:prstGeom prst="rect"/>
          <a:ln w="0">
            <a:noFill/>
          </a:ln>
        </p:spPr>
      </p:pic>
      <p:pic>
        <p:nvPicPr>
          <p:cNvPr id="2307" name="New picture"/>
          <p:cNvPicPr/>
          <p:nvPr/>
        </p:nvPicPr>
        <p:blipFill>
          <a:blip r:embed="rId1381"/>
          <a:srcRect/>
          <a:stretch>
            <a:fillRect/>
          </a:stretch>
        </p:blipFill>
        <p:spPr>
          <a:xfrm>
            <a:off x="5443347" y="7271099"/>
            <a:ext cx="48863" cy="103822"/>
          </a:xfrm>
          <a:prstGeom prst="rect"/>
          <a:ln w="0">
            <a:noFill/>
          </a:ln>
        </p:spPr>
      </p:pic>
      <p:sp>
        <p:nvSpPr>
          <p:cNvPr id="2308" name="New shape"/>
          <p:cNvSpPr/>
          <p:nvPr/>
        </p:nvSpPr>
        <p:spPr>
          <a:xfrm>
            <a:off x="5508975" y="729405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9" name="New picture"/>
          <p:cNvPicPr/>
          <p:nvPr/>
        </p:nvPicPr>
        <p:blipFill>
          <a:blip r:embed="rId1382"/>
          <a:srcRect/>
          <a:stretch>
            <a:fillRect/>
          </a:stretch>
        </p:blipFill>
        <p:spPr>
          <a:xfrm>
            <a:off x="5507450" y="7260431"/>
            <a:ext cx="16764" cy="15335"/>
          </a:xfrm>
          <a:prstGeom prst="rect"/>
          <a:ln w="0">
            <a:noFill/>
          </a:ln>
        </p:spPr>
      </p:pic>
      <p:pic>
        <p:nvPicPr>
          <p:cNvPr id="2310" name="New picture"/>
          <p:cNvPicPr/>
          <p:nvPr/>
        </p:nvPicPr>
        <p:blipFill>
          <a:blip r:embed="rId1383"/>
          <a:srcRect/>
          <a:stretch>
            <a:fillRect/>
          </a:stretch>
        </p:blipFill>
        <p:spPr>
          <a:xfrm>
            <a:off x="5544121" y="7292530"/>
            <a:ext cx="77819" cy="82391"/>
          </a:xfrm>
          <a:prstGeom prst="rect"/>
          <a:ln w="0">
            <a:noFill/>
          </a:ln>
        </p:spPr>
      </p:pic>
      <p:sp>
        <p:nvSpPr>
          <p:cNvPr id="2311" name="New shape"/>
          <p:cNvSpPr/>
          <p:nvPr/>
        </p:nvSpPr>
        <p:spPr>
          <a:xfrm>
            <a:off x="5556313" y="7303199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2" name="New picture"/>
          <p:cNvPicPr/>
          <p:nvPr/>
        </p:nvPicPr>
        <p:blipFill>
          <a:blip r:embed="rId1384"/>
          <a:srcRect/>
          <a:stretch>
            <a:fillRect/>
          </a:stretch>
        </p:blipFill>
        <p:spPr>
          <a:xfrm>
            <a:off x="5641753" y="7292530"/>
            <a:ext cx="68675" cy="79343"/>
          </a:xfrm>
          <a:prstGeom prst="rect"/>
          <a:ln w="0">
            <a:noFill/>
          </a:ln>
        </p:spPr>
      </p:pic>
      <p:pic>
        <p:nvPicPr>
          <p:cNvPr id="2313" name="New picture"/>
          <p:cNvPicPr/>
          <p:nvPr/>
        </p:nvPicPr>
        <p:blipFill>
          <a:blip r:embed="rId1385"/>
          <a:srcRect/>
          <a:stretch>
            <a:fillRect/>
          </a:stretch>
        </p:blipFill>
        <p:spPr>
          <a:xfrm>
            <a:off x="5770055" y="7263481"/>
            <a:ext cx="74866" cy="111442"/>
          </a:xfrm>
          <a:prstGeom prst="rect"/>
          <a:ln w="0">
            <a:noFill/>
          </a:ln>
        </p:spPr>
      </p:pic>
      <p:sp>
        <p:nvSpPr>
          <p:cNvPr id="2314" name="New shape"/>
          <p:cNvSpPr/>
          <p:nvPr/>
        </p:nvSpPr>
        <p:spPr>
          <a:xfrm>
            <a:off x="5783866" y="730319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5" name="New picture"/>
          <p:cNvPicPr/>
          <p:nvPr/>
        </p:nvPicPr>
        <p:blipFill>
          <a:blip r:embed="rId1386"/>
          <a:srcRect/>
          <a:stretch>
            <a:fillRect/>
          </a:stretch>
        </p:blipFill>
        <p:spPr>
          <a:xfrm>
            <a:off x="5864829" y="7292626"/>
            <a:ext cx="71723" cy="82391"/>
          </a:xfrm>
          <a:prstGeom prst="rect"/>
          <a:ln w="0">
            <a:noFill/>
          </a:ln>
        </p:spPr>
      </p:pic>
      <p:sp>
        <p:nvSpPr>
          <p:cNvPr id="2316" name="New shape"/>
          <p:cNvSpPr/>
          <p:nvPr/>
        </p:nvSpPr>
        <p:spPr>
          <a:xfrm>
            <a:off x="5878544" y="730177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7" name="New picture"/>
          <p:cNvPicPr/>
          <p:nvPr/>
        </p:nvPicPr>
        <p:blipFill>
          <a:blip r:embed="rId1387"/>
          <a:srcRect/>
          <a:stretch>
            <a:fillRect/>
          </a:stretch>
        </p:blipFill>
        <p:spPr>
          <a:xfrm>
            <a:off x="5947125" y="7292530"/>
            <a:ext cx="58102" cy="82391"/>
          </a:xfrm>
          <a:prstGeom prst="rect"/>
          <a:ln w="0">
            <a:noFill/>
          </a:ln>
        </p:spPr>
      </p:pic>
      <p:pic>
        <p:nvPicPr>
          <p:cNvPr id="2318" name="New picture"/>
          <p:cNvPicPr/>
          <p:nvPr/>
        </p:nvPicPr>
        <p:blipFill>
          <a:blip r:embed="rId1388"/>
          <a:srcRect/>
          <a:stretch>
            <a:fillRect/>
          </a:stretch>
        </p:blipFill>
        <p:spPr>
          <a:xfrm>
            <a:off x="6052566" y="7294056"/>
            <a:ext cx="71723" cy="77819"/>
          </a:xfrm>
          <a:prstGeom prst="rect"/>
          <a:ln w="0">
            <a:noFill/>
          </a:ln>
        </p:spPr>
      </p:pic>
      <p:pic>
        <p:nvPicPr>
          <p:cNvPr id="2319" name="New picture"/>
          <p:cNvPicPr/>
          <p:nvPr/>
        </p:nvPicPr>
        <p:blipFill>
          <a:blip r:embed="rId1389"/>
          <a:srcRect/>
          <a:stretch>
            <a:fillRect/>
          </a:stretch>
        </p:blipFill>
        <p:spPr>
          <a:xfrm>
            <a:off x="6131909" y="7292626"/>
            <a:ext cx="77915" cy="82391"/>
          </a:xfrm>
          <a:prstGeom prst="rect"/>
          <a:ln w="0">
            <a:noFill/>
          </a:ln>
        </p:spPr>
      </p:pic>
      <p:sp>
        <p:nvSpPr>
          <p:cNvPr id="2320" name="New shape"/>
          <p:cNvSpPr/>
          <p:nvPr/>
        </p:nvSpPr>
        <p:spPr>
          <a:xfrm>
            <a:off x="6145721" y="730329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1" name="New picture"/>
          <p:cNvPicPr/>
          <p:nvPr/>
        </p:nvPicPr>
        <p:blipFill>
          <a:blip r:embed="rId1390"/>
          <a:srcRect/>
          <a:stretch>
            <a:fillRect/>
          </a:stretch>
        </p:blipFill>
        <p:spPr>
          <a:xfrm>
            <a:off x="6219062" y="7271099"/>
            <a:ext cx="48863" cy="103822"/>
          </a:xfrm>
          <a:prstGeom prst="rect"/>
          <a:ln w="0">
            <a:noFill/>
          </a:ln>
        </p:spPr>
      </p:pic>
      <p:pic>
        <p:nvPicPr>
          <p:cNvPr id="2322" name="New picture"/>
          <p:cNvPicPr/>
          <p:nvPr/>
        </p:nvPicPr>
        <p:blipFill>
          <a:blip r:embed="rId1391"/>
          <a:srcRect/>
          <a:stretch>
            <a:fillRect/>
          </a:stretch>
        </p:blipFill>
        <p:spPr>
          <a:xfrm>
            <a:off x="6278498" y="7292530"/>
            <a:ext cx="70295" cy="82391"/>
          </a:xfrm>
          <a:prstGeom prst="rect"/>
          <a:ln w="0">
            <a:noFill/>
          </a:ln>
        </p:spPr>
      </p:pic>
      <p:sp>
        <p:nvSpPr>
          <p:cNvPr id="2323" name="New shape"/>
          <p:cNvSpPr/>
          <p:nvPr/>
        </p:nvSpPr>
        <p:spPr>
          <a:xfrm>
            <a:off x="6290786" y="730167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4" name="New picture"/>
          <p:cNvPicPr/>
          <p:nvPr/>
        </p:nvPicPr>
        <p:blipFill>
          <a:blip r:embed="rId1392"/>
          <a:srcRect/>
          <a:stretch>
            <a:fillRect/>
          </a:stretch>
        </p:blipFill>
        <p:spPr>
          <a:xfrm>
            <a:off x="6361081" y="7292530"/>
            <a:ext cx="56483" cy="82391"/>
          </a:xfrm>
          <a:prstGeom prst="rect"/>
          <a:ln w="0">
            <a:noFill/>
          </a:ln>
        </p:spPr>
      </p:pic>
      <p:pic>
        <p:nvPicPr>
          <p:cNvPr id="2325" name="New picture"/>
          <p:cNvPicPr/>
          <p:nvPr/>
        </p:nvPicPr>
        <p:blipFill>
          <a:blip r:embed="rId1393"/>
          <a:srcRect/>
          <a:stretch>
            <a:fillRect/>
          </a:stretch>
        </p:blipFill>
        <p:spPr>
          <a:xfrm>
            <a:off x="6470998" y="7292531"/>
            <a:ext cx="74771" cy="117539"/>
          </a:xfrm>
          <a:prstGeom prst="rect"/>
          <a:ln w="0">
            <a:noFill/>
          </a:ln>
        </p:spPr>
      </p:pic>
      <p:sp>
        <p:nvSpPr>
          <p:cNvPr id="2326" name="New shape"/>
          <p:cNvSpPr/>
          <p:nvPr/>
        </p:nvSpPr>
        <p:spPr>
          <a:xfrm>
            <a:off x="6484715" y="7303198"/>
            <a:ext cx="47339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7" name="New picture"/>
          <p:cNvPicPr/>
          <p:nvPr/>
        </p:nvPicPr>
        <p:blipFill>
          <a:blip r:embed="rId1394"/>
          <a:srcRect/>
          <a:stretch>
            <a:fillRect/>
          </a:stretch>
        </p:blipFill>
        <p:spPr>
          <a:xfrm>
            <a:off x="6571774" y="7294149"/>
            <a:ext cx="68675" cy="80868"/>
          </a:xfrm>
          <a:prstGeom prst="rect"/>
          <a:ln w="0">
            <a:noFill/>
          </a:ln>
        </p:spPr>
      </p:pic>
      <p:sp>
        <p:nvSpPr>
          <p:cNvPr id="2328" name="New shape"/>
          <p:cNvSpPr/>
          <p:nvPr/>
        </p:nvSpPr>
        <p:spPr>
          <a:xfrm>
            <a:off x="6666452" y="7263574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29" name="New shape"/>
          <p:cNvSpPr/>
          <p:nvPr/>
        </p:nvSpPr>
        <p:spPr>
          <a:xfrm>
            <a:off x="6703028" y="7294056"/>
            <a:ext cx="12288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0" name="New picture"/>
          <p:cNvPicPr/>
          <p:nvPr/>
        </p:nvPicPr>
        <p:blipFill>
          <a:blip r:embed="rId1395"/>
          <a:srcRect/>
          <a:stretch>
            <a:fillRect/>
          </a:stretch>
        </p:blipFill>
        <p:spPr>
          <a:xfrm>
            <a:off x="6699980" y="7260527"/>
            <a:ext cx="16859" cy="15240"/>
          </a:xfrm>
          <a:prstGeom prst="rect"/>
          <a:ln w="0">
            <a:noFill/>
          </a:ln>
        </p:spPr>
      </p:pic>
      <p:sp>
        <p:nvSpPr>
          <p:cNvPr id="2331" name="New shape"/>
          <p:cNvSpPr/>
          <p:nvPr/>
        </p:nvSpPr>
        <p:spPr>
          <a:xfrm>
            <a:off x="6740652" y="7263384"/>
            <a:ext cx="13715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2" name="New picture"/>
          <p:cNvPicPr/>
          <p:nvPr/>
        </p:nvPicPr>
        <p:blipFill>
          <a:blip r:embed="rId1396"/>
          <a:srcRect/>
          <a:stretch>
            <a:fillRect/>
          </a:stretch>
        </p:blipFill>
        <p:spPr>
          <a:xfrm>
            <a:off x="6771704" y="7292530"/>
            <a:ext cx="58103" cy="82391"/>
          </a:xfrm>
          <a:prstGeom prst="rect"/>
          <a:ln w="0">
            <a:noFill/>
          </a:ln>
        </p:spPr>
      </p:pic>
      <p:pic>
        <p:nvPicPr>
          <p:cNvPr id="2333" name="New picture"/>
          <p:cNvPicPr/>
          <p:nvPr/>
        </p:nvPicPr>
        <p:blipFill>
          <a:blip r:embed="rId1397"/>
          <a:srcRect/>
          <a:stretch>
            <a:fillRect/>
          </a:stretch>
        </p:blipFill>
        <p:spPr>
          <a:xfrm>
            <a:off x="677418" y="7521511"/>
            <a:ext cx="79439" cy="82391"/>
          </a:xfrm>
          <a:prstGeom prst="rect"/>
          <a:ln w="0">
            <a:noFill/>
          </a:ln>
        </p:spPr>
      </p:pic>
      <p:sp>
        <p:nvSpPr>
          <p:cNvPr id="2334" name="New shape"/>
          <p:cNvSpPr/>
          <p:nvPr/>
        </p:nvSpPr>
        <p:spPr>
          <a:xfrm>
            <a:off x="691134" y="753217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5" name="New picture"/>
          <p:cNvPicPr/>
          <p:nvPr/>
        </p:nvPicPr>
        <p:blipFill>
          <a:blip r:embed="rId1398"/>
          <a:srcRect/>
          <a:stretch>
            <a:fillRect/>
          </a:stretch>
        </p:blipFill>
        <p:spPr>
          <a:xfrm>
            <a:off x="776668" y="7521511"/>
            <a:ext cx="68675" cy="79343"/>
          </a:xfrm>
          <a:prstGeom prst="rect"/>
          <a:ln w="0">
            <a:noFill/>
          </a:ln>
        </p:spPr>
      </p:pic>
      <p:pic>
        <p:nvPicPr>
          <p:cNvPr id="2336" name="New picture"/>
          <p:cNvPicPr/>
          <p:nvPr/>
        </p:nvPicPr>
        <p:blipFill>
          <a:blip r:embed="rId1399"/>
          <a:srcRect/>
          <a:stretch>
            <a:fillRect/>
          </a:stretch>
        </p:blipFill>
        <p:spPr>
          <a:xfrm>
            <a:off x="859155" y="7500080"/>
            <a:ext cx="47339" cy="103822"/>
          </a:xfrm>
          <a:prstGeom prst="rect"/>
          <a:ln w="0">
            <a:noFill/>
          </a:ln>
        </p:spPr>
      </p:pic>
      <p:pic>
        <p:nvPicPr>
          <p:cNvPr id="2337" name="New picture"/>
          <p:cNvPicPr/>
          <p:nvPr/>
        </p:nvPicPr>
        <p:blipFill>
          <a:blip r:embed="rId1400"/>
          <a:srcRect/>
          <a:stretch>
            <a:fillRect/>
          </a:stretch>
        </p:blipFill>
        <p:spPr>
          <a:xfrm>
            <a:off x="962882" y="7521511"/>
            <a:ext cx="42767" cy="79343"/>
          </a:xfrm>
          <a:prstGeom prst="rect"/>
          <a:ln w="0">
            <a:noFill/>
          </a:ln>
        </p:spPr>
      </p:pic>
      <p:pic>
        <p:nvPicPr>
          <p:cNvPr id="2338" name="New picture"/>
          <p:cNvPicPr/>
          <p:nvPr/>
        </p:nvPicPr>
        <p:blipFill>
          <a:blip r:embed="rId1401"/>
          <a:srcRect/>
          <a:stretch>
            <a:fillRect/>
          </a:stretch>
        </p:blipFill>
        <p:spPr>
          <a:xfrm>
            <a:off x="1011841" y="7521417"/>
            <a:ext cx="70295" cy="82486"/>
          </a:xfrm>
          <a:prstGeom prst="rect"/>
          <a:ln w="0">
            <a:noFill/>
          </a:ln>
        </p:spPr>
      </p:pic>
      <p:sp>
        <p:nvSpPr>
          <p:cNvPr id="2339" name="New shape"/>
          <p:cNvSpPr/>
          <p:nvPr/>
        </p:nvSpPr>
        <p:spPr>
          <a:xfrm>
            <a:off x="1024033" y="753056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0" name="New picture"/>
          <p:cNvPicPr/>
          <p:nvPr/>
        </p:nvPicPr>
        <p:blipFill>
          <a:blip r:embed="rId1402"/>
          <a:srcRect/>
          <a:stretch>
            <a:fillRect/>
          </a:stretch>
        </p:blipFill>
        <p:spPr>
          <a:xfrm>
            <a:off x="1097375" y="7521416"/>
            <a:ext cx="65627" cy="116015"/>
          </a:xfrm>
          <a:prstGeom prst="rect"/>
          <a:ln w="0">
            <a:noFill/>
          </a:ln>
        </p:spPr>
      </p:pic>
      <p:pic>
        <p:nvPicPr>
          <p:cNvPr id="2341" name="New picture"/>
          <p:cNvPicPr/>
          <p:nvPr/>
        </p:nvPicPr>
        <p:blipFill>
          <a:blip r:embed="rId1403"/>
          <a:srcRect/>
          <a:stretch>
            <a:fillRect/>
          </a:stretch>
        </p:blipFill>
        <p:spPr>
          <a:xfrm>
            <a:off x="1178338" y="7522941"/>
            <a:ext cx="68771" cy="80867"/>
          </a:xfrm>
          <a:prstGeom prst="rect"/>
          <a:ln w="0">
            <a:noFill/>
          </a:ln>
        </p:spPr>
      </p:pic>
      <p:pic>
        <p:nvPicPr>
          <p:cNvPr id="2342" name="New picture"/>
          <p:cNvPicPr/>
          <p:nvPr/>
        </p:nvPicPr>
        <p:blipFill>
          <a:blip r:embed="rId1404"/>
          <a:srcRect/>
          <a:stretch>
            <a:fillRect/>
          </a:stretch>
        </p:blipFill>
        <p:spPr>
          <a:xfrm>
            <a:off x="1260729" y="7521511"/>
            <a:ext cx="58007" cy="82391"/>
          </a:xfrm>
          <a:prstGeom prst="rect"/>
          <a:ln w="0">
            <a:noFill/>
          </a:ln>
        </p:spPr>
      </p:pic>
      <p:pic>
        <p:nvPicPr>
          <p:cNvPr id="2343" name="New picture"/>
          <p:cNvPicPr/>
          <p:nvPr/>
        </p:nvPicPr>
        <p:blipFill>
          <a:blip r:embed="rId1405"/>
          <a:srcRect/>
          <a:stretch>
            <a:fillRect/>
          </a:stretch>
        </p:blipFill>
        <p:spPr>
          <a:xfrm>
            <a:off x="1334071" y="7585520"/>
            <a:ext cx="21336" cy="42767"/>
          </a:xfrm>
          <a:prstGeom prst="rect"/>
          <a:ln w="0">
            <a:noFill/>
          </a:ln>
        </p:spPr>
      </p:pic>
      <p:pic>
        <p:nvPicPr>
          <p:cNvPr id="2344" name="New picture"/>
          <p:cNvPicPr/>
          <p:nvPr/>
        </p:nvPicPr>
        <p:blipFill>
          <a:blip r:embed="rId1406"/>
          <a:srcRect/>
          <a:stretch>
            <a:fillRect/>
          </a:stretch>
        </p:blipFill>
        <p:spPr>
          <a:xfrm>
            <a:off x="1415034" y="7492460"/>
            <a:ext cx="74771" cy="111442"/>
          </a:xfrm>
          <a:prstGeom prst="rect"/>
          <a:ln w="0">
            <a:noFill/>
          </a:ln>
        </p:spPr>
      </p:pic>
      <p:sp>
        <p:nvSpPr>
          <p:cNvPr id="2345" name="New shape"/>
          <p:cNvSpPr/>
          <p:nvPr/>
        </p:nvSpPr>
        <p:spPr>
          <a:xfrm>
            <a:off x="1427226" y="753218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6" name="New picture"/>
          <p:cNvPicPr/>
          <p:nvPr/>
        </p:nvPicPr>
        <p:blipFill>
          <a:blip r:embed="rId1407"/>
          <a:srcRect/>
          <a:stretch>
            <a:fillRect/>
          </a:stretch>
        </p:blipFill>
        <p:spPr>
          <a:xfrm>
            <a:off x="1509712" y="7521511"/>
            <a:ext cx="70199" cy="82391"/>
          </a:xfrm>
          <a:prstGeom prst="rect"/>
          <a:ln w="0">
            <a:noFill/>
          </a:ln>
        </p:spPr>
      </p:pic>
      <p:sp>
        <p:nvSpPr>
          <p:cNvPr id="2347" name="New shape"/>
          <p:cNvSpPr/>
          <p:nvPr/>
        </p:nvSpPr>
        <p:spPr>
          <a:xfrm>
            <a:off x="1521904" y="75306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8" name="New picture"/>
          <p:cNvPicPr/>
          <p:nvPr/>
        </p:nvPicPr>
        <p:blipFill>
          <a:blip r:embed="rId1408"/>
          <a:srcRect/>
          <a:stretch>
            <a:fillRect/>
          </a:stretch>
        </p:blipFill>
        <p:spPr>
          <a:xfrm>
            <a:off x="1634871" y="7521417"/>
            <a:ext cx="64103" cy="82391"/>
          </a:xfrm>
          <a:prstGeom prst="rect"/>
          <a:ln w="0">
            <a:noFill/>
          </a:ln>
        </p:spPr>
      </p:pic>
      <p:pic>
        <p:nvPicPr>
          <p:cNvPr id="2349" name="New picture"/>
          <p:cNvPicPr/>
          <p:nvPr/>
        </p:nvPicPr>
        <p:blipFill>
          <a:blip r:embed="rId1409"/>
          <a:srcRect/>
          <a:stretch>
            <a:fillRect/>
          </a:stretch>
        </p:blipFill>
        <p:spPr>
          <a:xfrm>
            <a:off x="1717358" y="7521511"/>
            <a:ext cx="41148" cy="79343"/>
          </a:xfrm>
          <a:prstGeom prst="rect"/>
          <a:ln w="0">
            <a:noFill/>
          </a:ln>
        </p:spPr>
      </p:pic>
      <p:pic>
        <p:nvPicPr>
          <p:cNvPr id="2350" name="New picture"/>
          <p:cNvPicPr/>
          <p:nvPr/>
        </p:nvPicPr>
        <p:blipFill>
          <a:blip r:embed="rId1410"/>
          <a:srcRect/>
          <a:stretch>
            <a:fillRect/>
          </a:stretch>
        </p:blipFill>
        <p:spPr>
          <a:xfrm>
            <a:off x="1764602" y="7521511"/>
            <a:ext cx="71818" cy="82391"/>
          </a:xfrm>
          <a:prstGeom prst="rect"/>
          <a:ln w="0">
            <a:noFill/>
          </a:ln>
        </p:spPr>
      </p:pic>
      <p:sp>
        <p:nvSpPr>
          <p:cNvPr id="2351" name="New shape"/>
          <p:cNvSpPr/>
          <p:nvPr/>
        </p:nvSpPr>
        <p:spPr>
          <a:xfrm>
            <a:off x="1778318" y="75306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52" name="New shape"/>
          <p:cNvSpPr/>
          <p:nvPr/>
        </p:nvSpPr>
        <p:spPr>
          <a:xfrm>
            <a:off x="1787557" y="7486365"/>
            <a:ext cx="32004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3" name="New picture"/>
          <p:cNvPicPr/>
          <p:nvPr/>
        </p:nvPicPr>
        <p:blipFill>
          <a:blip r:embed="rId1411"/>
          <a:srcRect/>
          <a:stretch>
            <a:fillRect/>
          </a:stretch>
        </p:blipFill>
        <p:spPr>
          <a:xfrm>
            <a:off x="1851660" y="7521417"/>
            <a:ext cx="70295" cy="82391"/>
          </a:xfrm>
          <a:prstGeom prst="rect"/>
          <a:ln w="0">
            <a:noFill/>
          </a:ln>
        </p:spPr>
      </p:pic>
      <p:sp>
        <p:nvSpPr>
          <p:cNvPr id="2354" name="New shape"/>
          <p:cNvSpPr/>
          <p:nvPr/>
        </p:nvSpPr>
        <p:spPr>
          <a:xfrm>
            <a:off x="1863947" y="7530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5" name="New picture"/>
          <p:cNvPicPr/>
          <p:nvPr/>
        </p:nvPicPr>
        <p:blipFill>
          <a:blip r:embed="rId1412"/>
          <a:srcRect/>
          <a:stretch>
            <a:fillRect/>
          </a:stretch>
        </p:blipFill>
        <p:spPr>
          <a:xfrm>
            <a:off x="1941767" y="7521511"/>
            <a:ext cx="42767" cy="79343"/>
          </a:xfrm>
          <a:prstGeom prst="rect"/>
          <a:ln w="0">
            <a:noFill/>
          </a:ln>
        </p:spPr>
      </p:pic>
      <p:pic>
        <p:nvPicPr>
          <p:cNvPr id="2356" name="New picture"/>
          <p:cNvPicPr/>
          <p:nvPr/>
        </p:nvPicPr>
        <p:blipFill>
          <a:blip r:embed="rId1413"/>
          <a:srcRect/>
          <a:stretch>
            <a:fillRect/>
          </a:stretch>
        </p:blipFill>
        <p:spPr>
          <a:xfrm>
            <a:off x="2037969" y="7522941"/>
            <a:ext cx="70199" cy="80867"/>
          </a:xfrm>
          <a:prstGeom prst="rect"/>
          <a:ln w="0">
            <a:noFill/>
          </a:ln>
        </p:spPr>
      </p:pic>
      <p:pic>
        <p:nvPicPr>
          <p:cNvPr id="2357" name="New picture"/>
          <p:cNvPicPr/>
          <p:nvPr/>
        </p:nvPicPr>
        <p:blipFill>
          <a:blip r:embed="rId1414"/>
          <a:srcRect/>
          <a:stretch>
            <a:fillRect/>
          </a:stretch>
        </p:blipFill>
        <p:spPr>
          <a:xfrm>
            <a:off x="2131123" y="7521416"/>
            <a:ext cx="70294" cy="79439"/>
          </a:xfrm>
          <a:prstGeom prst="rect"/>
          <a:ln w="0">
            <a:noFill/>
          </a:ln>
        </p:spPr>
      </p:pic>
      <p:pic>
        <p:nvPicPr>
          <p:cNvPr id="2358" name="New picture"/>
          <p:cNvPicPr/>
          <p:nvPr/>
        </p:nvPicPr>
        <p:blipFill>
          <a:blip r:embed="rId1415"/>
          <a:srcRect/>
          <a:stretch>
            <a:fillRect/>
          </a:stretch>
        </p:blipFill>
        <p:spPr>
          <a:xfrm>
            <a:off x="2256377" y="7521511"/>
            <a:ext cx="58007" cy="82391"/>
          </a:xfrm>
          <a:prstGeom prst="rect"/>
          <a:ln w="0">
            <a:noFill/>
          </a:ln>
        </p:spPr>
      </p:pic>
      <p:pic>
        <p:nvPicPr>
          <p:cNvPr id="2359" name="New picture"/>
          <p:cNvPicPr/>
          <p:nvPr/>
        </p:nvPicPr>
        <p:blipFill>
          <a:blip r:embed="rId1416"/>
          <a:srcRect/>
          <a:stretch>
            <a:fillRect/>
          </a:stretch>
        </p:blipFill>
        <p:spPr>
          <a:xfrm>
            <a:off x="2320481" y="7522940"/>
            <a:ext cx="71818" cy="117539"/>
          </a:xfrm>
          <a:prstGeom prst="rect"/>
          <a:ln w="0">
            <a:noFill/>
          </a:ln>
        </p:spPr>
      </p:pic>
      <p:pic>
        <p:nvPicPr>
          <p:cNvPr id="2360" name="New picture"/>
          <p:cNvPicPr/>
          <p:nvPr/>
        </p:nvPicPr>
        <p:blipFill>
          <a:blip r:embed="rId1417"/>
          <a:srcRect/>
          <a:stretch>
            <a:fillRect/>
          </a:stretch>
        </p:blipFill>
        <p:spPr>
          <a:xfrm>
            <a:off x="2395347" y="7521417"/>
            <a:ext cx="58007" cy="82486"/>
          </a:xfrm>
          <a:prstGeom prst="rect"/>
          <a:ln w="0">
            <a:noFill/>
          </a:ln>
        </p:spPr>
      </p:pic>
      <p:pic>
        <p:nvPicPr>
          <p:cNvPr id="2361" name="New picture"/>
          <p:cNvPicPr/>
          <p:nvPr/>
        </p:nvPicPr>
        <p:blipFill>
          <a:blip r:embed="rId1418"/>
          <a:srcRect/>
          <a:stretch>
            <a:fillRect/>
          </a:stretch>
        </p:blipFill>
        <p:spPr>
          <a:xfrm>
            <a:off x="2461070" y="7499984"/>
            <a:ext cx="48863" cy="103822"/>
          </a:xfrm>
          <a:prstGeom prst="rect"/>
          <a:ln w="0">
            <a:noFill/>
          </a:ln>
        </p:spPr>
      </p:pic>
      <p:pic>
        <p:nvPicPr>
          <p:cNvPr id="2362" name="New picture"/>
          <p:cNvPicPr/>
          <p:nvPr/>
        </p:nvPicPr>
        <p:blipFill>
          <a:blip r:embed="rId1419"/>
          <a:srcRect/>
          <a:stretch>
            <a:fillRect/>
          </a:stretch>
        </p:blipFill>
        <p:spPr>
          <a:xfrm>
            <a:off x="2518982" y="7521417"/>
            <a:ext cx="71818" cy="82486"/>
          </a:xfrm>
          <a:prstGeom prst="rect"/>
          <a:ln w="0">
            <a:noFill/>
          </a:ln>
        </p:spPr>
      </p:pic>
      <p:sp>
        <p:nvSpPr>
          <p:cNvPr id="2363" name="New shape"/>
          <p:cNvSpPr/>
          <p:nvPr/>
        </p:nvSpPr>
        <p:spPr>
          <a:xfrm>
            <a:off x="2532793" y="75306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64" name="New shape"/>
          <p:cNvSpPr/>
          <p:nvPr/>
        </p:nvSpPr>
        <p:spPr>
          <a:xfrm>
            <a:off x="2538889" y="7486365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5" name="New picture"/>
          <p:cNvPicPr/>
          <p:nvPr/>
        </p:nvPicPr>
        <p:blipFill>
          <a:blip r:embed="rId1420"/>
          <a:srcRect/>
          <a:stretch>
            <a:fillRect/>
          </a:stretch>
        </p:blipFill>
        <p:spPr>
          <a:xfrm>
            <a:off x="2610612" y="7521511"/>
            <a:ext cx="120586" cy="79343"/>
          </a:xfrm>
          <a:prstGeom prst="rect"/>
          <a:ln w="0">
            <a:noFill/>
          </a:ln>
        </p:spPr>
      </p:pic>
      <p:pic>
        <p:nvPicPr>
          <p:cNvPr id="2366" name="New picture"/>
          <p:cNvPicPr/>
          <p:nvPr/>
        </p:nvPicPr>
        <p:blipFill>
          <a:blip r:embed="rId1421"/>
          <a:srcRect/>
          <a:stretch>
            <a:fillRect/>
          </a:stretch>
        </p:blipFill>
        <p:spPr>
          <a:xfrm>
            <a:off x="2751201" y="7521511"/>
            <a:ext cx="71723" cy="82391"/>
          </a:xfrm>
          <a:prstGeom prst="rect"/>
          <a:ln w="0">
            <a:noFill/>
          </a:ln>
        </p:spPr>
      </p:pic>
      <p:sp>
        <p:nvSpPr>
          <p:cNvPr id="2367" name="New shape"/>
          <p:cNvSpPr/>
          <p:nvPr/>
        </p:nvSpPr>
        <p:spPr>
          <a:xfrm>
            <a:off x="2764917" y="753065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8" name="New picture"/>
          <p:cNvPicPr/>
          <p:nvPr/>
        </p:nvPicPr>
        <p:blipFill>
          <a:blip r:embed="rId1422"/>
          <a:srcRect/>
          <a:stretch>
            <a:fillRect/>
          </a:stretch>
        </p:blipFill>
        <p:spPr>
          <a:xfrm>
            <a:off x="2877883" y="7492460"/>
            <a:ext cx="74771" cy="111442"/>
          </a:xfrm>
          <a:prstGeom prst="rect"/>
          <a:ln w="0">
            <a:noFill/>
          </a:ln>
        </p:spPr>
      </p:pic>
      <p:sp>
        <p:nvSpPr>
          <p:cNvPr id="2369" name="New shape"/>
          <p:cNvSpPr/>
          <p:nvPr/>
        </p:nvSpPr>
        <p:spPr>
          <a:xfrm>
            <a:off x="2890075" y="753218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0" name="New picture"/>
          <p:cNvPicPr/>
          <p:nvPr/>
        </p:nvPicPr>
        <p:blipFill>
          <a:blip r:embed="rId1423"/>
          <a:srcRect/>
          <a:stretch>
            <a:fillRect/>
          </a:stretch>
        </p:blipFill>
        <p:spPr>
          <a:xfrm>
            <a:off x="2972562" y="7521417"/>
            <a:ext cx="70199" cy="82391"/>
          </a:xfrm>
          <a:prstGeom prst="rect"/>
          <a:ln w="0">
            <a:noFill/>
          </a:ln>
        </p:spPr>
      </p:pic>
      <p:sp>
        <p:nvSpPr>
          <p:cNvPr id="2371" name="New shape"/>
          <p:cNvSpPr/>
          <p:nvPr/>
        </p:nvSpPr>
        <p:spPr>
          <a:xfrm>
            <a:off x="2984754" y="753056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2" name="New picture"/>
          <p:cNvPicPr/>
          <p:nvPr/>
        </p:nvPicPr>
        <p:blipFill>
          <a:blip r:embed="rId1424"/>
          <a:srcRect/>
          <a:stretch>
            <a:fillRect/>
          </a:stretch>
        </p:blipFill>
        <p:spPr>
          <a:xfrm>
            <a:off x="3102292" y="7521511"/>
            <a:ext cx="42767" cy="79343"/>
          </a:xfrm>
          <a:prstGeom prst="rect"/>
          <a:ln w="0">
            <a:noFill/>
          </a:ln>
        </p:spPr>
      </p:pic>
      <p:pic>
        <p:nvPicPr>
          <p:cNvPr id="2373" name="New picture"/>
          <p:cNvPicPr/>
          <p:nvPr/>
        </p:nvPicPr>
        <p:blipFill>
          <a:blip r:embed="rId1425"/>
          <a:srcRect/>
          <a:stretch>
            <a:fillRect/>
          </a:stretch>
        </p:blipFill>
        <p:spPr>
          <a:xfrm>
            <a:off x="3151251" y="7521417"/>
            <a:ext cx="71723" cy="82391"/>
          </a:xfrm>
          <a:prstGeom prst="rect"/>
          <a:ln w="0">
            <a:noFill/>
          </a:ln>
        </p:spPr>
      </p:pic>
      <p:sp>
        <p:nvSpPr>
          <p:cNvPr id="2374" name="New shape"/>
          <p:cNvSpPr/>
          <p:nvPr/>
        </p:nvSpPr>
        <p:spPr>
          <a:xfrm>
            <a:off x="3163443" y="753056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5" name="New picture"/>
          <p:cNvPicPr/>
          <p:nvPr/>
        </p:nvPicPr>
        <p:blipFill>
          <a:blip r:embed="rId1426"/>
          <a:srcRect/>
          <a:stretch>
            <a:fillRect/>
          </a:stretch>
        </p:blipFill>
        <p:spPr>
          <a:xfrm>
            <a:off x="3238214" y="7521417"/>
            <a:ext cx="64198" cy="82486"/>
          </a:xfrm>
          <a:prstGeom prst="rect"/>
          <a:ln w="0">
            <a:noFill/>
          </a:ln>
        </p:spPr>
      </p:pic>
      <p:pic>
        <p:nvPicPr>
          <p:cNvPr id="2376" name="New picture"/>
          <p:cNvPicPr/>
          <p:nvPr/>
        </p:nvPicPr>
        <p:blipFill>
          <a:blip r:embed="rId1427"/>
          <a:srcRect/>
          <a:stretch>
            <a:fillRect/>
          </a:stretch>
        </p:blipFill>
        <p:spPr>
          <a:xfrm>
            <a:off x="3311557" y="7521416"/>
            <a:ext cx="77915" cy="82486"/>
          </a:xfrm>
          <a:prstGeom prst="rect"/>
          <a:ln w="0">
            <a:noFill/>
          </a:ln>
        </p:spPr>
      </p:pic>
      <p:sp>
        <p:nvSpPr>
          <p:cNvPr id="2377" name="New shape"/>
          <p:cNvSpPr/>
          <p:nvPr/>
        </p:nvSpPr>
        <p:spPr>
          <a:xfrm>
            <a:off x="3325273" y="7532179"/>
            <a:ext cx="51911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8" name="New picture"/>
          <p:cNvPicPr/>
          <p:nvPr/>
        </p:nvPicPr>
        <p:blipFill>
          <a:blip r:embed="rId1428"/>
          <a:srcRect/>
          <a:stretch>
            <a:fillRect/>
          </a:stretch>
        </p:blipFill>
        <p:spPr>
          <a:xfrm>
            <a:off x="3409283" y="7521416"/>
            <a:ext cx="122110" cy="79439"/>
          </a:xfrm>
          <a:prstGeom prst="rect"/>
          <a:ln w="0">
            <a:noFill/>
          </a:ln>
        </p:spPr>
      </p:pic>
      <p:pic>
        <p:nvPicPr>
          <p:cNvPr id="2379" name="New picture"/>
          <p:cNvPicPr/>
          <p:nvPr/>
        </p:nvPicPr>
        <p:blipFill>
          <a:blip r:embed="rId1429"/>
          <a:srcRect/>
          <a:stretch>
            <a:fillRect/>
          </a:stretch>
        </p:blipFill>
        <p:spPr>
          <a:xfrm>
            <a:off x="3555873" y="7521415"/>
            <a:ext cx="120682" cy="79343"/>
          </a:xfrm>
          <a:prstGeom prst="rect"/>
          <a:ln w="0">
            <a:noFill/>
          </a:ln>
        </p:spPr>
      </p:pic>
      <p:pic>
        <p:nvPicPr>
          <p:cNvPr id="2380" name="New picture"/>
          <p:cNvPicPr/>
          <p:nvPr/>
        </p:nvPicPr>
        <p:blipFill>
          <a:blip r:embed="rId1430"/>
          <a:srcRect/>
          <a:stretch>
            <a:fillRect/>
          </a:stretch>
        </p:blipFill>
        <p:spPr>
          <a:xfrm>
            <a:off x="3693319" y="7521416"/>
            <a:ext cx="65627" cy="82486"/>
          </a:xfrm>
          <a:prstGeom prst="rect"/>
          <a:ln w="0">
            <a:noFill/>
          </a:ln>
        </p:spPr>
      </p:pic>
      <p:sp>
        <p:nvSpPr>
          <p:cNvPr id="2381" name="New shape"/>
          <p:cNvSpPr/>
          <p:nvPr/>
        </p:nvSpPr>
        <p:spPr>
          <a:xfrm>
            <a:off x="3707035" y="7562659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2" name="New picture"/>
          <p:cNvPicPr/>
          <p:nvPr/>
        </p:nvPicPr>
        <p:blipFill>
          <a:blip r:embed="rId1431"/>
          <a:srcRect/>
          <a:stretch>
            <a:fillRect/>
          </a:stretch>
        </p:blipFill>
        <p:spPr>
          <a:xfrm>
            <a:off x="3781901" y="7521511"/>
            <a:ext cx="70295" cy="79343"/>
          </a:xfrm>
          <a:prstGeom prst="rect"/>
          <a:ln w="0">
            <a:noFill/>
          </a:ln>
        </p:spPr>
      </p:pic>
      <p:pic>
        <p:nvPicPr>
          <p:cNvPr id="2383" name="New picture"/>
          <p:cNvPicPr/>
          <p:nvPr/>
        </p:nvPicPr>
        <p:blipFill>
          <a:blip r:embed="rId1432"/>
          <a:srcRect/>
          <a:stretch>
            <a:fillRect/>
          </a:stretch>
        </p:blipFill>
        <p:spPr>
          <a:xfrm>
            <a:off x="3872007" y="7492460"/>
            <a:ext cx="74771" cy="111442"/>
          </a:xfrm>
          <a:prstGeom prst="rect"/>
          <a:ln w="0">
            <a:noFill/>
          </a:ln>
        </p:spPr>
      </p:pic>
      <p:sp>
        <p:nvSpPr>
          <p:cNvPr id="2384" name="New shape"/>
          <p:cNvSpPr/>
          <p:nvPr/>
        </p:nvSpPr>
        <p:spPr>
          <a:xfrm>
            <a:off x="3885723" y="7532179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5" name="New picture"/>
          <p:cNvPicPr/>
          <p:nvPr/>
        </p:nvPicPr>
        <p:blipFill>
          <a:blip r:embed="rId1433"/>
          <a:srcRect/>
          <a:stretch>
            <a:fillRect/>
          </a:stretch>
        </p:blipFill>
        <p:spPr>
          <a:xfrm>
            <a:off x="3965163" y="7521511"/>
            <a:ext cx="67151" cy="82391"/>
          </a:xfrm>
          <a:prstGeom prst="rect"/>
          <a:ln w="0">
            <a:noFill/>
          </a:ln>
        </p:spPr>
      </p:pic>
      <p:sp>
        <p:nvSpPr>
          <p:cNvPr id="2386" name="New shape"/>
          <p:cNvSpPr/>
          <p:nvPr/>
        </p:nvSpPr>
        <p:spPr>
          <a:xfrm>
            <a:off x="3978878" y="7562659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7" name="New picture"/>
          <p:cNvPicPr/>
          <p:nvPr/>
        </p:nvPicPr>
        <p:blipFill>
          <a:blip r:embed="rId1434"/>
          <a:srcRect/>
          <a:stretch>
            <a:fillRect/>
          </a:stretch>
        </p:blipFill>
        <p:spPr>
          <a:xfrm>
            <a:off x="4044600" y="7499984"/>
            <a:ext cx="47339" cy="103822"/>
          </a:xfrm>
          <a:prstGeom prst="rect"/>
          <a:ln w="0">
            <a:noFill/>
          </a:ln>
        </p:spPr>
      </p:pic>
      <p:sp>
        <p:nvSpPr>
          <p:cNvPr id="2388" name="New shape"/>
          <p:cNvSpPr/>
          <p:nvPr/>
        </p:nvSpPr>
        <p:spPr>
          <a:xfrm>
            <a:off x="4110228" y="7523035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9" name="New picture"/>
          <p:cNvPicPr/>
          <p:nvPr/>
        </p:nvPicPr>
        <p:blipFill>
          <a:blip r:embed="rId1435"/>
          <a:srcRect/>
          <a:stretch>
            <a:fillRect/>
          </a:stretch>
        </p:blipFill>
        <p:spPr>
          <a:xfrm>
            <a:off x="4107180" y="7489412"/>
            <a:ext cx="18288" cy="15335"/>
          </a:xfrm>
          <a:prstGeom prst="rect"/>
          <a:ln w="0">
            <a:noFill/>
          </a:ln>
        </p:spPr>
      </p:pic>
      <p:pic>
        <p:nvPicPr>
          <p:cNvPr id="2390" name="New picture"/>
          <p:cNvPicPr/>
          <p:nvPr/>
        </p:nvPicPr>
        <p:blipFill>
          <a:blip r:embed="rId1436"/>
          <a:srcRect/>
          <a:stretch>
            <a:fillRect/>
          </a:stretch>
        </p:blipFill>
        <p:spPr>
          <a:xfrm>
            <a:off x="4143756" y="7521415"/>
            <a:ext cx="77915" cy="82391"/>
          </a:xfrm>
          <a:prstGeom prst="rect"/>
          <a:ln w="0">
            <a:noFill/>
          </a:ln>
        </p:spPr>
      </p:pic>
      <p:sp>
        <p:nvSpPr>
          <p:cNvPr id="2391" name="New shape"/>
          <p:cNvSpPr/>
          <p:nvPr/>
        </p:nvSpPr>
        <p:spPr>
          <a:xfrm>
            <a:off x="4157472" y="753208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2" name="New picture"/>
          <p:cNvPicPr/>
          <p:nvPr/>
        </p:nvPicPr>
        <p:blipFill>
          <a:blip r:embed="rId1437"/>
          <a:srcRect/>
          <a:stretch>
            <a:fillRect/>
          </a:stretch>
        </p:blipFill>
        <p:spPr>
          <a:xfrm>
            <a:off x="4241482" y="7521511"/>
            <a:ext cx="70295" cy="79343"/>
          </a:xfrm>
          <a:prstGeom prst="rect"/>
          <a:ln w="0">
            <a:noFill/>
          </a:ln>
        </p:spPr>
      </p:pic>
      <p:pic>
        <p:nvPicPr>
          <p:cNvPr id="2393" name="New picture"/>
          <p:cNvPicPr/>
          <p:nvPr/>
        </p:nvPicPr>
        <p:blipFill>
          <a:blip r:embed="rId1438"/>
          <a:srcRect/>
          <a:stretch>
            <a:fillRect/>
          </a:stretch>
        </p:blipFill>
        <p:spPr>
          <a:xfrm>
            <a:off x="4326922" y="7521511"/>
            <a:ext cx="58102" cy="82391"/>
          </a:xfrm>
          <a:prstGeom prst="rect"/>
          <a:ln w="0">
            <a:noFill/>
          </a:ln>
        </p:spPr>
      </p:pic>
      <p:pic>
        <p:nvPicPr>
          <p:cNvPr id="2394" name="New picture"/>
          <p:cNvPicPr/>
          <p:nvPr/>
        </p:nvPicPr>
        <p:blipFill>
          <a:blip r:embed="rId1439"/>
          <a:srcRect/>
          <a:stretch>
            <a:fillRect/>
          </a:stretch>
        </p:blipFill>
        <p:spPr>
          <a:xfrm>
            <a:off x="4438555" y="7492460"/>
            <a:ext cx="74771" cy="111442"/>
          </a:xfrm>
          <a:prstGeom prst="rect"/>
          <a:ln w="0">
            <a:noFill/>
          </a:ln>
        </p:spPr>
      </p:pic>
      <p:sp>
        <p:nvSpPr>
          <p:cNvPr id="2395" name="New shape"/>
          <p:cNvSpPr/>
          <p:nvPr/>
        </p:nvSpPr>
        <p:spPr>
          <a:xfrm>
            <a:off x="4452271" y="7532179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6" name="New picture"/>
          <p:cNvPicPr/>
          <p:nvPr/>
        </p:nvPicPr>
        <p:blipFill>
          <a:blip r:embed="rId1440"/>
          <a:srcRect/>
          <a:stretch>
            <a:fillRect/>
          </a:stretch>
        </p:blipFill>
        <p:spPr>
          <a:xfrm>
            <a:off x="4533138" y="7521511"/>
            <a:ext cx="71818" cy="82391"/>
          </a:xfrm>
          <a:prstGeom prst="rect"/>
          <a:ln w="0">
            <a:noFill/>
          </a:ln>
        </p:spPr>
      </p:pic>
      <p:sp>
        <p:nvSpPr>
          <p:cNvPr id="2397" name="New shape"/>
          <p:cNvSpPr/>
          <p:nvPr/>
        </p:nvSpPr>
        <p:spPr>
          <a:xfrm>
            <a:off x="4546949" y="753065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8" name="New picture"/>
          <p:cNvPicPr/>
          <p:nvPr/>
        </p:nvPicPr>
        <p:blipFill>
          <a:blip r:embed="rId1441"/>
          <a:srcRect/>
          <a:stretch>
            <a:fillRect/>
          </a:stretch>
        </p:blipFill>
        <p:spPr>
          <a:xfrm>
            <a:off x="4664583" y="7521416"/>
            <a:ext cx="74771" cy="117539"/>
          </a:xfrm>
          <a:prstGeom prst="rect"/>
          <a:ln w="0">
            <a:noFill/>
          </a:ln>
        </p:spPr>
      </p:pic>
      <p:sp>
        <p:nvSpPr>
          <p:cNvPr id="2399" name="New shape"/>
          <p:cNvSpPr/>
          <p:nvPr/>
        </p:nvSpPr>
        <p:spPr>
          <a:xfrm>
            <a:off x="4678299" y="7532179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0" name="New picture"/>
          <p:cNvPicPr/>
          <p:nvPr/>
        </p:nvPicPr>
        <p:blipFill>
          <a:blip r:embed="rId1442"/>
          <a:srcRect/>
          <a:stretch>
            <a:fillRect/>
          </a:stretch>
        </p:blipFill>
        <p:spPr>
          <a:xfrm>
            <a:off x="4754594" y="7521417"/>
            <a:ext cx="71723" cy="82391"/>
          </a:xfrm>
          <a:prstGeom prst="rect"/>
          <a:ln w="0">
            <a:noFill/>
          </a:ln>
        </p:spPr>
      </p:pic>
      <p:sp>
        <p:nvSpPr>
          <p:cNvPr id="2401" name="New shape"/>
          <p:cNvSpPr/>
          <p:nvPr/>
        </p:nvSpPr>
        <p:spPr>
          <a:xfrm>
            <a:off x="4766786" y="753056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2" name="New picture"/>
          <p:cNvPicPr/>
          <p:nvPr/>
        </p:nvPicPr>
        <p:blipFill>
          <a:blip r:embed="rId1443"/>
          <a:srcRect/>
          <a:stretch>
            <a:fillRect/>
          </a:stretch>
        </p:blipFill>
        <p:spPr>
          <a:xfrm>
            <a:off x="4844701" y="7521511"/>
            <a:ext cx="42767" cy="79343"/>
          </a:xfrm>
          <a:prstGeom prst="rect"/>
          <a:ln w="0">
            <a:noFill/>
          </a:ln>
        </p:spPr>
      </p:pic>
      <p:pic>
        <p:nvPicPr>
          <p:cNvPr id="2403" name="New picture"/>
          <p:cNvPicPr/>
          <p:nvPr/>
        </p:nvPicPr>
        <p:blipFill>
          <a:blip r:embed="rId1444"/>
          <a:srcRect/>
          <a:stretch>
            <a:fillRect/>
          </a:stretch>
        </p:blipFill>
        <p:spPr>
          <a:xfrm>
            <a:off x="4893564" y="7521512"/>
            <a:ext cx="56483" cy="82486"/>
          </a:xfrm>
          <a:prstGeom prst="rect"/>
          <a:ln w="0">
            <a:noFill/>
          </a:ln>
        </p:spPr>
      </p:pic>
      <p:pic>
        <p:nvPicPr>
          <p:cNvPr id="2404" name="New picture"/>
          <p:cNvPicPr/>
          <p:nvPr/>
        </p:nvPicPr>
        <p:blipFill>
          <a:blip r:embed="rId1445"/>
          <a:srcRect/>
          <a:stretch>
            <a:fillRect/>
          </a:stretch>
        </p:blipFill>
        <p:spPr>
          <a:xfrm>
            <a:off x="4963763" y="7521416"/>
            <a:ext cx="79439" cy="82486"/>
          </a:xfrm>
          <a:prstGeom prst="rect"/>
          <a:ln w="0">
            <a:noFill/>
          </a:ln>
        </p:spPr>
      </p:pic>
      <p:sp>
        <p:nvSpPr>
          <p:cNvPr id="2405" name="New shape"/>
          <p:cNvSpPr/>
          <p:nvPr/>
        </p:nvSpPr>
        <p:spPr>
          <a:xfrm>
            <a:off x="4977574" y="7532179"/>
            <a:ext cx="51912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6" name="New picture"/>
          <p:cNvPicPr/>
          <p:nvPr/>
        </p:nvPicPr>
        <p:blipFill>
          <a:blip r:embed="rId1446"/>
          <a:srcRect/>
          <a:stretch>
            <a:fillRect/>
          </a:stretch>
        </p:blipFill>
        <p:spPr>
          <a:xfrm>
            <a:off x="5063013" y="7521511"/>
            <a:ext cx="68675" cy="79343"/>
          </a:xfrm>
          <a:prstGeom prst="rect"/>
          <a:ln w="0">
            <a:noFill/>
          </a:ln>
        </p:spPr>
      </p:pic>
      <p:pic>
        <p:nvPicPr>
          <p:cNvPr id="2407" name="New picture"/>
          <p:cNvPicPr/>
          <p:nvPr/>
        </p:nvPicPr>
        <p:blipFill>
          <a:blip r:embed="rId1447"/>
          <a:srcRect/>
          <a:stretch>
            <a:fillRect/>
          </a:stretch>
        </p:blipFill>
        <p:spPr>
          <a:xfrm>
            <a:off x="5156168" y="7521511"/>
            <a:ext cx="70295" cy="79343"/>
          </a:xfrm>
          <a:prstGeom prst="rect"/>
          <a:ln w="0">
            <a:noFill/>
          </a:ln>
        </p:spPr>
      </p:pic>
      <p:pic>
        <p:nvPicPr>
          <p:cNvPr id="2408" name="New picture"/>
          <p:cNvPicPr/>
          <p:nvPr/>
        </p:nvPicPr>
        <p:blipFill>
          <a:blip r:embed="rId1448"/>
          <a:srcRect/>
          <a:stretch>
            <a:fillRect/>
          </a:stretch>
        </p:blipFill>
        <p:spPr>
          <a:xfrm>
            <a:off x="5246274" y="7521417"/>
            <a:ext cx="70295" cy="82391"/>
          </a:xfrm>
          <a:prstGeom prst="rect"/>
          <a:ln w="0">
            <a:noFill/>
          </a:ln>
        </p:spPr>
      </p:pic>
      <p:sp>
        <p:nvSpPr>
          <p:cNvPr id="2409" name="New shape"/>
          <p:cNvSpPr/>
          <p:nvPr/>
        </p:nvSpPr>
        <p:spPr>
          <a:xfrm>
            <a:off x="5258467" y="753056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0" name="New picture"/>
          <p:cNvPicPr/>
          <p:nvPr/>
        </p:nvPicPr>
        <p:blipFill>
          <a:blip r:embed="rId1449"/>
          <a:srcRect/>
          <a:stretch>
            <a:fillRect/>
          </a:stretch>
        </p:blipFill>
        <p:spPr>
          <a:xfrm>
            <a:off x="5328761" y="7521511"/>
            <a:ext cx="58007" cy="82391"/>
          </a:xfrm>
          <a:prstGeom prst="rect"/>
          <a:ln w="0">
            <a:noFill/>
          </a:ln>
        </p:spPr>
      </p:pic>
      <p:pic>
        <p:nvPicPr>
          <p:cNvPr id="2411" name="New picture"/>
          <p:cNvPicPr/>
          <p:nvPr/>
        </p:nvPicPr>
        <p:blipFill>
          <a:blip r:embed="rId1450"/>
          <a:srcRect/>
          <a:stretch>
            <a:fillRect/>
          </a:stretch>
        </p:blipFill>
        <p:spPr>
          <a:xfrm>
            <a:off x="5438680" y="7521416"/>
            <a:ext cx="65722" cy="82486"/>
          </a:xfrm>
          <a:prstGeom prst="rect"/>
          <a:ln w="0">
            <a:noFill/>
          </a:ln>
        </p:spPr>
      </p:pic>
      <p:sp>
        <p:nvSpPr>
          <p:cNvPr id="2412" name="New shape"/>
          <p:cNvSpPr/>
          <p:nvPr/>
        </p:nvSpPr>
        <p:spPr>
          <a:xfrm>
            <a:off x="5450872" y="7562659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13" name="New shape"/>
          <p:cNvSpPr/>
          <p:nvPr/>
        </p:nvSpPr>
        <p:spPr>
          <a:xfrm>
            <a:off x="5457063" y="7486364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4" name="New picture"/>
          <p:cNvPicPr/>
          <p:nvPr/>
        </p:nvPicPr>
        <p:blipFill>
          <a:blip r:embed="rId1451"/>
          <a:srcRect/>
          <a:stretch>
            <a:fillRect/>
          </a:stretch>
        </p:blipFill>
        <p:spPr>
          <a:xfrm>
            <a:off x="5559361" y="7521511"/>
            <a:ext cx="56483" cy="82391"/>
          </a:xfrm>
          <a:prstGeom prst="rect"/>
          <a:ln w="0">
            <a:noFill/>
          </a:ln>
        </p:spPr>
      </p:pic>
      <p:pic>
        <p:nvPicPr>
          <p:cNvPr id="2415" name="New picture"/>
          <p:cNvPicPr/>
          <p:nvPr/>
        </p:nvPicPr>
        <p:blipFill>
          <a:blip r:embed="rId1452"/>
          <a:srcRect/>
          <a:stretch>
            <a:fillRect/>
          </a:stretch>
        </p:blipFill>
        <p:spPr>
          <a:xfrm>
            <a:off x="5634133" y="7522941"/>
            <a:ext cx="70295" cy="80867"/>
          </a:xfrm>
          <a:prstGeom prst="rect"/>
          <a:ln w="0">
            <a:noFill/>
          </a:ln>
        </p:spPr>
      </p:pic>
      <p:sp>
        <p:nvSpPr>
          <p:cNvPr id="2416" name="New shape"/>
          <p:cNvSpPr/>
          <p:nvPr/>
        </p:nvSpPr>
        <p:spPr>
          <a:xfrm>
            <a:off x="5730335" y="7523035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7" name="New picture"/>
          <p:cNvPicPr/>
          <p:nvPr/>
        </p:nvPicPr>
        <p:blipFill>
          <a:blip r:embed="rId1453"/>
          <a:srcRect/>
          <a:stretch>
            <a:fillRect/>
          </a:stretch>
        </p:blipFill>
        <p:spPr>
          <a:xfrm>
            <a:off x="5727287" y="7489412"/>
            <a:ext cx="18288" cy="15335"/>
          </a:xfrm>
          <a:prstGeom prst="rect"/>
          <a:ln w="0">
            <a:noFill/>
          </a:ln>
        </p:spPr>
      </p:pic>
      <p:pic>
        <p:nvPicPr>
          <p:cNvPr id="2418" name="New picture"/>
          <p:cNvPicPr/>
          <p:nvPr/>
        </p:nvPicPr>
        <p:blipFill>
          <a:blip r:embed="rId1454"/>
          <a:srcRect/>
          <a:stretch>
            <a:fillRect/>
          </a:stretch>
        </p:blipFill>
        <p:spPr>
          <a:xfrm>
            <a:off x="5756339" y="7523035"/>
            <a:ext cx="73247" cy="77819"/>
          </a:xfrm>
          <a:prstGeom prst="rect"/>
          <a:ln w="0">
            <a:noFill/>
          </a:ln>
        </p:spPr>
      </p:pic>
      <p:pic>
        <p:nvPicPr>
          <p:cNvPr id="2419" name="New picture"/>
          <p:cNvPicPr/>
          <p:nvPr/>
        </p:nvPicPr>
        <p:blipFill>
          <a:blip r:embed="rId1455"/>
          <a:srcRect/>
          <a:stretch>
            <a:fillRect/>
          </a:stretch>
        </p:blipFill>
        <p:spPr>
          <a:xfrm>
            <a:off x="5843397" y="7521415"/>
            <a:ext cx="42767" cy="79343"/>
          </a:xfrm>
          <a:prstGeom prst="rect"/>
          <a:ln w="0">
            <a:noFill/>
          </a:ln>
        </p:spPr>
      </p:pic>
      <p:pic>
        <p:nvPicPr>
          <p:cNvPr id="2420" name="New picture"/>
          <p:cNvPicPr/>
          <p:nvPr/>
        </p:nvPicPr>
        <p:blipFill>
          <a:blip r:embed="rId1456"/>
          <a:srcRect/>
          <a:stretch>
            <a:fillRect/>
          </a:stretch>
        </p:blipFill>
        <p:spPr>
          <a:xfrm>
            <a:off x="5890640" y="7521417"/>
            <a:ext cx="71818" cy="82391"/>
          </a:xfrm>
          <a:prstGeom prst="rect"/>
          <a:ln w="0">
            <a:noFill/>
          </a:ln>
        </p:spPr>
      </p:pic>
      <p:sp>
        <p:nvSpPr>
          <p:cNvPr id="2421" name="New shape"/>
          <p:cNvSpPr/>
          <p:nvPr/>
        </p:nvSpPr>
        <p:spPr>
          <a:xfrm>
            <a:off x="5904452" y="7530560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2" name="New picture"/>
          <p:cNvPicPr/>
          <p:nvPr/>
        </p:nvPicPr>
        <p:blipFill>
          <a:blip r:embed="rId1457"/>
          <a:srcRect/>
          <a:stretch>
            <a:fillRect/>
          </a:stretch>
        </p:blipFill>
        <p:spPr>
          <a:xfrm>
            <a:off x="6012847" y="7521511"/>
            <a:ext cx="58007" cy="82391"/>
          </a:xfrm>
          <a:prstGeom prst="rect"/>
          <a:ln w="0">
            <a:noFill/>
          </a:ln>
        </p:spPr>
      </p:pic>
      <p:pic>
        <p:nvPicPr>
          <p:cNvPr id="2423" name="New picture"/>
          <p:cNvPicPr/>
          <p:nvPr/>
        </p:nvPicPr>
        <p:blipFill>
          <a:blip r:embed="rId1458"/>
          <a:srcRect/>
          <a:stretch>
            <a:fillRect/>
          </a:stretch>
        </p:blipFill>
        <p:spPr>
          <a:xfrm>
            <a:off x="6089237" y="7522941"/>
            <a:ext cx="70199" cy="80962"/>
          </a:xfrm>
          <a:prstGeom prst="rect"/>
          <a:ln w="0">
            <a:noFill/>
          </a:ln>
        </p:spPr>
      </p:pic>
      <p:pic>
        <p:nvPicPr>
          <p:cNvPr id="2424" name="New picture"/>
          <p:cNvPicPr/>
          <p:nvPr/>
        </p:nvPicPr>
        <p:blipFill>
          <a:blip r:embed="rId1459"/>
          <a:srcRect/>
          <a:stretch>
            <a:fillRect/>
          </a:stretch>
        </p:blipFill>
        <p:spPr>
          <a:xfrm>
            <a:off x="6183916" y="7521511"/>
            <a:ext cx="42767" cy="79343"/>
          </a:xfrm>
          <a:prstGeom prst="rect"/>
          <a:ln w="0">
            <a:noFill/>
          </a:ln>
        </p:spPr>
      </p:pic>
      <p:pic>
        <p:nvPicPr>
          <p:cNvPr id="2425" name="New picture"/>
          <p:cNvPicPr/>
          <p:nvPr/>
        </p:nvPicPr>
        <p:blipFill>
          <a:blip r:embed="rId1460"/>
          <a:srcRect/>
          <a:stretch>
            <a:fillRect/>
          </a:stretch>
        </p:blipFill>
        <p:spPr>
          <a:xfrm>
            <a:off x="6267831" y="7492460"/>
            <a:ext cx="80962" cy="108395"/>
          </a:xfrm>
          <a:prstGeom prst="rect"/>
          <a:ln w="0">
            <a:noFill/>
          </a:ln>
        </p:spPr>
      </p:pic>
      <p:pic>
        <p:nvPicPr>
          <p:cNvPr id="2426" name="New picture"/>
          <p:cNvPicPr/>
          <p:nvPr/>
        </p:nvPicPr>
        <p:blipFill>
          <a:blip r:embed="rId1461"/>
          <a:srcRect/>
          <a:stretch>
            <a:fillRect/>
          </a:stretch>
        </p:blipFill>
        <p:spPr>
          <a:xfrm>
            <a:off x="6347269" y="7522940"/>
            <a:ext cx="111442" cy="77915"/>
          </a:xfrm>
          <a:prstGeom prst="rect"/>
          <a:ln w="0">
            <a:noFill/>
          </a:ln>
        </p:spPr>
      </p:pic>
      <p:sp>
        <p:nvSpPr>
          <p:cNvPr id="2427" name="New shape"/>
          <p:cNvSpPr/>
          <p:nvPr/>
        </p:nvSpPr>
        <p:spPr>
          <a:xfrm>
            <a:off x="6475475" y="7523035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8" name="New picture"/>
          <p:cNvPicPr/>
          <p:nvPr/>
        </p:nvPicPr>
        <p:blipFill>
          <a:blip r:embed="rId1462"/>
          <a:srcRect/>
          <a:stretch>
            <a:fillRect/>
          </a:stretch>
        </p:blipFill>
        <p:spPr>
          <a:xfrm>
            <a:off x="6473951" y="7489507"/>
            <a:ext cx="16859" cy="15240"/>
          </a:xfrm>
          <a:prstGeom prst="rect"/>
          <a:ln w="0">
            <a:noFill/>
          </a:ln>
        </p:spPr>
      </p:pic>
      <p:pic>
        <p:nvPicPr>
          <p:cNvPr id="2429" name="New picture"/>
          <p:cNvPicPr/>
          <p:nvPr/>
        </p:nvPicPr>
        <p:blipFill>
          <a:blip r:embed="rId1463"/>
          <a:srcRect/>
          <a:stretch>
            <a:fillRect/>
          </a:stretch>
        </p:blipFill>
        <p:spPr>
          <a:xfrm>
            <a:off x="6504622" y="7499984"/>
            <a:ext cx="47339" cy="103822"/>
          </a:xfrm>
          <a:prstGeom prst="rect"/>
          <a:ln w="0">
            <a:noFill/>
          </a:ln>
        </p:spPr>
      </p:pic>
      <p:pic>
        <p:nvPicPr>
          <p:cNvPr id="2430" name="New picture"/>
          <p:cNvPicPr/>
          <p:nvPr/>
        </p:nvPicPr>
        <p:blipFill>
          <a:blip r:embed="rId1464"/>
          <a:srcRect/>
          <a:stretch>
            <a:fillRect/>
          </a:stretch>
        </p:blipFill>
        <p:spPr>
          <a:xfrm>
            <a:off x="6559486" y="7500080"/>
            <a:ext cx="47339" cy="103727"/>
          </a:xfrm>
          <a:prstGeom prst="rect"/>
          <a:ln w="0">
            <a:noFill/>
          </a:ln>
        </p:spPr>
      </p:pic>
      <p:pic>
        <p:nvPicPr>
          <p:cNvPr id="2431" name="New picture"/>
          <p:cNvPicPr/>
          <p:nvPr/>
        </p:nvPicPr>
        <p:blipFill>
          <a:blip r:embed="rId1465"/>
          <a:srcRect/>
          <a:stretch>
            <a:fillRect/>
          </a:stretch>
        </p:blipFill>
        <p:spPr>
          <a:xfrm>
            <a:off x="6617495" y="7521417"/>
            <a:ext cx="70294" cy="82391"/>
          </a:xfrm>
          <a:prstGeom prst="rect"/>
          <a:ln w="0">
            <a:noFill/>
          </a:ln>
        </p:spPr>
      </p:pic>
      <p:sp>
        <p:nvSpPr>
          <p:cNvPr id="2432" name="New shape"/>
          <p:cNvSpPr/>
          <p:nvPr/>
        </p:nvSpPr>
        <p:spPr>
          <a:xfrm>
            <a:off x="6629687" y="753056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3" name="New picture"/>
          <p:cNvPicPr/>
          <p:nvPr/>
        </p:nvPicPr>
        <p:blipFill>
          <a:blip r:embed="rId1466"/>
          <a:srcRect/>
          <a:stretch>
            <a:fillRect/>
          </a:stretch>
        </p:blipFill>
        <p:spPr>
          <a:xfrm>
            <a:off x="6707696" y="7521511"/>
            <a:ext cx="42767" cy="79343"/>
          </a:xfrm>
          <a:prstGeom prst="rect"/>
          <a:ln w="0">
            <a:noFill/>
          </a:ln>
        </p:spPr>
      </p:pic>
      <p:pic>
        <p:nvPicPr>
          <p:cNvPr id="2434" name="New picture"/>
          <p:cNvPicPr/>
          <p:nvPr/>
        </p:nvPicPr>
        <p:blipFill>
          <a:blip r:embed="rId1467"/>
          <a:srcRect/>
          <a:stretch>
            <a:fillRect/>
          </a:stretch>
        </p:blipFill>
        <p:spPr>
          <a:xfrm>
            <a:off x="677418" y="7750397"/>
            <a:ext cx="79439" cy="82391"/>
          </a:xfrm>
          <a:prstGeom prst="rect"/>
          <a:ln w="0">
            <a:noFill/>
          </a:ln>
        </p:spPr>
      </p:pic>
      <p:sp>
        <p:nvSpPr>
          <p:cNvPr id="2435" name="New shape"/>
          <p:cNvSpPr/>
          <p:nvPr/>
        </p:nvSpPr>
        <p:spPr>
          <a:xfrm>
            <a:off x="691134" y="776106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6" name="New picture"/>
          <p:cNvPicPr/>
          <p:nvPr/>
        </p:nvPicPr>
        <p:blipFill>
          <a:blip r:embed="rId1468"/>
          <a:srcRect/>
          <a:stretch>
            <a:fillRect/>
          </a:stretch>
        </p:blipFill>
        <p:spPr>
          <a:xfrm>
            <a:off x="776668" y="7751921"/>
            <a:ext cx="68675" cy="80868"/>
          </a:xfrm>
          <a:prstGeom prst="rect"/>
          <a:ln w="0">
            <a:noFill/>
          </a:ln>
        </p:spPr>
      </p:pic>
      <p:pic>
        <p:nvPicPr>
          <p:cNvPr id="2437" name="New picture"/>
          <p:cNvPicPr/>
          <p:nvPr/>
        </p:nvPicPr>
        <p:blipFill>
          <a:blip r:embed="rId1469"/>
          <a:srcRect/>
          <a:stretch>
            <a:fillRect/>
          </a:stretch>
        </p:blipFill>
        <p:spPr>
          <a:xfrm>
            <a:off x="904875" y="7721440"/>
            <a:ext cx="74866" cy="111347"/>
          </a:xfrm>
          <a:prstGeom prst="rect"/>
          <a:ln w="0">
            <a:noFill/>
          </a:ln>
        </p:spPr>
      </p:pic>
      <p:sp>
        <p:nvSpPr>
          <p:cNvPr id="2438" name="New shape"/>
          <p:cNvSpPr/>
          <p:nvPr/>
        </p:nvSpPr>
        <p:spPr>
          <a:xfrm>
            <a:off x="918686" y="776106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9" name="New picture"/>
          <p:cNvPicPr/>
          <p:nvPr/>
        </p:nvPicPr>
        <p:blipFill>
          <a:blip r:embed="rId1470"/>
          <a:srcRect/>
          <a:stretch>
            <a:fillRect/>
          </a:stretch>
        </p:blipFill>
        <p:spPr>
          <a:xfrm>
            <a:off x="999649" y="7750302"/>
            <a:ext cx="71723" cy="82391"/>
          </a:xfrm>
          <a:prstGeom prst="rect"/>
          <a:ln w="0">
            <a:noFill/>
          </a:ln>
        </p:spPr>
      </p:pic>
      <p:sp>
        <p:nvSpPr>
          <p:cNvPr id="2440" name="New shape"/>
          <p:cNvSpPr/>
          <p:nvPr/>
        </p:nvSpPr>
        <p:spPr>
          <a:xfrm>
            <a:off x="1013365" y="775944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1" name="New picture"/>
          <p:cNvPicPr/>
          <p:nvPr/>
        </p:nvPicPr>
        <p:blipFill>
          <a:blip r:embed="rId1471"/>
          <a:srcRect/>
          <a:stretch>
            <a:fillRect/>
          </a:stretch>
        </p:blipFill>
        <p:spPr>
          <a:xfrm>
            <a:off x="1130999" y="7750397"/>
            <a:ext cx="42767" cy="79343"/>
          </a:xfrm>
          <a:prstGeom prst="rect"/>
          <a:ln w="0">
            <a:noFill/>
          </a:ln>
        </p:spPr>
      </p:pic>
      <p:pic>
        <p:nvPicPr>
          <p:cNvPr id="2442" name="New picture"/>
          <p:cNvPicPr/>
          <p:nvPr/>
        </p:nvPicPr>
        <p:blipFill>
          <a:blip r:embed="rId1472"/>
          <a:srcRect/>
          <a:stretch>
            <a:fillRect/>
          </a:stretch>
        </p:blipFill>
        <p:spPr>
          <a:xfrm>
            <a:off x="1178243" y="7750302"/>
            <a:ext cx="71818" cy="82391"/>
          </a:xfrm>
          <a:prstGeom prst="rect"/>
          <a:ln w="0">
            <a:noFill/>
          </a:ln>
        </p:spPr>
      </p:pic>
      <p:sp>
        <p:nvSpPr>
          <p:cNvPr id="2443" name="New shape"/>
          <p:cNvSpPr/>
          <p:nvPr/>
        </p:nvSpPr>
        <p:spPr>
          <a:xfrm>
            <a:off x="1192054" y="7759446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4" name="New picture"/>
          <p:cNvPicPr/>
          <p:nvPr/>
        </p:nvPicPr>
        <p:blipFill>
          <a:blip r:embed="rId1473"/>
          <a:srcRect/>
          <a:stretch>
            <a:fillRect/>
          </a:stretch>
        </p:blipFill>
        <p:spPr>
          <a:xfrm>
            <a:off x="1269873" y="7750397"/>
            <a:ext cx="74866" cy="117443"/>
          </a:xfrm>
          <a:prstGeom prst="rect"/>
          <a:ln w="0">
            <a:noFill/>
          </a:ln>
        </p:spPr>
      </p:pic>
      <p:sp>
        <p:nvSpPr>
          <p:cNvPr id="2445" name="New shape"/>
          <p:cNvSpPr/>
          <p:nvPr/>
        </p:nvSpPr>
        <p:spPr>
          <a:xfrm>
            <a:off x="1283684" y="776106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6" name="New picture"/>
          <p:cNvPicPr/>
          <p:nvPr/>
        </p:nvPicPr>
        <p:blipFill>
          <a:blip r:embed="rId1474"/>
          <a:srcRect/>
          <a:stretch>
            <a:fillRect/>
          </a:stretch>
        </p:blipFill>
        <p:spPr>
          <a:xfrm>
            <a:off x="1359980" y="7750302"/>
            <a:ext cx="71818" cy="82391"/>
          </a:xfrm>
          <a:prstGeom prst="rect"/>
          <a:ln w="0">
            <a:noFill/>
          </a:ln>
        </p:spPr>
      </p:pic>
      <p:sp>
        <p:nvSpPr>
          <p:cNvPr id="2447" name="New shape"/>
          <p:cNvSpPr/>
          <p:nvPr/>
        </p:nvSpPr>
        <p:spPr>
          <a:xfrm>
            <a:off x="1373791" y="7759446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48" name="New shape"/>
          <p:cNvSpPr/>
          <p:nvPr/>
        </p:nvSpPr>
        <p:spPr>
          <a:xfrm>
            <a:off x="1384459" y="7715155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9" name="New picture"/>
          <p:cNvPicPr/>
          <p:nvPr/>
        </p:nvPicPr>
        <p:blipFill>
          <a:blip r:embed="rId1475"/>
          <a:srcRect/>
          <a:stretch>
            <a:fillRect/>
          </a:stretch>
        </p:blipFill>
        <p:spPr>
          <a:xfrm>
            <a:off x="1451610" y="7750397"/>
            <a:ext cx="42767" cy="79343"/>
          </a:xfrm>
          <a:prstGeom prst="rect"/>
          <a:ln w="0">
            <a:noFill/>
          </a:ln>
        </p:spPr>
      </p:pic>
      <p:pic>
        <p:nvPicPr>
          <p:cNvPr id="2450" name="New picture"/>
          <p:cNvPicPr/>
          <p:nvPr/>
        </p:nvPicPr>
        <p:blipFill>
          <a:blip r:embed="rId1476"/>
          <a:srcRect/>
          <a:stretch>
            <a:fillRect/>
          </a:stretch>
        </p:blipFill>
        <p:spPr>
          <a:xfrm>
            <a:off x="1500473" y="7750302"/>
            <a:ext cx="70294" cy="82486"/>
          </a:xfrm>
          <a:prstGeom prst="rect"/>
          <a:ln w="0">
            <a:noFill/>
          </a:ln>
        </p:spPr>
      </p:pic>
      <p:sp>
        <p:nvSpPr>
          <p:cNvPr id="2451" name="New shape"/>
          <p:cNvSpPr/>
          <p:nvPr/>
        </p:nvSpPr>
        <p:spPr>
          <a:xfrm>
            <a:off x="1512665" y="775954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2" name="New picture"/>
          <p:cNvPicPr/>
          <p:nvPr/>
        </p:nvPicPr>
        <p:blipFill>
          <a:blip r:embed="rId1477"/>
          <a:srcRect/>
          <a:stretch>
            <a:fillRect/>
          </a:stretch>
        </p:blipFill>
        <p:spPr>
          <a:xfrm>
            <a:off x="1590485" y="7750397"/>
            <a:ext cx="42767" cy="79343"/>
          </a:xfrm>
          <a:prstGeom prst="rect"/>
          <a:ln w="0">
            <a:noFill/>
          </a:ln>
        </p:spPr>
      </p:pic>
      <p:sp>
        <p:nvSpPr>
          <p:cNvPr id="2453" name="New shape"/>
          <p:cNvSpPr/>
          <p:nvPr/>
        </p:nvSpPr>
        <p:spPr>
          <a:xfrm>
            <a:off x="1687068" y="77221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4" name="New picture"/>
          <p:cNvPicPr/>
          <p:nvPr/>
        </p:nvPicPr>
        <p:blipFill>
          <a:blip r:embed="rId1478"/>
          <a:srcRect/>
          <a:stretch>
            <a:fillRect/>
          </a:stretch>
        </p:blipFill>
        <p:spPr>
          <a:xfrm>
            <a:off x="1721929" y="7750302"/>
            <a:ext cx="70199" cy="82391"/>
          </a:xfrm>
          <a:prstGeom prst="rect"/>
          <a:ln w="0">
            <a:noFill/>
          </a:ln>
        </p:spPr>
      </p:pic>
      <p:sp>
        <p:nvSpPr>
          <p:cNvPr id="2455" name="New shape"/>
          <p:cNvSpPr/>
          <p:nvPr/>
        </p:nvSpPr>
        <p:spPr>
          <a:xfrm>
            <a:off x="1734121" y="775944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6" name="New picture"/>
          <p:cNvPicPr/>
          <p:nvPr/>
        </p:nvPicPr>
        <p:blipFill>
          <a:blip r:embed="rId1479"/>
          <a:srcRect/>
          <a:stretch>
            <a:fillRect/>
          </a:stretch>
        </p:blipFill>
        <p:spPr>
          <a:xfrm>
            <a:off x="1804416" y="7750397"/>
            <a:ext cx="56483" cy="82391"/>
          </a:xfrm>
          <a:prstGeom prst="rect"/>
          <a:ln w="0">
            <a:noFill/>
          </a:ln>
        </p:spPr>
      </p:pic>
      <p:pic>
        <p:nvPicPr>
          <p:cNvPr id="2457" name="New picture"/>
          <p:cNvPicPr/>
          <p:nvPr/>
        </p:nvPicPr>
        <p:blipFill>
          <a:blip r:embed="rId1480"/>
          <a:srcRect/>
          <a:stretch>
            <a:fillRect/>
          </a:stretch>
        </p:blipFill>
        <p:spPr>
          <a:xfrm>
            <a:off x="1911286" y="7750397"/>
            <a:ext cx="58007" cy="82391"/>
          </a:xfrm>
          <a:prstGeom prst="rect"/>
          <a:ln w="0">
            <a:noFill/>
          </a:ln>
        </p:spPr>
      </p:pic>
      <p:pic>
        <p:nvPicPr>
          <p:cNvPr id="2458" name="New picture"/>
          <p:cNvPicPr/>
          <p:nvPr/>
        </p:nvPicPr>
        <p:blipFill>
          <a:blip r:embed="rId1481"/>
          <a:srcRect/>
          <a:stretch>
            <a:fillRect/>
          </a:stretch>
        </p:blipFill>
        <p:spPr>
          <a:xfrm>
            <a:off x="1987677" y="7750302"/>
            <a:ext cx="74771" cy="117539"/>
          </a:xfrm>
          <a:prstGeom prst="rect"/>
          <a:ln w="0">
            <a:noFill/>
          </a:ln>
        </p:spPr>
      </p:pic>
      <p:sp>
        <p:nvSpPr>
          <p:cNvPr id="2459" name="New shape"/>
          <p:cNvSpPr/>
          <p:nvPr/>
        </p:nvSpPr>
        <p:spPr>
          <a:xfrm>
            <a:off x="2001393" y="7761065"/>
            <a:ext cx="47339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0" name="New picture"/>
          <p:cNvPicPr/>
          <p:nvPr/>
        </p:nvPicPr>
        <p:blipFill>
          <a:blip r:embed="rId1482"/>
          <a:srcRect/>
          <a:stretch>
            <a:fillRect/>
          </a:stretch>
        </p:blipFill>
        <p:spPr>
          <a:xfrm>
            <a:off x="2076164" y="7750302"/>
            <a:ext cx="65627" cy="82391"/>
          </a:xfrm>
          <a:prstGeom prst="rect"/>
          <a:ln w="0">
            <a:noFill/>
          </a:ln>
        </p:spPr>
      </p:pic>
      <p:sp>
        <p:nvSpPr>
          <p:cNvPr id="2461" name="New shape"/>
          <p:cNvSpPr/>
          <p:nvPr/>
        </p:nvSpPr>
        <p:spPr>
          <a:xfrm>
            <a:off x="2089880" y="7791545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2" name="New picture"/>
          <p:cNvPicPr/>
          <p:nvPr/>
        </p:nvPicPr>
        <p:blipFill>
          <a:blip r:embed="rId1483"/>
          <a:srcRect/>
          <a:stretch>
            <a:fillRect/>
          </a:stretch>
        </p:blipFill>
        <p:spPr>
          <a:xfrm>
            <a:off x="2166271" y="7750397"/>
            <a:ext cx="120682" cy="79343"/>
          </a:xfrm>
          <a:prstGeom prst="rect"/>
          <a:ln w="0">
            <a:noFill/>
          </a:ln>
        </p:spPr>
      </p:pic>
      <p:pic>
        <p:nvPicPr>
          <p:cNvPr id="2463" name="New picture"/>
          <p:cNvPicPr/>
          <p:nvPr/>
        </p:nvPicPr>
        <p:blipFill>
          <a:blip r:embed="rId1484"/>
          <a:srcRect/>
          <a:stretch>
            <a:fillRect/>
          </a:stretch>
        </p:blipFill>
        <p:spPr>
          <a:xfrm>
            <a:off x="2302192" y="7750397"/>
            <a:ext cx="58007" cy="82391"/>
          </a:xfrm>
          <a:prstGeom prst="rect"/>
          <a:ln w="0">
            <a:noFill/>
          </a:ln>
        </p:spPr>
      </p:pic>
      <p:pic>
        <p:nvPicPr>
          <p:cNvPr id="2464" name="New picture"/>
          <p:cNvPicPr/>
          <p:nvPr/>
        </p:nvPicPr>
        <p:blipFill>
          <a:blip r:embed="rId1485"/>
          <a:srcRect/>
          <a:stretch>
            <a:fillRect/>
          </a:stretch>
        </p:blipFill>
        <p:spPr>
          <a:xfrm>
            <a:off x="2413635" y="7750397"/>
            <a:ext cx="71818" cy="82391"/>
          </a:xfrm>
          <a:prstGeom prst="rect"/>
          <a:ln w="0">
            <a:noFill/>
          </a:ln>
        </p:spPr>
      </p:pic>
      <p:sp>
        <p:nvSpPr>
          <p:cNvPr id="2465" name="New shape"/>
          <p:cNvSpPr/>
          <p:nvPr/>
        </p:nvSpPr>
        <p:spPr>
          <a:xfrm>
            <a:off x="2427446" y="775954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6" name="New picture"/>
          <p:cNvPicPr/>
          <p:nvPr/>
        </p:nvPicPr>
        <p:blipFill>
          <a:blip r:embed="rId1486"/>
          <a:srcRect/>
          <a:stretch>
            <a:fillRect/>
          </a:stretch>
        </p:blipFill>
        <p:spPr>
          <a:xfrm>
            <a:off x="2505265" y="7750397"/>
            <a:ext cx="68675" cy="79343"/>
          </a:xfrm>
          <a:prstGeom prst="rect"/>
          <a:ln w="0">
            <a:noFill/>
          </a:ln>
        </p:spPr>
      </p:pic>
      <p:pic>
        <p:nvPicPr>
          <p:cNvPr id="2467" name="New picture"/>
          <p:cNvPicPr/>
          <p:nvPr/>
        </p:nvPicPr>
        <p:blipFill>
          <a:blip r:embed="rId1487"/>
          <a:srcRect/>
          <a:stretch>
            <a:fillRect/>
          </a:stretch>
        </p:blipFill>
        <p:spPr>
          <a:xfrm>
            <a:off x="2628995" y="7719822"/>
            <a:ext cx="51911" cy="109824"/>
          </a:xfrm>
          <a:prstGeom prst="rect"/>
          <a:ln w="0">
            <a:noFill/>
          </a:ln>
        </p:spPr>
      </p:pic>
      <p:pic>
        <p:nvPicPr>
          <p:cNvPr id="2468" name="New picture"/>
          <p:cNvPicPr/>
          <p:nvPr/>
        </p:nvPicPr>
        <p:blipFill>
          <a:blip r:embed="rId1488"/>
          <a:srcRect/>
          <a:stretch>
            <a:fillRect/>
          </a:stretch>
        </p:blipFill>
        <p:spPr>
          <a:xfrm>
            <a:off x="2683859" y="7750302"/>
            <a:ext cx="77914" cy="82486"/>
          </a:xfrm>
          <a:prstGeom prst="rect"/>
          <a:ln w="0">
            <a:noFill/>
          </a:ln>
        </p:spPr>
      </p:pic>
      <p:sp>
        <p:nvSpPr>
          <p:cNvPr id="2469" name="New shape"/>
          <p:cNvSpPr/>
          <p:nvPr/>
        </p:nvSpPr>
        <p:spPr>
          <a:xfrm>
            <a:off x="2697576" y="7761065"/>
            <a:ext cx="52006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0" name="New picture"/>
          <p:cNvPicPr/>
          <p:nvPr/>
        </p:nvPicPr>
        <p:blipFill>
          <a:blip r:embed="rId1489"/>
          <a:srcRect/>
          <a:stretch>
            <a:fillRect/>
          </a:stretch>
        </p:blipFill>
        <p:spPr>
          <a:xfrm>
            <a:off x="2781681" y="7750397"/>
            <a:ext cx="70294" cy="79343"/>
          </a:xfrm>
          <a:prstGeom prst="rect"/>
          <a:ln w="0">
            <a:noFill/>
          </a:ln>
        </p:spPr>
      </p:pic>
      <p:pic>
        <p:nvPicPr>
          <p:cNvPr id="2471" name="New picture"/>
          <p:cNvPicPr/>
          <p:nvPr/>
        </p:nvPicPr>
        <p:blipFill>
          <a:blip r:embed="rId1490"/>
          <a:srcRect/>
          <a:stretch>
            <a:fillRect/>
          </a:stretch>
        </p:blipFill>
        <p:spPr>
          <a:xfrm>
            <a:off x="2871788" y="7750397"/>
            <a:ext cx="64103" cy="82391"/>
          </a:xfrm>
          <a:prstGeom prst="rect"/>
          <a:ln w="0">
            <a:noFill/>
          </a:ln>
        </p:spPr>
      </p:pic>
      <p:pic>
        <p:nvPicPr>
          <p:cNvPr id="2472" name="New picture"/>
          <p:cNvPicPr/>
          <p:nvPr/>
        </p:nvPicPr>
        <p:blipFill>
          <a:blip r:embed="rId1491"/>
          <a:srcRect/>
          <a:stretch>
            <a:fillRect/>
          </a:stretch>
        </p:blipFill>
        <p:spPr>
          <a:xfrm>
            <a:off x="2946654" y="7728965"/>
            <a:ext cx="47339" cy="103822"/>
          </a:xfrm>
          <a:prstGeom prst="rect"/>
          <a:ln w="0">
            <a:noFill/>
          </a:ln>
        </p:spPr>
      </p:pic>
      <p:sp>
        <p:nvSpPr>
          <p:cNvPr id="2473" name="New shape"/>
          <p:cNvSpPr/>
          <p:nvPr/>
        </p:nvSpPr>
        <p:spPr>
          <a:xfrm>
            <a:off x="3012281" y="775192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4" name="New picture"/>
          <p:cNvPicPr/>
          <p:nvPr/>
        </p:nvPicPr>
        <p:blipFill>
          <a:blip r:embed="rId1492"/>
          <a:srcRect/>
          <a:stretch>
            <a:fillRect/>
          </a:stretch>
        </p:blipFill>
        <p:spPr>
          <a:xfrm>
            <a:off x="3009233" y="7718298"/>
            <a:ext cx="18288" cy="15335"/>
          </a:xfrm>
          <a:prstGeom prst="rect"/>
          <a:ln w="0">
            <a:noFill/>
          </a:ln>
        </p:spPr>
      </p:pic>
      <p:pic>
        <p:nvPicPr>
          <p:cNvPr id="2475" name="New picture"/>
          <p:cNvPicPr/>
          <p:nvPr/>
        </p:nvPicPr>
        <p:blipFill>
          <a:blip r:embed="rId1493"/>
          <a:srcRect/>
          <a:stretch>
            <a:fillRect/>
          </a:stretch>
        </p:blipFill>
        <p:spPr>
          <a:xfrm>
            <a:off x="3045809" y="7750302"/>
            <a:ext cx="77914" cy="82391"/>
          </a:xfrm>
          <a:prstGeom prst="rect"/>
          <a:ln w="0">
            <a:noFill/>
          </a:ln>
        </p:spPr>
      </p:pic>
      <p:sp>
        <p:nvSpPr>
          <p:cNvPr id="2476" name="New shape"/>
          <p:cNvSpPr/>
          <p:nvPr/>
        </p:nvSpPr>
        <p:spPr>
          <a:xfrm>
            <a:off x="3059525" y="7760970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7" name="New picture"/>
          <p:cNvPicPr/>
          <p:nvPr/>
        </p:nvPicPr>
        <p:blipFill>
          <a:blip r:embed="rId1494"/>
          <a:srcRect/>
          <a:stretch>
            <a:fillRect/>
          </a:stretch>
        </p:blipFill>
        <p:spPr>
          <a:xfrm>
            <a:off x="3143536" y="7750397"/>
            <a:ext cx="70294" cy="79343"/>
          </a:xfrm>
          <a:prstGeom prst="rect"/>
          <a:ln w="0">
            <a:noFill/>
          </a:ln>
        </p:spPr>
      </p:pic>
      <p:pic>
        <p:nvPicPr>
          <p:cNvPr id="2478" name="New picture"/>
          <p:cNvPicPr/>
          <p:nvPr/>
        </p:nvPicPr>
        <p:blipFill>
          <a:blip r:embed="rId1495"/>
          <a:srcRect/>
          <a:stretch>
            <a:fillRect/>
          </a:stretch>
        </p:blipFill>
        <p:spPr>
          <a:xfrm>
            <a:off x="3273456" y="7721347"/>
            <a:ext cx="74771" cy="111442"/>
          </a:xfrm>
          <a:prstGeom prst="rect"/>
          <a:ln w="0">
            <a:noFill/>
          </a:ln>
        </p:spPr>
      </p:pic>
      <p:sp>
        <p:nvSpPr>
          <p:cNvPr id="2479" name="New shape"/>
          <p:cNvSpPr/>
          <p:nvPr/>
        </p:nvSpPr>
        <p:spPr>
          <a:xfrm>
            <a:off x="3285648" y="776106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0" name="New picture"/>
          <p:cNvPicPr/>
          <p:nvPr/>
        </p:nvPicPr>
        <p:blipFill>
          <a:blip r:embed="rId1496"/>
          <a:srcRect/>
          <a:stretch>
            <a:fillRect/>
          </a:stretch>
        </p:blipFill>
        <p:spPr>
          <a:xfrm>
            <a:off x="3368040" y="7750302"/>
            <a:ext cx="70295" cy="82391"/>
          </a:xfrm>
          <a:prstGeom prst="rect"/>
          <a:ln w="0">
            <a:noFill/>
          </a:ln>
        </p:spPr>
      </p:pic>
      <p:sp>
        <p:nvSpPr>
          <p:cNvPr id="2481" name="New shape"/>
          <p:cNvSpPr/>
          <p:nvPr/>
        </p:nvSpPr>
        <p:spPr>
          <a:xfrm>
            <a:off x="3380232" y="775944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82" name="New shape"/>
          <p:cNvSpPr/>
          <p:nvPr/>
        </p:nvSpPr>
        <p:spPr>
          <a:xfrm>
            <a:off x="3499104" y="77221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3" name="New picture"/>
          <p:cNvPicPr/>
          <p:nvPr/>
        </p:nvPicPr>
        <p:blipFill>
          <a:blip r:embed="rId1497"/>
          <a:srcRect/>
          <a:stretch>
            <a:fillRect/>
          </a:stretch>
        </p:blipFill>
        <p:spPr>
          <a:xfrm>
            <a:off x="3533014" y="7750397"/>
            <a:ext cx="71723" cy="82391"/>
          </a:xfrm>
          <a:prstGeom prst="rect"/>
          <a:ln w="0">
            <a:noFill/>
          </a:ln>
        </p:spPr>
      </p:pic>
      <p:sp>
        <p:nvSpPr>
          <p:cNvPr id="2484" name="New shape"/>
          <p:cNvSpPr/>
          <p:nvPr/>
        </p:nvSpPr>
        <p:spPr>
          <a:xfrm>
            <a:off x="3546729" y="775954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5" name="New picture"/>
          <p:cNvPicPr/>
          <p:nvPr/>
        </p:nvPicPr>
        <p:blipFill>
          <a:blip r:embed="rId1498"/>
          <a:srcRect/>
          <a:stretch>
            <a:fillRect/>
          </a:stretch>
        </p:blipFill>
        <p:spPr>
          <a:xfrm>
            <a:off x="3624549" y="7751826"/>
            <a:ext cx="70199" cy="80867"/>
          </a:xfrm>
          <a:prstGeom prst="rect"/>
          <a:ln w="0">
            <a:noFill/>
          </a:ln>
        </p:spPr>
      </p:pic>
      <p:pic>
        <p:nvPicPr>
          <p:cNvPr id="2486" name="New picture"/>
          <p:cNvPicPr/>
          <p:nvPr/>
        </p:nvPicPr>
        <p:blipFill>
          <a:blip r:embed="rId1499"/>
          <a:srcRect/>
          <a:stretch>
            <a:fillRect/>
          </a:stretch>
        </p:blipFill>
        <p:spPr>
          <a:xfrm>
            <a:off x="3717703" y="7750397"/>
            <a:ext cx="42767" cy="79343"/>
          </a:xfrm>
          <a:prstGeom prst="rect"/>
          <a:ln w="0">
            <a:noFill/>
          </a:ln>
        </p:spPr>
      </p:pic>
      <p:pic>
        <p:nvPicPr>
          <p:cNvPr id="2487" name="New picture"/>
          <p:cNvPicPr/>
          <p:nvPr/>
        </p:nvPicPr>
        <p:blipFill>
          <a:blip r:embed="rId1500"/>
          <a:srcRect/>
          <a:stretch>
            <a:fillRect/>
          </a:stretch>
        </p:blipFill>
        <p:spPr>
          <a:xfrm>
            <a:off x="3809333" y="7750397"/>
            <a:ext cx="64103" cy="82391"/>
          </a:xfrm>
          <a:prstGeom prst="rect"/>
          <a:ln w="0">
            <a:noFill/>
          </a:ln>
        </p:spPr>
      </p:pic>
      <p:pic>
        <p:nvPicPr>
          <p:cNvPr id="2488" name="New picture"/>
          <p:cNvPicPr/>
          <p:nvPr/>
        </p:nvPicPr>
        <p:blipFill>
          <a:blip r:embed="rId1501"/>
          <a:srcRect/>
          <a:stretch>
            <a:fillRect/>
          </a:stretch>
        </p:blipFill>
        <p:spPr>
          <a:xfrm>
            <a:off x="3884104" y="7750302"/>
            <a:ext cx="77915" cy="82391"/>
          </a:xfrm>
          <a:prstGeom prst="rect"/>
          <a:ln w="0">
            <a:noFill/>
          </a:ln>
        </p:spPr>
      </p:pic>
      <p:sp>
        <p:nvSpPr>
          <p:cNvPr id="2489" name="New shape"/>
          <p:cNvSpPr/>
          <p:nvPr/>
        </p:nvSpPr>
        <p:spPr>
          <a:xfrm>
            <a:off x="3897916" y="7760970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0" name="New picture"/>
          <p:cNvPicPr/>
          <p:nvPr/>
        </p:nvPicPr>
        <p:blipFill>
          <a:blip r:embed="rId1502"/>
          <a:srcRect/>
          <a:stretch>
            <a:fillRect/>
          </a:stretch>
        </p:blipFill>
        <p:spPr>
          <a:xfrm>
            <a:off x="3981927" y="7750397"/>
            <a:ext cx="68675" cy="79343"/>
          </a:xfrm>
          <a:prstGeom prst="rect"/>
          <a:ln w="0">
            <a:noFill/>
          </a:ln>
        </p:spPr>
      </p:pic>
      <p:pic>
        <p:nvPicPr>
          <p:cNvPr id="2491" name="New picture"/>
          <p:cNvPicPr/>
          <p:nvPr/>
        </p:nvPicPr>
        <p:blipFill>
          <a:blip r:embed="rId1503"/>
          <a:srcRect/>
          <a:stretch>
            <a:fillRect/>
          </a:stretch>
        </p:blipFill>
        <p:spPr>
          <a:xfrm>
            <a:off x="4064412" y="7728965"/>
            <a:ext cx="48863" cy="103822"/>
          </a:xfrm>
          <a:prstGeom prst="rect"/>
          <a:ln w="0">
            <a:noFill/>
          </a:ln>
        </p:spPr>
      </p:pic>
      <p:pic>
        <p:nvPicPr>
          <p:cNvPr id="2492" name="New picture"/>
          <p:cNvPicPr/>
          <p:nvPr/>
        </p:nvPicPr>
        <p:blipFill>
          <a:blip r:embed="rId1504"/>
          <a:srcRect/>
          <a:stretch>
            <a:fillRect/>
          </a:stretch>
        </p:blipFill>
        <p:spPr>
          <a:xfrm>
            <a:off x="4122420" y="7750397"/>
            <a:ext cx="71723" cy="82391"/>
          </a:xfrm>
          <a:prstGeom prst="rect"/>
          <a:ln w="0">
            <a:noFill/>
          </a:ln>
        </p:spPr>
      </p:pic>
      <p:sp>
        <p:nvSpPr>
          <p:cNvPr id="2493" name="New shape"/>
          <p:cNvSpPr/>
          <p:nvPr/>
        </p:nvSpPr>
        <p:spPr>
          <a:xfrm>
            <a:off x="4136136" y="775954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4" name="New picture"/>
          <p:cNvPicPr/>
          <p:nvPr/>
        </p:nvPicPr>
        <p:blipFill>
          <a:blip r:embed="rId1505"/>
          <a:srcRect/>
          <a:stretch>
            <a:fillRect/>
          </a:stretch>
        </p:blipFill>
        <p:spPr>
          <a:xfrm>
            <a:off x="4214051" y="7750302"/>
            <a:ext cx="68675" cy="79439"/>
          </a:xfrm>
          <a:prstGeom prst="rect"/>
          <a:ln w="0">
            <a:noFill/>
          </a:ln>
        </p:spPr>
      </p:pic>
      <p:pic>
        <p:nvPicPr>
          <p:cNvPr id="2495" name="New picture"/>
          <p:cNvPicPr/>
          <p:nvPr/>
        </p:nvPicPr>
        <p:blipFill>
          <a:blip r:embed="rId1506"/>
          <a:srcRect/>
          <a:stretch>
            <a:fillRect/>
          </a:stretch>
        </p:blipFill>
        <p:spPr>
          <a:xfrm>
            <a:off x="4307205" y="7751826"/>
            <a:ext cx="70199" cy="80962"/>
          </a:xfrm>
          <a:prstGeom prst="rect"/>
          <a:ln w="0">
            <a:noFill/>
          </a:ln>
        </p:spPr>
      </p:pic>
      <p:pic>
        <p:nvPicPr>
          <p:cNvPr id="2496" name="New picture"/>
          <p:cNvPicPr/>
          <p:nvPr/>
        </p:nvPicPr>
        <p:blipFill>
          <a:blip r:embed="rId1507"/>
          <a:srcRect/>
          <a:stretch>
            <a:fillRect/>
          </a:stretch>
        </p:blipFill>
        <p:spPr>
          <a:xfrm>
            <a:off x="4397216" y="7814501"/>
            <a:ext cx="21431" cy="42672"/>
          </a:xfrm>
          <a:prstGeom prst="rect"/>
          <a:ln w="0">
            <a:noFill/>
          </a:ln>
        </p:spPr>
      </p:pic>
      <p:sp>
        <p:nvSpPr>
          <p:cNvPr id="2497" name="New shape"/>
          <p:cNvSpPr/>
          <p:nvPr/>
        </p:nvSpPr>
        <p:spPr>
          <a:xfrm>
            <a:off x="4483608" y="7722108"/>
            <a:ext cx="15240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8" name="New picture"/>
          <p:cNvPicPr/>
          <p:nvPr/>
        </p:nvPicPr>
        <p:blipFill>
          <a:blip r:embed="rId1508"/>
          <a:srcRect/>
          <a:stretch>
            <a:fillRect/>
          </a:stretch>
        </p:blipFill>
        <p:spPr>
          <a:xfrm>
            <a:off x="4517899" y="7750397"/>
            <a:ext cx="71723" cy="82391"/>
          </a:xfrm>
          <a:prstGeom prst="rect"/>
          <a:ln w="0">
            <a:noFill/>
          </a:ln>
        </p:spPr>
      </p:pic>
      <p:sp>
        <p:nvSpPr>
          <p:cNvPr id="2499" name="New shape"/>
          <p:cNvSpPr/>
          <p:nvPr/>
        </p:nvSpPr>
        <p:spPr>
          <a:xfrm>
            <a:off x="4531614" y="7759540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0" name="New picture"/>
          <p:cNvPicPr/>
          <p:nvPr/>
        </p:nvPicPr>
        <p:blipFill>
          <a:blip r:embed="rId1509"/>
          <a:srcRect/>
          <a:stretch>
            <a:fillRect/>
          </a:stretch>
        </p:blipFill>
        <p:spPr>
          <a:xfrm>
            <a:off x="4600290" y="7750397"/>
            <a:ext cx="58102" cy="82391"/>
          </a:xfrm>
          <a:prstGeom prst="rect"/>
          <a:ln w="0">
            <a:noFill/>
          </a:ln>
        </p:spPr>
      </p:pic>
      <p:pic>
        <p:nvPicPr>
          <p:cNvPr id="2501" name="New picture"/>
          <p:cNvPicPr/>
          <p:nvPr/>
        </p:nvPicPr>
        <p:blipFill>
          <a:blip r:embed="rId1510"/>
          <a:srcRect/>
          <a:stretch>
            <a:fillRect/>
          </a:stretch>
        </p:blipFill>
        <p:spPr>
          <a:xfrm>
            <a:off x="4716494" y="7750397"/>
            <a:ext cx="74771" cy="117443"/>
          </a:xfrm>
          <a:prstGeom prst="rect"/>
          <a:ln w="0">
            <a:noFill/>
          </a:ln>
        </p:spPr>
      </p:pic>
      <p:sp>
        <p:nvSpPr>
          <p:cNvPr id="2502" name="New shape"/>
          <p:cNvSpPr/>
          <p:nvPr/>
        </p:nvSpPr>
        <p:spPr>
          <a:xfrm>
            <a:off x="4730210" y="776106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3" name="New picture"/>
          <p:cNvPicPr/>
          <p:nvPr/>
        </p:nvPicPr>
        <p:blipFill>
          <a:blip r:embed="rId1511"/>
          <a:srcRect/>
          <a:stretch>
            <a:fillRect/>
          </a:stretch>
        </p:blipFill>
        <p:spPr>
          <a:xfrm>
            <a:off x="4806600" y="7750302"/>
            <a:ext cx="77819" cy="82486"/>
          </a:xfrm>
          <a:prstGeom prst="rect"/>
          <a:ln w="0">
            <a:noFill/>
          </a:ln>
        </p:spPr>
      </p:pic>
      <p:sp>
        <p:nvSpPr>
          <p:cNvPr id="2504" name="New shape"/>
          <p:cNvSpPr/>
          <p:nvPr/>
        </p:nvSpPr>
        <p:spPr>
          <a:xfrm>
            <a:off x="4820317" y="7761065"/>
            <a:ext cx="51911" cy="6096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5" name="New picture"/>
          <p:cNvPicPr/>
          <p:nvPr/>
        </p:nvPicPr>
        <p:blipFill>
          <a:blip r:embed="rId1512"/>
          <a:srcRect/>
          <a:stretch>
            <a:fillRect/>
          </a:stretch>
        </p:blipFill>
        <p:spPr>
          <a:xfrm>
            <a:off x="4896612" y="7750397"/>
            <a:ext cx="58007" cy="82391"/>
          </a:xfrm>
          <a:prstGeom prst="rect"/>
          <a:ln w="0">
            <a:noFill/>
          </a:ln>
        </p:spPr>
      </p:pic>
      <p:pic>
        <p:nvPicPr>
          <p:cNvPr id="2506" name="New picture"/>
          <p:cNvPicPr/>
          <p:nvPr/>
        </p:nvPicPr>
        <p:blipFill>
          <a:blip r:embed="rId1513"/>
          <a:srcRect/>
          <a:stretch>
            <a:fillRect/>
          </a:stretch>
        </p:blipFill>
        <p:spPr>
          <a:xfrm>
            <a:off x="4963763" y="7750397"/>
            <a:ext cx="58007" cy="82391"/>
          </a:xfrm>
          <a:prstGeom prst="rect"/>
          <a:ln w="0">
            <a:noFill/>
          </a:ln>
        </p:spPr>
      </p:pic>
      <p:sp>
        <p:nvSpPr>
          <p:cNvPr id="2507" name="New shape"/>
          <p:cNvSpPr/>
          <p:nvPr/>
        </p:nvSpPr>
        <p:spPr>
          <a:xfrm>
            <a:off x="5041678" y="775192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8" name="New picture"/>
          <p:cNvPicPr/>
          <p:nvPr/>
        </p:nvPicPr>
        <p:blipFill>
          <a:blip r:embed="rId1514"/>
          <a:srcRect/>
          <a:stretch>
            <a:fillRect/>
          </a:stretch>
        </p:blipFill>
        <p:spPr>
          <a:xfrm>
            <a:off x="5038630" y="7718298"/>
            <a:ext cx="18288" cy="15335"/>
          </a:xfrm>
          <a:prstGeom prst="rect"/>
          <a:ln w="0">
            <a:noFill/>
          </a:ln>
        </p:spPr>
      </p:pic>
      <p:pic>
        <p:nvPicPr>
          <p:cNvPr id="2509" name="New picture"/>
          <p:cNvPicPr/>
          <p:nvPr/>
        </p:nvPicPr>
        <p:blipFill>
          <a:blip r:embed="rId1515"/>
          <a:srcRect/>
          <a:stretch>
            <a:fillRect/>
          </a:stretch>
        </p:blipFill>
        <p:spPr>
          <a:xfrm>
            <a:off x="5081398" y="7721346"/>
            <a:ext cx="73247" cy="111443"/>
          </a:xfrm>
          <a:prstGeom prst="rect"/>
          <a:ln w="0">
            <a:noFill/>
          </a:ln>
        </p:spPr>
      </p:pic>
      <p:sp>
        <p:nvSpPr>
          <p:cNvPr id="2510" name="New shape"/>
          <p:cNvSpPr/>
          <p:nvPr/>
        </p:nvSpPr>
        <p:spPr>
          <a:xfrm>
            <a:off x="5093589" y="776106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11" name="New shape"/>
          <p:cNvSpPr/>
          <p:nvPr/>
        </p:nvSpPr>
        <p:spPr>
          <a:xfrm>
            <a:off x="5176076" y="775192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2" name="New picture"/>
          <p:cNvPicPr/>
          <p:nvPr/>
        </p:nvPicPr>
        <p:blipFill>
          <a:blip r:embed="rId1516"/>
          <a:srcRect/>
          <a:stretch>
            <a:fillRect/>
          </a:stretch>
        </p:blipFill>
        <p:spPr>
          <a:xfrm>
            <a:off x="5174456" y="7718298"/>
            <a:ext cx="16859" cy="15335"/>
          </a:xfrm>
          <a:prstGeom prst="rect"/>
          <a:ln w="0">
            <a:noFill/>
          </a:ln>
        </p:spPr>
      </p:pic>
      <p:sp>
        <p:nvSpPr>
          <p:cNvPr id="2513" name="New shape"/>
          <p:cNvSpPr/>
          <p:nvPr/>
        </p:nvSpPr>
        <p:spPr>
          <a:xfrm>
            <a:off x="5215128" y="77221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14" name="New shape"/>
          <p:cNvSpPr/>
          <p:nvPr/>
        </p:nvSpPr>
        <p:spPr>
          <a:xfrm>
            <a:off x="5255514" y="7751826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5" name="New picture"/>
          <p:cNvPicPr/>
          <p:nvPr/>
        </p:nvPicPr>
        <p:blipFill>
          <a:blip r:embed="rId1517"/>
          <a:srcRect/>
          <a:stretch>
            <a:fillRect/>
          </a:stretch>
        </p:blipFill>
        <p:spPr>
          <a:xfrm>
            <a:off x="5253990" y="7718298"/>
            <a:ext cx="16764" cy="15240"/>
          </a:xfrm>
          <a:prstGeom prst="rect"/>
          <a:ln w="0">
            <a:noFill/>
          </a:ln>
        </p:spPr>
      </p:pic>
      <p:pic>
        <p:nvPicPr>
          <p:cNvPr id="2516" name="New picture"/>
          <p:cNvPicPr/>
          <p:nvPr/>
        </p:nvPicPr>
        <p:blipFill>
          <a:blip r:embed="rId1518"/>
          <a:srcRect/>
          <a:stretch>
            <a:fillRect/>
          </a:stretch>
        </p:blipFill>
        <p:spPr>
          <a:xfrm>
            <a:off x="5284470" y="7728965"/>
            <a:ext cx="47339" cy="103822"/>
          </a:xfrm>
          <a:prstGeom prst="rect"/>
          <a:ln w="0">
            <a:noFill/>
          </a:ln>
        </p:spPr>
      </p:pic>
      <p:pic>
        <p:nvPicPr>
          <p:cNvPr id="2517" name="New picture"/>
          <p:cNvPicPr/>
          <p:nvPr/>
        </p:nvPicPr>
        <p:blipFill>
          <a:blip r:embed="rId1519"/>
          <a:srcRect/>
          <a:stretch>
            <a:fillRect/>
          </a:stretch>
        </p:blipFill>
        <p:spPr>
          <a:xfrm>
            <a:off x="5342573" y="7750302"/>
            <a:ext cx="70199" cy="82391"/>
          </a:xfrm>
          <a:prstGeom prst="rect"/>
          <a:ln w="0">
            <a:noFill/>
          </a:ln>
        </p:spPr>
      </p:pic>
      <p:sp>
        <p:nvSpPr>
          <p:cNvPr id="2518" name="New shape"/>
          <p:cNvSpPr/>
          <p:nvPr/>
        </p:nvSpPr>
        <p:spPr>
          <a:xfrm>
            <a:off x="5354765" y="775944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19" name="New shape"/>
          <p:cNvSpPr/>
          <p:nvPr/>
        </p:nvSpPr>
        <p:spPr>
          <a:xfrm>
            <a:off x="5365433" y="7715155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0" name="New picture"/>
          <p:cNvPicPr/>
          <p:nvPr/>
        </p:nvPicPr>
        <p:blipFill>
          <a:blip r:embed="rId1520"/>
          <a:srcRect/>
          <a:stretch>
            <a:fillRect/>
          </a:stretch>
        </p:blipFill>
        <p:spPr>
          <a:xfrm>
            <a:off x="5424963" y="7750397"/>
            <a:ext cx="56483" cy="82391"/>
          </a:xfrm>
          <a:prstGeom prst="rect"/>
          <a:ln w="0">
            <a:noFill/>
          </a:ln>
        </p:spPr>
      </p:pic>
      <p:pic>
        <p:nvPicPr>
          <p:cNvPr id="2521" name="New picture"/>
          <p:cNvPicPr/>
          <p:nvPr/>
        </p:nvPicPr>
        <p:blipFill>
          <a:blip r:embed="rId1521"/>
          <a:srcRect/>
          <a:stretch>
            <a:fillRect/>
          </a:stretch>
        </p:blipFill>
        <p:spPr>
          <a:xfrm>
            <a:off x="5534882" y="7721347"/>
            <a:ext cx="76391" cy="111442"/>
          </a:xfrm>
          <a:prstGeom prst="rect"/>
          <a:ln w="0">
            <a:noFill/>
          </a:ln>
        </p:spPr>
      </p:pic>
      <p:sp>
        <p:nvSpPr>
          <p:cNvPr id="2522" name="New shape"/>
          <p:cNvSpPr/>
          <p:nvPr/>
        </p:nvSpPr>
        <p:spPr>
          <a:xfrm>
            <a:off x="5548598" y="7761066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3" name="New picture"/>
          <p:cNvPicPr/>
          <p:nvPr/>
        </p:nvPicPr>
        <p:blipFill>
          <a:blip r:embed="rId1522"/>
          <a:srcRect/>
          <a:stretch>
            <a:fillRect/>
          </a:stretch>
        </p:blipFill>
        <p:spPr>
          <a:xfrm>
            <a:off x="5634133" y="7751826"/>
            <a:ext cx="70295" cy="80867"/>
          </a:xfrm>
          <a:prstGeom prst="rect"/>
          <a:ln w="0">
            <a:noFill/>
          </a:ln>
        </p:spPr>
      </p:pic>
      <p:pic>
        <p:nvPicPr>
          <p:cNvPr id="2524" name="New picture"/>
          <p:cNvPicPr/>
          <p:nvPr/>
        </p:nvPicPr>
        <p:blipFill>
          <a:blip r:embed="rId1523"/>
          <a:srcRect/>
          <a:stretch>
            <a:fillRect/>
          </a:stretch>
        </p:blipFill>
        <p:spPr>
          <a:xfrm>
            <a:off x="5768531" y="7750397"/>
            <a:ext cx="120682" cy="79343"/>
          </a:xfrm>
          <a:prstGeom prst="rect"/>
          <a:ln w="0">
            <a:noFill/>
          </a:ln>
        </p:spPr>
      </p:pic>
      <p:pic>
        <p:nvPicPr>
          <p:cNvPr id="2525" name="New picture"/>
          <p:cNvPicPr/>
          <p:nvPr/>
        </p:nvPicPr>
        <p:blipFill>
          <a:blip r:embed="rId1524"/>
          <a:srcRect/>
          <a:stretch>
            <a:fillRect/>
          </a:stretch>
        </p:blipFill>
        <p:spPr>
          <a:xfrm>
            <a:off x="5905976" y="7750397"/>
            <a:ext cx="67151" cy="82391"/>
          </a:xfrm>
          <a:prstGeom prst="rect"/>
          <a:ln w="0">
            <a:noFill/>
          </a:ln>
        </p:spPr>
      </p:pic>
      <p:sp>
        <p:nvSpPr>
          <p:cNvPr id="2526" name="New shape"/>
          <p:cNvSpPr/>
          <p:nvPr/>
        </p:nvSpPr>
        <p:spPr>
          <a:xfrm>
            <a:off x="5919692" y="7791546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7" name="New picture"/>
          <p:cNvPicPr/>
          <p:nvPr/>
        </p:nvPicPr>
        <p:blipFill>
          <a:blip r:embed="rId1525"/>
          <a:srcRect/>
          <a:stretch>
            <a:fillRect/>
          </a:stretch>
        </p:blipFill>
        <p:spPr>
          <a:xfrm>
            <a:off x="5991416" y="7750397"/>
            <a:ext cx="64103" cy="82391"/>
          </a:xfrm>
          <a:prstGeom prst="rect"/>
          <a:ln w="0">
            <a:noFill/>
          </a:ln>
        </p:spPr>
      </p:pic>
      <p:pic>
        <p:nvPicPr>
          <p:cNvPr id="2528" name="New picture"/>
          <p:cNvPicPr/>
          <p:nvPr/>
        </p:nvPicPr>
        <p:blipFill>
          <a:blip r:embed="rId1526"/>
          <a:srcRect/>
          <a:stretch>
            <a:fillRect/>
          </a:stretch>
        </p:blipFill>
        <p:spPr>
          <a:xfrm>
            <a:off x="6073902" y="7721346"/>
            <a:ext cx="68771" cy="108394"/>
          </a:xfrm>
          <a:prstGeom prst="rect"/>
          <a:ln w="0">
            <a:noFill/>
          </a:ln>
        </p:spPr>
      </p:pic>
      <p:sp>
        <p:nvSpPr>
          <p:cNvPr id="2529" name="New shape"/>
          <p:cNvSpPr/>
          <p:nvPr/>
        </p:nvSpPr>
        <p:spPr>
          <a:xfrm>
            <a:off x="6168580" y="7751826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0" name="New picture"/>
          <p:cNvPicPr/>
          <p:nvPr/>
        </p:nvPicPr>
        <p:blipFill>
          <a:blip r:embed="rId1527"/>
          <a:srcRect/>
          <a:stretch>
            <a:fillRect/>
          </a:stretch>
        </p:blipFill>
        <p:spPr>
          <a:xfrm>
            <a:off x="6165532" y="7718298"/>
            <a:ext cx="16859" cy="15240"/>
          </a:xfrm>
          <a:prstGeom prst="rect"/>
          <a:ln w="0">
            <a:noFill/>
          </a:ln>
        </p:spPr>
      </p:pic>
      <p:pic>
        <p:nvPicPr>
          <p:cNvPr id="2531" name="New picture"/>
          <p:cNvPicPr/>
          <p:nvPr/>
        </p:nvPicPr>
        <p:blipFill>
          <a:blip r:embed="rId1528"/>
          <a:srcRect/>
          <a:stretch>
            <a:fillRect/>
          </a:stretch>
        </p:blipFill>
        <p:spPr>
          <a:xfrm>
            <a:off x="6206775" y="7750302"/>
            <a:ext cx="68771" cy="79343"/>
          </a:xfrm>
          <a:prstGeom prst="rect"/>
          <a:ln w="0">
            <a:noFill/>
          </a:ln>
        </p:spPr>
      </p:pic>
      <p:pic>
        <p:nvPicPr>
          <p:cNvPr id="2532" name="New picture"/>
          <p:cNvPicPr/>
          <p:nvPr/>
        </p:nvPicPr>
        <p:blipFill>
          <a:blip r:embed="rId1529"/>
          <a:srcRect/>
          <a:stretch>
            <a:fillRect/>
          </a:stretch>
        </p:blipFill>
        <p:spPr>
          <a:xfrm>
            <a:off x="6295359" y="7750397"/>
            <a:ext cx="71723" cy="82391"/>
          </a:xfrm>
          <a:prstGeom prst="rect"/>
          <a:ln w="0">
            <a:noFill/>
          </a:ln>
        </p:spPr>
      </p:pic>
      <p:sp>
        <p:nvSpPr>
          <p:cNvPr id="2533" name="New shape"/>
          <p:cNvSpPr/>
          <p:nvPr/>
        </p:nvSpPr>
        <p:spPr>
          <a:xfrm>
            <a:off x="6309075" y="775954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34" name="New shape"/>
          <p:cNvSpPr/>
          <p:nvPr/>
        </p:nvSpPr>
        <p:spPr>
          <a:xfrm>
            <a:off x="684276" y="7950708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5" name="New picture"/>
          <p:cNvPicPr/>
          <p:nvPr/>
        </p:nvPicPr>
        <p:blipFill>
          <a:blip r:embed="rId1530"/>
          <a:srcRect/>
          <a:stretch>
            <a:fillRect/>
          </a:stretch>
        </p:blipFill>
        <p:spPr>
          <a:xfrm>
            <a:off x="717137" y="7979378"/>
            <a:ext cx="71723" cy="82391"/>
          </a:xfrm>
          <a:prstGeom prst="rect"/>
          <a:ln w="0">
            <a:noFill/>
          </a:ln>
        </p:spPr>
      </p:pic>
      <p:sp>
        <p:nvSpPr>
          <p:cNvPr id="2536" name="New shape"/>
          <p:cNvSpPr/>
          <p:nvPr/>
        </p:nvSpPr>
        <p:spPr>
          <a:xfrm>
            <a:off x="730853" y="798852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7" name="New picture"/>
          <p:cNvPicPr/>
          <p:nvPr/>
        </p:nvPicPr>
        <p:blipFill>
          <a:blip r:embed="rId1531"/>
          <a:srcRect/>
          <a:stretch>
            <a:fillRect/>
          </a:stretch>
        </p:blipFill>
        <p:spPr>
          <a:xfrm>
            <a:off x="802672" y="7979282"/>
            <a:ext cx="65627" cy="82391"/>
          </a:xfrm>
          <a:prstGeom prst="rect"/>
          <a:ln w="0">
            <a:noFill/>
          </a:ln>
        </p:spPr>
      </p:pic>
      <p:sp>
        <p:nvSpPr>
          <p:cNvPr id="2538" name="New shape"/>
          <p:cNvSpPr/>
          <p:nvPr/>
        </p:nvSpPr>
        <p:spPr>
          <a:xfrm>
            <a:off x="816388" y="8020431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9" name="New picture"/>
          <p:cNvPicPr/>
          <p:nvPr/>
        </p:nvPicPr>
        <p:blipFill>
          <a:blip r:embed="rId1532"/>
          <a:srcRect/>
          <a:stretch>
            <a:fillRect/>
          </a:stretch>
        </p:blipFill>
        <p:spPr>
          <a:xfrm>
            <a:off x="892778" y="7979282"/>
            <a:ext cx="41148" cy="79343"/>
          </a:xfrm>
          <a:prstGeom prst="rect"/>
          <a:ln w="0">
            <a:noFill/>
          </a:ln>
        </p:spPr>
      </p:pic>
      <p:pic>
        <p:nvPicPr>
          <p:cNvPr id="2540" name="New picture"/>
          <p:cNvPicPr/>
          <p:nvPr/>
        </p:nvPicPr>
        <p:blipFill>
          <a:blip r:embed="rId1533"/>
          <a:srcRect/>
          <a:stretch>
            <a:fillRect/>
          </a:stretch>
        </p:blipFill>
        <p:spPr>
          <a:xfrm>
            <a:off x="947738" y="7979282"/>
            <a:ext cx="70295" cy="79343"/>
          </a:xfrm>
          <a:prstGeom prst="rect"/>
          <a:ln w="0">
            <a:noFill/>
          </a:ln>
        </p:spPr>
      </p:pic>
      <p:sp>
        <p:nvSpPr>
          <p:cNvPr id="2541" name="New shape"/>
          <p:cNvSpPr/>
          <p:nvPr/>
        </p:nvSpPr>
        <p:spPr>
          <a:xfrm>
            <a:off x="1042416" y="798080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2" name="New picture"/>
          <p:cNvPicPr/>
          <p:nvPr/>
        </p:nvPicPr>
        <p:blipFill>
          <a:blip r:embed="rId1534"/>
          <a:srcRect/>
          <a:stretch>
            <a:fillRect/>
          </a:stretch>
        </p:blipFill>
        <p:spPr>
          <a:xfrm>
            <a:off x="1040892" y="7947183"/>
            <a:ext cx="16764" cy="15335"/>
          </a:xfrm>
          <a:prstGeom prst="rect"/>
          <a:ln w="0">
            <a:noFill/>
          </a:ln>
        </p:spPr>
      </p:pic>
      <p:pic>
        <p:nvPicPr>
          <p:cNvPr id="2543" name="New picture"/>
          <p:cNvPicPr/>
          <p:nvPr/>
        </p:nvPicPr>
        <p:blipFill>
          <a:blip r:embed="rId1535"/>
          <a:srcRect/>
          <a:stretch>
            <a:fillRect/>
          </a:stretch>
        </p:blipFill>
        <p:spPr>
          <a:xfrm>
            <a:off x="1080516" y="7979282"/>
            <a:ext cx="70295" cy="79343"/>
          </a:xfrm>
          <a:prstGeom prst="rect"/>
          <a:ln w="0">
            <a:noFill/>
          </a:ln>
        </p:spPr>
      </p:pic>
      <p:pic>
        <p:nvPicPr>
          <p:cNvPr id="2544" name="New picture"/>
          <p:cNvPicPr/>
          <p:nvPr/>
        </p:nvPicPr>
        <p:blipFill>
          <a:blip r:embed="rId1536"/>
          <a:srcRect/>
          <a:stretch>
            <a:fillRect/>
          </a:stretch>
        </p:blipFill>
        <p:spPr>
          <a:xfrm>
            <a:off x="1166051" y="7979283"/>
            <a:ext cx="77915" cy="119062"/>
          </a:xfrm>
          <a:prstGeom prst="rect"/>
          <a:ln w="0">
            <a:noFill/>
          </a:ln>
        </p:spPr>
      </p:pic>
      <p:sp>
        <p:nvSpPr>
          <p:cNvPr id="2545" name="New shape"/>
          <p:cNvSpPr/>
          <p:nvPr/>
        </p:nvSpPr>
        <p:spPr>
          <a:xfrm>
            <a:off x="1182910" y="7988427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46" name="New shape"/>
          <p:cNvSpPr/>
          <p:nvPr/>
        </p:nvSpPr>
        <p:spPr>
          <a:xfrm>
            <a:off x="1178338" y="8058626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7" name="New picture"/>
          <p:cNvPicPr/>
          <p:nvPr/>
        </p:nvPicPr>
        <p:blipFill>
          <a:blip r:embed="rId1537"/>
          <a:srcRect/>
          <a:stretch>
            <a:fillRect/>
          </a:stretch>
        </p:blipFill>
        <p:spPr>
          <a:xfrm>
            <a:off x="1291304" y="7979283"/>
            <a:ext cx="58007" cy="82486"/>
          </a:xfrm>
          <a:prstGeom prst="rect"/>
          <a:ln w="0">
            <a:noFill/>
          </a:ln>
        </p:spPr>
      </p:pic>
      <p:pic>
        <p:nvPicPr>
          <p:cNvPr id="2548" name="New picture"/>
          <p:cNvPicPr/>
          <p:nvPr/>
        </p:nvPicPr>
        <p:blipFill>
          <a:blip r:embed="rId1538"/>
          <a:srcRect/>
          <a:stretch>
            <a:fillRect/>
          </a:stretch>
        </p:blipFill>
        <p:spPr>
          <a:xfrm>
            <a:off x="1363027" y="7979187"/>
            <a:ext cx="77915" cy="82391"/>
          </a:xfrm>
          <a:prstGeom prst="rect"/>
          <a:ln w="0">
            <a:noFill/>
          </a:ln>
        </p:spPr>
      </p:pic>
      <p:sp>
        <p:nvSpPr>
          <p:cNvPr id="2549" name="New shape"/>
          <p:cNvSpPr/>
          <p:nvPr/>
        </p:nvSpPr>
        <p:spPr>
          <a:xfrm>
            <a:off x="1375315" y="798985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0" name="New picture"/>
          <p:cNvPicPr/>
          <p:nvPr/>
        </p:nvPicPr>
        <p:blipFill>
          <a:blip r:embed="rId1539"/>
          <a:srcRect/>
          <a:stretch>
            <a:fillRect/>
          </a:stretch>
        </p:blipFill>
        <p:spPr>
          <a:xfrm>
            <a:off x="1460754" y="7979187"/>
            <a:ext cx="68771" cy="79343"/>
          </a:xfrm>
          <a:prstGeom prst="rect"/>
          <a:ln w="0">
            <a:noFill/>
          </a:ln>
        </p:spPr>
      </p:pic>
      <p:pic>
        <p:nvPicPr>
          <p:cNvPr id="2551" name="New picture"/>
          <p:cNvPicPr/>
          <p:nvPr/>
        </p:nvPicPr>
        <p:blipFill>
          <a:blip r:embed="rId1540"/>
          <a:srcRect/>
          <a:stretch>
            <a:fillRect/>
          </a:stretch>
        </p:blipFill>
        <p:spPr>
          <a:xfrm>
            <a:off x="1543336" y="7957852"/>
            <a:ext cx="48863" cy="103822"/>
          </a:xfrm>
          <a:prstGeom prst="rect"/>
          <a:ln w="0">
            <a:noFill/>
          </a:ln>
        </p:spPr>
      </p:pic>
      <p:sp>
        <p:nvSpPr>
          <p:cNvPr id="2552" name="New shape"/>
          <p:cNvSpPr/>
          <p:nvPr/>
        </p:nvSpPr>
        <p:spPr>
          <a:xfrm>
            <a:off x="1648682" y="798080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3" name="New picture"/>
          <p:cNvPicPr/>
          <p:nvPr/>
        </p:nvPicPr>
        <p:blipFill>
          <a:blip r:embed="rId1541"/>
          <a:srcRect/>
          <a:stretch>
            <a:fillRect/>
          </a:stretch>
        </p:blipFill>
        <p:spPr>
          <a:xfrm>
            <a:off x="1647063" y="7947279"/>
            <a:ext cx="16859" cy="15240"/>
          </a:xfrm>
          <a:prstGeom prst="rect"/>
          <a:ln w="0">
            <a:noFill/>
          </a:ln>
        </p:spPr>
      </p:pic>
      <p:pic>
        <p:nvPicPr>
          <p:cNvPr id="2554" name="New picture"/>
          <p:cNvPicPr/>
          <p:nvPr/>
        </p:nvPicPr>
        <p:blipFill>
          <a:blip r:embed="rId1542"/>
          <a:srcRect/>
          <a:stretch>
            <a:fillRect/>
          </a:stretch>
        </p:blipFill>
        <p:spPr>
          <a:xfrm>
            <a:off x="1686782" y="7979282"/>
            <a:ext cx="70294" cy="79343"/>
          </a:xfrm>
          <a:prstGeom prst="rect"/>
          <a:ln w="0">
            <a:noFill/>
          </a:ln>
        </p:spPr>
      </p:pic>
      <p:pic>
        <p:nvPicPr>
          <p:cNvPr id="2555" name="New picture"/>
          <p:cNvPicPr/>
          <p:nvPr/>
        </p:nvPicPr>
        <p:blipFill>
          <a:blip r:embed="rId1543"/>
          <a:srcRect/>
          <a:stretch>
            <a:fillRect/>
          </a:stretch>
        </p:blipFill>
        <p:spPr>
          <a:xfrm>
            <a:off x="1770793" y="7948707"/>
            <a:ext cx="53435" cy="109918"/>
          </a:xfrm>
          <a:prstGeom prst="rect"/>
          <a:ln w="0">
            <a:noFill/>
          </a:ln>
        </p:spPr>
      </p:pic>
      <p:sp>
        <p:nvSpPr>
          <p:cNvPr id="2556" name="New shape"/>
          <p:cNvSpPr/>
          <p:nvPr/>
        </p:nvSpPr>
        <p:spPr>
          <a:xfrm>
            <a:off x="1831753" y="7980807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7" name="New picture"/>
          <p:cNvPicPr/>
          <p:nvPr/>
        </p:nvPicPr>
        <p:blipFill>
          <a:blip r:embed="rId1544"/>
          <a:srcRect/>
          <a:stretch>
            <a:fillRect/>
          </a:stretch>
        </p:blipFill>
        <p:spPr>
          <a:xfrm>
            <a:off x="1830229" y="7947279"/>
            <a:ext cx="16859" cy="15240"/>
          </a:xfrm>
          <a:prstGeom prst="rect"/>
          <a:ln w="0">
            <a:noFill/>
          </a:ln>
        </p:spPr>
      </p:pic>
      <p:pic>
        <p:nvPicPr>
          <p:cNvPr id="2558" name="New picture"/>
          <p:cNvPicPr/>
          <p:nvPr/>
        </p:nvPicPr>
        <p:blipFill>
          <a:blip r:embed="rId1545"/>
          <a:srcRect/>
          <a:stretch>
            <a:fillRect/>
          </a:stretch>
        </p:blipFill>
        <p:spPr>
          <a:xfrm>
            <a:off x="1870044" y="7979282"/>
            <a:ext cx="70294" cy="79343"/>
          </a:xfrm>
          <a:prstGeom prst="rect"/>
          <a:ln w="0">
            <a:noFill/>
          </a:ln>
        </p:spPr>
      </p:pic>
      <p:sp>
        <p:nvSpPr>
          <p:cNvPr id="2559" name="New shape"/>
          <p:cNvSpPr/>
          <p:nvPr/>
        </p:nvSpPr>
        <p:spPr>
          <a:xfrm>
            <a:off x="1964722" y="798080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0" name="New picture"/>
          <p:cNvPicPr/>
          <p:nvPr/>
        </p:nvPicPr>
        <p:blipFill>
          <a:blip r:embed="rId1546"/>
          <a:srcRect/>
          <a:stretch>
            <a:fillRect/>
          </a:stretch>
        </p:blipFill>
        <p:spPr>
          <a:xfrm>
            <a:off x="1963198" y="7947279"/>
            <a:ext cx="16764" cy="15240"/>
          </a:xfrm>
          <a:prstGeom prst="rect"/>
          <a:ln w="0">
            <a:noFill/>
          </a:ln>
        </p:spPr>
      </p:pic>
      <p:pic>
        <p:nvPicPr>
          <p:cNvPr id="2561" name="New picture"/>
          <p:cNvPicPr/>
          <p:nvPr/>
        </p:nvPicPr>
        <p:blipFill>
          <a:blip r:embed="rId1547"/>
          <a:srcRect/>
          <a:stretch>
            <a:fillRect/>
          </a:stretch>
        </p:blipFill>
        <p:spPr>
          <a:xfrm>
            <a:off x="1999774" y="7979283"/>
            <a:ext cx="70295" cy="82391"/>
          </a:xfrm>
          <a:prstGeom prst="rect"/>
          <a:ln w="0">
            <a:noFill/>
          </a:ln>
        </p:spPr>
      </p:pic>
      <p:sp>
        <p:nvSpPr>
          <p:cNvPr id="2562" name="New shape"/>
          <p:cNvSpPr/>
          <p:nvPr/>
        </p:nvSpPr>
        <p:spPr>
          <a:xfrm>
            <a:off x="2011966" y="798842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3" name="New picture"/>
          <p:cNvPicPr/>
          <p:nvPr/>
        </p:nvPicPr>
        <p:blipFill>
          <a:blip r:embed="rId1548"/>
          <a:srcRect/>
          <a:stretch>
            <a:fillRect/>
          </a:stretch>
        </p:blipFill>
        <p:spPr>
          <a:xfrm>
            <a:off x="2082260" y="7979283"/>
            <a:ext cx="58102" cy="82391"/>
          </a:xfrm>
          <a:prstGeom prst="rect"/>
          <a:ln w="0">
            <a:noFill/>
          </a:ln>
        </p:spPr>
      </p:pic>
      <p:pic>
        <p:nvPicPr>
          <p:cNvPr id="2564" name="New picture"/>
          <p:cNvPicPr/>
          <p:nvPr/>
        </p:nvPicPr>
        <p:blipFill>
          <a:blip r:embed="rId1549"/>
          <a:srcRect/>
          <a:stretch>
            <a:fillRect/>
          </a:stretch>
        </p:blipFill>
        <p:spPr>
          <a:xfrm>
            <a:off x="2157127" y="8043387"/>
            <a:ext cx="16859" cy="16763"/>
          </a:xfrm>
          <a:prstGeom prst="rect"/>
          <a:ln w="0">
            <a:noFill/>
          </a:ln>
        </p:spPr>
      </p:pic>
      <p:pic>
        <p:nvPicPr>
          <p:cNvPr id="2565" name="New picture"/>
          <p:cNvPicPr/>
          <p:nvPr/>
        </p:nvPicPr>
        <p:blipFill>
          <a:blip r:embed="rId1550"/>
          <a:srcRect/>
          <a:stretch>
            <a:fillRect/>
          </a:stretch>
        </p:blipFill>
        <p:spPr>
          <a:xfrm>
            <a:off x="677418" y="8328755"/>
            <a:ext cx="157258" cy="230410"/>
          </a:xfrm>
          <a:prstGeom prst="rect"/>
          <a:ln w="0">
            <a:noFill/>
          </a:ln>
        </p:spPr>
      </p:pic>
      <p:sp>
        <p:nvSpPr>
          <p:cNvPr id="2566" name="New shape"/>
          <p:cNvSpPr/>
          <p:nvPr/>
        </p:nvSpPr>
        <p:spPr>
          <a:xfrm>
            <a:off x="718661" y="8441627"/>
            <a:ext cx="74867" cy="7943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67" name="New shape"/>
          <p:cNvSpPr/>
          <p:nvPr/>
        </p:nvSpPr>
        <p:spPr>
          <a:xfrm>
            <a:off x="854583" y="8514874"/>
            <a:ext cx="39719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8" name="New picture"/>
          <p:cNvPicPr/>
          <p:nvPr/>
        </p:nvPicPr>
        <p:blipFill>
          <a:blip r:embed="rId1551"/>
          <a:srcRect/>
          <a:stretch>
            <a:fillRect/>
          </a:stretch>
        </p:blipFill>
        <p:spPr>
          <a:xfrm>
            <a:off x="1002697" y="8411146"/>
            <a:ext cx="42767" cy="111443"/>
          </a:xfrm>
          <a:prstGeom prst="rect"/>
          <a:ln w="0">
            <a:noFill/>
          </a:ln>
        </p:spPr>
      </p:pic>
      <p:pic>
        <p:nvPicPr>
          <p:cNvPr id="2569" name="New picture"/>
          <p:cNvPicPr/>
          <p:nvPr/>
        </p:nvPicPr>
        <p:blipFill>
          <a:blip r:embed="rId1552"/>
          <a:srcRect/>
          <a:stretch>
            <a:fillRect/>
          </a:stretch>
        </p:blipFill>
        <p:spPr>
          <a:xfrm>
            <a:off x="1063752" y="8411146"/>
            <a:ext cx="42767" cy="111443"/>
          </a:xfrm>
          <a:prstGeom prst="rect"/>
          <a:ln w="0">
            <a:noFill/>
          </a:ln>
        </p:spPr>
      </p:pic>
      <p:pic>
        <p:nvPicPr>
          <p:cNvPr id="2570" name="New picture"/>
          <p:cNvPicPr/>
          <p:nvPr/>
        </p:nvPicPr>
        <p:blipFill>
          <a:blip r:embed="rId1553"/>
          <a:srcRect/>
          <a:stretch>
            <a:fillRect/>
          </a:stretch>
        </p:blipFill>
        <p:spPr>
          <a:xfrm>
            <a:off x="1210342" y="8328755"/>
            <a:ext cx="235172" cy="225837"/>
          </a:xfrm>
          <a:prstGeom prst="rect"/>
          <a:ln w="0">
            <a:noFill/>
          </a:ln>
        </p:spPr>
      </p:pic>
      <p:pic>
        <p:nvPicPr>
          <p:cNvPr id="2571" name="New picture"/>
          <p:cNvPicPr/>
          <p:nvPr/>
        </p:nvPicPr>
        <p:blipFill>
          <a:blip r:embed="rId1554"/>
          <a:srcRect/>
          <a:stretch>
            <a:fillRect/>
          </a:stretch>
        </p:blipFill>
        <p:spPr>
          <a:xfrm>
            <a:off x="1463802" y="8379143"/>
            <a:ext cx="178689" cy="181546"/>
          </a:xfrm>
          <a:prstGeom prst="rect"/>
          <a:ln w="0">
            <a:noFill/>
          </a:ln>
        </p:spPr>
      </p:pic>
      <p:sp>
        <p:nvSpPr>
          <p:cNvPr id="2572" name="New shape"/>
          <p:cNvSpPr/>
          <p:nvPr/>
        </p:nvSpPr>
        <p:spPr>
          <a:xfrm>
            <a:off x="1505045" y="8417243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3" name="New picture"/>
          <p:cNvPicPr/>
          <p:nvPr/>
        </p:nvPicPr>
        <p:blipFill>
          <a:blip r:embed="rId1555"/>
          <a:srcRect/>
          <a:stretch>
            <a:fillRect/>
          </a:stretch>
        </p:blipFill>
        <p:spPr>
          <a:xfrm>
            <a:off x="1659350" y="8379047"/>
            <a:ext cx="175546" cy="181546"/>
          </a:xfrm>
          <a:prstGeom prst="rect"/>
          <a:ln w="0">
            <a:noFill/>
          </a:ln>
        </p:spPr>
      </p:pic>
      <p:pic>
        <p:nvPicPr>
          <p:cNvPr id="2574" name="New picture"/>
          <p:cNvPicPr/>
          <p:nvPr/>
        </p:nvPicPr>
        <p:blipFill>
          <a:blip r:embed="rId1556"/>
          <a:srcRect/>
          <a:stretch>
            <a:fillRect/>
          </a:stretch>
        </p:blipFill>
        <p:spPr>
          <a:xfrm>
            <a:off x="1850231" y="8328755"/>
            <a:ext cx="149638" cy="225837"/>
          </a:xfrm>
          <a:prstGeom prst="rect"/>
          <a:ln w="0">
            <a:noFill/>
          </a:ln>
        </p:spPr>
      </p:pic>
      <p:sp>
        <p:nvSpPr>
          <p:cNvPr id="2575" name="New shape"/>
          <p:cNvSpPr/>
          <p:nvPr/>
        </p:nvSpPr>
        <p:spPr>
          <a:xfrm>
            <a:off x="2024253" y="8328659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76" name="New shape"/>
          <p:cNvSpPr/>
          <p:nvPr/>
        </p:nvSpPr>
        <p:spPr>
          <a:xfrm>
            <a:off x="2024253" y="8385144"/>
            <a:ext cx="39719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7" name="New picture"/>
          <p:cNvPicPr/>
          <p:nvPr/>
        </p:nvPicPr>
        <p:blipFill>
          <a:blip r:embed="rId1557"/>
          <a:srcRect/>
          <a:stretch>
            <a:fillRect/>
          </a:stretch>
        </p:blipFill>
        <p:spPr>
          <a:xfrm>
            <a:off x="2088357" y="8379143"/>
            <a:ext cx="149733" cy="175451"/>
          </a:xfrm>
          <a:prstGeom prst="rect"/>
          <a:ln w="0">
            <a:noFill/>
          </a:ln>
        </p:spPr>
      </p:pic>
      <p:pic>
        <p:nvPicPr>
          <p:cNvPr id="2578" name="New picture"/>
          <p:cNvPicPr/>
          <p:nvPr/>
        </p:nvPicPr>
        <p:blipFill>
          <a:blip r:embed="rId1558"/>
          <a:srcRect/>
          <a:stretch>
            <a:fillRect/>
          </a:stretch>
        </p:blipFill>
        <p:spPr>
          <a:xfrm>
            <a:off x="2254948" y="8379142"/>
            <a:ext cx="175546" cy="181547"/>
          </a:xfrm>
          <a:prstGeom prst="rect"/>
          <a:ln w="0">
            <a:noFill/>
          </a:ln>
        </p:spPr>
      </p:pic>
      <p:sp>
        <p:nvSpPr>
          <p:cNvPr id="2579" name="New shape"/>
          <p:cNvSpPr/>
          <p:nvPr/>
        </p:nvSpPr>
        <p:spPr>
          <a:xfrm>
            <a:off x="2296192" y="8417241"/>
            <a:ext cx="93155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0" name="New picture"/>
          <p:cNvPicPr/>
          <p:nvPr/>
        </p:nvPicPr>
        <p:blipFill>
          <a:blip r:embed="rId1559"/>
          <a:srcRect/>
          <a:stretch>
            <a:fillRect/>
          </a:stretch>
        </p:blipFill>
        <p:spPr>
          <a:xfrm>
            <a:off x="2528220" y="8328755"/>
            <a:ext cx="111443" cy="225837"/>
          </a:xfrm>
          <a:prstGeom prst="rect"/>
          <a:ln w="0">
            <a:noFill/>
          </a:ln>
        </p:spPr>
      </p:pic>
      <p:pic>
        <p:nvPicPr>
          <p:cNvPr id="2581" name="New picture"/>
          <p:cNvPicPr/>
          <p:nvPr/>
        </p:nvPicPr>
        <p:blipFill>
          <a:blip r:embed="rId1560"/>
          <a:srcRect/>
          <a:stretch>
            <a:fillRect/>
          </a:stretch>
        </p:blipFill>
        <p:spPr>
          <a:xfrm>
            <a:off x="2641283" y="8379142"/>
            <a:ext cx="177070" cy="181547"/>
          </a:xfrm>
          <a:prstGeom prst="rect"/>
          <a:ln w="0">
            <a:noFill/>
          </a:ln>
        </p:spPr>
      </p:pic>
      <p:sp>
        <p:nvSpPr>
          <p:cNvPr id="2582" name="New shape"/>
          <p:cNvSpPr/>
          <p:nvPr/>
        </p:nvSpPr>
        <p:spPr>
          <a:xfrm>
            <a:off x="2682431" y="8417241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3" name="New picture"/>
          <p:cNvPicPr/>
          <p:nvPr/>
        </p:nvPicPr>
        <p:blipFill>
          <a:blip r:embed="rId1561"/>
          <a:srcRect/>
          <a:stretch>
            <a:fillRect/>
          </a:stretch>
        </p:blipFill>
        <p:spPr>
          <a:xfrm>
            <a:off x="2825972" y="8379143"/>
            <a:ext cx="178689" cy="181546"/>
          </a:xfrm>
          <a:prstGeom prst="rect"/>
          <a:ln w="0">
            <a:noFill/>
          </a:ln>
        </p:spPr>
      </p:pic>
      <p:sp>
        <p:nvSpPr>
          <p:cNvPr id="2584" name="New shape"/>
          <p:cNvSpPr/>
          <p:nvPr/>
        </p:nvSpPr>
        <p:spPr>
          <a:xfrm>
            <a:off x="2865692" y="8417243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5" name="New picture"/>
          <p:cNvPicPr/>
          <p:nvPr/>
        </p:nvPicPr>
        <p:blipFill>
          <a:blip r:embed="rId1562"/>
          <a:srcRect/>
          <a:stretch>
            <a:fillRect/>
          </a:stretch>
        </p:blipFill>
        <p:spPr>
          <a:xfrm>
            <a:off x="3029045" y="8379143"/>
            <a:ext cx="77819" cy="175451"/>
          </a:xfrm>
          <a:prstGeom prst="rect"/>
          <a:ln w="0">
            <a:noFill/>
          </a:ln>
        </p:spPr>
      </p:pic>
      <p:pic>
        <p:nvPicPr>
          <p:cNvPr id="2586" name="New picture"/>
          <p:cNvPicPr/>
          <p:nvPr/>
        </p:nvPicPr>
        <p:blipFill>
          <a:blip r:embed="rId1563"/>
          <a:srcRect/>
          <a:stretch>
            <a:fillRect/>
          </a:stretch>
        </p:blipFill>
        <p:spPr>
          <a:xfrm>
            <a:off x="3116009" y="8379143"/>
            <a:ext cx="149733" cy="175451"/>
          </a:xfrm>
          <a:prstGeom prst="rect"/>
          <a:ln w="0">
            <a:noFill/>
          </a:ln>
        </p:spPr>
      </p:pic>
      <p:sp>
        <p:nvSpPr>
          <p:cNvPr id="2587" name="New shape"/>
          <p:cNvSpPr/>
          <p:nvPr/>
        </p:nvSpPr>
        <p:spPr>
          <a:xfrm>
            <a:off x="3288602" y="8328659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88" name="New shape"/>
          <p:cNvSpPr/>
          <p:nvPr/>
        </p:nvSpPr>
        <p:spPr>
          <a:xfrm>
            <a:off x="3288602" y="8385144"/>
            <a:ext cx="41243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9" name="New picture"/>
          <p:cNvPicPr/>
          <p:nvPr/>
        </p:nvPicPr>
        <p:blipFill>
          <a:blip r:embed="rId1564"/>
          <a:srcRect/>
          <a:stretch>
            <a:fillRect/>
          </a:stretch>
        </p:blipFill>
        <p:spPr>
          <a:xfrm>
            <a:off x="3352800" y="8379143"/>
            <a:ext cx="151162" cy="175451"/>
          </a:xfrm>
          <a:prstGeom prst="rect"/>
          <a:ln w="0">
            <a:noFill/>
          </a:ln>
        </p:spPr>
      </p:pic>
      <p:pic>
        <p:nvPicPr>
          <p:cNvPr id="2590" name="New picture"/>
          <p:cNvPicPr/>
          <p:nvPr/>
        </p:nvPicPr>
        <p:blipFill>
          <a:blip r:embed="rId1565"/>
          <a:srcRect/>
          <a:stretch>
            <a:fillRect/>
          </a:stretch>
        </p:blipFill>
        <p:spPr>
          <a:xfrm>
            <a:off x="3519202" y="8379143"/>
            <a:ext cx="181737" cy="244126"/>
          </a:xfrm>
          <a:prstGeom prst="rect"/>
          <a:ln w="0">
            <a:noFill/>
          </a:ln>
        </p:spPr>
      </p:pic>
      <p:sp>
        <p:nvSpPr>
          <p:cNvPr id="2591" name="New shape"/>
          <p:cNvSpPr/>
          <p:nvPr/>
        </p:nvSpPr>
        <p:spPr>
          <a:xfrm>
            <a:off x="3560445" y="8417243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2" name="New shape"/>
          <p:cNvSpPr/>
          <p:nvPr/>
        </p:nvSpPr>
        <p:spPr>
          <a:xfrm>
            <a:off x="3794093" y="8328659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3" name="New shape"/>
          <p:cNvSpPr/>
          <p:nvPr/>
        </p:nvSpPr>
        <p:spPr>
          <a:xfrm>
            <a:off x="3794093" y="8385144"/>
            <a:ext cx="41243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4" name="New picture"/>
          <p:cNvPicPr/>
          <p:nvPr/>
        </p:nvPicPr>
        <p:blipFill>
          <a:blip r:embed="rId1566"/>
          <a:srcRect/>
          <a:stretch>
            <a:fillRect/>
          </a:stretch>
        </p:blipFill>
        <p:spPr>
          <a:xfrm>
            <a:off x="3858197" y="8379143"/>
            <a:ext cx="151162" cy="175451"/>
          </a:xfrm>
          <a:prstGeom prst="rect"/>
          <a:ln w="0">
            <a:noFill/>
          </a:ln>
        </p:spPr>
      </p:pic>
      <p:pic>
        <p:nvPicPr>
          <p:cNvPr id="2595" name="New picture"/>
          <p:cNvPicPr/>
          <p:nvPr/>
        </p:nvPicPr>
        <p:blipFill>
          <a:blip r:embed="rId1567"/>
          <a:srcRect/>
          <a:stretch>
            <a:fillRect/>
          </a:stretch>
        </p:blipFill>
        <p:spPr>
          <a:xfrm>
            <a:off x="4093369" y="8328755"/>
            <a:ext cx="221456" cy="225837"/>
          </a:xfrm>
          <a:prstGeom prst="rect"/>
          <a:ln w="0">
            <a:noFill/>
          </a:ln>
        </p:spPr>
      </p:pic>
      <p:sp>
        <p:nvSpPr>
          <p:cNvPr id="2596" name="New shape"/>
          <p:cNvSpPr/>
          <p:nvPr/>
        </p:nvSpPr>
        <p:spPr>
          <a:xfrm>
            <a:off x="4177379" y="8388286"/>
            <a:ext cx="51912" cy="686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7" name="New picture"/>
          <p:cNvPicPr/>
          <p:nvPr/>
        </p:nvPicPr>
        <p:blipFill>
          <a:blip r:embed="rId1568"/>
          <a:srcRect/>
          <a:stretch>
            <a:fillRect/>
          </a:stretch>
        </p:blipFill>
        <p:spPr>
          <a:xfrm>
            <a:off x="4314825" y="8379047"/>
            <a:ext cx="174022" cy="181642"/>
          </a:xfrm>
          <a:prstGeom prst="rect"/>
          <a:ln w="0">
            <a:noFill/>
          </a:ln>
        </p:spPr>
      </p:pic>
      <p:pic>
        <p:nvPicPr>
          <p:cNvPr id="2598" name="New picture"/>
          <p:cNvPicPr/>
          <p:nvPr/>
        </p:nvPicPr>
        <p:blipFill>
          <a:blip r:embed="rId1569"/>
          <a:srcRect/>
          <a:stretch>
            <a:fillRect/>
          </a:stretch>
        </p:blipFill>
        <p:spPr>
          <a:xfrm>
            <a:off x="4494943" y="8328755"/>
            <a:ext cx="85535" cy="225837"/>
          </a:xfrm>
          <a:prstGeom prst="rect"/>
          <a:ln w="0">
            <a:noFill/>
          </a:ln>
        </p:spPr>
      </p:pic>
      <p:sp>
        <p:nvSpPr>
          <p:cNvPr id="2599" name="New shape"/>
          <p:cNvSpPr/>
          <p:nvPr/>
        </p:nvSpPr>
        <p:spPr>
          <a:xfrm>
            <a:off x="4588097" y="8328659"/>
            <a:ext cx="39719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00" name="New shape"/>
          <p:cNvSpPr/>
          <p:nvPr/>
        </p:nvSpPr>
        <p:spPr>
          <a:xfrm>
            <a:off x="4588097" y="8385144"/>
            <a:ext cx="39719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1" name="New picture"/>
          <p:cNvPicPr/>
          <p:nvPr/>
        </p:nvPicPr>
        <p:blipFill>
          <a:blip r:embed="rId1570"/>
          <a:srcRect/>
          <a:stretch>
            <a:fillRect/>
          </a:stretch>
        </p:blipFill>
        <p:spPr>
          <a:xfrm>
            <a:off x="4643057" y="8379143"/>
            <a:ext cx="180213" cy="181546"/>
          </a:xfrm>
          <a:prstGeom prst="rect"/>
          <a:ln w="0">
            <a:noFill/>
          </a:ln>
        </p:spPr>
      </p:pic>
      <p:sp>
        <p:nvSpPr>
          <p:cNvPr id="2602" name="New shape"/>
          <p:cNvSpPr/>
          <p:nvPr/>
        </p:nvSpPr>
        <p:spPr>
          <a:xfrm>
            <a:off x="4682776" y="8417243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3" name="New picture"/>
          <p:cNvPicPr/>
          <p:nvPr/>
        </p:nvPicPr>
        <p:blipFill>
          <a:blip r:embed="rId1571"/>
          <a:srcRect/>
          <a:stretch>
            <a:fillRect/>
          </a:stretch>
        </p:blipFill>
        <p:spPr>
          <a:xfrm>
            <a:off x="4837081" y="8379143"/>
            <a:ext cx="151162" cy="175451"/>
          </a:xfrm>
          <a:prstGeom prst="rect"/>
          <a:ln w="0">
            <a:noFill/>
          </a:ln>
        </p:spPr>
      </p:pic>
      <p:pic>
        <p:nvPicPr>
          <p:cNvPr id="2604" name="New picture"/>
          <p:cNvPicPr/>
          <p:nvPr/>
        </p:nvPicPr>
        <p:blipFill>
          <a:blip r:embed="rId1572"/>
          <a:srcRect/>
          <a:stretch>
            <a:fillRect/>
          </a:stretch>
        </p:blipFill>
        <p:spPr>
          <a:xfrm>
            <a:off x="5089017" y="8411146"/>
            <a:ext cx="42767" cy="111443"/>
          </a:xfrm>
          <a:prstGeom prst="rect"/>
          <a:ln w="0">
            <a:noFill/>
          </a:ln>
        </p:spPr>
      </p:pic>
      <p:pic>
        <p:nvPicPr>
          <p:cNvPr id="2605" name="New picture"/>
          <p:cNvPicPr/>
          <p:nvPr/>
        </p:nvPicPr>
        <p:blipFill>
          <a:blip r:embed="rId1573"/>
          <a:srcRect/>
          <a:stretch>
            <a:fillRect/>
          </a:stretch>
        </p:blipFill>
        <p:spPr>
          <a:xfrm>
            <a:off x="5150168" y="8411146"/>
            <a:ext cx="42767" cy="111443"/>
          </a:xfrm>
          <a:prstGeom prst="rect"/>
          <a:ln w="0">
            <a:noFill/>
          </a:ln>
        </p:spPr>
      </p:pic>
      <p:pic>
        <p:nvPicPr>
          <p:cNvPr id="2606" name="New picture"/>
          <p:cNvPicPr/>
          <p:nvPr/>
        </p:nvPicPr>
        <p:blipFill>
          <a:blip r:embed="rId1574"/>
          <a:srcRect/>
          <a:stretch>
            <a:fillRect/>
          </a:stretch>
        </p:blipFill>
        <p:spPr>
          <a:xfrm>
            <a:off x="5292185" y="8379143"/>
            <a:ext cx="177070" cy="231934"/>
          </a:xfrm>
          <a:prstGeom prst="rect"/>
          <a:ln w="0">
            <a:noFill/>
          </a:ln>
        </p:spPr>
      </p:pic>
      <p:sp>
        <p:nvSpPr>
          <p:cNvPr id="2607" name="New shape"/>
          <p:cNvSpPr/>
          <p:nvPr/>
        </p:nvSpPr>
        <p:spPr>
          <a:xfrm>
            <a:off x="5330285" y="8417243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8" name="New picture"/>
          <p:cNvPicPr/>
          <p:nvPr/>
        </p:nvPicPr>
        <p:blipFill>
          <a:blip r:embed="rId1575"/>
          <a:srcRect/>
          <a:stretch>
            <a:fillRect/>
          </a:stretch>
        </p:blipFill>
        <p:spPr>
          <a:xfrm>
            <a:off x="5476875" y="8379143"/>
            <a:ext cx="180213" cy="181546"/>
          </a:xfrm>
          <a:prstGeom prst="rect"/>
          <a:ln w="0">
            <a:noFill/>
          </a:ln>
        </p:spPr>
      </p:pic>
      <p:sp>
        <p:nvSpPr>
          <p:cNvPr id="2609" name="New shape"/>
          <p:cNvSpPr/>
          <p:nvPr/>
        </p:nvSpPr>
        <p:spPr>
          <a:xfrm>
            <a:off x="5518118" y="8417243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0" name="New picture"/>
          <p:cNvPicPr/>
          <p:nvPr/>
        </p:nvPicPr>
        <p:blipFill>
          <a:blip r:embed="rId1576"/>
          <a:srcRect/>
          <a:stretch>
            <a:fillRect/>
          </a:stretch>
        </p:blipFill>
        <p:spPr>
          <a:xfrm>
            <a:off x="5679948" y="8379143"/>
            <a:ext cx="77819" cy="175451"/>
          </a:xfrm>
          <a:prstGeom prst="rect"/>
          <a:ln w="0">
            <a:noFill/>
          </a:ln>
        </p:spPr>
      </p:pic>
      <p:pic>
        <p:nvPicPr>
          <p:cNvPr id="2611" name="New picture"/>
          <p:cNvPicPr/>
          <p:nvPr/>
        </p:nvPicPr>
        <p:blipFill>
          <a:blip r:embed="rId1577"/>
          <a:srcRect/>
          <a:stretch>
            <a:fillRect/>
          </a:stretch>
        </p:blipFill>
        <p:spPr>
          <a:xfrm>
            <a:off x="5847969" y="8328755"/>
            <a:ext cx="143542" cy="225837"/>
          </a:xfrm>
          <a:prstGeom prst="rect"/>
          <a:ln w="0">
            <a:noFill/>
          </a:ln>
        </p:spPr>
      </p:pic>
      <p:sp>
        <p:nvSpPr>
          <p:cNvPr id="2612" name="New shape"/>
          <p:cNvSpPr/>
          <p:nvPr/>
        </p:nvSpPr>
        <p:spPr>
          <a:xfrm>
            <a:off x="5889212" y="8368379"/>
            <a:ext cx="61151" cy="610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3" name="New picture"/>
          <p:cNvPicPr/>
          <p:nvPr/>
        </p:nvPicPr>
        <p:blipFill>
          <a:blip r:embed="rId1578"/>
          <a:srcRect/>
          <a:stretch>
            <a:fillRect/>
          </a:stretch>
        </p:blipFill>
        <p:spPr>
          <a:xfrm>
            <a:off x="5996083" y="8379047"/>
            <a:ext cx="177165" cy="181642"/>
          </a:xfrm>
          <a:prstGeom prst="rect"/>
          <a:ln w="0">
            <a:noFill/>
          </a:ln>
        </p:spPr>
      </p:pic>
      <p:sp>
        <p:nvSpPr>
          <p:cNvPr id="2614" name="New shape"/>
          <p:cNvSpPr/>
          <p:nvPr/>
        </p:nvSpPr>
        <p:spPr>
          <a:xfrm>
            <a:off x="6037327" y="8417241"/>
            <a:ext cx="94678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5" name="New picture"/>
          <p:cNvPicPr/>
          <p:nvPr/>
        </p:nvPicPr>
        <p:blipFill>
          <a:blip r:embed="rId1579"/>
          <a:srcRect/>
          <a:stretch>
            <a:fillRect/>
          </a:stretch>
        </p:blipFill>
        <p:spPr>
          <a:xfrm>
            <a:off x="6179344" y="8328755"/>
            <a:ext cx="84010" cy="225837"/>
          </a:xfrm>
          <a:prstGeom prst="rect"/>
          <a:ln w="0">
            <a:noFill/>
          </a:ln>
        </p:spPr>
      </p:pic>
      <p:pic>
        <p:nvPicPr>
          <p:cNvPr id="2616" name="New picture"/>
          <p:cNvPicPr/>
          <p:nvPr/>
        </p:nvPicPr>
        <p:blipFill>
          <a:blip r:embed="rId1580"/>
          <a:srcRect/>
          <a:stretch>
            <a:fillRect/>
          </a:stretch>
        </p:blipFill>
        <p:spPr>
          <a:xfrm>
            <a:off x="6264878" y="8379142"/>
            <a:ext cx="175546" cy="181547"/>
          </a:xfrm>
          <a:prstGeom prst="rect"/>
          <a:ln w="0">
            <a:noFill/>
          </a:ln>
        </p:spPr>
      </p:pic>
      <p:sp>
        <p:nvSpPr>
          <p:cNvPr id="2617" name="New shape"/>
          <p:cNvSpPr/>
          <p:nvPr/>
        </p:nvSpPr>
        <p:spPr>
          <a:xfrm>
            <a:off x="6306122" y="8417241"/>
            <a:ext cx="93154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8" name="New picture"/>
          <p:cNvPicPr/>
          <p:nvPr/>
        </p:nvPicPr>
        <p:blipFill>
          <a:blip r:embed="rId1581"/>
          <a:srcRect/>
          <a:stretch>
            <a:fillRect/>
          </a:stretch>
        </p:blipFill>
        <p:spPr>
          <a:xfrm>
            <a:off x="6460236" y="8379143"/>
            <a:ext cx="77819" cy="175451"/>
          </a:xfrm>
          <a:prstGeom prst="rect"/>
          <a:ln w="0">
            <a:noFill/>
          </a:ln>
        </p:spPr>
      </p:pic>
      <p:pic>
        <p:nvPicPr>
          <p:cNvPr id="2619" name="New picture"/>
          <p:cNvPicPr/>
          <p:nvPr/>
        </p:nvPicPr>
        <p:blipFill>
          <a:blip r:embed="rId1582"/>
          <a:srcRect/>
          <a:stretch>
            <a:fillRect/>
          </a:stretch>
        </p:blipFill>
        <p:spPr>
          <a:xfrm>
            <a:off x="692753" y="8672132"/>
            <a:ext cx="163354" cy="225837"/>
          </a:xfrm>
          <a:prstGeom prst="rect"/>
          <a:ln w="0">
            <a:noFill/>
          </a:ln>
        </p:spPr>
      </p:pic>
      <p:pic>
        <p:nvPicPr>
          <p:cNvPr id="2620" name="New picture"/>
          <p:cNvPicPr/>
          <p:nvPr/>
        </p:nvPicPr>
        <p:blipFill>
          <a:blip r:embed="rId1583"/>
          <a:srcRect/>
          <a:stretch>
            <a:fillRect/>
          </a:stretch>
        </p:blipFill>
        <p:spPr>
          <a:xfrm>
            <a:off x="877443" y="8722519"/>
            <a:ext cx="178689" cy="181546"/>
          </a:xfrm>
          <a:prstGeom prst="rect"/>
          <a:ln w="0">
            <a:noFill/>
          </a:ln>
        </p:spPr>
      </p:pic>
      <p:sp>
        <p:nvSpPr>
          <p:cNvPr id="2621" name="New shape"/>
          <p:cNvSpPr/>
          <p:nvPr/>
        </p:nvSpPr>
        <p:spPr>
          <a:xfrm>
            <a:off x="917162" y="8760619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22" name="New picture"/>
          <p:cNvPicPr/>
          <p:nvPr/>
        </p:nvPicPr>
        <p:blipFill>
          <a:blip r:embed="rId1584"/>
          <a:srcRect/>
          <a:stretch>
            <a:fillRect/>
          </a:stretch>
        </p:blipFill>
        <p:spPr>
          <a:xfrm>
            <a:off x="1079087" y="8722519"/>
            <a:ext cx="77819" cy="175451"/>
          </a:xfrm>
          <a:prstGeom prst="rect"/>
          <a:ln w="0">
            <a:noFill/>
          </a:ln>
        </p:spPr>
      </p:pic>
      <p:pic>
        <p:nvPicPr>
          <p:cNvPr id="2623" name="New picture"/>
          <p:cNvPicPr/>
          <p:nvPr/>
        </p:nvPicPr>
        <p:blipFill>
          <a:blip r:embed="rId1585"/>
          <a:srcRect/>
          <a:stretch>
            <a:fillRect/>
          </a:stretch>
        </p:blipFill>
        <p:spPr>
          <a:xfrm>
            <a:off x="1169098" y="8722519"/>
            <a:ext cx="77819" cy="175451"/>
          </a:xfrm>
          <a:prstGeom prst="rect"/>
          <a:ln w="0">
            <a:noFill/>
          </a:ln>
        </p:spPr>
      </p:pic>
      <p:sp>
        <p:nvSpPr>
          <p:cNvPr id="2624" name="New shape"/>
          <p:cNvSpPr/>
          <p:nvPr/>
        </p:nvSpPr>
        <p:spPr>
          <a:xfrm>
            <a:off x="1254633" y="8672037"/>
            <a:ext cx="41243" cy="3819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25" name="New shape"/>
          <p:cNvSpPr/>
          <p:nvPr/>
        </p:nvSpPr>
        <p:spPr>
          <a:xfrm>
            <a:off x="1254633" y="8728520"/>
            <a:ext cx="41243" cy="16935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26" name="New picture"/>
          <p:cNvPicPr/>
          <p:nvPr/>
        </p:nvPicPr>
        <p:blipFill>
          <a:blip r:embed="rId1586"/>
          <a:srcRect/>
          <a:stretch>
            <a:fillRect/>
          </a:stretch>
        </p:blipFill>
        <p:spPr>
          <a:xfrm>
            <a:off x="1318736" y="8722519"/>
            <a:ext cx="149733" cy="175451"/>
          </a:xfrm>
          <a:prstGeom prst="rect"/>
          <a:ln w="0">
            <a:noFill/>
          </a:ln>
        </p:spPr>
      </p:pic>
      <p:pic>
        <p:nvPicPr>
          <p:cNvPr id="2627" name="New picture"/>
          <p:cNvPicPr/>
          <p:nvPr/>
        </p:nvPicPr>
        <p:blipFill>
          <a:blip r:embed="rId1587"/>
          <a:srcRect/>
          <a:stretch>
            <a:fillRect/>
          </a:stretch>
        </p:blipFill>
        <p:spPr>
          <a:xfrm>
            <a:off x="1485233" y="8722519"/>
            <a:ext cx="180213" cy="244126"/>
          </a:xfrm>
          <a:prstGeom prst="rect"/>
          <a:ln w="0">
            <a:noFill/>
          </a:ln>
        </p:spPr>
      </p:pic>
      <p:sp>
        <p:nvSpPr>
          <p:cNvPr id="2628" name="New shape"/>
          <p:cNvSpPr/>
          <p:nvPr/>
        </p:nvSpPr>
        <p:spPr>
          <a:xfrm>
            <a:off x="1526476" y="8760619"/>
            <a:ext cx="99250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29" name="New picture"/>
          <p:cNvPicPr/>
          <p:nvPr/>
        </p:nvPicPr>
        <p:blipFill>
          <a:blip r:embed="rId1588"/>
          <a:srcRect/>
          <a:stretch>
            <a:fillRect/>
          </a:stretch>
        </p:blipFill>
        <p:spPr>
          <a:xfrm>
            <a:off x="1674590" y="8672132"/>
            <a:ext cx="84011" cy="225837"/>
          </a:xfrm>
          <a:prstGeom prst="rect"/>
          <a:ln w="0">
            <a:noFill/>
          </a:ln>
        </p:spPr>
      </p:pic>
      <p:pic>
        <p:nvPicPr>
          <p:cNvPr id="2630" name="New picture"/>
          <p:cNvPicPr/>
          <p:nvPr/>
        </p:nvPicPr>
        <p:blipFill>
          <a:blip r:embed="rId1589"/>
          <a:srcRect/>
          <a:stretch>
            <a:fillRect/>
          </a:stretch>
        </p:blipFill>
        <p:spPr>
          <a:xfrm>
            <a:off x="1756982" y="8722423"/>
            <a:ext cx="180213" cy="181642"/>
          </a:xfrm>
          <a:prstGeom prst="rect"/>
          <a:ln w="0">
            <a:noFill/>
          </a:ln>
        </p:spPr>
      </p:pic>
      <p:sp>
        <p:nvSpPr>
          <p:cNvPr id="2631" name="New shape"/>
          <p:cNvSpPr/>
          <p:nvPr/>
        </p:nvSpPr>
        <p:spPr>
          <a:xfrm>
            <a:off x="1798225" y="8760619"/>
            <a:ext cx="99251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2" name="New picture"/>
          <p:cNvPicPr/>
          <p:nvPr/>
        </p:nvPicPr>
        <p:blipFill>
          <a:blip r:embed="rId1590"/>
          <a:srcRect/>
          <a:stretch>
            <a:fillRect/>
          </a:stretch>
        </p:blipFill>
        <p:spPr>
          <a:xfrm>
            <a:off x="1952435" y="8722519"/>
            <a:ext cx="149733" cy="175451"/>
          </a:xfrm>
          <a:prstGeom prst="rect"/>
          <a:ln w="0">
            <a:noFill/>
          </a:ln>
        </p:spPr>
      </p:pic>
      <p:pic>
        <p:nvPicPr>
          <p:cNvPr id="2633" name="New picture"/>
          <p:cNvPicPr/>
          <p:nvPr/>
        </p:nvPicPr>
        <p:blipFill>
          <a:blip r:embed="rId1591"/>
          <a:srcRect/>
          <a:stretch>
            <a:fillRect/>
          </a:stretch>
        </p:blipFill>
        <p:spPr>
          <a:xfrm>
            <a:off x="668274" y="9160478"/>
            <a:ext cx="105347" cy="112966"/>
          </a:xfrm>
          <a:prstGeom prst="rect"/>
          <a:ln w="0">
            <a:noFill/>
          </a:ln>
        </p:spPr>
      </p:pic>
      <p:sp>
        <p:nvSpPr>
          <p:cNvPr id="2634" name="New shape"/>
          <p:cNvSpPr/>
          <p:nvPr/>
        </p:nvSpPr>
        <p:spPr>
          <a:xfrm>
            <a:off x="671322" y="9162002"/>
            <a:ext cx="99250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35" name="New shape"/>
          <p:cNvSpPr/>
          <p:nvPr/>
        </p:nvSpPr>
        <p:spPr>
          <a:xfrm>
            <a:off x="698849" y="9175718"/>
            <a:ext cx="42672" cy="5800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36" name="New shape"/>
          <p:cNvSpPr/>
          <p:nvPr/>
        </p:nvSpPr>
        <p:spPr>
          <a:xfrm>
            <a:off x="695706" y="9168099"/>
            <a:ext cx="50482" cy="671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37" name="New shape"/>
          <p:cNvSpPr/>
          <p:nvPr/>
        </p:nvSpPr>
        <p:spPr>
          <a:xfrm>
            <a:off x="671322" y="9162004"/>
            <a:ext cx="99250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38" name="New shape"/>
          <p:cNvSpPr/>
          <p:nvPr/>
        </p:nvSpPr>
        <p:spPr>
          <a:xfrm>
            <a:off x="698849" y="9175718"/>
            <a:ext cx="42672" cy="5800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9" name="New picture"/>
          <p:cNvPicPr/>
          <p:nvPr/>
        </p:nvPicPr>
        <p:blipFill>
          <a:blip r:embed="rId1592"/>
          <a:srcRect/>
          <a:stretch>
            <a:fillRect/>
          </a:stretch>
        </p:blipFill>
        <p:spPr>
          <a:xfrm>
            <a:off x="779716" y="9191053"/>
            <a:ext cx="74867" cy="83916"/>
          </a:xfrm>
          <a:prstGeom prst="rect"/>
          <a:ln w="0">
            <a:noFill/>
          </a:ln>
        </p:spPr>
      </p:pic>
      <p:sp>
        <p:nvSpPr>
          <p:cNvPr id="2640" name="New shape"/>
          <p:cNvSpPr/>
          <p:nvPr/>
        </p:nvSpPr>
        <p:spPr>
          <a:xfrm>
            <a:off x="782764" y="9192578"/>
            <a:ext cx="7029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41" name="New shape"/>
          <p:cNvSpPr/>
          <p:nvPr/>
        </p:nvSpPr>
        <p:spPr>
          <a:xfrm>
            <a:off x="782764" y="9192577"/>
            <a:ext cx="70294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42" name="New picture"/>
          <p:cNvPicPr/>
          <p:nvPr/>
        </p:nvPicPr>
        <p:blipFill>
          <a:blip r:embed="rId1593"/>
          <a:srcRect/>
          <a:stretch>
            <a:fillRect/>
          </a:stretch>
        </p:blipFill>
        <p:spPr>
          <a:xfrm>
            <a:off x="863727" y="9164955"/>
            <a:ext cx="53435" cy="109918"/>
          </a:xfrm>
          <a:prstGeom prst="rect"/>
          <a:ln w="0">
            <a:noFill/>
          </a:ln>
        </p:spPr>
      </p:pic>
      <p:sp>
        <p:nvSpPr>
          <p:cNvPr id="2643" name="New shape"/>
          <p:cNvSpPr/>
          <p:nvPr/>
        </p:nvSpPr>
        <p:spPr>
          <a:xfrm>
            <a:off x="866775" y="9169527"/>
            <a:ext cx="47339" cy="10077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44" name="New shape"/>
          <p:cNvSpPr/>
          <p:nvPr/>
        </p:nvSpPr>
        <p:spPr>
          <a:xfrm>
            <a:off x="866775" y="9169527"/>
            <a:ext cx="47339" cy="10229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45" name="New picture"/>
          <p:cNvPicPr/>
          <p:nvPr/>
        </p:nvPicPr>
        <p:blipFill>
          <a:blip r:embed="rId1594"/>
          <a:srcRect/>
          <a:stretch>
            <a:fillRect/>
          </a:stretch>
        </p:blipFill>
        <p:spPr>
          <a:xfrm>
            <a:off x="921734" y="9188006"/>
            <a:ext cx="76390" cy="86964"/>
          </a:xfrm>
          <a:prstGeom prst="rect"/>
          <a:ln w="0">
            <a:noFill/>
          </a:ln>
        </p:spPr>
      </p:pic>
      <p:sp>
        <p:nvSpPr>
          <p:cNvPr id="2646" name="New shape"/>
          <p:cNvSpPr/>
          <p:nvPr/>
        </p:nvSpPr>
        <p:spPr>
          <a:xfrm>
            <a:off x="927830" y="9192578"/>
            <a:ext cx="6724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47" name="New shape"/>
          <p:cNvSpPr/>
          <p:nvPr/>
        </p:nvSpPr>
        <p:spPr>
          <a:xfrm>
            <a:off x="938593" y="9203246"/>
            <a:ext cx="44196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48" name="New shape"/>
          <p:cNvSpPr/>
          <p:nvPr/>
        </p:nvSpPr>
        <p:spPr>
          <a:xfrm>
            <a:off x="935450" y="9198674"/>
            <a:ext cx="50482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49" name="New shape"/>
          <p:cNvSpPr/>
          <p:nvPr/>
        </p:nvSpPr>
        <p:spPr>
          <a:xfrm>
            <a:off x="924782" y="9191054"/>
            <a:ext cx="71818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50" name="New shape"/>
          <p:cNvSpPr/>
          <p:nvPr/>
        </p:nvSpPr>
        <p:spPr>
          <a:xfrm>
            <a:off x="938593" y="9200198"/>
            <a:ext cx="44196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1" name="New picture"/>
          <p:cNvPicPr/>
          <p:nvPr/>
        </p:nvPicPr>
        <p:blipFill>
          <a:blip r:embed="rId1595"/>
          <a:srcRect/>
          <a:stretch>
            <a:fillRect/>
          </a:stretch>
        </p:blipFill>
        <p:spPr>
          <a:xfrm>
            <a:off x="1013365" y="9191053"/>
            <a:ext cx="74866" cy="83916"/>
          </a:xfrm>
          <a:prstGeom prst="rect"/>
          <a:ln w="0">
            <a:noFill/>
          </a:ln>
        </p:spPr>
      </p:pic>
      <p:sp>
        <p:nvSpPr>
          <p:cNvPr id="2652" name="New shape"/>
          <p:cNvSpPr/>
          <p:nvPr/>
        </p:nvSpPr>
        <p:spPr>
          <a:xfrm>
            <a:off x="1016413" y="9192578"/>
            <a:ext cx="6877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53" name="New shape"/>
          <p:cNvSpPr/>
          <p:nvPr/>
        </p:nvSpPr>
        <p:spPr>
          <a:xfrm>
            <a:off x="1016413" y="9192577"/>
            <a:ext cx="68771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4" name="New picture"/>
          <p:cNvPicPr/>
          <p:nvPr/>
        </p:nvPicPr>
        <p:blipFill>
          <a:blip r:embed="rId1596"/>
          <a:srcRect/>
          <a:stretch>
            <a:fillRect/>
          </a:stretch>
        </p:blipFill>
        <p:spPr>
          <a:xfrm>
            <a:off x="1106519" y="9187910"/>
            <a:ext cx="48863" cy="85439"/>
          </a:xfrm>
          <a:prstGeom prst="rect"/>
          <a:ln w="0">
            <a:noFill/>
          </a:ln>
        </p:spPr>
      </p:pic>
      <p:sp>
        <p:nvSpPr>
          <p:cNvPr id="2655" name="New shape"/>
          <p:cNvSpPr/>
          <p:nvPr/>
        </p:nvSpPr>
        <p:spPr>
          <a:xfrm>
            <a:off x="1109567" y="9190958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56" name="New shape"/>
          <p:cNvSpPr/>
          <p:nvPr/>
        </p:nvSpPr>
        <p:spPr>
          <a:xfrm>
            <a:off x="1109567" y="9190958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7" name="New picture"/>
          <p:cNvPicPr/>
          <p:nvPr/>
        </p:nvPicPr>
        <p:blipFill>
          <a:blip r:embed="rId1597"/>
          <a:srcRect/>
          <a:stretch>
            <a:fillRect/>
          </a:stretch>
        </p:blipFill>
        <p:spPr>
          <a:xfrm>
            <a:off x="1202722" y="9251919"/>
            <a:ext cx="21336" cy="21431"/>
          </a:xfrm>
          <a:prstGeom prst="rect"/>
          <a:ln w="0">
            <a:noFill/>
          </a:ln>
        </p:spPr>
      </p:pic>
      <p:sp>
        <p:nvSpPr>
          <p:cNvPr id="2658" name="New shape"/>
          <p:cNvSpPr/>
          <p:nvPr/>
        </p:nvSpPr>
        <p:spPr>
          <a:xfrm>
            <a:off x="1207294" y="9256491"/>
            <a:ext cx="12192" cy="1228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9" name="New picture"/>
          <p:cNvPicPr/>
          <p:nvPr/>
        </p:nvPicPr>
        <p:blipFill>
          <a:blip r:embed="rId1598"/>
          <a:srcRect/>
          <a:stretch>
            <a:fillRect/>
          </a:stretch>
        </p:blipFill>
        <p:spPr>
          <a:xfrm>
            <a:off x="1202722" y="9197056"/>
            <a:ext cx="21336" cy="21336"/>
          </a:xfrm>
          <a:prstGeom prst="rect"/>
          <a:ln w="0">
            <a:noFill/>
          </a:ln>
        </p:spPr>
      </p:pic>
      <p:sp>
        <p:nvSpPr>
          <p:cNvPr id="2660" name="New shape"/>
          <p:cNvSpPr/>
          <p:nvPr/>
        </p:nvSpPr>
        <p:spPr>
          <a:xfrm>
            <a:off x="1207294" y="9201627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61" name="New shape"/>
          <p:cNvSpPr/>
          <p:nvPr/>
        </p:nvSpPr>
        <p:spPr>
          <a:xfrm>
            <a:off x="1204246" y="9254967"/>
            <a:ext cx="18288" cy="1685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62" name="New shape"/>
          <p:cNvSpPr/>
          <p:nvPr/>
        </p:nvSpPr>
        <p:spPr>
          <a:xfrm>
            <a:off x="1205770" y="9198578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3" name="New picture"/>
          <p:cNvPicPr/>
          <p:nvPr/>
        </p:nvPicPr>
        <p:blipFill>
          <a:blip r:embed="rId1599"/>
          <a:srcRect/>
          <a:stretch>
            <a:fillRect/>
          </a:stretch>
        </p:blipFill>
        <p:spPr>
          <a:xfrm>
            <a:off x="1286732" y="9162002"/>
            <a:ext cx="76295" cy="108300"/>
          </a:xfrm>
          <a:prstGeom prst="rect"/>
          <a:ln w="0">
            <a:noFill/>
          </a:ln>
        </p:spPr>
      </p:pic>
      <p:sp>
        <p:nvSpPr>
          <p:cNvPr id="2664" name="New shape"/>
          <p:cNvSpPr/>
          <p:nvPr/>
        </p:nvSpPr>
        <p:spPr>
          <a:xfrm>
            <a:off x="1300448" y="9172670"/>
            <a:ext cx="48863" cy="487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5" name="New picture"/>
          <p:cNvPicPr/>
          <p:nvPr/>
        </p:nvPicPr>
        <p:blipFill>
          <a:blip r:embed="rId1600"/>
          <a:srcRect/>
          <a:stretch>
            <a:fillRect/>
          </a:stretch>
        </p:blipFill>
        <p:spPr>
          <a:xfrm>
            <a:off x="1370743" y="9190958"/>
            <a:ext cx="70199" cy="80867"/>
          </a:xfrm>
          <a:prstGeom prst="rect"/>
          <a:ln w="0">
            <a:noFill/>
          </a:ln>
        </p:spPr>
      </p:pic>
      <p:sp>
        <p:nvSpPr>
          <p:cNvPr id="2666" name="New shape"/>
          <p:cNvSpPr/>
          <p:nvPr/>
        </p:nvSpPr>
        <p:spPr>
          <a:xfrm>
            <a:off x="1382935" y="920010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7" name="New picture"/>
          <p:cNvPicPr/>
          <p:nvPr/>
        </p:nvPicPr>
        <p:blipFill>
          <a:blip r:embed="rId1601"/>
          <a:srcRect/>
          <a:stretch>
            <a:fillRect/>
          </a:stretch>
        </p:blipFill>
        <p:spPr>
          <a:xfrm>
            <a:off x="1450086" y="9169622"/>
            <a:ext cx="47339" cy="102203"/>
          </a:xfrm>
          <a:prstGeom prst="rect"/>
          <a:ln w="0">
            <a:noFill/>
          </a:ln>
        </p:spPr>
      </p:pic>
      <p:pic>
        <p:nvPicPr>
          <p:cNvPr id="2668" name="New picture"/>
          <p:cNvPicPr/>
          <p:nvPr/>
        </p:nvPicPr>
        <p:blipFill>
          <a:blip r:embed="rId1602"/>
          <a:srcRect/>
          <a:stretch>
            <a:fillRect/>
          </a:stretch>
        </p:blipFill>
        <p:spPr>
          <a:xfrm>
            <a:off x="1508093" y="9190958"/>
            <a:ext cx="71818" cy="80867"/>
          </a:xfrm>
          <a:prstGeom prst="rect"/>
          <a:ln w="0">
            <a:noFill/>
          </a:ln>
        </p:spPr>
      </p:pic>
      <p:sp>
        <p:nvSpPr>
          <p:cNvPr id="2669" name="New shape"/>
          <p:cNvSpPr/>
          <p:nvPr/>
        </p:nvSpPr>
        <p:spPr>
          <a:xfrm>
            <a:off x="1521809" y="920010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0" name="New picture"/>
          <p:cNvPicPr/>
          <p:nvPr/>
        </p:nvPicPr>
        <p:blipFill>
          <a:blip r:embed="rId1603"/>
          <a:srcRect/>
          <a:stretch>
            <a:fillRect/>
          </a:stretch>
        </p:blipFill>
        <p:spPr>
          <a:xfrm>
            <a:off x="1599724" y="9190957"/>
            <a:ext cx="42767" cy="79343"/>
          </a:xfrm>
          <a:prstGeom prst="rect"/>
          <a:ln w="0">
            <a:noFill/>
          </a:ln>
        </p:spPr>
      </p:pic>
      <p:pic>
        <p:nvPicPr>
          <p:cNvPr id="2671" name="New picture"/>
          <p:cNvPicPr/>
          <p:nvPr/>
        </p:nvPicPr>
        <p:blipFill>
          <a:blip r:embed="rId1604"/>
          <a:srcRect/>
          <a:stretch>
            <a:fillRect/>
          </a:stretch>
        </p:blipFill>
        <p:spPr>
          <a:xfrm>
            <a:off x="1695926" y="9162002"/>
            <a:ext cx="85535" cy="108300"/>
          </a:xfrm>
          <a:prstGeom prst="rect"/>
          <a:ln w="0">
            <a:noFill/>
          </a:ln>
        </p:spPr>
      </p:pic>
      <p:pic>
        <p:nvPicPr>
          <p:cNvPr id="2672" name="New picture"/>
          <p:cNvPicPr/>
          <p:nvPr/>
        </p:nvPicPr>
        <p:blipFill>
          <a:blip r:embed="rId1605"/>
          <a:srcRect/>
          <a:stretch>
            <a:fillRect/>
          </a:stretch>
        </p:blipFill>
        <p:spPr>
          <a:xfrm>
            <a:off x="1801273" y="9191054"/>
            <a:ext cx="67246" cy="80867"/>
          </a:xfrm>
          <a:prstGeom prst="rect"/>
          <a:ln w="0">
            <a:noFill/>
          </a:ln>
        </p:spPr>
      </p:pic>
      <p:sp>
        <p:nvSpPr>
          <p:cNvPr id="2673" name="New shape"/>
          <p:cNvSpPr/>
          <p:nvPr/>
        </p:nvSpPr>
        <p:spPr>
          <a:xfrm>
            <a:off x="1815084" y="9232202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4" name="New picture"/>
          <p:cNvPicPr/>
          <p:nvPr/>
        </p:nvPicPr>
        <p:blipFill>
          <a:blip r:embed="rId1606"/>
          <a:srcRect/>
          <a:stretch>
            <a:fillRect/>
          </a:stretch>
        </p:blipFill>
        <p:spPr>
          <a:xfrm>
            <a:off x="1891379" y="9190957"/>
            <a:ext cx="42767" cy="79343"/>
          </a:xfrm>
          <a:prstGeom prst="rect"/>
          <a:ln w="0">
            <a:noFill/>
          </a:ln>
        </p:spPr>
      </p:pic>
      <p:pic>
        <p:nvPicPr>
          <p:cNvPr id="2675" name="New picture"/>
          <p:cNvPicPr/>
          <p:nvPr/>
        </p:nvPicPr>
        <p:blipFill>
          <a:blip r:embed="rId1607"/>
          <a:srcRect/>
          <a:stretch>
            <a:fillRect/>
          </a:stretch>
        </p:blipFill>
        <p:spPr>
          <a:xfrm>
            <a:off x="1946434" y="9190862"/>
            <a:ext cx="42767" cy="79439"/>
          </a:xfrm>
          <a:prstGeom prst="rect"/>
          <a:ln w="0">
            <a:noFill/>
          </a:ln>
        </p:spPr>
      </p:pic>
      <p:sp>
        <p:nvSpPr>
          <p:cNvPr id="2676" name="New shape"/>
          <p:cNvSpPr/>
          <p:nvPr/>
        </p:nvSpPr>
        <p:spPr>
          <a:xfrm>
            <a:off x="2004441" y="919248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7" name="New picture"/>
          <p:cNvPicPr/>
          <p:nvPr/>
        </p:nvPicPr>
        <p:blipFill>
          <a:blip r:embed="rId1608"/>
          <a:srcRect/>
          <a:stretch>
            <a:fillRect/>
          </a:stretch>
        </p:blipFill>
        <p:spPr>
          <a:xfrm>
            <a:off x="2001393" y="9157430"/>
            <a:ext cx="16764" cy="16764"/>
          </a:xfrm>
          <a:prstGeom prst="rect"/>
          <a:ln w="0">
            <a:noFill/>
          </a:ln>
        </p:spPr>
      </p:pic>
      <p:pic>
        <p:nvPicPr>
          <p:cNvPr id="2678" name="New picture"/>
          <p:cNvPicPr/>
          <p:nvPr/>
        </p:nvPicPr>
        <p:blipFill>
          <a:blip r:embed="rId1609"/>
          <a:srcRect/>
          <a:stretch>
            <a:fillRect/>
          </a:stretch>
        </p:blipFill>
        <p:spPr>
          <a:xfrm>
            <a:off x="2042636" y="9190862"/>
            <a:ext cx="68770" cy="79439"/>
          </a:xfrm>
          <a:prstGeom prst="rect"/>
          <a:ln w="0">
            <a:noFill/>
          </a:ln>
        </p:spPr>
      </p:pic>
      <p:pic>
        <p:nvPicPr>
          <p:cNvPr id="2679" name="New picture"/>
          <p:cNvPicPr/>
          <p:nvPr/>
        </p:nvPicPr>
        <p:blipFill>
          <a:blip r:embed="rId1610"/>
          <a:srcRect/>
          <a:stretch>
            <a:fillRect/>
          </a:stretch>
        </p:blipFill>
        <p:spPr>
          <a:xfrm>
            <a:off x="2126551" y="9190863"/>
            <a:ext cx="77819" cy="119062"/>
          </a:xfrm>
          <a:prstGeom prst="rect"/>
          <a:ln w="0">
            <a:noFill/>
          </a:ln>
        </p:spPr>
      </p:pic>
      <p:sp>
        <p:nvSpPr>
          <p:cNvPr id="2680" name="New shape"/>
          <p:cNvSpPr/>
          <p:nvPr/>
        </p:nvSpPr>
        <p:spPr>
          <a:xfrm>
            <a:off x="2143315" y="9200007"/>
            <a:ext cx="41243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81" name="New shape"/>
          <p:cNvSpPr/>
          <p:nvPr/>
        </p:nvSpPr>
        <p:spPr>
          <a:xfrm>
            <a:off x="2140267" y="9270206"/>
            <a:ext cx="50387" cy="290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82" name="New picture"/>
          <p:cNvPicPr/>
          <p:nvPr/>
        </p:nvPicPr>
        <p:blipFill>
          <a:blip r:embed="rId1611"/>
          <a:srcRect/>
          <a:stretch>
            <a:fillRect/>
          </a:stretch>
        </p:blipFill>
        <p:spPr>
          <a:xfrm>
            <a:off x="2212182" y="9169622"/>
            <a:ext cx="47339" cy="102203"/>
          </a:xfrm>
          <a:prstGeom prst="rect"/>
          <a:ln w="0">
            <a:noFill/>
          </a:ln>
        </p:spPr>
      </p:pic>
      <p:pic>
        <p:nvPicPr>
          <p:cNvPr id="2683" name="New picture"/>
          <p:cNvPicPr/>
          <p:nvPr/>
        </p:nvPicPr>
        <p:blipFill>
          <a:blip r:embed="rId1612"/>
          <a:srcRect/>
          <a:stretch>
            <a:fillRect/>
          </a:stretch>
        </p:blipFill>
        <p:spPr>
          <a:xfrm>
            <a:off x="2270093" y="9190958"/>
            <a:ext cx="77914" cy="80867"/>
          </a:xfrm>
          <a:prstGeom prst="rect"/>
          <a:ln w="0">
            <a:noFill/>
          </a:ln>
        </p:spPr>
      </p:pic>
      <p:sp>
        <p:nvSpPr>
          <p:cNvPr id="2684" name="New shape"/>
          <p:cNvSpPr/>
          <p:nvPr/>
        </p:nvSpPr>
        <p:spPr>
          <a:xfrm>
            <a:off x="2283904" y="9200102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85" name="New picture"/>
          <p:cNvPicPr/>
          <p:nvPr/>
        </p:nvPicPr>
        <p:blipFill>
          <a:blip r:embed="rId1613"/>
          <a:srcRect/>
          <a:stretch>
            <a:fillRect/>
          </a:stretch>
        </p:blipFill>
        <p:spPr>
          <a:xfrm>
            <a:off x="2367820" y="9190957"/>
            <a:ext cx="70294" cy="79343"/>
          </a:xfrm>
          <a:prstGeom prst="rect"/>
          <a:ln w="0">
            <a:noFill/>
          </a:ln>
        </p:spPr>
      </p:pic>
      <p:pic>
        <p:nvPicPr>
          <p:cNvPr id="2686" name="New picture"/>
          <p:cNvPicPr/>
          <p:nvPr/>
        </p:nvPicPr>
        <p:blipFill>
          <a:blip r:embed="rId1614"/>
          <a:srcRect/>
          <a:stretch>
            <a:fillRect/>
          </a:stretch>
        </p:blipFill>
        <p:spPr>
          <a:xfrm>
            <a:off x="671322" y="9386221"/>
            <a:ext cx="80962" cy="117539"/>
          </a:xfrm>
          <a:prstGeom prst="rect"/>
          <a:ln w="0">
            <a:noFill/>
          </a:ln>
        </p:spPr>
      </p:pic>
      <p:sp>
        <p:nvSpPr>
          <p:cNvPr id="2687" name="New shape"/>
          <p:cNvSpPr/>
          <p:nvPr/>
        </p:nvSpPr>
        <p:spPr>
          <a:xfrm>
            <a:off x="674370" y="9390793"/>
            <a:ext cx="73343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88" name="New shape"/>
          <p:cNvSpPr/>
          <p:nvPr/>
        </p:nvSpPr>
        <p:spPr>
          <a:xfrm>
            <a:off x="674370" y="9389269"/>
            <a:ext cx="74867" cy="1129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89" name="New picture"/>
          <p:cNvPicPr/>
          <p:nvPr/>
        </p:nvPicPr>
        <p:blipFill>
          <a:blip r:embed="rId1615"/>
          <a:srcRect/>
          <a:stretch>
            <a:fillRect/>
          </a:stretch>
        </p:blipFill>
        <p:spPr>
          <a:xfrm>
            <a:off x="767525" y="9419844"/>
            <a:ext cx="16764" cy="82391"/>
          </a:xfrm>
          <a:prstGeom prst="rect"/>
          <a:ln w="0">
            <a:noFill/>
          </a:ln>
        </p:spPr>
      </p:pic>
      <p:sp>
        <p:nvSpPr>
          <p:cNvPr id="2690" name="New shape"/>
          <p:cNvSpPr/>
          <p:nvPr/>
        </p:nvSpPr>
        <p:spPr>
          <a:xfrm>
            <a:off x="769049" y="942136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1" name="New picture"/>
          <p:cNvPicPr/>
          <p:nvPr/>
        </p:nvPicPr>
        <p:blipFill>
          <a:blip r:embed="rId1616"/>
          <a:srcRect/>
          <a:stretch>
            <a:fillRect/>
          </a:stretch>
        </p:blipFill>
        <p:spPr>
          <a:xfrm>
            <a:off x="764477" y="9384697"/>
            <a:ext cx="21336" cy="19907"/>
          </a:xfrm>
          <a:prstGeom prst="rect"/>
          <a:ln w="0">
            <a:noFill/>
          </a:ln>
        </p:spPr>
      </p:pic>
      <p:sp>
        <p:nvSpPr>
          <p:cNvPr id="2692" name="New shape"/>
          <p:cNvSpPr/>
          <p:nvPr/>
        </p:nvSpPr>
        <p:spPr>
          <a:xfrm>
            <a:off x="769049" y="9389269"/>
            <a:ext cx="12192" cy="10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93" name="New shape"/>
          <p:cNvSpPr/>
          <p:nvPr/>
        </p:nvSpPr>
        <p:spPr>
          <a:xfrm>
            <a:off x="769049" y="942136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94" name="New shape"/>
          <p:cNvSpPr/>
          <p:nvPr/>
        </p:nvSpPr>
        <p:spPr>
          <a:xfrm>
            <a:off x="767525" y="9386221"/>
            <a:ext cx="16764" cy="1685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5" name="New picture"/>
          <p:cNvPicPr/>
          <p:nvPr/>
        </p:nvPicPr>
        <p:blipFill>
          <a:blip r:embed="rId1617"/>
          <a:srcRect/>
          <a:stretch>
            <a:fillRect/>
          </a:stretch>
        </p:blipFill>
        <p:spPr>
          <a:xfrm>
            <a:off x="795052" y="9393841"/>
            <a:ext cx="53435" cy="109918"/>
          </a:xfrm>
          <a:prstGeom prst="rect"/>
          <a:ln w="0">
            <a:noFill/>
          </a:ln>
        </p:spPr>
      </p:pic>
      <p:sp>
        <p:nvSpPr>
          <p:cNvPr id="2696" name="New shape"/>
          <p:cNvSpPr/>
          <p:nvPr/>
        </p:nvSpPr>
        <p:spPr>
          <a:xfrm>
            <a:off x="798100" y="9398412"/>
            <a:ext cx="47339" cy="10077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97" name="New shape"/>
          <p:cNvSpPr/>
          <p:nvPr/>
        </p:nvSpPr>
        <p:spPr>
          <a:xfrm>
            <a:off x="798100" y="9398414"/>
            <a:ext cx="47339" cy="10229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8" name="New picture"/>
          <p:cNvPicPr/>
          <p:nvPr/>
        </p:nvPicPr>
        <p:blipFill>
          <a:blip r:embed="rId1618"/>
          <a:srcRect/>
          <a:stretch>
            <a:fillRect/>
          </a:stretch>
        </p:blipFill>
        <p:spPr>
          <a:xfrm>
            <a:off x="853059" y="9416891"/>
            <a:ext cx="76295" cy="86964"/>
          </a:xfrm>
          <a:prstGeom prst="rect"/>
          <a:ln w="0">
            <a:noFill/>
          </a:ln>
        </p:spPr>
      </p:pic>
      <p:sp>
        <p:nvSpPr>
          <p:cNvPr id="2699" name="New shape"/>
          <p:cNvSpPr/>
          <p:nvPr/>
        </p:nvSpPr>
        <p:spPr>
          <a:xfrm>
            <a:off x="857631" y="9421464"/>
            <a:ext cx="68675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00" name="New shape"/>
          <p:cNvSpPr/>
          <p:nvPr/>
        </p:nvSpPr>
        <p:spPr>
          <a:xfrm>
            <a:off x="868299" y="9432131"/>
            <a:ext cx="45815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01" name="New shape"/>
          <p:cNvSpPr/>
          <p:nvPr/>
        </p:nvSpPr>
        <p:spPr>
          <a:xfrm>
            <a:off x="866775" y="9427559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02" name="New shape"/>
          <p:cNvSpPr/>
          <p:nvPr/>
        </p:nvSpPr>
        <p:spPr>
          <a:xfrm>
            <a:off x="856107" y="9419940"/>
            <a:ext cx="70199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03" name="New shape"/>
          <p:cNvSpPr/>
          <p:nvPr/>
        </p:nvSpPr>
        <p:spPr>
          <a:xfrm>
            <a:off x="868299" y="942908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04" name="New picture"/>
          <p:cNvPicPr/>
          <p:nvPr/>
        </p:nvPicPr>
        <p:blipFill>
          <a:blip r:embed="rId1619"/>
          <a:srcRect/>
          <a:stretch>
            <a:fillRect/>
          </a:stretch>
        </p:blipFill>
        <p:spPr>
          <a:xfrm>
            <a:off x="984313" y="9480899"/>
            <a:ext cx="21431" cy="21337"/>
          </a:xfrm>
          <a:prstGeom prst="rect"/>
          <a:ln w="0">
            <a:noFill/>
          </a:ln>
        </p:spPr>
      </p:pic>
      <p:sp>
        <p:nvSpPr>
          <p:cNvPr id="2705" name="New shape"/>
          <p:cNvSpPr/>
          <p:nvPr/>
        </p:nvSpPr>
        <p:spPr>
          <a:xfrm>
            <a:off x="988981" y="9485471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06" name="New picture"/>
          <p:cNvPicPr/>
          <p:nvPr/>
        </p:nvPicPr>
        <p:blipFill>
          <a:blip r:embed="rId1620"/>
          <a:srcRect/>
          <a:stretch>
            <a:fillRect/>
          </a:stretch>
        </p:blipFill>
        <p:spPr>
          <a:xfrm>
            <a:off x="984313" y="9425941"/>
            <a:ext cx="21431" cy="21336"/>
          </a:xfrm>
          <a:prstGeom prst="rect"/>
          <a:ln w="0">
            <a:noFill/>
          </a:ln>
        </p:spPr>
      </p:pic>
      <p:sp>
        <p:nvSpPr>
          <p:cNvPr id="2707" name="New shape"/>
          <p:cNvSpPr/>
          <p:nvPr/>
        </p:nvSpPr>
        <p:spPr>
          <a:xfrm>
            <a:off x="988981" y="9430513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08" name="New shape"/>
          <p:cNvSpPr/>
          <p:nvPr/>
        </p:nvSpPr>
        <p:spPr>
          <a:xfrm>
            <a:off x="985933" y="9483947"/>
            <a:ext cx="16764" cy="1676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09" name="New shape"/>
          <p:cNvSpPr/>
          <p:nvPr/>
        </p:nvSpPr>
        <p:spPr>
          <a:xfrm>
            <a:off x="985933" y="9427463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10" name="New shape"/>
          <p:cNvSpPr/>
          <p:nvPr/>
        </p:nvSpPr>
        <p:spPr>
          <a:xfrm>
            <a:off x="1054608" y="9508235"/>
            <a:ext cx="580644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1" name="New picture"/>
          <p:cNvPicPr/>
          <p:nvPr/>
        </p:nvPicPr>
        <p:blipFill>
          <a:blip r:embed="rId1621"/>
          <a:srcRect/>
          <a:stretch>
            <a:fillRect/>
          </a:stretch>
        </p:blipFill>
        <p:spPr>
          <a:xfrm>
            <a:off x="1056132" y="9390793"/>
            <a:ext cx="99250" cy="108394"/>
          </a:xfrm>
          <a:prstGeom prst="rect"/>
          <a:ln w="0">
            <a:noFill/>
          </a:ln>
        </p:spPr>
      </p:pic>
      <p:sp>
        <p:nvSpPr>
          <p:cNvPr id="2712" name="New shape"/>
          <p:cNvSpPr/>
          <p:nvPr/>
        </p:nvSpPr>
        <p:spPr>
          <a:xfrm>
            <a:off x="1083659" y="9404604"/>
            <a:ext cx="42672" cy="57912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3" name="New picture"/>
          <p:cNvPicPr/>
          <p:nvPr/>
        </p:nvPicPr>
        <p:blipFill>
          <a:blip r:embed="rId1622"/>
          <a:srcRect/>
          <a:stretch>
            <a:fillRect/>
          </a:stretch>
        </p:blipFill>
        <p:spPr>
          <a:xfrm>
            <a:off x="1167574" y="9419844"/>
            <a:ext cx="120682" cy="79343"/>
          </a:xfrm>
          <a:prstGeom prst="rect"/>
          <a:ln w="0">
            <a:noFill/>
          </a:ln>
        </p:spPr>
      </p:pic>
      <p:pic>
        <p:nvPicPr>
          <p:cNvPr id="2714" name="New picture"/>
          <p:cNvPicPr/>
          <p:nvPr/>
        </p:nvPicPr>
        <p:blipFill>
          <a:blip r:embed="rId1623"/>
          <a:srcRect/>
          <a:stretch>
            <a:fillRect/>
          </a:stretch>
        </p:blipFill>
        <p:spPr>
          <a:xfrm>
            <a:off x="1306544" y="9419940"/>
            <a:ext cx="65627" cy="80867"/>
          </a:xfrm>
          <a:prstGeom prst="rect"/>
          <a:ln w="0">
            <a:noFill/>
          </a:ln>
        </p:spPr>
      </p:pic>
      <p:sp>
        <p:nvSpPr>
          <p:cNvPr id="2715" name="New shape"/>
          <p:cNvSpPr/>
          <p:nvPr/>
        </p:nvSpPr>
        <p:spPr>
          <a:xfrm>
            <a:off x="1318736" y="9461088"/>
            <a:ext cx="39719" cy="30576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6" name="New picture"/>
          <p:cNvPicPr/>
          <p:nvPr/>
        </p:nvPicPr>
        <p:blipFill>
          <a:blip r:embed="rId1624"/>
          <a:srcRect/>
          <a:stretch>
            <a:fillRect/>
          </a:stretch>
        </p:blipFill>
        <p:spPr>
          <a:xfrm>
            <a:off x="1387507" y="9421368"/>
            <a:ext cx="59531" cy="77819"/>
          </a:xfrm>
          <a:prstGeom prst="rect"/>
          <a:ln w="0">
            <a:noFill/>
          </a:ln>
        </p:spPr>
      </p:pic>
      <p:pic>
        <p:nvPicPr>
          <p:cNvPr id="2717" name="New picture"/>
          <p:cNvPicPr/>
          <p:nvPr/>
        </p:nvPicPr>
        <p:blipFill>
          <a:blip r:embed="rId1625"/>
          <a:srcRect/>
          <a:stretch>
            <a:fillRect/>
          </a:stretch>
        </p:blipFill>
        <p:spPr>
          <a:xfrm>
            <a:off x="1454658" y="9419845"/>
            <a:ext cx="77915" cy="80867"/>
          </a:xfrm>
          <a:prstGeom prst="rect"/>
          <a:ln w="0">
            <a:noFill/>
          </a:ln>
        </p:spPr>
      </p:pic>
      <p:sp>
        <p:nvSpPr>
          <p:cNvPr id="2718" name="New shape"/>
          <p:cNvSpPr/>
          <p:nvPr/>
        </p:nvSpPr>
        <p:spPr>
          <a:xfrm>
            <a:off x="1468374" y="9428989"/>
            <a:ext cx="50387" cy="62579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9" name="New picture"/>
          <p:cNvPicPr/>
          <p:nvPr/>
        </p:nvPicPr>
        <p:blipFill>
          <a:blip r:embed="rId1626"/>
          <a:srcRect/>
          <a:stretch>
            <a:fillRect/>
          </a:stretch>
        </p:blipFill>
        <p:spPr>
          <a:xfrm>
            <a:off x="1552384" y="9419938"/>
            <a:ext cx="70295" cy="79343"/>
          </a:xfrm>
          <a:prstGeom prst="rect"/>
          <a:ln w="0">
            <a:noFill/>
          </a:ln>
        </p:spPr>
      </p:pic>
      <p:pic>
        <p:nvPicPr>
          <p:cNvPr id="2720" name="New picture"/>
          <p:cNvPicPr/>
          <p:nvPr/>
        </p:nvPicPr>
        <p:blipFill>
          <a:blip r:embed="rId1627"/>
          <a:srcRect/>
          <a:stretch>
            <a:fillRect/>
          </a:stretch>
        </p:blipFill>
        <p:spPr>
          <a:xfrm>
            <a:off x="677418" y="9769315"/>
            <a:ext cx="93155" cy="114395"/>
          </a:xfrm>
          <a:prstGeom prst="rect"/>
          <a:ln w="0">
            <a:noFill/>
          </a:ln>
        </p:spPr>
      </p:pic>
      <p:pic>
        <p:nvPicPr>
          <p:cNvPr id="2721" name="New picture"/>
          <p:cNvPicPr/>
          <p:nvPr/>
        </p:nvPicPr>
        <p:blipFill>
          <a:blip r:embed="rId1628"/>
          <a:srcRect/>
          <a:stretch>
            <a:fillRect/>
          </a:stretch>
        </p:blipFill>
        <p:spPr>
          <a:xfrm>
            <a:off x="776764" y="9801320"/>
            <a:ext cx="71723" cy="80962"/>
          </a:xfrm>
          <a:prstGeom prst="rect"/>
          <a:ln w="0">
            <a:noFill/>
          </a:ln>
        </p:spPr>
      </p:pic>
      <p:sp>
        <p:nvSpPr>
          <p:cNvPr id="2722" name="New shape"/>
          <p:cNvSpPr/>
          <p:nvPr/>
        </p:nvSpPr>
        <p:spPr>
          <a:xfrm>
            <a:off x="790480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23" name="New shape"/>
          <p:cNvSpPr/>
          <p:nvPr/>
        </p:nvSpPr>
        <p:spPr>
          <a:xfrm>
            <a:off x="908304" y="9771889"/>
            <a:ext cx="13716" cy="108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24" name="New shape"/>
          <p:cNvSpPr/>
          <p:nvPr/>
        </p:nvSpPr>
        <p:spPr>
          <a:xfrm>
            <a:off x="947738" y="980294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25" name="New picture"/>
          <p:cNvPicPr/>
          <p:nvPr/>
        </p:nvPicPr>
        <p:blipFill>
          <a:blip r:embed="rId1629"/>
          <a:srcRect/>
          <a:stretch>
            <a:fillRect/>
          </a:stretch>
        </p:blipFill>
        <p:spPr>
          <a:xfrm>
            <a:off x="946214" y="9767886"/>
            <a:ext cx="16764" cy="16764"/>
          </a:xfrm>
          <a:prstGeom prst="rect"/>
          <a:ln w="0">
            <a:noFill/>
          </a:ln>
        </p:spPr>
      </p:pic>
      <p:pic>
        <p:nvPicPr>
          <p:cNvPr id="2726" name="New picture"/>
          <p:cNvPicPr/>
          <p:nvPr/>
        </p:nvPicPr>
        <p:blipFill>
          <a:blip r:embed="rId1630"/>
          <a:srcRect/>
          <a:stretch>
            <a:fillRect/>
          </a:stretch>
        </p:blipFill>
        <p:spPr>
          <a:xfrm>
            <a:off x="975170" y="9802940"/>
            <a:ext cx="73343" cy="77819"/>
          </a:xfrm>
          <a:prstGeom prst="rect"/>
          <a:ln w="0">
            <a:noFill/>
          </a:ln>
        </p:spPr>
      </p:pic>
      <p:pic>
        <p:nvPicPr>
          <p:cNvPr id="2727" name="New picture"/>
          <p:cNvPicPr/>
          <p:nvPr/>
        </p:nvPicPr>
        <p:blipFill>
          <a:blip r:embed="rId1631"/>
          <a:srcRect/>
          <a:stretch>
            <a:fillRect/>
          </a:stretch>
        </p:blipFill>
        <p:spPr>
          <a:xfrm>
            <a:off x="1060704" y="9801414"/>
            <a:ext cx="42767" cy="79343"/>
          </a:xfrm>
          <a:prstGeom prst="rect"/>
          <a:ln w="0">
            <a:noFill/>
          </a:ln>
        </p:spPr>
      </p:pic>
      <p:pic>
        <p:nvPicPr>
          <p:cNvPr id="2728" name="New picture"/>
          <p:cNvPicPr/>
          <p:nvPr/>
        </p:nvPicPr>
        <p:blipFill>
          <a:blip r:embed="rId1632"/>
          <a:srcRect/>
          <a:stretch>
            <a:fillRect/>
          </a:stretch>
        </p:blipFill>
        <p:spPr>
          <a:xfrm>
            <a:off x="1109662" y="9801321"/>
            <a:ext cx="71723" cy="80867"/>
          </a:xfrm>
          <a:prstGeom prst="rect"/>
          <a:ln w="0">
            <a:noFill/>
          </a:ln>
        </p:spPr>
      </p:pic>
      <p:sp>
        <p:nvSpPr>
          <p:cNvPr id="2729" name="New shape"/>
          <p:cNvSpPr/>
          <p:nvPr/>
        </p:nvSpPr>
        <p:spPr>
          <a:xfrm>
            <a:off x="1123379" y="9810464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0" name="New picture"/>
          <p:cNvPicPr/>
          <p:nvPr/>
        </p:nvPicPr>
        <p:blipFill>
          <a:blip r:embed="rId1633"/>
          <a:srcRect/>
          <a:stretch>
            <a:fillRect/>
          </a:stretch>
        </p:blipFill>
        <p:spPr>
          <a:xfrm>
            <a:off x="1236250" y="9801321"/>
            <a:ext cx="70295" cy="80867"/>
          </a:xfrm>
          <a:prstGeom prst="rect"/>
          <a:ln w="0">
            <a:noFill/>
          </a:ln>
        </p:spPr>
      </p:pic>
      <p:sp>
        <p:nvSpPr>
          <p:cNvPr id="2731" name="New shape"/>
          <p:cNvSpPr/>
          <p:nvPr/>
        </p:nvSpPr>
        <p:spPr>
          <a:xfrm>
            <a:off x="1248442" y="981046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2" name="New picture"/>
          <p:cNvPicPr/>
          <p:nvPr/>
        </p:nvPicPr>
        <p:blipFill>
          <a:blip r:embed="rId1634"/>
          <a:srcRect/>
          <a:stretch>
            <a:fillRect/>
          </a:stretch>
        </p:blipFill>
        <p:spPr>
          <a:xfrm>
            <a:off x="1318736" y="9801416"/>
            <a:ext cx="58103" cy="80867"/>
          </a:xfrm>
          <a:prstGeom prst="rect"/>
          <a:ln w="0">
            <a:noFill/>
          </a:ln>
        </p:spPr>
      </p:pic>
      <p:pic>
        <p:nvPicPr>
          <p:cNvPr id="2733" name="New picture"/>
          <p:cNvPicPr/>
          <p:nvPr/>
        </p:nvPicPr>
        <p:blipFill>
          <a:blip r:embed="rId1635"/>
          <a:srcRect/>
          <a:stretch>
            <a:fillRect/>
          </a:stretch>
        </p:blipFill>
        <p:spPr>
          <a:xfrm>
            <a:off x="1384363" y="9780080"/>
            <a:ext cx="47339" cy="102203"/>
          </a:xfrm>
          <a:prstGeom prst="rect"/>
          <a:ln w="0">
            <a:noFill/>
          </a:ln>
        </p:spPr>
      </p:pic>
      <p:pic>
        <p:nvPicPr>
          <p:cNvPr id="2734" name="New picture"/>
          <p:cNvPicPr/>
          <p:nvPr/>
        </p:nvPicPr>
        <p:blipFill>
          <a:blip r:embed="rId1636"/>
          <a:srcRect/>
          <a:stretch>
            <a:fillRect/>
          </a:stretch>
        </p:blipFill>
        <p:spPr>
          <a:xfrm>
            <a:off x="1488281" y="9802940"/>
            <a:ext cx="70199" cy="79343"/>
          </a:xfrm>
          <a:prstGeom prst="rect"/>
          <a:ln w="0">
            <a:noFill/>
          </a:ln>
        </p:spPr>
      </p:pic>
      <p:pic>
        <p:nvPicPr>
          <p:cNvPr id="2735" name="New picture"/>
          <p:cNvPicPr/>
          <p:nvPr/>
        </p:nvPicPr>
        <p:blipFill>
          <a:blip r:embed="rId1637"/>
          <a:srcRect/>
          <a:stretch>
            <a:fillRect/>
          </a:stretch>
        </p:blipFill>
        <p:spPr>
          <a:xfrm>
            <a:off x="1582960" y="9801414"/>
            <a:ext cx="68771" cy="79343"/>
          </a:xfrm>
          <a:prstGeom prst="rect"/>
          <a:ln w="0">
            <a:noFill/>
          </a:ln>
        </p:spPr>
      </p:pic>
      <p:pic>
        <p:nvPicPr>
          <p:cNvPr id="2736" name="New picture"/>
          <p:cNvPicPr/>
          <p:nvPr/>
        </p:nvPicPr>
        <p:blipFill>
          <a:blip r:embed="rId1638"/>
          <a:srcRect/>
          <a:stretch>
            <a:fillRect/>
          </a:stretch>
        </p:blipFill>
        <p:spPr>
          <a:xfrm>
            <a:off x="1706689" y="9801415"/>
            <a:ext cx="77914" cy="119062"/>
          </a:xfrm>
          <a:prstGeom prst="rect"/>
          <a:ln w="0">
            <a:noFill/>
          </a:ln>
        </p:spPr>
      </p:pic>
      <p:sp>
        <p:nvSpPr>
          <p:cNvPr id="2737" name="New shape"/>
          <p:cNvSpPr/>
          <p:nvPr/>
        </p:nvSpPr>
        <p:spPr>
          <a:xfrm>
            <a:off x="1723453" y="9810559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38" name="New shape"/>
          <p:cNvSpPr/>
          <p:nvPr/>
        </p:nvSpPr>
        <p:spPr>
          <a:xfrm>
            <a:off x="1720405" y="9880758"/>
            <a:ext cx="50387" cy="290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9" name="New picture"/>
          <p:cNvPicPr/>
          <p:nvPr/>
        </p:nvPicPr>
        <p:blipFill>
          <a:blip r:embed="rId1639"/>
          <a:srcRect/>
          <a:stretch>
            <a:fillRect/>
          </a:stretch>
        </p:blipFill>
        <p:spPr>
          <a:xfrm>
            <a:off x="1801273" y="9802940"/>
            <a:ext cx="68770" cy="79343"/>
          </a:xfrm>
          <a:prstGeom prst="rect"/>
          <a:ln w="0">
            <a:noFill/>
          </a:ln>
        </p:spPr>
      </p:pic>
      <p:sp>
        <p:nvSpPr>
          <p:cNvPr id="2740" name="New shape"/>
          <p:cNvSpPr/>
          <p:nvPr/>
        </p:nvSpPr>
        <p:spPr>
          <a:xfrm>
            <a:off x="1896046" y="980294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1" name="New picture"/>
          <p:cNvPicPr/>
          <p:nvPr/>
        </p:nvPicPr>
        <p:blipFill>
          <a:blip r:embed="rId1640"/>
          <a:srcRect/>
          <a:stretch>
            <a:fillRect/>
          </a:stretch>
        </p:blipFill>
        <p:spPr>
          <a:xfrm>
            <a:off x="1894523" y="9767886"/>
            <a:ext cx="16764" cy="16764"/>
          </a:xfrm>
          <a:prstGeom prst="rect"/>
          <a:ln w="0">
            <a:noFill/>
          </a:ln>
        </p:spPr>
      </p:pic>
      <p:pic>
        <p:nvPicPr>
          <p:cNvPr id="2742" name="New picture"/>
          <p:cNvPicPr/>
          <p:nvPr/>
        </p:nvPicPr>
        <p:blipFill>
          <a:blip r:embed="rId1641"/>
          <a:srcRect/>
          <a:stretch>
            <a:fillRect/>
          </a:stretch>
        </p:blipFill>
        <p:spPr>
          <a:xfrm>
            <a:off x="1929574" y="9772459"/>
            <a:ext cx="74867" cy="109824"/>
          </a:xfrm>
          <a:prstGeom prst="rect"/>
          <a:ln w="0">
            <a:noFill/>
          </a:ln>
        </p:spPr>
      </p:pic>
      <p:sp>
        <p:nvSpPr>
          <p:cNvPr id="2743" name="New shape"/>
          <p:cNvSpPr/>
          <p:nvPr/>
        </p:nvSpPr>
        <p:spPr>
          <a:xfrm>
            <a:off x="1943290" y="981208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4" name="New picture"/>
          <p:cNvPicPr/>
          <p:nvPr/>
        </p:nvPicPr>
        <p:blipFill>
          <a:blip r:embed="rId1642"/>
          <a:srcRect/>
          <a:stretch>
            <a:fillRect/>
          </a:stretch>
        </p:blipFill>
        <p:spPr>
          <a:xfrm>
            <a:off x="2024253" y="9801416"/>
            <a:ext cx="71818" cy="80867"/>
          </a:xfrm>
          <a:prstGeom prst="rect"/>
          <a:ln w="0">
            <a:noFill/>
          </a:ln>
        </p:spPr>
      </p:pic>
      <p:sp>
        <p:nvSpPr>
          <p:cNvPr id="2745" name="New shape"/>
          <p:cNvSpPr/>
          <p:nvPr/>
        </p:nvSpPr>
        <p:spPr>
          <a:xfrm>
            <a:off x="2037969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6" name="New picture"/>
          <p:cNvPicPr/>
          <p:nvPr/>
        </p:nvPicPr>
        <p:blipFill>
          <a:blip r:embed="rId1643"/>
          <a:srcRect/>
          <a:stretch>
            <a:fillRect/>
          </a:stretch>
        </p:blipFill>
        <p:spPr>
          <a:xfrm>
            <a:off x="2155603" y="9801416"/>
            <a:ext cx="74771" cy="115919"/>
          </a:xfrm>
          <a:prstGeom prst="rect"/>
          <a:ln w="0">
            <a:noFill/>
          </a:ln>
        </p:spPr>
      </p:pic>
      <p:sp>
        <p:nvSpPr>
          <p:cNvPr id="2747" name="New shape"/>
          <p:cNvSpPr/>
          <p:nvPr/>
        </p:nvSpPr>
        <p:spPr>
          <a:xfrm>
            <a:off x="2169319" y="9810559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8" name="New picture"/>
          <p:cNvPicPr/>
          <p:nvPr/>
        </p:nvPicPr>
        <p:blipFill>
          <a:blip r:embed="rId1644"/>
          <a:srcRect/>
          <a:stretch>
            <a:fillRect/>
          </a:stretch>
        </p:blipFill>
        <p:spPr>
          <a:xfrm>
            <a:off x="2250281" y="9801414"/>
            <a:ext cx="42767" cy="79343"/>
          </a:xfrm>
          <a:prstGeom prst="rect"/>
          <a:ln w="0">
            <a:noFill/>
          </a:ln>
        </p:spPr>
      </p:pic>
      <p:pic>
        <p:nvPicPr>
          <p:cNvPr id="2749" name="New picture"/>
          <p:cNvPicPr/>
          <p:nvPr/>
        </p:nvPicPr>
        <p:blipFill>
          <a:blip r:embed="rId1645"/>
          <a:srcRect/>
          <a:stretch>
            <a:fillRect/>
          </a:stretch>
        </p:blipFill>
        <p:spPr>
          <a:xfrm>
            <a:off x="2299145" y="9801416"/>
            <a:ext cx="70199" cy="80867"/>
          </a:xfrm>
          <a:prstGeom prst="rect"/>
          <a:ln w="0">
            <a:noFill/>
          </a:ln>
        </p:spPr>
      </p:pic>
      <p:sp>
        <p:nvSpPr>
          <p:cNvPr id="2750" name="New shape"/>
          <p:cNvSpPr/>
          <p:nvPr/>
        </p:nvSpPr>
        <p:spPr>
          <a:xfrm>
            <a:off x="2311336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51" name="New shape"/>
          <p:cNvSpPr/>
          <p:nvPr/>
        </p:nvSpPr>
        <p:spPr>
          <a:xfrm>
            <a:off x="2322005" y="9766268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2" name="New picture"/>
          <p:cNvPicPr/>
          <p:nvPr/>
        </p:nvPicPr>
        <p:blipFill>
          <a:blip r:embed="rId1646"/>
          <a:srcRect/>
          <a:stretch>
            <a:fillRect/>
          </a:stretch>
        </p:blipFill>
        <p:spPr>
          <a:xfrm>
            <a:off x="2381631" y="9801416"/>
            <a:ext cx="58007" cy="80867"/>
          </a:xfrm>
          <a:prstGeom prst="rect"/>
          <a:ln w="0">
            <a:noFill/>
          </a:ln>
        </p:spPr>
      </p:pic>
      <p:pic>
        <p:nvPicPr>
          <p:cNvPr id="2753" name="New picture"/>
          <p:cNvPicPr/>
          <p:nvPr/>
        </p:nvPicPr>
        <p:blipFill>
          <a:blip r:embed="rId1647"/>
          <a:srcRect/>
          <a:stretch>
            <a:fillRect/>
          </a:stretch>
        </p:blipFill>
        <p:spPr>
          <a:xfrm>
            <a:off x="2453354" y="9801416"/>
            <a:ext cx="70295" cy="80867"/>
          </a:xfrm>
          <a:prstGeom prst="rect"/>
          <a:ln w="0">
            <a:noFill/>
          </a:ln>
        </p:spPr>
      </p:pic>
      <p:sp>
        <p:nvSpPr>
          <p:cNvPr id="2754" name="New shape"/>
          <p:cNvSpPr/>
          <p:nvPr/>
        </p:nvSpPr>
        <p:spPr>
          <a:xfrm>
            <a:off x="2465546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5" name="New picture"/>
          <p:cNvPicPr/>
          <p:nvPr/>
        </p:nvPicPr>
        <p:blipFill>
          <a:blip r:embed="rId1648"/>
          <a:srcRect/>
          <a:stretch>
            <a:fillRect/>
          </a:stretch>
        </p:blipFill>
        <p:spPr>
          <a:xfrm>
            <a:off x="2543461" y="9801320"/>
            <a:ext cx="70199" cy="79439"/>
          </a:xfrm>
          <a:prstGeom prst="rect"/>
          <a:ln w="0">
            <a:noFill/>
          </a:ln>
        </p:spPr>
      </p:pic>
      <p:pic>
        <p:nvPicPr>
          <p:cNvPr id="2756" name="New picture"/>
          <p:cNvPicPr/>
          <p:nvPr/>
        </p:nvPicPr>
        <p:blipFill>
          <a:blip r:embed="rId1649"/>
          <a:srcRect/>
          <a:stretch>
            <a:fillRect/>
          </a:stretch>
        </p:blipFill>
        <p:spPr>
          <a:xfrm>
            <a:off x="2627471" y="9779984"/>
            <a:ext cx="47339" cy="102298"/>
          </a:xfrm>
          <a:prstGeom prst="rect"/>
          <a:ln w="0">
            <a:noFill/>
          </a:ln>
        </p:spPr>
      </p:pic>
      <p:pic>
        <p:nvPicPr>
          <p:cNvPr id="2757" name="New picture"/>
          <p:cNvPicPr/>
          <p:nvPr/>
        </p:nvPicPr>
        <p:blipFill>
          <a:blip r:embed="rId1650"/>
          <a:srcRect/>
          <a:stretch>
            <a:fillRect/>
          </a:stretch>
        </p:blipFill>
        <p:spPr>
          <a:xfrm>
            <a:off x="2685479" y="9801416"/>
            <a:ext cx="65723" cy="80867"/>
          </a:xfrm>
          <a:prstGeom prst="rect"/>
          <a:ln w="0">
            <a:noFill/>
          </a:ln>
        </p:spPr>
      </p:pic>
      <p:sp>
        <p:nvSpPr>
          <p:cNvPr id="2758" name="New shape"/>
          <p:cNvSpPr/>
          <p:nvPr/>
        </p:nvSpPr>
        <p:spPr>
          <a:xfrm>
            <a:off x="2699290" y="9842564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9" name="New picture"/>
          <p:cNvPicPr/>
          <p:nvPr/>
        </p:nvPicPr>
        <p:blipFill>
          <a:blip r:embed="rId1651"/>
          <a:srcRect/>
          <a:stretch>
            <a:fillRect/>
          </a:stretch>
        </p:blipFill>
        <p:spPr>
          <a:xfrm>
            <a:off x="2775585" y="9801414"/>
            <a:ext cx="68675" cy="79343"/>
          </a:xfrm>
          <a:prstGeom prst="rect"/>
          <a:ln w="0">
            <a:noFill/>
          </a:ln>
        </p:spPr>
      </p:pic>
      <p:pic>
        <p:nvPicPr>
          <p:cNvPr id="2760" name="New picture"/>
          <p:cNvPicPr/>
          <p:nvPr/>
        </p:nvPicPr>
        <p:blipFill>
          <a:blip r:embed="rId1652"/>
          <a:srcRect/>
          <a:stretch>
            <a:fillRect/>
          </a:stretch>
        </p:blipFill>
        <p:spPr>
          <a:xfrm>
            <a:off x="2857976" y="9780080"/>
            <a:ext cx="47339" cy="102203"/>
          </a:xfrm>
          <a:prstGeom prst="rect"/>
          <a:ln w="0">
            <a:noFill/>
          </a:ln>
        </p:spPr>
      </p:pic>
      <p:pic>
        <p:nvPicPr>
          <p:cNvPr id="2761" name="New picture"/>
          <p:cNvPicPr/>
          <p:nvPr/>
        </p:nvPicPr>
        <p:blipFill>
          <a:blip r:embed="rId1653"/>
          <a:srcRect/>
          <a:stretch>
            <a:fillRect/>
          </a:stretch>
        </p:blipFill>
        <p:spPr>
          <a:xfrm>
            <a:off x="2957322" y="9801416"/>
            <a:ext cx="65627" cy="80867"/>
          </a:xfrm>
          <a:prstGeom prst="rect"/>
          <a:ln w="0">
            <a:noFill/>
          </a:ln>
        </p:spPr>
      </p:pic>
      <p:sp>
        <p:nvSpPr>
          <p:cNvPr id="2762" name="New shape"/>
          <p:cNvSpPr/>
          <p:nvPr/>
        </p:nvSpPr>
        <p:spPr>
          <a:xfrm>
            <a:off x="2969514" y="9842564"/>
            <a:ext cx="39719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3" name="New picture"/>
          <p:cNvPicPr/>
          <p:nvPr/>
        </p:nvPicPr>
        <p:blipFill>
          <a:blip r:embed="rId1654"/>
          <a:srcRect/>
          <a:stretch>
            <a:fillRect/>
          </a:stretch>
        </p:blipFill>
        <p:spPr>
          <a:xfrm>
            <a:off x="3045809" y="9802940"/>
            <a:ext cx="70295" cy="79343"/>
          </a:xfrm>
          <a:prstGeom prst="rect"/>
          <a:ln w="0">
            <a:noFill/>
          </a:ln>
        </p:spPr>
      </p:pic>
      <p:pic>
        <p:nvPicPr>
          <p:cNvPr id="2764" name="New picture"/>
          <p:cNvPicPr/>
          <p:nvPr/>
        </p:nvPicPr>
        <p:blipFill>
          <a:blip r:embed="rId1655"/>
          <a:srcRect/>
          <a:stretch>
            <a:fillRect/>
          </a:stretch>
        </p:blipFill>
        <p:spPr>
          <a:xfrm>
            <a:off x="3128391" y="9802940"/>
            <a:ext cx="77819" cy="77819"/>
          </a:xfrm>
          <a:prstGeom prst="rect"/>
          <a:ln w="0">
            <a:noFill/>
          </a:ln>
        </p:spPr>
      </p:pic>
      <p:pic>
        <p:nvPicPr>
          <p:cNvPr id="2765" name="New picture"/>
          <p:cNvPicPr/>
          <p:nvPr/>
        </p:nvPicPr>
        <p:blipFill>
          <a:blip r:embed="rId1656"/>
          <a:srcRect/>
          <a:stretch>
            <a:fillRect/>
          </a:stretch>
        </p:blipFill>
        <p:spPr>
          <a:xfrm>
            <a:off x="3255073" y="9772363"/>
            <a:ext cx="74771" cy="109918"/>
          </a:xfrm>
          <a:prstGeom prst="rect"/>
          <a:ln w="0">
            <a:noFill/>
          </a:ln>
        </p:spPr>
      </p:pic>
      <p:sp>
        <p:nvSpPr>
          <p:cNvPr id="2766" name="New shape"/>
          <p:cNvSpPr/>
          <p:nvPr/>
        </p:nvSpPr>
        <p:spPr>
          <a:xfrm>
            <a:off x="3268790" y="981208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7" name="New picture"/>
          <p:cNvPicPr/>
          <p:nvPr/>
        </p:nvPicPr>
        <p:blipFill>
          <a:blip r:embed="rId1657"/>
          <a:srcRect/>
          <a:stretch>
            <a:fillRect/>
          </a:stretch>
        </p:blipFill>
        <p:spPr>
          <a:xfrm>
            <a:off x="3349752" y="9801416"/>
            <a:ext cx="71723" cy="80867"/>
          </a:xfrm>
          <a:prstGeom prst="rect"/>
          <a:ln w="0">
            <a:noFill/>
          </a:ln>
        </p:spPr>
      </p:pic>
      <p:sp>
        <p:nvSpPr>
          <p:cNvPr id="2768" name="New shape"/>
          <p:cNvSpPr/>
          <p:nvPr/>
        </p:nvSpPr>
        <p:spPr>
          <a:xfrm>
            <a:off x="3363468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69" name="New shape"/>
          <p:cNvSpPr/>
          <p:nvPr/>
        </p:nvSpPr>
        <p:spPr>
          <a:xfrm>
            <a:off x="3374136" y="9766268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70" name="New picture"/>
          <p:cNvPicPr/>
          <p:nvPr/>
        </p:nvPicPr>
        <p:blipFill>
          <a:blip r:embed="rId1658"/>
          <a:srcRect/>
          <a:stretch>
            <a:fillRect/>
          </a:stretch>
        </p:blipFill>
        <p:spPr>
          <a:xfrm>
            <a:off x="3442907" y="9772364"/>
            <a:ext cx="73247" cy="109919"/>
          </a:xfrm>
          <a:prstGeom prst="rect"/>
          <a:ln w="0">
            <a:noFill/>
          </a:ln>
        </p:spPr>
      </p:pic>
      <p:sp>
        <p:nvSpPr>
          <p:cNvPr id="2771" name="New shape"/>
          <p:cNvSpPr/>
          <p:nvPr/>
        </p:nvSpPr>
        <p:spPr>
          <a:xfrm>
            <a:off x="3455098" y="9810559"/>
            <a:ext cx="48863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72" name="New picture"/>
          <p:cNvPicPr/>
          <p:nvPr/>
        </p:nvPicPr>
        <p:blipFill>
          <a:blip r:embed="rId1659"/>
          <a:srcRect/>
          <a:stretch>
            <a:fillRect/>
          </a:stretch>
        </p:blipFill>
        <p:spPr>
          <a:xfrm>
            <a:off x="3536061" y="9802844"/>
            <a:ext cx="70199" cy="79343"/>
          </a:xfrm>
          <a:prstGeom prst="rect"/>
          <a:ln w="0">
            <a:noFill/>
          </a:ln>
        </p:spPr>
      </p:pic>
      <p:pic>
        <p:nvPicPr>
          <p:cNvPr id="2773" name="New picture"/>
          <p:cNvPicPr/>
          <p:nvPr/>
        </p:nvPicPr>
        <p:blipFill>
          <a:blip r:embed="rId1660"/>
          <a:srcRect/>
          <a:stretch>
            <a:fillRect/>
          </a:stretch>
        </p:blipFill>
        <p:spPr>
          <a:xfrm>
            <a:off x="3619976" y="9779984"/>
            <a:ext cx="48863" cy="102298"/>
          </a:xfrm>
          <a:prstGeom prst="rect"/>
          <a:ln w="0">
            <a:noFill/>
          </a:ln>
        </p:spPr>
      </p:pic>
      <p:pic>
        <p:nvPicPr>
          <p:cNvPr id="2774" name="New picture"/>
          <p:cNvPicPr/>
          <p:nvPr/>
        </p:nvPicPr>
        <p:blipFill>
          <a:blip r:embed="rId1661"/>
          <a:srcRect/>
          <a:stretch>
            <a:fillRect/>
          </a:stretch>
        </p:blipFill>
        <p:spPr>
          <a:xfrm>
            <a:off x="3679603" y="9801416"/>
            <a:ext cx="65627" cy="80867"/>
          </a:xfrm>
          <a:prstGeom prst="rect"/>
          <a:ln w="0">
            <a:noFill/>
          </a:ln>
        </p:spPr>
      </p:pic>
      <p:sp>
        <p:nvSpPr>
          <p:cNvPr id="2775" name="New shape"/>
          <p:cNvSpPr/>
          <p:nvPr/>
        </p:nvSpPr>
        <p:spPr>
          <a:xfrm>
            <a:off x="3693318" y="9842564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76" name="New picture"/>
          <p:cNvPicPr/>
          <p:nvPr/>
        </p:nvPicPr>
        <p:blipFill>
          <a:blip r:embed="rId1662"/>
          <a:srcRect/>
          <a:stretch>
            <a:fillRect/>
          </a:stretch>
        </p:blipFill>
        <p:spPr>
          <a:xfrm>
            <a:off x="3768090" y="9801320"/>
            <a:ext cx="70199" cy="79439"/>
          </a:xfrm>
          <a:prstGeom prst="rect"/>
          <a:ln w="0">
            <a:noFill/>
          </a:ln>
        </p:spPr>
      </p:pic>
      <p:pic>
        <p:nvPicPr>
          <p:cNvPr id="2777" name="New picture"/>
          <p:cNvPicPr/>
          <p:nvPr/>
        </p:nvPicPr>
        <p:blipFill>
          <a:blip r:embed="rId1663"/>
          <a:srcRect/>
          <a:stretch>
            <a:fillRect/>
          </a:stretch>
        </p:blipFill>
        <p:spPr>
          <a:xfrm>
            <a:off x="3852101" y="9779984"/>
            <a:ext cx="47339" cy="102298"/>
          </a:xfrm>
          <a:prstGeom prst="rect"/>
          <a:ln w="0">
            <a:noFill/>
          </a:ln>
        </p:spPr>
      </p:pic>
      <p:pic>
        <p:nvPicPr>
          <p:cNvPr id="2778" name="New picture"/>
          <p:cNvPicPr/>
          <p:nvPr/>
        </p:nvPicPr>
        <p:blipFill>
          <a:blip r:embed="rId1664"/>
          <a:srcRect/>
          <a:stretch>
            <a:fillRect/>
          </a:stretch>
        </p:blipFill>
        <p:spPr>
          <a:xfrm>
            <a:off x="3908584" y="9801416"/>
            <a:ext cx="56578" cy="80867"/>
          </a:xfrm>
          <a:prstGeom prst="rect"/>
          <a:ln w="0">
            <a:noFill/>
          </a:ln>
        </p:spPr>
      </p:pic>
      <p:sp>
        <p:nvSpPr>
          <p:cNvPr id="2779" name="New shape"/>
          <p:cNvSpPr/>
          <p:nvPr/>
        </p:nvSpPr>
        <p:spPr>
          <a:xfrm>
            <a:off x="4024884" y="9771889"/>
            <a:ext cx="13716" cy="108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80" name="New picture"/>
          <p:cNvPicPr/>
          <p:nvPr/>
        </p:nvPicPr>
        <p:blipFill>
          <a:blip r:embed="rId1665"/>
          <a:srcRect/>
          <a:stretch>
            <a:fillRect/>
          </a:stretch>
        </p:blipFill>
        <p:spPr>
          <a:xfrm>
            <a:off x="4058221" y="9801321"/>
            <a:ext cx="71818" cy="80867"/>
          </a:xfrm>
          <a:prstGeom prst="rect"/>
          <a:ln w="0">
            <a:noFill/>
          </a:ln>
        </p:spPr>
      </p:pic>
      <p:sp>
        <p:nvSpPr>
          <p:cNvPr id="2781" name="New shape"/>
          <p:cNvSpPr/>
          <p:nvPr/>
        </p:nvSpPr>
        <p:spPr>
          <a:xfrm>
            <a:off x="4071938" y="981046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82" name="New picture"/>
          <p:cNvPicPr/>
          <p:nvPr/>
        </p:nvPicPr>
        <p:blipFill>
          <a:blip r:embed="rId1666"/>
          <a:srcRect/>
          <a:stretch>
            <a:fillRect/>
          </a:stretch>
        </p:blipFill>
        <p:spPr>
          <a:xfrm>
            <a:off x="4140708" y="9801416"/>
            <a:ext cx="58007" cy="80867"/>
          </a:xfrm>
          <a:prstGeom prst="rect"/>
          <a:ln w="0">
            <a:noFill/>
          </a:ln>
        </p:spPr>
      </p:pic>
      <p:pic>
        <p:nvPicPr>
          <p:cNvPr id="2783" name="New picture"/>
          <p:cNvPicPr/>
          <p:nvPr/>
        </p:nvPicPr>
        <p:blipFill>
          <a:blip r:embed="rId1667"/>
          <a:srcRect/>
          <a:stretch>
            <a:fillRect/>
          </a:stretch>
        </p:blipFill>
        <p:spPr>
          <a:xfrm>
            <a:off x="4247579" y="9779984"/>
            <a:ext cx="47339" cy="102298"/>
          </a:xfrm>
          <a:prstGeom prst="rect"/>
          <a:ln w="0">
            <a:noFill/>
          </a:ln>
        </p:spPr>
      </p:pic>
      <p:pic>
        <p:nvPicPr>
          <p:cNvPr id="2784" name="New picture"/>
          <p:cNvPicPr/>
          <p:nvPr/>
        </p:nvPicPr>
        <p:blipFill>
          <a:blip r:embed="rId1668"/>
          <a:srcRect/>
          <a:stretch>
            <a:fillRect/>
          </a:stretch>
        </p:blipFill>
        <p:spPr>
          <a:xfrm>
            <a:off x="4305681" y="9801321"/>
            <a:ext cx="70199" cy="80867"/>
          </a:xfrm>
          <a:prstGeom prst="rect"/>
          <a:ln w="0">
            <a:noFill/>
          </a:ln>
        </p:spPr>
      </p:pic>
      <p:sp>
        <p:nvSpPr>
          <p:cNvPr id="2785" name="New shape"/>
          <p:cNvSpPr/>
          <p:nvPr/>
        </p:nvSpPr>
        <p:spPr>
          <a:xfrm>
            <a:off x="4317873" y="981046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86" name="New picture"/>
          <p:cNvPicPr/>
          <p:nvPr/>
        </p:nvPicPr>
        <p:blipFill>
          <a:blip r:embed="rId1669"/>
          <a:srcRect/>
          <a:stretch>
            <a:fillRect/>
          </a:stretch>
        </p:blipFill>
        <p:spPr>
          <a:xfrm>
            <a:off x="4391120" y="9801416"/>
            <a:ext cx="64103" cy="80867"/>
          </a:xfrm>
          <a:prstGeom prst="rect"/>
          <a:ln w="0">
            <a:noFill/>
          </a:ln>
        </p:spPr>
      </p:pic>
      <p:pic>
        <p:nvPicPr>
          <p:cNvPr id="2787" name="New picture"/>
          <p:cNvPicPr/>
          <p:nvPr/>
        </p:nvPicPr>
        <p:blipFill>
          <a:blip r:embed="rId1670"/>
          <a:srcRect/>
          <a:stretch>
            <a:fillRect/>
          </a:stretch>
        </p:blipFill>
        <p:spPr>
          <a:xfrm>
            <a:off x="4473607" y="9772365"/>
            <a:ext cx="68771" cy="108394"/>
          </a:xfrm>
          <a:prstGeom prst="rect"/>
          <a:ln w="0">
            <a:noFill/>
          </a:ln>
        </p:spPr>
      </p:pic>
      <p:pic>
        <p:nvPicPr>
          <p:cNvPr id="2788" name="New picture"/>
          <p:cNvPicPr/>
          <p:nvPr/>
        </p:nvPicPr>
        <p:blipFill>
          <a:blip r:embed="rId1671"/>
          <a:srcRect/>
          <a:stretch>
            <a:fillRect/>
          </a:stretch>
        </p:blipFill>
        <p:spPr>
          <a:xfrm>
            <a:off x="4566762" y="9801414"/>
            <a:ext cx="70199" cy="79343"/>
          </a:xfrm>
          <a:prstGeom prst="rect"/>
          <a:ln w="0">
            <a:noFill/>
          </a:ln>
        </p:spPr>
      </p:pic>
      <p:sp>
        <p:nvSpPr>
          <p:cNvPr id="2789" name="New shape"/>
          <p:cNvSpPr/>
          <p:nvPr/>
        </p:nvSpPr>
        <p:spPr>
          <a:xfrm>
            <a:off x="4661440" y="980294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90" name="New picture"/>
          <p:cNvPicPr/>
          <p:nvPr/>
        </p:nvPicPr>
        <p:blipFill>
          <a:blip r:embed="rId1672"/>
          <a:srcRect/>
          <a:stretch>
            <a:fillRect/>
          </a:stretch>
        </p:blipFill>
        <p:spPr>
          <a:xfrm>
            <a:off x="4659916" y="9767886"/>
            <a:ext cx="16764" cy="16764"/>
          </a:xfrm>
          <a:prstGeom prst="rect"/>
          <a:ln w="0">
            <a:noFill/>
          </a:ln>
        </p:spPr>
      </p:pic>
      <p:pic>
        <p:nvPicPr>
          <p:cNvPr id="2791" name="New picture"/>
          <p:cNvPicPr/>
          <p:nvPr/>
        </p:nvPicPr>
        <p:blipFill>
          <a:blip r:embed="rId1673"/>
          <a:srcRect/>
          <a:stretch>
            <a:fillRect/>
          </a:stretch>
        </p:blipFill>
        <p:spPr>
          <a:xfrm>
            <a:off x="4696587" y="9801416"/>
            <a:ext cx="73247" cy="115919"/>
          </a:xfrm>
          <a:prstGeom prst="rect"/>
          <a:ln w="0">
            <a:noFill/>
          </a:ln>
        </p:spPr>
      </p:pic>
      <p:sp>
        <p:nvSpPr>
          <p:cNvPr id="2792" name="New shape"/>
          <p:cNvSpPr/>
          <p:nvPr/>
        </p:nvSpPr>
        <p:spPr>
          <a:xfrm>
            <a:off x="4708778" y="9812083"/>
            <a:ext cx="48863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93" name="New picture"/>
          <p:cNvPicPr/>
          <p:nvPr/>
        </p:nvPicPr>
        <p:blipFill>
          <a:blip r:embed="rId1674"/>
          <a:srcRect/>
          <a:stretch>
            <a:fillRect/>
          </a:stretch>
        </p:blipFill>
        <p:spPr>
          <a:xfrm>
            <a:off x="4795838" y="9802844"/>
            <a:ext cx="70199" cy="79343"/>
          </a:xfrm>
          <a:prstGeom prst="rect"/>
          <a:ln w="0">
            <a:noFill/>
          </a:ln>
        </p:spPr>
      </p:pic>
      <p:pic>
        <p:nvPicPr>
          <p:cNvPr id="2794" name="New picture"/>
          <p:cNvPicPr/>
          <p:nvPr/>
        </p:nvPicPr>
        <p:blipFill>
          <a:blip r:embed="rId1675"/>
          <a:srcRect/>
          <a:stretch>
            <a:fillRect/>
          </a:stretch>
        </p:blipFill>
        <p:spPr>
          <a:xfrm>
            <a:off x="4885944" y="9801416"/>
            <a:ext cx="70199" cy="80867"/>
          </a:xfrm>
          <a:prstGeom prst="rect"/>
          <a:ln w="0">
            <a:noFill/>
          </a:ln>
        </p:spPr>
      </p:pic>
      <p:sp>
        <p:nvSpPr>
          <p:cNvPr id="2795" name="New shape"/>
          <p:cNvSpPr/>
          <p:nvPr/>
        </p:nvSpPr>
        <p:spPr>
          <a:xfrm>
            <a:off x="4898136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96" name="New picture"/>
          <p:cNvPicPr/>
          <p:nvPr/>
        </p:nvPicPr>
        <p:blipFill>
          <a:blip r:embed="rId1676"/>
          <a:srcRect/>
          <a:stretch>
            <a:fillRect/>
          </a:stretch>
        </p:blipFill>
        <p:spPr>
          <a:xfrm>
            <a:off x="4968430" y="9801416"/>
            <a:ext cx="56483" cy="80867"/>
          </a:xfrm>
          <a:prstGeom prst="rect"/>
          <a:ln w="0">
            <a:noFill/>
          </a:ln>
        </p:spPr>
      </p:pic>
      <p:pic>
        <p:nvPicPr>
          <p:cNvPr id="2797" name="New picture"/>
          <p:cNvPicPr/>
          <p:nvPr/>
        </p:nvPicPr>
        <p:blipFill>
          <a:blip r:embed="rId1677"/>
          <a:srcRect/>
          <a:stretch>
            <a:fillRect/>
          </a:stretch>
        </p:blipFill>
        <p:spPr>
          <a:xfrm>
            <a:off x="5082921" y="9801320"/>
            <a:ext cx="70199" cy="79439"/>
          </a:xfrm>
          <a:prstGeom prst="rect"/>
          <a:ln w="0">
            <a:noFill/>
          </a:ln>
        </p:spPr>
      </p:pic>
      <p:pic>
        <p:nvPicPr>
          <p:cNvPr id="2798" name="New picture"/>
          <p:cNvPicPr/>
          <p:nvPr/>
        </p:nvPicPr>
        <p:blipFill>
          <a:blip r:embed="rId1678"/>
          <a:srcRect/>
          <a:stretch>
            <a:fillRect/>
          </a:stretch>
        </p:blipFill>
        <p:spPr>
          <a:xfrm>
            <a:off x="5173028" y="9801416"/>
            <a:ext cx="70199" cy="80867"/>
          </a:xfrm>
          <a:prstGeom prst="rect"/>
          <a:ln w="0">
            <a:noFill/>
          </a:ln>
        </p:spPr>
      </p:pic>
      <p:sp>
        <p:nvSpPr>
          <p:cNvPr id="2799" name="New shape"/>
          <p:cNvSpPr/>
          <p:nvPr/>
        </p:nvSpPr>
        <p:spPr>
          <a:xfrm>
            <a:off x="5185219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00" name="New shape"/>
          <p:cNvSpPr/>
          <p:nvPr/>
        </p:nvSpPr>
        <p:spPr>
          <a:xfrm>
            <a:off x="5195888" y="9766268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01" name="New picture"/>
          <p:cNvPicPr/>
          <p:nvPr/>
        </p:nvPicPr>
        <p:blipFill>
          <a:blip r:embed="rId1679"/>
          <a:srcRect/>
          <a:stretch>
            <a:fillRect/>
          </a:stretch>
        </p:blipFill>
        <p:spPr>
          <a:xfrm>
            <a:off x="5259991" y="9801416"/>
            <a:ext cx="64103" cy="80867"/>
          </a:xfrm>
          <a:prstGeom prst="rect"/>
          <a:ln w="0">
            <a:noFill/>
          </a:ln>
        </p:spPr>
      </p:pic>
      <p:pic>
        <p:nvPicPr>
          <p:cNvPr id="2802" name="New picture"/>
          <p:cNvPicPr/>
          <p:nvPr/>
        </p:nvPicPr>
        <p:blipFill>
          <a:blip r:embed="rId1680"/>
          <a:srcRect/>
          <a:stretch>
            <a:fillRect/>
          </a:stretch>
        </p:blipFill>
        <p:spPr>
          <a:xfrm>
            <a:off x="5333334" y="9801320"/>
            <a:ext cx="71723" cy="80962"/>
          </a:xfrm>
          <a:prstGeom prst="rect"/>
          <a:ln w="0">
            <a:noFill/>
          </a:ln>
        </p:spPr>
      </p:pic>
      <p:sp>
        <p:nvSpPr>
          <p:cNvPr id="2803" name="New shape"/>
          <p:cNvSpPr/>
          <p:nvPr/>
        </p:nvSpPr>
        <p:spPr>
          <a:xfrm>
            <a:off x="5347050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04" name="New picture"/>
          <p:cNvPicPr/>
          <p:nvPr/>
        </p:nvPicPr>
        <p:blipFill>
          <a:blip r:embed="rId1681"/>
          <a:srcRect/>
          <a:stretch>
            <a:fillRect/>
          </a:stretch>
        </p:blipFill>
        <p:spPr>
          <a:xfrm>
            <a:off x="5415820" y="9801416"/>
            <a:ext cx="58007" cy="80867"/>
          </a:xfrm>
          <a:prstGeom prst="rect"/>
          <a:ln w="0">
            <a:noFill/>
          </a:ln>
        </p:spPr>
      </p:pic>
      <p:pic>
        <p:nvPicPr>
          <p:cNvPr id="2805" name="New picture"/>
          <p:cNvPicPr/>
          <p:nvPr/>
        </p:nvPicPr>
        <p:blipFill>
          <a:blip r:embed="rId1682"/>
          <a:srcRect/>
          <a:stretch>
            <a:fillRect/>
          </a:stretch>
        </p:blipFill>
        <p:spPr>
          <a:xfrm>
            <a:off x="5484495" y="9801416"/>
            <a:ext cx="58007" cy="80867"/>
          </a:xfrm>
          <a:prstGeom prst="rect"/>
          <a:ln w="0">
            <a:noFill/>
          </a:ln>
        </p:spPr>
      </p:pic>
      <p:pic>
        <p:nvPicPr>
          <p:cNvPr id="2806" name="New picture"/>
          <p:cNvPicPr/>
          <p:nvPr/>
        </p:nvPicPr>
        <p:blipFill>
          <a:blip r:embed="rId1683"/>
          <a:srcRect/>
          <a:stretch>
            <a:fillRect/>
          </a:stretch>
        </p:blipFill>
        <p:spPr>
          <a:xfrm>
            <a:off x="5554790" y="9801416"/>
            <a:ext cx="65627" cy="80867"/>
          </a:xfrm>
          <a:prstGeom prst="rect"/>
          <a:ln w="0">
            <a:noFill/>
          </a:ln>
        </p:spPr>
      </p:pic>
      <p:sp>
        <p:nvSpPr>
          <p:cNvPr id="2807" name="New shape"/>
          <p:cNvSpPr/>
          <p:nvPr/>
        </p:nvSpPr>
        <p:spPr>
          <a:xfrm>
            <a:off x="5568505" y="9842564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08" name="New shape"/>
          <p:cNvSpPr/>
          <p:nvPr/>
        </p:nvSpPr>
        <p:spPr>
          <a:xfrm>
            <a:off x="5644897" y="980294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09" name="New picture"/>
          <p:cNvPicPr/>
          <p:nvPr/>
        </p:nvPicPr>
        <p:blipFill>
          <a:blip r:embed="rId1684"/>
          <a:srcRect/>
          <a:stretch>
            <a:fillRect/>
          </a:stretch>
        </p:blipFill>
        <p:spPr>
          <a:xfrm>
            <a:off x="5643373" y="9767886"/>
            <a:ext cx="16764" cy="16764"/>
          </a:xfrm>
          <a:prstGeom prst="rect"/>
          <a:ln w="0">
            <a:noFill/>
          </a:ln>
        </p:spPr>
      </p:pic>
      <p:pic>
        <p:nvPicPr>
          <p:cNvPr id="2810" name="New picture"/>
          <p:cNvPicPr/>
          <p:nvPr/>
        </p:nvPicPr>
        <p:blipFill>
          <a:blip r:embed="rId1685"/>
          <a:srcRect/>
          <a:stretch>
            <a:fillRect/>
          </a:stretch>
        </p:blipFill>
        <p:spPr>
          <a:xfrm>
            <a:off x="5682996" y="9801414"/>
            <a:ext cx="42767" cy="79343"/>
          </a:xfrm>
          <a:prstGeom prst="rect"/>
          <a:ln w="0">
            <a:noFill/>
          </a:ln>
        </p:spPr>
      </p:pic>
      <p:pic>
        <p:nvPicPr>
          <p:cNvPr id="2811" name="New picture"/>
          <p:cNvPicPr/>
          <p:nvPr/>
        </p:nvPicPr>
        <p:blipFill>
          <a:blip r:embed="rId1686"/>
          <a:srcRect/>
          <a:stretch>
            <a:fillRect/>
          </a:stretch>
        </p:blipFill>
        <p:spPr>
          <a:xfrm>
            <a:off x="5731859" y="9801416"/>
            <a:ext cx="70295" cy="80867"/>
          </a:xfrm>
          <a:prstGeom prst="rect"/>
          <a:ln w="0">
            <a:noFill/>
          </a:ln>
        </p:spPr>
      </p:pic>
      <p:sp>
        <p:nvSpPr>
          <p:cNvPr id="2812" name="New shape"/>
          <p:cNvSpPr/>
          <p:nvPr/>
        </p:nvSpPr>
        <p:spPr>
          <a:xfrm>
            <a:off x="5744147" y="9810559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13" name="New picture"/>
          <p:cNvPicPr/>
          <p:nvPr/>
        </p:nvPicPr>
        <p:blipFill>
          <a:blip r:embed="rId1687"/>
          <a:srcRect/>
          <a:stretch>
            <a:fillRect/>
          </a:stretch>
        </p:blipFill>
        <p:spPr>
          <a:xfrm>
            <a:off x="5814251" y="9801320"/>
            <a:ext cx="58102" cy="80962"/>
          </a:xfrm>
          <a:prstGeom prst="rect"/>
          <a:ln w="0">
            <a:noFill/>
          </a:ln>
        </p:spPr>
      </p:pic>
      <p:pic>
        <p:nvPicPr>
          <p:cNvPr id="2814" name="New picture"/>
          <p:cNvPicPr/>
          <p:nvPr/>
        </p:nvPicPr>
        <p:blipFill>
          <a:blip r:embed="rId1688"/>
          <a:srcRect/>
          <a:stretch>
            <a:fillRect/>
          </a:stretch>
        </p:blipFill>
        <p:spPr>
          <a:xfrm>
            <a:off x="5925884" y="9801321"/>
            <a:ext cx="70199" cy="80867"/>
          </a:xfrm>
          <a:prstGeom prst="rect"/>
          <a:ln w="0">
            <a:noFill/>
          </a:ln>
        </p:spPr>
      </p:pic>
      <p:sp>
        <p:nvSpPr>
          <p:cNvPr id="2815" name="New shape"/>
          <p:cNvSpPr/>
          <p:nvPr/>
        </p:nvSpPr>
        <p:spPr>
          <a:xfrm>
            <a:off x="5938076" y="981046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16" name="New picture"/>
          <p:cNvPicPr/>
          <p:nvPr/>
        </p:nvPicPr>
        <p:blipFill>
          <a:blip r:embed="rId1689"/>
          <a:srcRect/>
          <a:stretch>
            <a:fillRect/>
          </a:stretch>
        </p:blipFill>
        <p:spPr>
          <a:xfrm>
            <a:off x="6015895" y="9801320"/>
            <a:ext cx="70199" cy="79439"/>
          </a:xfrm>
          <a:prstGeom prst="rect"/>
          <a:ln w="0">
            <a:noFill/>
          </a:ln>
        </p:spPr>
      </p:pic>
      <p:pic>
        <p:nvPicPr>
          <p:cNvPr id="2817" name="New picture"/>
          <p:cNvPicPr/>
          <p:nvPr/>
        </p:nvPicPr>
        <p:blipFill>
          <a:blip r:embed="rId1690"/>
          <a:srcRect/>
          <a:stretch>
            <a:fillRect/>
          </a:stretch>
        </p:blipFill>
        <p:spPr>
          <a:xfrm>
            <a:off x="6150293" y="9801414"/>
            <a:ext cx="120682" cy="79343"/>
          </a:xfrm>
          <a:prstGeom prst="rect"/>
          <a:ln w="0">
            <a:noFill/>
          </a:ln>
        </p:spPr>
      </p:pic>
      <p:pic>
        <p:nvPicPr>
          <p:cNvPr id="2818" name="New picture"/>
          <p:cNvPicPr/>
          <p:nvPr/>
        </p:nvPicPr>
        <p:blipFill>
          <a:blip r:embed="rId1691"/>
          <a:srcRect/>
          <a:stretch>
            <a:fillRect/>
          </a:stretch>
        </p:blipFill>
        <p:spPr>
          <a:xfrm>
            <a:off x="6287739" y="9801416"/>
            <a:ext cx="65627" cy="80867"/>
          </a:xfrm>
          <a:prstGeom prst="rect"/>
          <a:ln w="0">
            <a:noFill/>
          </a:ln>
        </p:spPr>
      </p:pic>
      <p:sp>
        <p:nvSpPr>
          <p:cNvPr id="2819" name="New shape"/>
          <p:cNvSpPr/>
          <p:nvPr/>
        </p:nvSpPr>
        <p:spPr>
          <a:xfrm>
            <a:off x="6301454" y="9842564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20" name="New picture"/>
          <p:cNvPicPr/>
          <p:nvPr/>
        </p:nvPicPr>
        <p:blipFill>
          <a:blip r:embed="rId1692"/>
          <a:srcRect/>
          <a:stretch>
            <a:fillRect/>
          </a:stretch>
        </p:blipFill>
        <p:spPr>
          <a:xfrm>
            <a:off x="6373178" y="9801416"/>
            <a:ext cx="64103" cy="80867"/>
          </a:xfrm>
          <a:prstGeom prst="rect"/>
          <a:ln w="0">
            <a:noFill/>
          </a:ln>
        </p:spPr>
      </p:pic>
      <p:pic>
        <p:nvPicPr>
          <p:cNvPr id="2821" name="New picture"/>
          <p:cNvPicPr/>
          <p:nvPr/>
        </p:nvPicPr>
        <p:blipFill>
          <a:blip r:embed="rId1693"/>
          <a:srcRect/>
          <a:stretch>
            <a:fillRect/>
          </a:stretch>
        </p:blipFill>
        <p:spPr>
          <a:xfrm>
            <a:off x="6455664" y="9772365"/>
            <a:ext cx="67246" cy="108394"/>
          </a:xfrm>
          <a:prstGeom prst="rect"/>
          <a:ln w="0">
            <a:noFill/>
          </a:ln>
        </p:spPr>
      </p:pic>
      <p:sp>
        <p:nvSpPr>
          <p:cNvPr id="2822" name="New shape"/>
          <p:cNvSpPr/>
          <p:nvPr/>
        </p:nvSpPr>
        <p:spPr>
          <a:xfrm>
            <a:off x="6548913" y="980294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23" name="New picture"/>
          <p:cNvPicPr/>
          <p:nvPr/>
        </p:nvPicPr>
        <p:blipFill>
          <a:blip r:embed="rId1694"/>
          <a:srcRect/>
          <a:stretch>
            <a:fillRect/>
          </a:stretch>
        </p:blipFill>
        <p:spPr>
          <a:xfrm>
            <a:off x="6547294" y="9767791"/>
            <a:ext cx="16859" cy="16859"/>
          </a:xfrm>
          <a:prstGeom prst="rect"/>
          <a:ln w="0">
            <a:noFill/>
          </a:ln>
        </p:spPr>
      </p:pic>
      <p:pic>
        <p:nvPicPr>
          <p:cNvPr id="2824" name="New picture"/>
          <p:cNvPicPr/>
          <p:nvPr/>
        </p:nvPicPr>
        <p:blipFill>
          <a:blip r:embed="rId1695"/>
          <a:srcRect/>
          <a:stretch>
            <a:fillRect/>
          </a:stretch>
        </p:blipFill>
        <p:spPr>
          <a:xfrm>
            <a:off x="6587014" y="9801320"/>
            <a:ext cx="70199" cy="79439"/>
          </a:xfrm>
          <a:prstGeom prst="rect"/>
          <a:ln w="0">
            <a:noFill/>
          </a:ln>
        </p:spPr>
      </p:pic>
      <p:pic>
        <p:nvPicPr>
          <p:cNvPr id="2825" name="New picture"/>
          <p:cNvPicPr/>
          <p:nvPr/>
        </p:nvPicPr>
        <p:blipFill>
          <a:blip r:embed="rId1696"/>
          <a:srcRect/>
          <a:stretch>
            <a:fillRect/>
          </a:stretch>
        </p:blipFill>
        <p:spPr>
          <a:xfrm>
            <a:off x="6677120" y="9801416"/>
            <a:ext cx="70200" cy="80867"/>
          </a:xfrm>
          <a:prstGeom prst="rect"/>
          <a:ln w="0">
            <a:noFill/>
          </a:ln>
        </p:spPr>
      </p:pic>
      <p:sp>
        <p:nvSpPr>
          <p:cNvPr id="2826" name="New shape"/>
          <p:cNvSpPr/>
          <p:nvPr/>
        </p:nvSpPr>
        <p:spPr>
          <a:xfrm>
            <a:off x="6689313" y="981055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27" name="New shape"/>
          <p:cNvSpPr/>
          <p:nvPr/>
        </p:nvSpPr>
        <p:spPr>
          <a:xfrm>
            <a:off x="684276" y="10002011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28" name="New picture"/>
          <p:cNvPicPr/>
          <p:nvPr/>
        </p:nvPicPr>
        <p:blipFill>
          <a:blip r:embed="rId1697"/>
          <a:srcRect/>
          <a:stretch>
            <a:fillRect/>
          </a:stretch>
        </p:blipFill>
        <p:spPr>
          <a:xfrm>
            <a:off x="717137" y="10030302"/>
            <a:ext cx="71723" cy="80962"/>
          </a:xfrm>
          <a:prstGeom prst="rect"/>
          <a:ln w="0">
            <a:noFill/>
          </a:ln>
        </p:spPr>
      </p:pic>
      <p:sp>
        <p:nvSpPr>
          <p:cNvPr id="2829" name="New shape"/>
          <p:cNvSpPr/>
          <p:nvPr/>
        </p:nvSpPr>
        <p:spPr>
          <a:xfrm>
            <a:off x="730853" y="1003954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30" name="New picture"/>
          <p:cNvPicPr/>
          <p:nvPr/>
        </p:nvPicPr>
        <p:blipFill>
          <a:blip r:embed="rId1698"/>
          <a:srcRect/>
          <a:stretch>
            <a:fillRect/>
          </a:stretch>
        </p:blipFill>
        <p:spPr>
          <a:xfrm>
            <a:off x="802672" y="10030301"/>
            <a:ext cx="65627" cy="80867"/>
          </a:xfrm>
          <a:prstGeom prst="rect"/>
          <a:ln w="0">
            <a:noFill/>
          </a:ln>
        </p:spPr>
      </p:pic>
      <p:sp>
        <p:nvSpPr>
          <p:cNvPr id="2831" name="New shape"/>
          <p:cNvSpPr/>
          <p:nvPr/>
        </p:nvSpPr>
        <p:spPr>
          <a:xfrm>
            <a:off x="816388" y="10071449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32" name="New picture"/>
          <p:cNvPicPr/>
          <p:nvPr/>
        </p:nvPicPr>
        <p:blipFill>
          <a:blip r:embed="rId1699"/>
          <a:srcRect/>
          <a:stretch>
            <a:fillRect/>
          </a:stretch>
        </p:blipFill>
        <p:spPr>
          <a:xfrm>
            <a:off x="892778" y="10030206"/>
            <a:ext cx="41148" cy="79439"/>
          </a:xfrm>
          <a:prstGeom prst="rect"/>
          <a:ln w="0">
            <a:noFill/>
          </a:ln>
        </p:spPr>
      </p:pic>
      <p:pic>
        <p:nvPicPr>
          <p:cNvPr id="2833" name="New picture"/>
          <p:cNvPicPr/>
          <p:nvPr/>
        </p:nvPicPr>
        <p:blipFill>
          <a:blip r:embed="rId1700"/>
          <a:srcRect/>
          <a:stretch>
            <a:fillRect/>
          </a:stretch>
        </p:blipFill>
        <p:spPr>
          <a:xfrm>
            <a:off x="947738" y="10030301"/>
            <a:ext cx="70295" cy="79343"/>
          </a:xfrm>
          <a:prstGeom prst="rect"/>
          <a:ln w="0">
            <a:noFill/>
          </a:ln>
        </p:spPr>
      </p:pic>
      <p:sp>
        <p:nvSpPr>
          <p:cNvPr id="2834" name="New shape"/>
          <p:cNvSpPr/>
          <p:nvPr/>
        </p:nvSpPr>
        <p:spPr>
          <a:xfrm>
            <a:off x="1042321" y="10031826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35" name="New picture"/>
          <p:cNvPicPr/>
          <p:nvPr/>
        </p:nvPicPr>
        <p:blipFill>
          <a:blip r:embed="rId1701"/>
          <a:srcRect/>
          <a:stretch>
            <a:fillRect/>
          </a:stretch>
        </p:blipFill>
        <p:spPr>
          <a:xfrm>
            <a:off x="1040797" y="9996773"/>
            <a:ext cx="16859" cy="16764"/>
          </a:xfrm>
          <a:prstGeom prst="rect"/>
          <a:ln w="0">
            <a:noFill/>
          </a:ln>
        </p:spPr>
      </p:pic>
      <p:pic>
        <p:nvPicPr>
          <p:cNvPr id="2836" name="New picture"/>
          <p:cNvPicPr/>
          <p:nvPr/>
        </p:nvPicPr>
        <p:blipFill>
          <a:blip r:embed="rId1702"/>
          <a:srcRect/>
          <a:stretch>
            <a:fillRect/>
          </a:stretch>
        </p:blipFill>
        <p:spPr>
          <a:xfrm>
            <a:off x="1080516" y="10030206"/>
            <a:ext cx="70295" cy="79439"/>
          </a:xfrm>
          <a:prstGeom prst="rect"/>
          <a:ln w="0">
            <a:noFill/>
          </a:ln>
        </p:spPr>
      </p:pic>
      <p:pic>
        <p:nvPicPr>
          <p:cNvPr id="2837" name="New picture"/>
          <p:cNvPicPr/>
          <p:nvPr/>
        </p:nvPicPr>
        <p:blipFill>
          <a:blip r:embed="rId1703"/>
          <a:srcRect/>
          <a:stretch>
            <a:fillRect/>
          </a:stretch>
        </p:blipFill>
        <p:spPr>
          <a:xfrm>
            <a:off x="1166051" y="10030206"/>
            <a:ext cx="77915" cy="119062"/>
          </a:xfrm>
          <a:prstGeom prst="rect"/>
          <a:ln w="0">
            <a:noFill/>
          </a:ln>
        </p:spPr>
      </p:pic>
      <p:sp>
        <p:nvSpPr>
          <p:cNvPr id="2838" name="New shape"/>
          <p:cNvSpPr/>
          <p:nvPr/>
        </p:nvSpPr>
        <p:spPr>
          <a:xfrm>
            <a:off x="1182910" y="10039445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39" name="New shape"/>
          <p:cNvSpPr/>
          <p:nvPr/>
        </p:nvSpPr>
        <p:spPr>
          <a:xfrm>
            <a:off x="1178338" y="10109644"/>
            <a:ext cx="5191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40" name="New picture"/>
          <p:cNvPicPr/>
          <p:nvPr/>
        </p:nvPicPr>
        <p:blipFill>
          <a:blip r:embed="rId1704"/>
          <a:srcRect/>
          <a:stretch>
            <a:fillRect/>
          </a:stretch>
        </p:blipFill>
        <p:spPr>
          <a:xfrm>
            <a:off x="1294257" y="10030302"/>
            <a:ext cx="71818" cy="80867"/>
          </a:xfrm>
          <a:prstGeom prst="rect"/>
          <a:ln w="0">
            <a:noFill/>
          </a:ln>
        </p:spPr>
      </p:pic>
      <p:sp>
        <p:nvSpPr>
          <p:cNvPr id="2841" name="New shape"/>
          <p:cNvSpPr/>
          <p:nvPr/>
        </p:nvSpPr>
        <p:spPr>
          <a:xfrm>
            <a:off x="1307973" y="1003944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42" name="New picture"/>
          <p:cNvPicPr/>
          <p:nvPr/>
        </p:nvPicPr>
        <p:blipFill>
          <a:blip r:embed="rId1705"/>
          <a:srcRect/>
          <a:stretch>
            <a:fillRect/>
          </a:stretch>
        </p:blipFill>
        <p:spPr>
          <a:xfrm>
            <a:off x="1375315" y="10008965"/>
            <a:ext cx="47339" cy="102203"/>
          </a:xfrm>
          <a:prstGeom prst="rect"/>
          <a:ln w="0">
            <a:noFill/>
          </a:ln>
        </p:spPr>
      </p:pic>
      <p:sp>
        <p:nvSpPr>
          <p:cNvPr id="2843" name="New shape"/>
          <p:cNvSpPr/>
          <p:nvPr/>
        </p:nvSpPr>
        <p:spPr>
          <a:xfrm>
            <a:off x="1479804" y="10002011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44" name="New picture"/>
          <p:cNvPicPr/>
          <p:nvPr/>
        </p:nvPicPr>
        <p:blipFill>
          <a:blip r:embed="rId1706"/>
          <a:srcRect/>
          <a:stretch>
            <a:fillRect/>
          </a:stretch>
        </p:blipFill>
        <p:spPr>
          <a:xfrm>
            <a:off x="1514285" y="10030302"/>
            <a:ext cx="71723" cy="80867"/>
          </a:xfrm>
          <a:prstGeom prst="rect"/>
          <a:ln w="0">
            <a:noFill/>
          </a:ln>
        </p:spPr>
      </p:pic>
      <p:sp>
        <p:nvSpPr>
          <p:cNvPr id="2845" name="New shape"/>
          <p:cNvSpPr/>
          <p:nvPr/>
        </p:nvSpPr>
        <p:spPr>
          <a:xfrm>
            <a:off x="1526477" y="10039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46" name="New picture"/>
          <p:cNvPicPr/>
          <p:nvPr/>
        </p:nvPicPr>
        <p:blipFill>
          <a:blip r:embed="rId1707"/>
          <a:srcRect/>
          <a:stretch>
            <a:fillRect/>
          </a:stretch>
        </p:blipFill>
        <p:spPr>
          <a:xfrm>
            <a:off x="1596676" y="10030206"/>
            <a:ext cx="58007" cy="80962"/>
          </a:xfrm>
          <a:prstGeom prst="rect"/>
          <a:ln w="0">
            <a:noFill/>
          </a:ln>
        </p:spPr>
      </p:pic>
      <p:pic>
        <p:nvPicPr>
          <p:cNvPr id="2847" name="New picture"/>
          <p:cNvPicPr/>
          <p:nvPr/>
        </p:nvPicPr>
        <p:blipFill>
          <a:blip r:embed="rId1708"/>
          <a:srcRect/>
          <a:stretch>
            <a:fillRect/>
          </a:stretch>
        </p:blipFill>
        <p:spPr>
          <a:xfrm>
            <a:off x="1708118" y="10030302"/>
            <a:ext cx="64199" cy="80867"/>
          </a:xfrm>
          <a:prstGeom prst="rect"/>
          <a:ln w="0">
            <a:noFill/>
          </a:ln>
        </p:spPr>
      </p:pic>
      <p:pic>
        <p:nvPicPr>
          <p:cNvPr id="2848" name="New picture"/>
          <p:cNvPicPr/>
          <p:nvPr/>
        </p:nvPicPr>
        <p:blipFill>
          <a:blip r:embed="rId1709"/>
          <a:srcRect/>
          <a:stretch>
            <a:fillRect/>
          </a:stretch>
        </p:blipFill>
        <p:spPr>
          <a:xfrm>
            <a:off x="1783080" y="10030206"/>
            <a:ext cx="77819" cy="80867"/>
          </a:xfrm>
          <a:prstGeom prst="rect"/>
          <a:ln w="0">
            <a:noFill/>
          </a:ln>
        </p:spPr>
      </p:pic>
      <p:sp>
        <p:nvSpPr>
          <p:cNvPr id="2849" name="New shape"/>
          <p:cNvSpPr/>
          <p:nvPr/>
        </p:nvSpPr>
        <p:spPr>
          <a:xfrm>
            <a:off x="1795272" y="10039350"/>
            <a:ext cx="51911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50" name="New picture"/>
          <p:cNvPicPr/>
          <p:nvPr/>
        </p:nvPicPr>
        <p:blipFill>
          <a:blip r:embed="rId1710"/>
          <a:srcRect/>
          <a:stretch>
            <a:fillRect/>
          </a:stretch>
        </p:blipFill>
        <p:spPr>
          <a:xfrm>
            <a:off x="1880711" y="10030301"/>
            <a:ext cx="68675" cy="79343"/>
          </a:xfrm>
          <a:prstGeom prst="rect"/>
          <a:ln w="0">
            <a:noFill/>
          </a:ln>
        </p:spPr>
      </p:pic>
      <p:pic>
        <p:nvPicPr>
          <p:cNvPr id="2851" name="New picture"/>
          <p:cNvPicPr/>
          <p:nvPr/>
        </p:nvPicPr>
        <p:blipFill>
          <a:blip r:embed="rId1711"/>
          <a:srcRect/>
          <a:stretch>
            <a:fillRect/>
          </a:stretch>
        </p:blipFill>
        <p:spPr>
          <a:xfrm>
            <a:off x="1969294" y="10030302"/>
            <a:ext cx="64103" cy="80867"/>
          </a:xfrm>
          <a:prstGeom prst="rect"/>
          <a:ln w="0">
            <a:noFill/>
          </a:ln>
        </p:spPr>
      </p:pic>
      <p:pic>
        <p:nvPicPr>
          <p:cNvPr id="2852" name="New picture"/>
          <p:cNvPicPr/>
          <p:nvPr/>
        </p:nvPicPr>
        <p:blipFill>
          <a:blip r:embed="rId1712"/>
          <a:srcRect/>
          <a:stretch>
            <a:fillRect/>
          </a:stretch>
        </p:blipFill>
        <p:spPr>
          <a:xfrm>
            <a:off x="2044160" y="10030302"/>
            <a:ext cx="71723" cy="80962"/>
          </a:xfrm>
          <a:prstGeom prst="rect"/>
          <a:ln w="0">
            <a:noFill/>
          </a:ln>
        </p:spPr>
      </p:pic>
      <p:sp>
        <p:nvSpPr>
          <p:cNvPr id="2853" name="New shape"/>
          <p:cNvSpPr/>
          <p:nvPr/>
        </p:nvSpPr>
        <p:spPr>
          <a:xfrm>
            <a:off x="2057876" y="1003954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54" name="New picture"/>
          <p:cNvPicPr/>
          <p:nvPr/>
        </p:nvPicPr>
        <p:blipFill>
          <a:blip r:embed="rId1713"/>
          <a:srcRect/>
          <a:stretch>
            <a:fillRect/>
          </a:stretch>
        </p:blipFill>
        <p:spPr>
          <a:xfrm>
            <a:off x="2135695" y="10030301"/>
            <a:ext cx="74867" cy="116015"/>
          </a:xfrm>
          <a:prstGeom prst="rect"/>
          <a:ln w="0">
            <a:noFill/>
          </a:ln>
        </p:spPr>
      </p:pic>
      <p:sp>
        <p:nvSpPr>
          <p:cNvPr id="2855" name="New shape"/>
          <p:cNvSpPr/>
          <p:nvPr/>
        </p:nvSpPr>
        <p:spPr>
          <a:xfrm>
            <a:off x="2149507" y="10039445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56" name="New picture"/>
          <p:cNvPicPr/>
          <p:nvPr/>
        </p:nvPicPr>
        <p:blipFill>
          <a:blip r:embed="rId1714"/>
          <a:srcRect/>
          <a:stretch>
            <a:fillRect/>
          </a:stretch>
        </p:blipFill>
        <p:spPr>
          <a:xfrm>
            <a:off x="2219801" y="10008965"/>
            <a:ext cx="47339" cy="102203"/>
          </a:xfrm>
          <a:prstGeom prst="rect"/>
          <a:ln w="0">
            <a:noFill/>
          </a:ln>
        </p:spPr>
      </p:pic>
      <p:pic>
        <p:nvPicPr>
          <p:cNvPr id="2857" name="New picture"/>
          <p:cNvPicPr/>
          <p:nvPr/>
        </p:nvPicPr>
        <p:blipFill>
          <a:blip r:embed="rId1715"/>
          <a:srcRect/>
          <a:stretch>
            <a:fillRect/>
          </a:stretch>
        </p:blipFill>
        <p:spPr>
          <a:xfrm>
            <a:off x="2276284" y="10030301"/>
            <a:ext cx="58007" cy="80867"/>
          </a:xfrm>
          <a:prstGeom prst="rect"/>
          <a:ln w="0">
            <a:noFill/>
          </a:ln>
        </p:spPr>
      </p:pic>
      <p:pic>
        <p:nvPicPr>
          <p:cNvPr id="2858" name="New picture"/>
          <p:cNvPicPr/>
          <p:nvPr/>
        </p:nvPicPr>
        <p:blipFill>
          <a:blip r:embed="rId1716"/>
          <a:srcRect/>
          <a:stretch>
            <a:fillRect/>
          </a:stretch>
        </p:blipFill>
        <p:spPr>
          <a:xfrm>
            <a:off x="2383155" y="10030301"/>
            <a:ext cx="58007" cy="80867"/>
          </a:xfrm>
          <a:prstGeom prst="rect"/>
          <a:ln w="0">
            <a:noFill/>
          </a:ln>
        </p:spPr>
      </p:pic>
      <p:pic>
        <p:nvPicPr>
          <p:cNvPr id="2859" name="New picture"/>
          <p:cNvPicPr/>
          <p:nvPr/>
        </p:nvPicPr>
        <p:blipFill>
          <a:blip r:embed="rId1717"/>
          <a:srcRect/>
          <a:stretch>
            <a:fillRect/>
          </a:stretch>
        </p:blipFill>
        <p:spPr>
          <a:xfrm>
            <a:off x="2454973" y="10030206"/>
            <a:ext cx="77819" cy="80867"/>
          </a:xfrm>
          <a:prstGeom prst="rect"/>
          <a:ln w="0">
            <a:noFill/>
          </a:ln>
        </p:spPr>
      </p:pic>
      <p:sp>
        <p:nvSpPr>
          <p:cNvPr id="2860" name="New shape"/>
          <p:cNvSpPr/>
          <p:nvPr/>
        </p:nvSpPr>
        <p:spPr>
          <a:xfrm>
            <a:off x="2468689" y="10039350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61" name="New picture"/>
          <p:cNvPicPr/>
          <p:nvPr/>
        </p:nvPicPr>
        <p:blipFill>
          <a:blip r:embed="rId1718"/>
          <a:srcRect/>
          <a:stretch>
            <a:fillRect/>
          </a:stretch>
        </p:blipFill>
        <p:spPr>
          <a:xfrm>
            <a:off x="2552605" y="10031825"/>
            <a:ext cx="70199" cy="79343"/>
          </a:xfrm>
          <a:prstGeom prst="rect"/>
          <a:ln w="0">
            <a:noFill/>
          </a:ln>
        </p:spPr>
      </p:pic>
      <p:pic>
        <p:nvPicPr>
          <p:cNvPr id="2862" name="New picture"/>
          <p:cNvPicPr/>
          <p:nvPr/>
        </p:nvPicPr>
        <p:blipFill>
          <a:blip r:embed="rId1719"/>
          <a:srcRect/>
          <a:stretch>
            <a:fillRect/>
          </a:stretch>
        </p:blipFill>
        <p:spPr>
          <a:xfrm>
            <a:off x="2635091" y="10030301"/>
            <a:ext cx="58007" cy="80867"/>
          </a:xfrm>
          <a:prstGeom prst="rect"/>
          <a:ln w="0">
            <a:noFill/>
          </a:ln>
        </p:spPr>
      </p:pic>
      <p:sp>
        <p:nvSpPr>
          <p:cNvPr id="2863" name="New shape"/>
          <p:cNvSpPr/>
          <p:nvPr/>
        </p:nvSpPr>
        <p:spPr>
          <a:xfrm>
            <a:off x="2705100" y="10059924"/>
            <a:ext cx="3505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64" name="New picture"/>
          <p:cNvPicPr/>
          <p:nvPr/>
        </p:nvPicPr>
        <p:blipFill>
          <a:blip r:embed="rId1720"/>
          <a:srcRect/>
          <a:stretch>
            <a:fillRect/>
          </a:stretch>
        </p:blipFill>
        <p:spPr>
          <a:xfrm>
            <a:off x="2749582" y="10008965"/>
            <a:ext cx="47339" cy="102203"/>
          </a:xfrm>
          <a:prstGeom prst="rect"/>
          <a:ln w="0">
            <a:noFill/>
          </a:ln>
        </p:spPr>
      </p:pic>
      <p:pic>
        <p:nvPicPr>
          <p:cNvPr id="2865" name="New picture"/>
          <p:cNvPicPr/>
          <p:nvPr/>
        </p:nvPicPr>
        <p:blipFill>
          <a:blip r:embed="rId1721"/>
          <a:srcRect/>
          <a:stretch>
            <a:fillRect/>
          </a:stretch>
        </p:blipFill>
        <p:spPr>
          <a:xfrm>
            <a:off x="2807589" y="10030302"/>
            <a:ext cx="71818" cy="80867"/>
          </a:xfrm>
          <a:prstGeom prst="rect"/>
          <a:ln w="0">
            <a:noFill/>
          </a:ln>
        </p:spPr>
      </p:pic>
      <p:sp>
        <p:nvSpPr>
          <p:cNvPr id="2866" name="New shape"/>
          <p:cNvSpPr/>
          <p:nvPr/>
        </p:nvSpPr>
        <p:spPr>
          <a:xfrm>
            <a:off x="2821305" y="1003944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67" name="New picture"/>
          <p:cNvPicPr/>
          <p:nvPr/>
        </p:nvPicPr>
        <p:blipFill>
          <a:blip r:embed="rId1722"/>
          <a:srcRect/>
          <a:stretch>
            <a:fillRect/>
          </a:stretch>
        </p:blipFill>
        <p:spPr>
          <a:xfrm>
            <a:off x="2899220" y="10030206"/>
            <a:ext cx="68770" cy="79439"/>
          </a:xfrm>
          <a:prstGeom prst="rect"/>
          <a:ln w="0">
            <a:noFill/>
          </a:ln>
        </p:spPr>
      </p:pic>
      <p:pic>
        <p:nvPicPr>
          <p:cNvPr id="2868" name="New picture"/>
          <p:cNvPicPr/>
          <p:nvPr/>
        </p:nvPicPr>
        <p:blipFill>
          <a:blip r:embed="rId1723"/>
          <a:srcRect/>
          <a:stretch>
            <a:fillRect/>
          </a:stretch>
        </p:blipFill>
        <p:spPr>
          <a:xfrm>
            <a:off x="2987802" y="10001250"/>
            <a:ext cx="76390" cy="109918"/>
          </a:xfrm>
          <a:prstGeom prst="rect"/>
          <a:ln w="0">
            <a:noFill/>
          </a:ln>
        </p:spPr>
      </p:pic>
      <p:sp>
        <p:nvSpPr>
          <p:cNvPr id="2869" name="New shape"/>
          <p:cNvSpPr/>
          <p:nvPr/>
        </p:nvSpPr>
        <p:spPr>
          <a:xfrm>
            <a:off x="3001518" y="1004097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70" name="New picture"/>
          <p:cNvPicPr/>
          <p:nvPr/>
        </p:nvPicPr>
        <p:blipFill>
          <a:blip r:embed="rId1724"/>
          <a:srcRect/>
          <a:stretch>
            <a:fillRect/>
          </a:stretch>
        </p:blipFill>
        <p:spPr>
          <a:xfrm>
            <a:off x="3082480" y="10030301"/>
            <a:ext cx="65723" cy="80867"/>
          </a:xfrm>
          <a:prstGeom prst="rect"/>
          <a:ln w="0">
            <a:noFill/>
          </a:ln>
        </p:spPr>
      </p:pic>
      <p:sp>
        <p:nvSpPr>
          <p:cNvPr id="2871" name="New shape"/>
          <p:cNvSpPr/>
          <p:nvPr/>
        </p:nvSpPr>
        <p:spPr>
          <a:xfrm>
            <a:off x="3096196" y="10071449"/>
            <a:ext cx="38195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72" name="New picture"/>
          <p:cNvPicPr/>
          <p:nvPr/>
        </p:nvPicPr>
        <p:blipFill>
          <a:blip r:embed="rId1725"/>
          <a:srcRect/>
          <a:stretch>
            <a:fillRect/>
          </a:stretch>
        </p:blipFill>
        <p:spPr>
          <a:xfrm>
            <a:off x="3171063" y="10030301"/>
            <a:ext cx="70199" cy="79343"/>
          </a:xfrm>
          <a:prstGeom prst="rect"/>
          <a:ln w="0">
            <a:noFill/>
          </a:ln>
        </p:spPr>
      </p:pic>
      <p:pic>
        <p:nvPicPr>
          <p:cNvPr id="2873" name="New picture"/>
          <p:cNvPicPr/>
          <p:nvPr/>
        </p:nvPicPr>
        <p:blipFill>
          <a:blip r:embed="rId1726"/>
          <a:srcRect/>
          <a:stretch>
            <a:fillRect/>
          </a:stretch>
        </p:blipFill>
        <p:spPr>
          <a:xfrm>
            <a:off x="3255073" y="10008965"/>
            <a:ext cx="47339" cy="102203"/>
          </a:xfrm>
          <a:prstGeom prst="rect"/>
          <a:ln w="0">
            <a:noFill/>
          </a:ln>
        </p:spPr>
      </p:pic>
      <p:sp>
        <p:nvSpPr>
          <p:cNvPr id="2874" name="New shape"/>
          <p:cNvSpPr/>
          <p:nvPr/>
        </p:nvSpPr>
        <p:spPr>
          <a:xfrm>
            <a:off x="3358897" y="10002011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75" name="New picture"/>
          <p:cNvPicPr/>
          <p:nvPr/>
        </p:nvPicPr>
        <p:blipFill>
          <a:blip r:embed="rId1727"/>
          <a:srcRect/>
          <a:stretch>
            <a:fillRect/>
          </a:stretch>
        </p:blipFill>
        <p:spPr>
          <a:xfrm>
            <a:off x="3394044" y="10030397"/>
            <a:ext cx="70199" cy="80867"/>
          </a:xfrm>
          <a:prstGeom prst="rect"/>
          <a:ln w="0">
            <a:noFill/>
          </a:ln>
        </p:spPr>
      </p:pic>
      <p:sp>
        <p:nvSpPr>
          <p:cNvPr id="2876" name="New shape"/>
          <p:cNvSpPr/>
          <p:nvPr/>
        </p:nvSpPr>
        <p:spPr>
          <a:xfrm>
            <a:off x="3406235" y="1003954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77" name="New picture"/>
          <p:cNvPicPr/>
          <p:nvPr/>
        </p:nvPicPr>
        <p:blipFill>
          <a:blip r:embed="rId1728"/>
          <a:srcRect/>
          <a:stretch>
            <a:fillRect/>
          </a:stretch>
        </p:blipFill>
        <p:spPr>
          <a:xfrm>
            <a:off x="3476530" y="10030301"/>
            <a:ext cx="58007" cy="80867"/>
          </a:xfrm>
          <a:prstGeom prst="rect"/>
          <a:ln w="0">
            <a:noFill/>
          </a:ln>
        </p:spPr>
      </p:pic>
      <p:pic>
        <p:nvPicPr>
          <p:cNvPr id="2878" name="New picture"/>
          <p:cNvPicPr/>
          <p:nvPr/>
        </p:nvPicPr>
        <p:blipFill>
          <a:blip r:embed="rId1729"/>
          <a:srcRect/>
          <a:stretch>
            <a:fillRect/>
          </a:stretch>
        </p:blipFill>
        <p:spPr>
          <a:xfrm>
            <a:off x="3587972" y="10001250"/>
            <a:ext cx="74771" cy="109918"/>
          </a:xfrm>
          <a:prstGeom prst="rect"/>
          <a:ln w="0">
            <a:noFill/>
          </a:ln>
        </p:spPr>
      </p:pic>
      <p:sp>
        <p:nvSpPr>
          <p:cNvPr id="2879" name="New shape"/>
          <p:cNvSpPr/>
          <p:nvPr/>
        </p:nvSpPr>
        <p:spPr>
          <a:xfrm>
            <a:off x="3600164" y="1004097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80" name="New shape"/>
          <p:cNvSpPr/>
          <p:nvPr/>
        </p:nvSpPr>
        <p:spPr>
          <a:xfrm>
            <a:off x="3688747" y="1003182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81" name="New picture"/>
          <p:cNvPicPr/>
          <p:nvPr/>
        </p:nvPicPr>
        <p:blipFill>
          <a:blip r:embed="rId1730"/>
          <a:srcRect/>
          <a:stretch>
            <a:fillRect/>
          </a:stretch>
        </p:blipFill>
        <p:spPr>
          <a:xfrm>
            <a:off x="3685698" y="9996678"/>
            <a:ext cx="16764" cy="16859"/>
          </a:xfrm>
          <a:prstGeom prst="rect"/>
          <a:ln w="0">
            <a:noFill/>
          </a:ln>
        </p:spPr>
      </p:pic>
      <p:pic>
        <p:nvPicPr>
          <p:cNvPr id="2882" name="New picture"/>
          <p:cNvPicPr/>
          <p:nvPr/>
        </p:nvPicPr>
        <p:blipFill>
          <a:blip r:embed="rId1731"/>
          <a:srcRect/>
          <a:stretch>
            <a:fillRect/>
          </a:stretch>
        </p:blipFill>
        <p:spPr>
          <a:xfrm>
            <a:off x="3716179" y="9999726"/>
            <a:ext cx="53435" cy="109918"/>
          </a:xfrm>
          <a:prstGeom prst="rect"/>
          <a:ln w="0">
            <a:noFill/>
          </a:ln>
        </p:spPr>
      </p:pic>
      <p:pic>
        <p:nvPicPr>
          <p:cNvPr id="2883" name="New picture"/>
          <p:cNvPicPr/>
          <p:nvPr/>
        </p:nvPicPr>
        <p:blipFill>
          <a:blip r:embed="rId1732"/>
          <a:srcRect/>
          <a:stretch>
            <a:fillRect/>
          </a:stretch>
        </p:blipFill>
        <p:spPr>
          <a:xfrm>
            <a:off x="3766565" y="9999726"/>
            <a:ext cx="53435" cy="109918"/>
          </a:xfrm>
          <a:prstGeom prst="rect"/>
          <a:ln w="0">
            <a:noFill/>
          </a:ln>
        </p:spPr>
      </p:pic>
      <p:pic>
        <p:nvPicPr>
          <p:cNvPr id="2884" name="New picture"/>
          <p:cNvPicPr/>
          <p:nvPr/>
        </p:nvPicPr>
        <p:blipFill>
          <a:blip r:embed="rId1733"/>
          <a:srcRect/>
          <a:stretch>
            <a:fillRect/>
          </a:stretch>
        </p:blipFill>
        <p:spPr>
          <a:xfrm>
            <a:off x="3823145" y="10030302"/>
            <a:ext cx="71723" cy="80867"/>
          </a:xfrm>
          <a:prstGeom prst="rect"/>
          <a:ln w="0">
            <a:noFill/>
          </a:ln>
        </p:spPr>
      </p:pic>
      <p:sp>
        <p:nvSpPr>
          <p:cNvPr id="2885" name="New shape"/>
          <p:cNvSpPr/>
          <p:nvPr/>
        </p:nvSpPr>
        <p:spPr>
          <a:xfrm>
            <a:off x="3835336" y="10039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86" name="New shape"/>
          <p:cNvSpPr/>
          <p:nvPr/>
        </p:nvSpPr>
        <p:spPr>
          <a:xfrm>
            <a:off x="3846005" y="9995154"/>
            <a:ext cx="3057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87" name="New picture"/>
          <p:cNvPicPr/>
          <p:nvPr/>
        </p:nvPicPr>
        <p:blipFill>
          <a:blip r:embed="rId1734"/>
          <a:srcRect/>
          <a:stretch>
            <a:fillRect/>
          </a:stretch>
        </p:blipFill>
        <p:spPr>
          <a:xfrm>
            <a:off x="3913156" y="10030301"/>
            <a:ext cx="42767" cy="79343"/>
          </a:xfrm>
          <a:prstGeom prst="rect"/>
          <a:ln w="0">
            <a:noFill/>
          </a:ln>
        </p:spPr>
      </p:pic>
      <p:pic>
        <p:nvPicPr>
          <p:cNvPr id="2888" name="New picture"/>
          <p:cNvPicPr/>
          <p:nvPr/>
        </p:nvPicPr>
        <p:blipFill>
          <a:blip r:embed="rId1735"/>
          <a:srcRect/>
          <a:stretch>
            <a:fillRect/>
          </a:stretch>
        </p:blipFill>
        <p:spPr>
          <a:xfrm>
            <a:off x="3962019" y="10030302"/>
            <a:ext cx="71818" cy="80867"/>
          </a:xfrm>
          <a:prstGeom prst="rect"/>
          <a:ln w="0">
            <a:noFill/>
          </a:ln>
        </p:spPr>
      </p:pic>
      <p:sp>
        <p:nvSpPr>
          <p:cNvPr id="2889" name="New shape"/>
          <p:cNvSpPr/>
          <p:nvPr/>
        </p:nvSpPr>
        <p:spPr>
          <a:xfrm>
            <a:off x="3975830" y="1003944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90" name="New picture"/>
          <p:cNvPicPr/>
          <p:nvPr/>
        </p:nvPicPr>
        <p:blipFill>
          <a:blip r:embed="rId1736"/>
          <a:srcRect/>
          <a:stretch>
            <a:fillRect/>
          </a:stretch>
        </p:blipFill>
        <p:spPr>
          <a:xfrm>
            <a:off x="4053649" y="10030301"/>
            <a:ext cx="68771" cy="79343"/>
          </a:xfrm>
          <a:prstGeom prst="rect"/>
          <a:ln w="0">
            <a:noFill/>
          </a:ln>
        </p:spPr>
      </p:pic>
      <p:pic>
        <p:nvPicPr>
          <p:cNvPr id="2891" name="New picture"/>
          <p:cNvPicPr/>
          <p:nvPr/>
        </p:nvPicPr>
        <p:blipFill>
          <a:blip r:embed="rId1737"/>
          <a:srcRect/>
          <a:stretch>
            <a:fillRect/>
          </a:stretch>
        </p:blipFill>
        <p:spPr>
          <a:xfrm>
            <a:off x="4136136" y="10008965"/>
            <a:ext cx="47339" cy="102203"/>
          </a:xfrm>
          <a:prstGeom prst="rect"/>
          <a:ln w="0">
            <a:noFill/>
          </a:ln>
        </p:spPr>
      </p:pic>
      <p:pic>
        <p:nvPicPr>
          <p:cNvPr id="2892" name="New picture"/>
          <p:cNvPicPr/>
          <p:nvPr/>
        </p:nvPicPr>
        <p:blipFill>
          <a:blip r:embed="rId1738"/>
          <a:srcRect/>
          <a:stretch>
            <a:fillRect/>
          </a:stretch>
        </p:blipFill>
        <p:spPr>
          <a:xfrm>
            <a:off x="4194239" y="10030302"/>
            <a:ext cx="71723" cy="80867"/>
          </a:xfrm>
          <a:prstGeom prst="rect"/>
          <a:ln w="0">
            <a:noFill/>
          </a:ln>
        </p:spPr>
      </p:pic>
      <p:sp>
        <p:nvSpPr>
          <p:cNvPr id="2893" name="New shape"/>
          <p:cNvSpPr/>
          <p:nvPr/>
        </p:nvSpPr>
        <p:spPr>
          <a:xfrm>
            <a:off x="4207954" y="10039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94" name="New picture"/>
          <p:cNvPicPr/>
          <p:nvPr/>
        </p:nvPicPr>
        <p:blipFill>
          <a:blip r:embed="rId1739"/>
          <a:srcRect/>
          <a:stretch>
            <a:fillRect/>
          </a:stretch>
        </p:blipFill>
        <p:spPr>
          <a:xfrm>
            <a:off x="4276630" y="10030301"/>
            <a:ext cx="58007" cy="80867"/>
          </a:xfrm>
          <a:prstGeom prst="rect"/>
          <a:ln w="0">
            <a:noFill/>
          </a:ln>
        </p:spPr>
      </p:pic>
      <p:pic>
        <p:nvPicPr>
          <p:cNvPr id="2895" name="New picture"/>
          <p:cNvPicPr/>
          <p:nvPr/>
        </p:nvPicPr>
        <p:blipFill>
          <a:blip r:embed="rId1740"/>
          <a:srcRect/>
          <a:stretch>
            <a:fillRect/>
          </a:stretch>
        </p:blipFill>
        <p:spPr>
          <a:xfrm>
            <a:off x="4392739" y="10030206"/>
            <a:ext cx="74771" cy="117539"/>
          </a:xfrm>
          <a:prstGeom prst="rect"/>
          <a:ln w="0">
            <a:noFill/>
          </a:ln>
        </p:spPr>
      </p:pic>
      <p:sp>
        <p:nvSpPr>
          <p:cNvPr id="2896" name="New shape"/>
          <p:cNvSpPr/>
          <p:nvPr/>
        </p:nvSpPr>
        <p:spPr>
          <a:xfrm>
            <a:off x="4406455" y="1004087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97" name="New picture"/>
          <p:cNvPicPr/>
          <p:nvPr/>
        </p:nvPicPr>
        <p:blipFill>
          <a:blip r:embed="rId1741"/>
          <a:srcRect/>
          <a:stretch>
            <a:fillRect/>
          </a:stretch>
        </p:blipFill>
        <p:spPr>
          <a:xfrm>
            <a:off x="4487323" y="10030206"/>
            <a:ext cx="42767" cy="79439"/>
          </a:xfrm>
          <a:prstGeom prst="rect"/>
          <a:ln w="0">
            <a:noFill/>
          </a:ln>
        </p:spPr>
      </p:pic>
      <p:pic>
        <p:nvPicPr>
          <p:cNvPr id="2898" name="New picture"/>
          <p:cNvPicPr/>
          <p:nvPr/>
        </p:nvPicPr>
        <p:blipFill>
          <a:blip r:embed="rId1742"/>
          <a:srcRect/>
          <a:stretch>
            <a:fillRect/>
          </a:stretch>
        </p:blipFill>
        <p:spPr>
          <a:xfrm>
            <a:off x="4534662" y="10030301"/>
            <a:ext cx="65722" cy="80867"/>
          </a:xfrm>
          <a:prstGeom prst="rect"/>
          <a:ln w="0">
            <a:noFill/>
          </a:ln>
        </p:spPr>
      </p:pic>
      <p:sp>
        <p:nvSpPr>
          <p:cNvPr id="2899" name="New shape"/>
          <p:cNvSpPr/>
          <p:nvPr/>
        </p:nvSpPr>
        <p:spPr>
          <a:xfrm>
            <a:off x="4548473" y="10071449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00" name="New picture"/>
          <p:cNvPicPr/>
          <p:nvPr/>
        </p:nvPicPr>
        <p:blipFill>
          <a:blip r:embed="rId1743"/>
          <a:srcRect/>
          <a:stretch>
            <a:fillRect/>
          </a:stretch>
        </p:blipFill>
        <p:spPr>
          <a:xfrm>
            <a:off x="4612576" y="10008870"/>
            <a:ext cx="48863" cy="102298"/>
          </a:xfrm>
          <a:prstGeom prst="rect"/>
          <a:ln w="0">
            <a:noFill/>
          </a:ln>
        </p:spPr>
      </p:pic>
      <p:sp>
        <p:nvSpPr>
          <p:cNvPr id="2901" name="New shape"/>
          <p:cNvSpPr/>
          <p:nvPr/>
        </p:nvSpPr>
        <p:spPr>
          <a:xfrm>
            <a:off x="4678300" y="1003182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02" name="New picture"/>
          <p:cNvPicPr/>
          <p:nvPr/>
        </p:nvPicPr>
        <p:blipFill>
          <a:blip r:embed="rId1744"/>
          <a:srcRect/>
          <a:stretch>
            <a:fillRect/>
          </a:stretch>
        </p:blipFill>
        <p:spPr>
          <a:xfrm>
            <a:off x="4676775" y="9996773"/>
            <a:ext cx="16764" cy="16764"/>
          </a:xfrm>
          <a:prstGeom prst="rect"/>
          <a:ln w="0">
            <a:noFill/>
          </a:ln>
        </p:spPr>
      </p:pic>
      <p:pic>
        <p:nvPicPr>
          <p:cNvPr id="2903" name="New picture"/>
          <p:cNvPicPr/>
          <p:nvPr/>
        </p:nvPicPr>
        <p:blipFill>
          <a:blip r:embed="rId1745"/>
          <a:srcRect/>
          <a:stretch>
            <a:fillRect/>
          </a:stretch>
        </p:blipFill>
        <p:spPr>
          <a:xfrm>
            <a:off x="4713351" y="10030301"/>
            <a:ext cx="73342" cy="116015"/>
          </a:xfrm>
          <a:prstGeom prst="rect"/>
          <a:ln w="0">
            <a:noFill/>
          </a:ln>
        </p:spPr>
      </p:pic>
      <p:sp>
        <p:nvSpPr>
          <p:cNvPr id="2904" name="New shape"/>
          <p:cNvSpPr/>
          <p:nvPr/>
        </p:nvSpPr>
        <p:spPr>
          <a:xfrm>
            <a:off x="4725543" y="10040969"/>
            <a:ext cx="48863" cy="610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05" name="New picture"/>
          <p:cNvPicPr/>
          <p:nvPr/>
        </p:nvPicPr>
        <p:blipFill>
          <a:blip r:embed="rId1746"/>
          <a:srcRect/>
          <a:stretch>
            <a:fillRect/>
          </a:stretch>
        </p:blipFill>
        <p:spPr>
          <a:xfrm>
            <a:off x="4812602" y="10031825"/>
            <a:ext cx="70199" cy="79343"/>
          </a:xfrm>
          <a:prstGeom prst="rect"/>
          <a:ln w="0">
            <a:noFill/>
          </a:ln>
        </p:spPr>
      </p:pic>
      <p:pic>
        <p:nvPicPr>
          <p:cNvPr id="2906" name="New picture"/>
          <p:cNvPicPr/>
          <p:nvPr/>
        </p:nvPicPr>
        <p:blipFill>
          <a:blip r:embed="rId1747"/>
          <a:srcRect/>
          <a:stretch>
            <a:fillRect/>
          </a:stretch>
        </p:blipFill>
        <p:spPr>
          <a:xfrm>
            <a:off x="4902708" y="10030302"/>
            <a:ext cx="70199" cy="80867"/>
          </a:xfrm>
          <a:prstGeom prst="rect"/>
          <a:ln w="0">
            <a:noFill/>
          </a:ln>
        </p:spPr>
      </p:pic>
      <p:sp>
        <p:nvSpPr>
          <p:cNvPr id="2907" name="New shape"/>
          <p:cNvSpPr/>
          <p:nvPr/>
        </p:nvSpPr>
        <p:spPr>
          <a:xfrm>
            <a:off x="4914900" y="10039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08" name="New picture"/>
          <p:cNvPicPr/>
          <p:nvPr/>
        </p:nvPicPr>
        <p:blipFill>
          <a:blip r:embed="rId1748"/>
          <a:srcRect/>
          <a:stretch>
            <a:fillRect/>
          </a:stretch>
        </p:blipFill>
        <p:spPr>
          <a:xfrm>
            <a:off x="4985194" y="10030301"/>
            <a:ext cx="58007" cy="80867"/>
          </a:xfrm>
          <a:prstGeom prst="rect"/>
          <a:ln w="0">
            <a:noFill/>
          </a:ln>
        </p:spPr>
      </p:pic>
      <p:pic>
        <p:nvPicPr>
          <p:cNvPr id="2909" name="New picture"/>
          <p:cNvPicPr/>
          <p:nvPr/>
        </p:nvPicPr>
        <p:blipFill>
          <a:blip r:embed="rId1749"/>
          <a:srcRect/>
          <a:stretch>
            <a:fillRect/>
          </a:stretch>
        </p:blipFill>
        <p:spPr>
          <a:xfrm>
            <a:off x="5059966" y="10094404"/>
            <a:ext cx="16859" cy="16763"/>
          </a:xfrm>
          <a:prstGeom prst="rect"/>
          <a:ln w="0">
            <a:noFill/>
          </a:ln>
        </p:spPr>
      </p:pic>
      <p:pic>
        <p:nvPicPr>
          <p:cNvPr id="2910" name="New picture"/>
          <p:cNvPicPr/>
          <p:nvPr/>
        </p:nvPicPr>
        <p:blipFill>
          <a:blip r:embed="rId1750"/>
          <a:srcRect/>
          <a:stretch>
            <a:fillRect/>
          </a:stretch>
        </p:blipFill>
        <p:spPr>
          <a:xfrm>
            <a:off x="5137786" y="10001250"/>
            <a:ext cx="38195" cy="108395"/>
          </a:xfrm>
          <a:prstGeom prst="rect"/>
          <a:ln w="0">
            <a:noFill/>
          </a:ln>
        </p:spPr>
      </p:pic>
      <p:sp>
        <p:nvSpPr>
          <p:cNvPr id="2911" name="New shape"/>
          <p:cNvSpPr/>
          <p:nvPr/>
        </p:nvSpPr>
        <p:spPr>
          <a:xfrm>
            <a:off x="5196840" y="10002011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12" name="New picture"/>
          <p:cNvPicPr/>
          <p:nvPr/>
        </p:nvPicPr>
        <p:blipFill>
          <a:blip r:embed="rId1751"/>
          <a:srcRect/>
          <a:stretch>
            <a:fillRect/>
          </a:stretch>
        </p:blipFill>
        <p:spPr>
          <a:xfrm>
            <a:off x="5267706" y="10030206"/>
            <a:ext cx="58007" cy="80962"/>
          </a:xfrm>
          <a:prstGeom prst="rect"/>
          <a:ln w="0">
            <a:noFill/>
          </a:ln>
        </p:spPr>
      </p:pic>
      <p:pic>
        <p:nvPicPr>
          <p:cNvPr id="2913" name="New picture"/>
          <p:cNvPicPr/>
          <p:nvPr/>
        </p:nvPicPr>
        <p:blipFill>
          <a:blip r:embed="rId1752"/>
          <a:srcRect/>
          <a:stretch>
            <a:fillRect/>
          </a:stretch>
        </p:blipFill>
        <p:spPr>
          <a:xfrm>
            <a:off x="5339429" y="10030302"/>
            <a:ext cx="70295" cy="80867"/>
          </a:xfrm>
          <a:prstGeom prst="rect"/>
          <a:ln w="0">
            <a:noFill/>
          </a:ln>
        </p:spPr>
      </p:pic>
      <p:sp>
        <p:nvSpPr>
          <p:cNvPr id="2914" name="New shape"/>
          <p:cNvSpPr/>
          <p:nvPr/>
        </p:nvSpPr>
        <p:spPr>
          <a:xfrm>
            <a:off x="5351621" y="1003944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15" name="New picture"/>
          <p:cNvPicPr/>
          <p:nvPr/>
        </p:nvPicPr>
        <p:blipFill>
          <a:blip r:embed="rId1753"/>
          <a:srcRect/>
          <a:stretch>
            <a:fillRect/>
          </a:stretch>
        </p:blipFill>
        <p:spPr>
          <a:xfrm>
            <a:off x="5429536" y="10030206"/>
            <a:ext cx="42767" cy="79439"/>
          </a:xfrm>
          <a:prstGeom prst="rect"/>
          <a:ln w="0">
            <a:noFill/>
          </a:ln>
        </p:spPr>
      </p:pic>
      <p:pic>
        <p:nvPicPr>
          <p:cNvPr id="2916" name="New picture"/>
          <p:cNvPicPr/>
          <p:nvPr/>
        </p:nvPicPr>
        <p:blipFill>
          <a:blip r:embed="rId1754"/>
          <a:srcRect/>
          <a:stretch>
            <a:fillRect/>
          </a:stretch>
        </p:blipFill>
        <p:spPr>
          <a:xfrm>
            <a:off x="5476970" y="10008965"/>
            <a:ext cx="47339" cy="102203"/>
          </a:xfrm>
          <a:prstGeom prst="rect"/>
          <a:ln w="0">
            <a:noFill/>
          </a:ln>
        </p:spPr>
      </p:pic>
      <p:pic>
        <p:nvPicPr>
          <p:cNvPr id="2917" name="New picture"/>
          <p:cNvPicPr/>
          <p:nvPr/>
        </p:nvPicPr>
        <p:blipFill>
          <a:blip r:embed="rId1755"/>
          <a:srcRect/>
          <a:stretch>
            <a:fillRect/>
          </a:stretch>
        </p:blipFill>
        <p:spPr>
          <a:xfrm>
            <a:off x="5576126" y="10001250"/>
            <a:ext cx="74866" cy="109918"/>
          </a:xfrm>
          <a:prstGeom prst="rect"/>
          <a:ln w="0">
            <a:noFill/>
          </a:ln>
        </p:spPr>
      </p:pic>
      <p:sp>
        <p:nvSpPr>
          <p:cNvPr id="2918" name="New shape"/>
          <p:cNvSpPr/>
          <p:nvPr/>
        </p:nvSpPr>
        <p:spPr>
          <a:xfrm>
            <a:off x="5589842" y="1004097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19" name="New picture"/>
          <p:cNvPicPr/>
          <p:nvPr/>
        </p:nvPicPr>
        <p:blipFill>
          <a:blip r:embed="rId1756"/>
          <a:srcRect/>
          <a:stretch>
            <a:fillRect/>
          </a:stretch>
        </p:blipFill>
        <p:spPr>
          <a:xfrm>
            <a:off x="5670709" y="10030302"/>
            <a:ext cx="71818" cy="80867"/>
          </a:xfrm>
          <a:prstGeom prst="rect"/>
          <a:ln w="0">
            <a:noFill/>
          </a:ln>
        </p:spPr>
      </p:pic>
      <p:sp>
        <p:nvSpPr>
          <p:cNvPr id="2920" name="New shape"/>
          <p:cNvSpPr/>
          <p:nvPr/>
        </p:nvSpPr>
        <p:spPr>
          <a:xfrm>
            <a:off x="5684424" y="1003944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21" name="New picture"/>
          <p:cNvPicPr/>
          <p:nvPr/>
        </p:nvPicPr>
        <p:blipFill>
          <a:blip r:embed="rId1757"/>
          <a:srcRect/>
          <a:stretch>
            <a:fillRect/>
          </a:stretch>
        </p:blipFill>
        <p:spPr>
          <a:xfrm>
            <a:off x="5797582" y="10001250"/>
            <a:ext cx="74771" cy="109918"/>
          </a:xfrm>
          <a:prstGeom prst="rect"/>
          <a:ln w="0">
            <a:noFill/>
          </a:ln>
        </p:spPr>
      </p:pic>
      <p:sp>
        <p:nvSpPr>
          <p:cNvPr id="2922" name="New shape"/>
          <p:cNvSpPr/>
          <p:nvPr/>
        </p:nvSpPr>
        <p:spPr>
          <a:xfrm>
            <a:off x="5811298" y="1004097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23" name="New shape"/>
          <p:cNvSpPr/>
          <p:nvPr/>
        </p:nvSpPr>
        <p:spPr>
          <a:xfrm>
            <a:off x="5898357" y="1003182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24" name="New picture"/>
          <p:cNvPicPr/>
          <p:nvPr/>
        </p:nvPicPr>
        <p:blipFill>
          <a:blip r:embed="rId1758"/>
          <a:srcRect/>
          <a:stretch>
            <a:fillRect/>
          </a:stretch>
        </p:blipFill>
        <p:spPr>
          <a:xfrm>
            <a:off x="5895308" y="9996678"/>
            <a:ext cx="16764" cy="16859"/>
          </a:xfrm>
          <a:prstGeom prst="rect"/>
          <a:ln w="0">
            <a:noFill/>
          </a:ln>
        </p:spPr>
      </p:pic>
      <p:pic>
        <p:nvPicPr>
          <p:cNvPr id="2925" name="New picture"/>
          <p:cNvPicPr/>
          <p:nvPr/>
        </p:nvPicPr>
        <p:blipFill>
          <a:blip r:embed="rId1759"/>
          <a:srcRect/>
          <a:stretch>
            <a:fillRect/>
          </a:stretch>
        </p:blipFill>
        <p:spPr>
          <a:xfrm>
            <a:off x="5931884" y="10001250"/>
            <a:ext cx="74866" cy="109918"/>
          </a:xfrm>
          <a:prstGeom prst="rect"/>
          <a:ln w="0">
            <a:noFill/>
          </a:ln>
        </p:spPr>
      </p:pic>
      <p:sp>
        <p:nvSpPr>
          <p:cNvPr id="2926" name="New shape"/>
          <p:cNvSpPr/>
          <p:nvPr/>
        </p:nvSpPr>
        <p:spPr>
          <a:xfrm>
            <a:off x="5945695" y="1004097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27" name="New picture"/>
          <p:cNvPicPr/>
          <p:nvPr/>
        </p:nvPicPr>
        <p:blipFill>
          <a:blip r:embed="rId1760"/>
          <a:srcRect/>
          <a:stretch>
            <a:fillRect/>
          </a:stretch>
        </p:blipFill>
        <p:spPr>
          <a:xfrm>
            <a:off x="6025038" y="10030301"/>
            <a:ext cx="65722" cy="80867"/>
          </a:xfrm>
          <a:prstGeom prst="rect"/>
          <a:ln w="0">
            <a:noFill/>
          </a:ln>
        </p:spPr>
      </p:pic>
      <p:sp>
        <p:nvSpPr>
          <p:cNvPr id="2928" name="New shape"/>
          <p:cNvSpPr/>
          <p:nvPr/>
        </p:nvSpPr>
        <p:spPr>
          <a:xfrm>
            <a:off x="6038850" y="10071449"/>
            <a:ext cx="38100" cy="30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29" name="New picture"/>
          <p:cNvPicPr/>
          <p:nvPr/>
        </p:nvPicPr>
        <p:blipFill>
          <a:blip r:embed="rId1761"/>
          <a:srcRect/>
          <a:stretch>
            <a:fillRect/>
          </a:stretch>
        </p:blipFill>
        <p:spPr>
          <a:xfrm>
            <a:off x="6110573" y="10030302"/>
            <a:ext cx="64103" cy="80867"/>
          </a:xfrm>
          <a:prstGeom prst="rect"/>
          <a:ln w="0">
            <a:noFill/>
          </a:ln>
        </p:spPr>
      </p:pic>
      <p:pic>
        <p:nvPicPr>
          <p:cNvPr id="2930" name="New picture"/>
          <p:cNvPicPr/>
          <p:nvPr/>
        </p:nvPicPr>
        <p:blipFill>
          <a:blip r:embed="rId1762"/>
          <a:srcRect/>
          <a:stretch>
            <a:fillRect/>
          </a:stretch>
        </p:blipFill>
        <p:spPr>
          <a:xfrm>
            <a:off x="6185440" y="10008965"/>
            <a:ext cx="47339" cy="102203"/>
          </a:xfrm>
          <a:prstGeom prst="rect"/>
          <a:ln w="0">
            <a:noFill/>
          </a:ln>
        </p:spPr>
      </p:pic>
      <p:sp>
        <p:nvSpPr>
          <p:cNvPr id="2931" name="New shape"/>
          <p:cNvSpPr/>
          <p:nvPr/>
        </p:nvSpPr>
        <p:spPr>
          <a:xfrm>
            <a:off x="6251067" y="1003182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32" name="New picture"/>
          <p:cNvPicPr/>
          <p:nvPr/>
        </p:nvPicPr>
        <p:blipFill>
          <a:blip r:embed="rId1763"/>
          <a:srcRect/>
          <a:stretch>
            <a:fillRect/>
          </a:stretch>
        </p:blipFill>
        <p:spPr>
          <a:xfrm>
            <a:off x="6248019" y="9996773"/>
            <a:ext cx="18288" cy="16764"/>
          </a:xfrm>
          <a:prstGeom prst="rect"/>
          <a:ln w="0">
            <a:noFill/>
          </a:ln>
        </p:spPr>
      </p:pic>
      <p:pic>
        <p:nvPicPr>
          <p:cNvPr id="2933" name="New picture"/>
          <p:cNvPicPr/>
          <p:nvPr/>
        </p:nvPicPr>
        <p:blipFill>
          <a:blip r:embed="rId1764"/>
          <a:srcRect/>
          <a:stretch>
            <a:fillRect/>
          </a:stretch>
        </p:blipFill>
        <p:spPr>
          <a:xfrm>
            <a:off x="6284690" y="10030302"/>
            <a:ext cx="64103" cy="80867"/>
          </a:xfrm>
          <a:prstGeom prst="rect"/>
          <a:ln w="0">
            <a:noFill/>
          </a:ln>
        </p:spPr>
      </p:pic>
      <p:sp>
        <p:nvSpPr>
          <p:cNvPr id="2934" name="New shape"/>
          <p:cNvSpPr/>
          <p:nvPr/>
        </p:nvSpPr>
        <p:spPr>
          <a:xfrm>
            <a:off x="6367081" y="10031826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35" name="New picture"/>
          <p:cNvPicPr/>
          <p:nvPr/>
        </p:nvPicPr>
        <p:blipFill>
          <a:blip r:embed="rId1765"/>
          <a:srcRect/>
          <a:stretch>
            <a:fillRect/>
          </a:stretch>
        </p:blipFill>
        <p:spPr>
          <a:xfrm>
            <a:off x="6365557" y="9996678"/>
            <a:ext cx="16859" cy="16859"/>
          </a:xfrm>
          <a:prstGeom prst="rect"/>
          <a:ln w="0">
            <a:noFill/>
          </a:ln>
        </p:spPr>
      </p:pic>
      <p:pic>
        <p:nvPicPr>
          <p:cNvPr id="2936" name="New picture"/>
          <p:cNvPicPr/>
          <p:nvPr/>
        </p:nvPicPr>
        <p:blipFill>
          <a:blip r:embed="rId1766"/>
          <a:srcRect/>
          <a:stretch>
            <a:fillRect/>
          </a:stretch>
        </p:blipFill>
        <p:spPr>
          <a:xfrm>
            <a:off x="6400705" y="10030302"/>
            <a:ext cx="71818" cy="80867"/>
          </a:xfrm>
          <a:prstGeom prst="rect"/>
          <a:ln w="0">
            <a:noFill/>
          </a:ln>
        </p:spPr>
      </p:pic>
      <p:sp>
        <p:nvSpPr>
          <p:cNvPr id="2937" name="New shape"/>
          <p:cNvSpPr/>
          <p:nvPr/>
        </p:nvSpPr>
        <p:spPr>
          <a:xfrm>
            <a:off x="6414421" y="1003944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38" name="New shape"/>
          <p:cNvSpPr/>
          <p:nvPr/>
        </p:nvSpPr>
        <p:spPr>
          <a:xfrm>
            <a:off x="6492240" y="10002011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39" name="New picture"/>
          <p:cNvPicPr/>
          <p:nvPr/>
        </p:nvPicPr>
        <p:blipFill>
          <a:blip r:embed="rId1767"/>
          <a:srcRect/>
          <a:stretch>
            <a:fillRect/>
          </a:stretch>
        </p:blipFill>
        <p:spPr>
          <a:xfrm>
            <a:off x="6571678" y="10030301"/>
            <a:ext cx="74867" cy="116015"/>
          </a:xfrm>
          <a:prstGeom prst="rect"/>
          <a:ln w="0">
            <a:noFill/>
          </a:ln>
        </p:spPr>
      </p:pic>
      <p:sp>
        <p:nvSpPr>
          <p:cNvPr id="2940" name="New shape"/>
          <p:cNvSpPr/>
          <p:nvPr/>
        </p:nvSpPr>
        <p:spPr>
          <a:xfrm>
            <a:off x="6585490" y="10039445"/>
            <a:ext cx="47339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41" name="New picture"/>
          <p:cNvPicPr/>
          <p:nvPr/>
        </p:nvPicPr>
        <p:blipFill>
          <a:blip r:embed="rId1768"/>
          <a:srcRect/>
          <a:stretch>
            <a:fillRect/>
          </a:stretch>
        </p:blipFill>
        <p:spPr>
          <a:xfrm>
            <a:off x="6661785" y="10030206"/>
            <a:ext cx="77915" cy="80867"/>
          </a:xfrm>
          <a:prstGeom prst="rect"/>
          <a:ln w="0">
            <a:noFill/>
          </a:ln>
        </p:spPr>
      </p:pic>
      <p:sp>
        <p:nvSpPr>
          <p:cNvPr id="2942" name="New shape"/>
          <p:cNvSpPr/>
          <p:nvPr/>
        </p:nvSpPr>
        <p:spPr>
          <a:xfrm>
            <a:off x="6675501" y="10039350"/>
            <a:ext cx="50387" cy="6257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43" name="New picture"/>
          <p:cNvPicPr/>
          <p:nvPr/>
        </p:nvPicPr>
        <p:blipFill>
          <a:blip r:embed="rId1769"/>
          <a:srcRect/>
          <a:stretch>
            <a:fillRect/>
          </a:stretch>
        </p:blipFill>
        <p:spPr>
          <a:xfrm>
            <a:off x="6759606" y="10031825"/>
            <a:ext cx="70200" cy="79343"/>
          </a:xfrm>
          <a:prstGeom prst="rect"/>
          <a:ln w="0">
            <a:noFill/>
          </a:ln>
        </p:spPr>
      </p:pic>
      <p:pic>
        <p:nvPicPr>
          <p:cNvPr id="2944" name="New picture"/>
          <p:cNvPicPr/>
          <p:nvPr/>
        </p:nvPicPr>
        <p:blipFill>
          <a:blip r:embed="rId1770"/>
          <a:srcRect/>
          <a:stretch>
            <a:fillRect/>
          </a:stretch>
        </p:blipFill>
        <p:spPr>
          <a:xfrm>
            <a:off x="6854285" y="10030206"/>
            <a:ext cx="42767" cy="79439"/>
          </a:xfrm>
          <a:prstGeom prst="rect"/>
          <a:ln w="0">
            <a:noFill/>
          </a:ln>
        </p:spPr>
      </p:pic>
      <p:pic>
        <p:nvPicPr>
          <p:cNvPr id="2945" name="New picture"/>
          <p:cNvPicPr/>
          <p:nvPr/>
        </p:nvPicPr>
        <p:blipFill>
          <a:blip r:embed="rId1771"/>
          <a:srcRect/>
          <a:stretch>
            <a:fillRect/>
          </a:stretch>
        </p:blipFill>
        <p:spPr>
          <a:xfrm>
            <a:off x="318611" y="213169"/>
            <a:ext cx="27432" cy="71723"/>
          </a:xfrm>
          <a:prstGeom prst="rect"/>
          <a:ln w="0">
            <a:noFill/>
          </a:ln>
        </p:spPr>
      </p:pic>
      <p:pic>
        <p:nvPicPr>
          <p:cNvPr id="2946" name="New picture"/>
          <p:cNvPicPr/>
          <p:nvPr/>
        </p:nvPicPr>
        <p:blipFill>
          <a:blip r:embed="rId1772"/>
          <a:srcRect/>
          <a:stretch>
            <a:fillRect/>
          </a:stretch>
        </p:blipFill>
        <p:spPr>
          <a:xfrm>
            <a:off x="368999" y="213169"/>
            <a:ext cx="47339" cy="73247"/>
          </a:xfrm>
          <a:prstGeom prst="rect"/>
          <a:ln w="0">
            <a:noFill/>
          </a:ln>
        </p:spPr>
      </p:pic>
      <p:sp>
        <p:nvSpPr>
          <p:cNvPr id="2947" name="New shape"/>
          <p:cNvSpPr/>
          <p:nvPr/>
        </p:nvSpPr>
        <p:spPr>
          <a:xfrm>
            <a:off x="420910" y="211645"/>
            <a:ext cx="28956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48" name="New picture"/>
          <p:cNvPicPr/>
          <p:nvPr/>
        </p:nvPicPr>
        <p:blipFill>
          <a:blip r:embed="rId1773"/>
          <a:srcRect/>
          <a:stretch>
            <a:fillRect/>
          </a:stretch>
        </p:blipFill>
        <p:spPr>
          <a:xfrm>
            <a:off x="452914" y="213169"/>
            <a:ext cx="47339" cy="73247"/>
          </a:xfrm>
          <a:prstGeom prst="rect"/>
          <a:ln w="0">
            <a:noFill/>
          </a:ln>
        </p:spPr>
      </p:pic>
      <p:sp>
        <p:nvSpPr>
          <p:cNvPr id="2949" name="New shape"/>
          <p:cNvSpPr/>
          <p:nvPr/>
        </p:nvSpPr>
        <p:spPr>
          <a:xfrm>
            <a:off x="462153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50" name="New picture"/>
          <p:cNvPicPr/>
          <p:nvPr/>
        </p:nvPicPr>
        <p:blipFill>
          <a:blip r:embed="rId1774"/>
          <a:srcRect/>
          <a:stretch>
            <a:fillRect/>
          </a:stretch>
        </p:blipFill>
        <p:spPr>
          <a:xfrm>
            <a:off x="517112" y="213169"/>
            <a:ext cx="25908" cy="71723"/>
          </a:xfrm>
          <a:prstGeom prst="rect"/>
          <a:ln w="0">
            <a:noFill/>
          </a:ln>
        </p:spPr>
      </p:pic>
      <p:sp>
        <p:nvSpPr>
          <p:cNvPr id="2951" name="New shape"/>
          <p:cNvSpPr/>
          <p:nvPr/>
        </p:nvSpPr>
        <p:spPr>
          <a:xfrm>
            <a:off x="562927" y="211645"/>
            <a:ext cx="27432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52" name="New picture"/>
          <p:cNvPicPr/>
          <p:nvPr/>
        </p:nvPicPr>
        <p:blipFill>
          <a:blip r:embed="rId1775"/>
          <a:srcRect/>
          <a:stretch>
            <a:fillRect/>
          </a:stretch>
        </p:blipFill>
        <p:spPr>
          <a:xfrm>
            <a:off x="593407" y="213170"/>
            <a:ext cx="48863" cy="71723"/>
          </a:xfrm>
          <a:prstGeom prst="rect"/>
          <a:ln w="0">
            <a:noFill/>
          </a:ln>
        </p:spPr>
      </p:pic>
      <p:pic>
        <p:nvPicPr>
          <p:cNvPr id="2953" name="New picture"/>
          <p:cNvPicPr/>
          <p:nvPr/>
        </p:nvPicPr>
        <p:blipFill>
          <a:blip r:embed="rId1776"/>
          <a:srcRect/>
          <a:stretch>
            <a:fillRect/>
          </a:stretch>
        </p:blipFill>
        <p:spPr>
          <a:xfrm>
            <a:off x="651510" y="213169"/>
            <a:ext cx="47339" cy="73247"/>
          </a:xfrm>
          <a:prstGeom prst="rect"/>
          <a:ln w="0">
            <a:noFill/>
          </a:ln>
        </p:spPr>
      </p:pic>
      <p:sp>
        <p:nvSpPr>
          <p:cNvPr id="2954" name="New shape"/>
          <p:cNvSpPr/>
          <p:nvPr/>
        </p:nvSpPr>
        <p:spPr>
          <a:xfrm>
            <a:off x="660654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55" name="New picture"/>
          <p:cNvPicPr/>
          <p:nvPr/>
        </p:nvPicPr>
        <p:blipFill>
          <a:blip r:embed="rId1777"/>
          <a:srcRect/>
          <a:stretch>
            <a:fillRect/>
          </a:stretch>
        </p:blipFill>
        <p:spPr>
          <a:xfrm>
            <a:off x="706469" y="213170"/>
            <a:ext cx="48863" cy="71723"/>
          </a:xfrm>
          <a:prstGeom prst="rect"/>
          <a:ln w="0">
            <a:noFill/>
          </a:ln>
        </p:spPr>
      </p:pic>
      <p:pic>
        <p:nvPicPr>
          <p:cNvPr id="2956" name="New picture"/>
          <p:cNvPicPr/>
          <p:nvPr/>
        </p:nvPicPr>
        <p:blipFill>
          <a:blip r:embed="rId1778"/>
          <a:srcRect/>
          <a:stretch>
            <a:fillRect/>
          </a:stretch>
        </p:blipFill>
        <p:spPr>
          <a:xfrm>
            <a:off x="764476" y="213169"/>
            <a:ext cx="47339" cy="73247"/>
          </a:xfrm>
          <a:prstGeom prst="rect"/>
          <a:ln w="0">
            <a:noFill/>
          </a:ln>
        </p:spPr>
      </p:pic>
      <p:sp>
        <p:nvSpPr>
          <p:cNvPr id="2957" name="New shape"/>
          <p:cNvSpPr/>
          <p:nvPr/>
        </p:nvSpPr>
        <p:spPr>
          <a:xfrm>
            <a:off x="775144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58" name="New picture"/>
          <p:cNvPicPr/>
          <p:nvPr/>
        </p:nvPicPr>
        <p:blipFill>
          <a:blip r:embed="rId1779"/>
          <a:srcRect/>
          <a:stretch>
            <a:fillRect/>
          </a:stretch>
        </p:blipFill>
        <p:spPr>
          <a:xfrm>
            <a:off x="856107" y="213169"/>
            <a:ext cx="27432" cy="71723"/>
          </a:xfrm>
          <a:prstGeom prst="rect"/>
          <a:ln w="0">
            <a:noFill/>
          </a:ln>
        </p:spPr>
      </p:pic>
      <p:pic>
        <p:nvPicPr>
          <p:cNvPr id="2959" name="New picture"/>
          <p:cNvPicPr/>
          <p:nvPr/>
        </p:nvPicPr>
        <p:blipFill>
          <a:blip r:embed="rId1780"/>
          <a:srcRect/>
          <a:stretch>
            <a:fillRect/>
          </a:stretch>
        </p:blipFill>
        <p:spPr>
          <a:xfrm>
            <a:off x="906494" y="213169"/>
            <a:ext cx="47339" cy="73247"/>
          </a:xfrm>
          <a:prstGeom prst="rect"/>
          <a:ln w="0">
            <a:noFill/>
          </a:ln>
        </p:spPr>
      </p:pic>
      <p:sp>
        <p:nvSpPr>
          <p:cNvPr id="2960" name="New shape"/>
          <p:cNvSpPr/>
          <p:nvPr/>
        </p:nvSpPr>
        <p:spPr>
          <a:xfrm>
            <a:off x="917162" y="219265"/>
            <a:ext cx="24479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61" name="New shape"/>
          <p:cNvSpPr/>
          <p:nvPr/>
        </p:nvSpPr>
        <p:spPr>
          <a:xfrm>
            <a:off x="915638" y="249841"/>
            <a:ext cx="2905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62" name="New shape"/>
          <p:cNvSpPr/>
          <p:nvPr/>
        </p:nvSpPr>
        <p:spPr>
          <a:xfrm>
            <a:off x="967549" y="232981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63" name="New shape"/>
          <p:cNvSpPr/>
          <p:nvPr/>
        </p:nvSpPr>
        <p:spPr>
          <a:xfrm>
            <a:off x="967549" y="2757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64" name="New picture"/>
          <p:cNvPicPr/>
          <p:nvPr/>
        </p:nvPicPr>
        <p:blipFill>
          <a:blip r:embed="rId1781"/>
          <a:srcRect/>
          <a:stretch>
            <a:fillRect/>
          </a:stretch>
        </p:blipFill>
        <p:spPr>
          <a:xfrm>
            <a:off x="998125" y="213169"/>
            <a:ext cx="25908" cy="71723"/>
          </a:xfrm>
          <a:prstGeom prst="rect"/>
          <a:ln w="0">
            <a:noFill/>
          </a:ln>
        </p:spPr>
      </p:pic>
      <p:pic>
        <p:nvPicPr>
          <p:cNvPr id="2965" name="New picture"/>
          <p:cNvPicPr/>
          <p:nvPr/>
        </p:nvPicPr>
        <p:blipFill>
          <a:blip r:embed="rId1782"/>
          <a:srcRect/>
          <a:stretch>
            <a:fillRect/>
          </a:stretch>
        </p:blipFill>
        <p:spPr>
          <a:xfrm>
            <a:off x="1046988" y="213169"/>
            <a:ext cx="47339" cy="73247"/>
          </a:xfrm>
          <a:prstGeom prst="rect"/>
          <a:ln w="0">
            <a:noFill/>
          </a:ln>
        </p:spPr>
      </p:pic>
      <p:sp>
        <p:nvSpPr>
          <p:cNvPr id="2966" name="New shape"/>
          <p:cNvSpPr/>
          <p:nvPr/>
        </p:nvSpPr>
        <p:spPr>
          <a:xfrm>
            <a:off x="1057656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67" name="New picture"/>
          <p:cNvPicPr/>
          <p:nvPr/>
        </p:nvPicPr>
        <p:blipFill>
          <a:blip r:embed="rId1783"/>
          <a:srcRect/>
          <a:stretch>
            <a:fillRect/>
          </a:stretch>
        </p:blipFill>
        <p:spPr>
          <a:xfrm>
            <a:off x="2856452" y="213170"/>
            <a:ext cx="47339" cy="71723"/>
          </a:xfrm>
          <a:prstGeom prst="rect"/>
          <a:ln w="0">
            <a:noFill/>
          </a:ln>
        </p:spPr>
      </p:pic>
      <p:pic>
        <p:nvPicPr>
          <p:cNvPr id="2968" name="New picture"/>
          <p:cNvPicPr/>
          <p:nvPr/>
        </p:nvPicPr>
        <p:blipFill>
          <a:blip r:embed="rId1784"/>
          <a:srcRect/>
          <a:stretch>
            <a:fillRect/>
          </a:stretch>
        </p:blipFill>
        <p:spPr>
          <a:xfrm>
            <a:off x="2940463" y="231458"/>
            <a:ext cx="48863" cy="54959"/>
          </a:xfrm>
          <a:prstGeom prst="rect"/>
          <a:ln w="0">
            <a:noFill/>
          </a:ln>
        </p:spPr>
      </p:pic>
      <p:sp>
        <p:nvSpPr>
          <p:cNvPr id="2969" name="New shape"/>
          <p:cNvSpPr/>
          <p:nvPr/>
        </p:nvSpPr>
        <p:spPr>
          <a:xfrm>
            <a:off x="2949607" y="239078"/>
            <a:ext cx="30575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70" name="New picture"/>
          <p:cNvPicPr/>
          <p:nvPr/>
        </p:nvPicPr>
        <p:blipFill>
          <a:blip r:embed="rId1785"/>
          <a:srcRect/>
          <a:stretch>
            <a:fillRect/>
          </a:stretch>
        </p:blipFill>
        <p:spPr>
          <a:xfrm>
            <a:off x="2999994" y="232981"/>
            <a:ext cx="42767" cy="53435"/>
          </a:xfrm>
          <a:prstGeom prst="rect"/>
          <a:ln w="0">
            <a:noFill/>
          </a:ln>
        </p:spPr>
      </p:pic>
      <p:pic>
        <p:nvPicPr>
          <p:cNvPr id="2971" name="New picture"/>
          <p:cNvPicPr/>
          <p:nvPr/>
        </p:nvPicPr>
        <p:blipFill>
          <a:blip r:embed="rId1786"/>
          <a:srcRect/>
          <a:stretch>
            <a:fillRect/>
          </a:stretch>
        </p:blipFill>
        <p:spPr>
          <a:xfrm>
            <a:off x="3052001" y="232981"/>
            <a:ext cx="47244" cy="51911"/>
          </a:xfrm>
          <a:prstGeom prst="rect"/>
          <a:ln w="0">
            <a:noFill/>
          </a:ln>
        </p:spPr>
      </p:pic>
      <p:pic>
        <p:nvPicPr>
          <p:cNvPr id="2972" name="New picture"/>
          <p:cNvPicPr/>
          <p:nvPr/>
        </p:nvPicPr>
        <p:blipFill>
          <a:blip r:embed="rId1787"/>
          <a:srcRect/>
          <a:stretch>
            <a:fillRect/>
          </a:stretch>
        </p:blipFill>
        <p:spPr>
          <a:xfrm>
            <a:off x="3108484" y="231457"/>
            <a:ext cx="27432" cy="53435"/>
          </a:xfrm>
          <a:prstGeom prst="rect"/>
          <a:ln w="0">
            <a:noFill/>
          </a:ln>
        </p:spPr>
      </p:pic>
      <p:pic>
        <p:nvPicPr>
          <p:cNvPr id="2973" name="New picture"/>
          <p:cNvPicPr/>
          <p:nvPr/>
        </p:nvPicPr>
        <p:blipFill>
          <a:blip r:embed="rId1788"/>
          <a:srcRect/>
          <a:stretch>
            <a:fillRect/>
          </a:stretch>
        </p:blipFill>
        <p:spPr>
          <a:xfrm>
            <a:off x="3138964" y="231458"/>
            <a:ext cx="48863" cy="54959"/>
          </a:xfrm>
          <a:prstGeom prst="rect"/>
          <a:ln w="0">
            <a:noFill/>
          </a:ln>
        </p:spPr>
      </p:pic>
      <p:sp>
        <p:nvSpPr>
          <p:cNvPr id="2974" name="New shape"/>
          <p:cNvSpPr/>
          <p:nvPr/>
        </p:nvSpPr>
        <p:spPr>
          <a:xfrm>
            <a:off x="3148203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75" name="New picture"/>
          <p:cNvPicPr/>
          <p:nvPr/>
        </p:nvPicPr>
        <p:blipFill>
          <a:blip r:embed="rId1789"/>
          <a:srcRect/>
          <a:stretch>
            <a:fillRect/>
          </a:stretch>
        </p:blipFill>
        <p:spPr>
          <a:xfrm>
            <a:off x="3195447" y="231457"/>
            <a:ext cx="45815" cy="73343"/>
          </a:xfrm>
          <a:prstGeom prst="rect"/>
          <a:ln w="0">
            <a:noFill/>
          </a:ln>
        </p:spPr>
      </p:pic>
      <p:sp>
        <p:nvSpPr>
          <p:cNvPr id="2976" name="New shape"/>
          <p:cNvSpPr/>
          <p:nvPr/>
        </p:nvSpPr>
        <p:spPr>
          <a:xfrm>
            <a:off x="3204686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77" name="New picture"/>
          <p:cNvPicPr/>
          <p:nvPr/>
        </p:nvPicPr>
        <p:blipFill>
          <a:blip r:embed="rId1790"/>
          <a:srcRect/>
          <a:stretch>
            <a:fillRect/>
          </a:stretch>
        </p:blipFill>
        <p:spPr>
          <a:xfrm>
            <a:off x="3252026" y="231457"/>
            <a:ext cx="48863" cy="54959"/>
          </a:xfrm>
          <a:prstGeom prst="rect"/>
          <a:ln w="0">
            <a:noFill/>
          </a:ln>
        </p:spPr>
      </p:pic>
      <p:sp>
        <p:nvSpPr>
          <p:cNvPr id="2978" name="New shape"/>
          <p:cNvSpPr/>
          <p:nvPr/>
        </p:nvSpPr>
        <p:spPr>
          <a:xfrm>
            <a:off x="3261169" y="239077"/>
            <a:ext cx="30480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79" name="New picture"/>
          <p:cNvPicPr/>
          <p:nvPr/>
        </p:nvPicPr>
        <p:blipFill>
          <a:blip r:embed="rId1791"/>
          <a:srcRect/>
          <a:stretch>
            <a:fillRect/>
          </a:stretch>
        </p:blipFill>
        <p:spPr>
          <a:xfrm>
            <a:off x="3308509" y="231457"/>
            <a:ext cx="42767" cy="54959"/>
          </a:xfrm>
          <a:prstGeom prst="rect"/>
          <a:ln w="0">
            <a:noFill/>
          </a:ln>
        </p:spPr>
      </p:pic>
      <p:pic>
        <p:nvPicPr>
          <p:cNvPr id="2980" name="New picture"/>
          <p:cNvPicPr/>
          <p:nvPr/>
        </p:nvPicPr>
        <p:blipFill>
          <a:blip r:embed="rId1792"/>
          <a:srcRect/>
          <a:stretch>
            <a:fillRect/>
          </a:stretch>
        </p:blipFill>
        <p:spPr>
          <a:xfrm>
            <a:off x="3387947" y="213169"/>
            <a:ext cx="45720" cy="73247"/>
          </a:xfrm>
          <a:prstGeom prst="rect"/>
          <a:ln w="0">
            <a:noFill/>
          </a:ln>
        </p:spPr>
      </p:pic>
      <p:sp>
        <p:nvSpPr>
          <p:cNvPr id="2981" name="New shape"/>
          <p:cNvSpPr/>
          <p:nvPr/>
        </p:nvSpPr>
        <p:spPr>
          <a:xfrm>
            <a:off x="3397091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82" name="New picture"/>
          <p:cNvPicPr/>
          <p:nvPr/>
        </p:nvPicPr>
        <p:blipFill>
          <a:blip r:embed="rId1793"/>
          <a:srcRect/>
          <a:stretch>
            <a:fillRect/>
          </a:stretch>
        </p:blipFill>
        <p:spPr>
          <a:xfrm>
            <a:off x="3444430" y="231457"/>
            <a:ext cx="48863" cy="54959"/>
          </a:xfrm>
          <a:prstGeom prst="rect"/>
          <a:ln w="0">
            <a:noFill/>
          </a:ln>
        </p:spPr>
      </p:pic>
      <p:sp>
        <p:nvSpPr>
          <p:cNvPr id="2983" name="New shape"/>
          <p:cNvSpPr/>
          <p:nvPr/>
        </p:nvSpPr>
        <p:spPr>
          <a:xfrm>
            <a:off x="3453574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84" name="New picture"/>
          <p:cNvPicPr/>
          <p:nvPr/>
        </p:nvPicPr>
        <p:blipFill>
          <a:blip r:embed="rId1794"/>
          <a:srcRect/>
          <a:stretch>
            <a:fillRect/>
          </a:stretch>
        </p:blipFill>
        <p:spPr>
          <a:xfrm>
            <a:off x="3531394" y="231457"/>
            <a:ext cx="29051" cy="53435"/>
          </a:xfrm>
          <a:prstGeom prst="rect"/>
          <a:ln w="0">
            <a:noFill/>
          </a:ln>
        </p:spPr>
      </p:pic>
      <p:pic>
        <p:nvPicPr>
          <p:cNvPr id="2985" name="New picture"/>
          <p:cNvPicPr/>
          <p:nvPr/>
        </p:nvPicPr>
        <p:blipFill>
          <a:blip r:embed="rId1795"/>
          <a:srcRect/>
          <a:stretch>
            <a:fillRect/>
          </a:stretch>
        </p:blipFill>
        <p:spPr>
          <a:xfrm>
            <a:off x="3563493" y="231457"/>
            <a:ext cx="47339" cy="54959"/>
          </a:xfrm>
          <a:prstGeom prst="rect"/>
          <a:ln w="0">
            <a:noFill/>
          </a:ln>
        </p:spPr>
      </p:pic>
      <p:sp>
        <p:nvSpPr>
          <p:cNvPr id="2986" name="New shape"/>
          <p:cNvSpPr/>
          <p:nvPr/>
        </p:nvSpPr>
        <p:spPr>
          <a:xfrm>
            <a:off x="3572637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87" name="New shape"/>
          <p:cNvSpPr/>
          <p:nvPr/>
        </p:nvSpPr>
        <p:spPr>
          <a:xfrm>
            <a:off x="3581876" y="213169"/>
            <a:ext cx="18288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88" name="New picture"/>
          <p:cNvPicPr/>
          <p:nvPr/>
        </p:nvPicPr>
        <p:blipFill>
          <a:blip r:embed="rId1796"/>
          <a:srcRect/>
          <a:stretch>
            <a:fillRect/>
          </a:stretch>
        </p:blipFill>
        <p:spPr>
          <a:xfrm>
            <a:off x="3616928" y="211645"/>
            <a:ext cx="30575" cy="73247"/>
          </a:xfrm>
          <a:prstGeom prst="rect"/>
          <a:ln w="0">
            <a:noFill/>
          </a:ln>
        </p:spPr>
      </p:pic>
      <p:pic>
        <p:nvPicPr>
          <p:cNvPr id="2989" name="New picture"/>
          <p:cNvPicPr/>
          <p:nvPr/>
        </p:nvPicPr>
        <p:blipFill>
          <a:blip r:embed="rId1797"/>
          <a:srcRect/>
          <a:stretch>
            <a:fillRect/>
          </a:stretch>
        </p:blipFill>
        <p:spPr>
          <a:xfrm>
            <a:off x="3647503" y="231457"/>
            <a:ext cx="48863" cy="54959"/>
          </a:xfrm>
          <a:prstGeom prst="rect"/>
          <a:ln w="0">
            <a:noFill/>
          </a:ln>
        </p:spPr>
      </p:pic>
      <p:sp>
        <p:nvSpPr>
          <p:cNvPr id="2990" name="New shape"/>
          <p:cNvSpPr/>
          <p:nvPr/>
        </p:nvSpPr>
        <p:spPr>
          <a:xfrm>
            <a:off x="36581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91" name="New shape"/>
          <p:cNvSpPr/>
          <p:nvPr/>
        </p:nvSpPr>
        <p:spPr>
          <a:xfrm>
            <a:off x="3667315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92" name="New picture"/>
          <p:cNvPicPr/>
          <p:nvPr/>
        </p:nvPicPr>
        <p:blipFill>
          <a:blip r:embed="rId1798"/>
          <a:srcRect/>
          <a:stretch>
            <a:fillRect/>
          </a:stretch>
        </p:blipFill>
        <p:spPr>
          <a:xfrm>
            <a:off x="3707035" y="231457"/>
            <a:ext cx="29051" cy="53435"/>
          </a:xfrm>
          <a:prstGeom prst="rect"/>
          <a:ln w="0">
            <a:noFill/>
          </a:ln>
        </p:spPr>
      </p:pic>
      <p:pic>
        <p:nvPicPr>
          <p:cNvPr id="2993" name="New picture"/>
          <p:cNvPicPr/>
          <p:nvPr/>
        </p:nvPicPr>
        <p:blipFill>
          <a:blip r:embed="rId1799"/>
          <a:srcRect/>
          <a:stretch>
            <a:fillRect/>
          </a:stretch>
        </p:blipFill>
        <p:spPr>
          <a:xfrm>
            <a:off x="3737610" y="231457"/>
            <a:ext cx="48863" cy="54959"/>
          </a:xfrm>
          <a:prstGeom prst="rect"/>
          <a:ln w="0">
            <a:noFill/>
          </a:ln>
        </p:spPr>
      </p:pic>
      <p:sp>
        <p:nvSpPr>
          <p:cNvPr id="2994" name="New shape"/>
          <p:cNvSpPr/>
          <p:nvPr/>
        </p:nvSpPr>
        <p:spPr>
          <a:xfrm>
            <a:off x="3748278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95" name="New picture"/>
          <p:cNvPicPr/>
          <p:nvPr/>
        </p:nvPicPr>
        <p:blipFill>
          <a:blip r:embed="rId1800"/>
          <a:srcRect/>
          <a:stretch>
            <a:fillRect/>
          </a:stretch>
        </p:blipFill>
        <p:spPr>
          <a:xfrm>
            <a:off x="3797141" y="231457"/>
            <a:ext cx="42767" cy="53435"/>
          </a:xfrm>
          <a:prstGeom prst="rect"/>
          <a:ln w="0">
            <a:noFill/>
          </a:ln>
        </p:spPr>
      </p:pic>
      <p:pic>
        <p:nvPicPr>
          <p:cNvPr id="2996" name="New picture"/>
          <p:cNvPicPr/>
          <p:nvPr/>
        </p:nvPicPr>
        <p:blipFill>
          <a:blip r:embed="rId1801"/>
          <a:srcRect/>
          <a:stretch>
            <a:fillRect/>
          </a:stretch>
        </p:blipFill>
        <p:spPr>
          <a:xfrm>
            <a:off x="3852100" y="231457"/>
            <a:ext cx="45815" cy="54959"/>
          </a:xfrm>
          <a:prstGeom prst="rect"/>
          <a:ln w="0">
            <a:noFill/>
          </a:ln>
        </p:spPr>
      </p:pic>
      <p:pic>
        <p:nvPicPr>
          <p:cNvPr id="2997" name="New picture"/>
          <p:cNvPicPr/>
          <p:nvPr/>
        </p:nvPicPr>
        <p:blipFill>
          <a:blip r:embed="rId1802"/>
          <a:srcRect/>
          <a:stretch>
            <a:fillRect/>
          </a:stretch>
        </p:blipFill>
        <p:spPr>
          <a:xfrm>
            <a:off x="3902487" y="231457"/>
            <a:ext cx="48863" cy="54959"/>
          </a:xfrm>
          <a:prstGeom prst="rect"/>
          <a:ln w="0">
            <a:noFill/>
          </a:ln>
        </p:spPr>
      </p:pic>
      <p:sp>
        <p:nvSpPr>
          <p:cNvPr id="2998" name="New shape"/>
          <p:cNvSpPr/>
          <p:nvPr/>
        </p:nvSpPr>
        <p:spPr>
          <a:xfrm>
            <a:off x="3911632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99" name="New picture"/>
          <p:cNvPicPr/>
          <p:nvPr/>
        </p:nvPicPr>
        <p:blipFill>
          <a:blip r:embed="rId1803"/>
          <a:srcRect/>
          <a:stretch>
            <a:fillRect/>
          </a:stretch>
        </p:blipFill>
        <p:spPr>
          <a:xfrm>
            <a:off x="3986498" y="231457"/>
            <a:ext cx="44291" cy="54959"/>
          </a:xfrm>
          <a:prstGeom prst="rect"/>
          <a:ln w="0">
            <a:noFill/>
          </a:ln>
        </p:spPr>
      </p:pic>
      <p:pic>
        <p:nvPicPr>
          <p:cNvPr id="3000" name="New picture"/>
          <p:cNvPicPr/>
          <p:nvPr/>
        </p:nvPicPr>
        <p:blipFill>
          <a:blip r:embed="rId1804"/>
          <a:srcRect/>
          <a:stretch>
            <a:fillRect/>
          </a:stretch>
        </p:blipFill>
        <p:spPr>
          <a:xfrm>
            <a:off x="4039934" y="232981"/>
            <a:ext cx="42767" cy="53435"/>
          </a:xfrm>
          <a:prstGeom prst="rect"/>
          <a:ln w="0">
            <a:noFill/>
          </a:ln>
        </p:spPr>
      </p:pic>
      <p:pic>
        <p:nvPicPr>
          <p:cNvPr id="3001" name="New picture"/>
          <p:cNvPicPr/>
          <p:nvPr/>
        </p:nvPicPr>
        <p:blipFill>
          <a:blip r:embed="rId1805"/>
          <a:srcRect/>
          <a:stretch>
            <a:fillRect/>
          </a:stretch>
        </p:blipFill>
        <p:spPr>
          <a:xfrm>
            <a:off x="4097941" y="231457"/>
            <a:ext cx="27432" cy="53435"/>
          </a:xfrm>
          <a:prstGeom prst="rect"/>
          <a:ln w="0">
            <a:noFill/>
          </a:ln>
        </p:spPr>
      </p:pic>
      <p:sp>
        <p:nvSpPr>
          <p:cNvPr id="3002" name="New shape"/>
          <p:cNvSpPr/>
          <p:nvPr/>
        </p:nvSpPr>
        <p:spPr>
          <a:xfrm>
            <a:off x="4158997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03" name="New picture"/>
          <p:cNvPicPr/>
          <p:nvPr/>
        </p:nvPicPr>
        <p:blipFill>
          <a:blip r:embed="rId1806"/>
          <a:srcRect/>
          <a:stretch>
            <a:fillRect/>
          </a:stretch>
        </p:blipFill>
        <p:spPr>
          <a:xfrm>
            <a:off x="4178903" y="231457"/>
            <a:ext cx="48863" cy="54959"/>
          </a:xfrm>
          <a:prstGeom prst="rect"/>
          <a:ln w="0">
            <a:noFill/>
          </a:ln>
        </p:spPr>
      </p:pic>
      <p:sp>
        <p:nvSpPr>
          <p:cNvPr id="3004" name="New shape"/>
          <p:cNvSpPr/>
          <p:nvPr/>
        </p:nvSpPr>
        <p:spPr>
          <a:xfrm>
            <a:off x="41895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05" name="New picture"/>
          <p:cNvPicPr/>
          <p:nvPr/>
        </p:nvPicPr>
        <p:blipFill>
          <a:blip r:embed="rId1807"/>
          <a:srcRect/>
          <a:stretch>
            <a:fillRect/>
          </a:stretch>
        </p:blipFill>
        <p:spPr>
          <a:xfrm>
            <a:off x="4267486" y="231457"/>
            <a:ext cx="71723" cy="53435"/>
          </a:xfrm>
          <a:prstGeom prst="rect"/>
          <a:ln w="0">
            <a:noFill/>
          </a:ln>
        </p:spPr>
      </p:pic>
      <p:pic>
        <p:nvPicPr>
          <p:cNvPr id="3006" name="New picture"/>
          <p:cNvPicPr/>
          <p:nvPr/>
        </p:nvPicPr>
        <p:blipFill>
          <a:blip r:embed="rId1808"/>
          <a:srcRect/>
          <a:stretch>
            <a:fillRect/>
          </a:stretch>
        </p:blipFill>
        <p:spPr>
          <a:xfrm>
            <a:off x="4348353" y="231458"/>
            <a:ext cx="48959" cy="54959"/>
          </a:xfrm>
          <a:prstGeom prst="rect"/>
          <a:ln w="0">
            <a:noFill/>
          </a:ln>
        </p:spPr>
      </p:pic>
      <p:sp>
        <p:nvSpPr>
          <p:cNvPr id="3007" name="New shape"/>
          <p:cNvSpPr/>
          <p:nvPr/>
        </p:nvSpPr>
        <p:spPr>
          <a:xfrm>
            <a:off x="4357592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08" name="New picture"/>
          <p:cNvPicPr/>
          <p:nvPr/>
        </p:nvPicPr>
        <p:blipFill>
          <a:blip r:embed="rId1809"/>
          <a:srcRect/>
          <a:stretch>
            <a:fillRect/>
          </a:stretch>
        </p:blipFill>
        <p:spPr>
          <a:xfrm>
            <a:off x="4404931" y="231457"/>
            <a:ext cx="47339" cy="54959"/>
          </a:xfrm>
          <a:prstGeom prst="rect"/>
          <a:ln w="0">
            <a:noFill/>
          </a:ln>
        </p:spPr>
      </p:pic>
      <p:pic>
        <p:nvPicPr>
          <p:cNvPr id="3009" name="New picture"/>
          <p:cNvPicPr/>
          <p:nvPr/>
        </p:nvPicPr>
        <p:blipFill>
          <a:blip r:embed="rId1810"/>
          <a:srcRect/>
          <a:stretch>
            <a:fillRect/>
          </a:stretch>
        </p:blipFill>
        <p:spPr>
          <a:xfrm>
            <a:off x="4459891" y="213169"/>
            <a:ext cx="42767" cy="71723"/>
          </a:xfrm>
          <a:prstGeom prst="rect"/>
          <a:ln w="0">
            <a:noFill/>
          </a:ln>
        </p:spPr>
      </p:pic>
      <p:sp>
        <p:nvSpPr>
          <p:cNvPr id="3010" name="New shape"/>
          <p:cNvSpPr/>
          <p:nvPr/>
        </p:nvSpPr>
        <p:spPr>
          <a:xfrm>
            <a:off x="4516374" y="213169"/>
            <a:ext cx="7620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11" name="New shape"/>
          <p:cNvSpPr/>
          <p:nvPr/>
        </p:nvSpPr>
        <p:spPr>
          <a:xfrm>
            <a:off x="4516374" y="232981"/>
            <a:ext cx="7620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12" name="New picture"/>
          <p:cNvPicPr/>
          <p:nvPr/>
        </p:nvPicPr>
        <p:blipFill>
          <a:blip r:embed="rId1811"/>
          <a:srcRect/>
          <a:stretch>
            <a:fillRect/>
          </a:stretch>
        </p:blipFill>
        <p:spPr>
          <a:xfrm>
            <a:off x="4537710" y="231457"/>
            <a:ext cx="42767" cy="53435"/>
          </a:xfrm>
          <a:prstGeom prst="rect"/>
          <a:ln w="0">
            <a:noFill/>
          </a:ln>
        </p:spPr>
      </p:pic>
      <p:pic>
        <p:nvPicPr>
          <p:cNvPr id="3013" name="New picture"/>
          <p:cNvPicPr/>
          <p:nvPr/>
        </p:nvPicPr>
        <p:blipFill>
          <a:blip r:embed="rId1812"/>
          <a:srcRect/>
          <a:stretch>
            <a:fillRect/>
          </a:stretch>
        </p:blipFill>
        <p:spPr>
          <a:xfrm>
            <a:off x="4591241" y="231457"/>
            <a:ext cx="48863" cy="54959"/>
          </a:xfrm>
          <a:prstGeom prst="rect"/>
          <a:ln w="0">
            <a:noFill/>
          </a:ln>
        </p:spPr>
      </p:pic>
      <p:sp>
        <p:nvSpPr>
          <p:cNvPr id="3014" name="New shape"/>
          <p:cNvSpPr/>
          <p:nvPr/>
        </p:nvSpPr>
        <p:spPr>
          <a:xfrm>
            <a:off x="4601908" y="239077"/>
            <a:ext cx="28956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15" name="New shape"/>
          <p:cNvSpPr/>
          <p:nvPr/>
        </p:nvSpPr>
        <p:spPr>
          <a:xfrm>
            <a:off x="4680204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16" name="New picture"/>
          <p:cNvPicPr/>
          <p:nvPr/>
        </p:nvPicPr>
        <p:blipFill>
          <a:blip r:embed="rId1813"/>
          <a:srcRect/>
          <a:stretch>
            <a:fillRect/>
          </a:stretch>
        </p:blipFill>
        <p:spPr>
          <a:xfrm>
            <a:off x="4699635" y="231457"/>
            <a:ext cx="48863" cy="54959"/>
          </a:xfrm>
          <a:prstGeom prst="rect"/>
          <a:ln w="0">
            <a:noFill/>
          </a:ln>
        </p:spPr>
      </p:pic>
      <p:sp>
        <p:nvSpPr>
          <p:cNvPr id="3017" name="New shape"/>
          <p:cNvSpPr/>
          <p:nvPr/>
        </p:nvSpPr>
        <p:spPr>
          <a:xfrm>
            <a:off x="470877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18" name="New picture"/>
          <p:cNvPicPr/>
          <p:nvPr/>
        </p:nvPicPr>
        <p:blipFill>
          <a:blip r:embed="rId1814"/>
          <a:srcRect/>
          <a:stretch>
            <a:fillRect/>
          </a:stretch>
        </p:blipFill>
        <p:spPr>
          <a:xfrm>
            <a:off x="4756118" y="231458"/>
            <a:ext cx="48863" cy="54959"/>
          </a:xfrm>
          <a:prstGeom prst="rect"/>
          <a:ln w="0">
            <a:noFill/>
          </a:ln>
        </p:spPr>
      </p:pic>
      <p:sp>
        <p:nvSpPr>
          <p:cNvPr id="3019" name="New shape"/>
          <p:cNvSpPr/>
          <p:nvPr/>
        </p:nvSpPr>
        <p:spPr>
          <a:xfrm>
            <a:off x="4765263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20" name="New picture"/>
          <p:cNvPicPr/>
          <p:nvPr/>
        </p:nvPicPr>
        <p:blipFill>
          <a:blip r:embed="rId1815"/>
          <a:srcRect/>
          <a:stretch>
            <a:fillRect/>
          </a:stretch>
        </p:blipFill>
        <p:spPr>
          <a:xfrm>
            <a:off x="4815649" y="231457"/>
            <a:ext cx="29051" cy="53435"/>
          </a:xfrm>
          <a:prstGeom prst="rect"/>
          <a:ln w="0">
            <a:noFill/>
          </a:ln>
        </p:spPr>
      </p:pic>
      <p:pic>
        <p:nvPicPr>
          <p:cNvPr id="3021" name="New picture"/>
          <p:cNvPicPr/>
          <p:nvPr/>
        </p:nvPicPr>
        <p:blipFill>
          <a:blip r:embed="rId1816"/>
          <a:srcRect/>
          <a:stretch>
            <a:fillRect/>
          </a:stretch>
        </p:blipFill>
        <p:spPr>
          <a:xfrm>
            <a:off x="4849273" y="231457"/>
            <a:ext cx="42767" cy="53435"/>
          </a:xfrm>
          <a:prstGeom prst="rect"/>
          <a:ln w="0">
            <a:noFill/>
          </a:ln>
        </p:spPr>
      </p:pic>
      <p:sp>
        <p:nvSpPr>
          <p:cNvPr id="3022" name="New shape"/>
          <p:cNvSpPr/>
          <p:nvPr/>
        </p:nvSpPr>
        <p:spPr>
          <a:xfrm>
            <a:off x="4905756" y="213169"/>
            <a:ext cx="9144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23" name="New shape"/>
          <p:cNvSpPr/>
          <p:nvPr/>
        </p:nvSpPr>
        <p:spPr>
          <a:xfrm>
            <a:off x="4905756" y="232981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24" name="New picture"/>
          <p:cNvPicPr/>
          <p:nvPr/>
        </p:nvPicPr>
        <p:blipFill>
          <a:blip r:embed="rId1817"/>
          <a:srcRect/>
          <a:stretch>
            <a:fillRect/>
          </a:stretch>
        </p:blipFill>
        <p:spPr>
          <a:xfrm>
            <a:off x="4928712" y="231457"/>
            <a:ext cx="42672" cy="53435"/>
          </a:xfrm>
          <a:prstGeom prst="rect"/>
          <a:ln w="0">
            <a:noFill/>
          </a:ln>
        </p:spPr>
      </p:pic>
      <p:pic>
        <p:nvPicPr>
          <p:cNvPr id="3025" name="New picture"/>
          <p:cNvPicPr/>
          <p:nvPr/>
        </p:nvPicPr>
        <p:blipFill>
          <a:blip r:embed="rId1818"/>
          <a:srcRect/>
          <a:stretch>
            <a:fillRect/>
          </a:stretch>
        </p:blipFill>
        <p:spPr>
          <a:xfrm>
            <a:off x="4982146" y="231457"/>
            <a:ext cx="45815" cy="73343"/>
          </a:xfrm>
          <a:prstGeom prst="rect"/>
          <a:ln w="0">
            <a:noFill/>
          </a:ln>
        </p:spPr>
      </p:pic>
      <p:sp>
        <p:nvSpPr>
          <p:cNvPr id="3026" name="New shape"/>
          <p:cNvSpPr/>
          <p:nvPr/>
        </p:nvSpPr>
        <p:spPr>
          <a:xfrm>
            <a:off x="4991290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27" name="New picture"/>
          <p:cNvPicPr/>
          <p:nvPr/>
        </p:nvPicPr>
        <p:blipFill>
          <a:blip r:embed="rId1819"/>
          <a:srcRect/>
          <a:stretch>
            <a:fillRect/>
          </a:stretch>
        </p:blipFill>
        <p:spPr>
          <a:xfrm>
            <a:off x="5070729" y="231457"/>
            <a:ext cx="44196" cy="73343"/>
          </a:xfrm>
          <a:prstGeom prst="rect"/>
          <a:ln w="0">
            <a:noFill/>
          </a:ln>
        </p:spPr>
      </p:pic>
      <p:sp>
        <p:nvSpPr>
          <p:cNvPr id="3028" name="New shape"/>
          <p:cNvSpPr/>
          <p:nvPr/>
        </p:nvSpPr>
        <p:spPr>
          <a:xfrm>
            <a:off x="5078349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29" name="New picture"/>
          <p:cNvPicPr/>
          <p:nvPr/>
        </p:nvPicPr>
        <p:blipFill>
          <a:blip r:embed="rId1820"/>
          <a:srcRect/>
          <a:stretch>
            <a:fillRect/>
          </a:stretch>
        </p:blipFill>
        <p:spPr>
          <a:xfrm>
            <a:off x="5122640" y="231458"/>
            <a:ext cx="50387" cy="54959"/>
          </a:xfrm>
          <a:prstGeom prst="rect"/>
          <a:ln w="0">
            <a:noFill/>
          </a:ln>
        </p:spPr>
      </p:pic>
      <p:sp>
        <p:nvSpPr>
          <p:cNvPr id="3030" name="New shape"/>
          <p:cNvSpPr/>
          <p:nvPr/>
        </p:nvSpPr>
        <p:spPr>
          <a:xfrm>
            <a:off x="5131784" y="239078"/>
            <a:ext cx="32004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31" name="New picture"/>
          <p:cNvPicPr/>
          <p:nvPr/>
        </p:nvPicPr>
        <p:blipFill>
          <a:blip r:embed="rId1821"/>
          <a:srcRect/>
          <a:stretch>
            <a:fillRect/>
          </a:stretch>
        </p:blipFill>
        <p:spPr>
          <a:xfrm>
            <a:off x="5182172" y="232981"/>
            <a:ext cx="42767" cy="53435"/>
          </a:xfrm>
          <a:prstGeom prst="rect"/>
          <a:ln w="0">
            <a:noFill/>
          </a:ln>
        </p:spPr>
      </p:pic>
      <p:pic>
        <p:nvPicPr>
          <p:cNvPr id="3032" name="New picture"/>
          <p:cNvPicPr/>
          <p:nvPr/>
        </p:nvPicPr>
        <p:blipFill>
          <a:blip r:embed="rId1822"/>
          <a:srcRect/>
          <a:stretch>
            <a:fillRect/>
          </a:stretch>
        </p:blipFill>
        <p:spPr>
          <a:xfrm>
            <a:off x="5240179" y="231457"/>
            <a:ext cx="27432" cy="53435"/>
          </a:xfrm>
          <a:prstGeom prst="rect"/>
          <a:ln w="0">
            <a:noFill/>
          </a:ln>
        </p:spPr>
      </p:pic>
      <p:sp>
        <p:nvSpPr>
          <p:cNvPr id="3033" name="New shape"/>
          <p:cNvSpPr/>
          <p:nvPr/>
        </p:nvSpPr>
        <p:spPr>
          <a:xfrm>
            <a:off x="5301996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34" name="New picture"/>
          <p:cNvPicPr/>
          <p:nvPr/>
        </p:nvPicPr>
        <p:blipFill>
          <a:blip r:embed="rId1823"/>
          <a:srcRect/>
          <a:stretch>
            <a:fillRect/>
          </a:stretch>
        </p:blipFill>
        <p:spPr>
          <a:xfrm>
            <a:off x="5321141" y="231457"/>
            <a:ext cx="48863" cy="54959"/>
          </a:xfrm>
          <a:prstGeom prst="rect"/>
          <a:ln w="0">
            <a:noFill/>
          </a:ln>
        </p:spPr>
      </p:pic>
      <p:sp>
        <p:nvSpPr>
          <p:cNvPr id="3035" name="New shape"/>
          <p:cNvSpPr/>
          <p:nvPr/>
        </p:nvSpPr>
        <p:spPr>
          <a:xfrm>
            <a:off x="533180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36" name="New picture"/>
          <p:cNvPicPr/>
          <p:nvPr/>
        </p:nvPicPr>
        <p:blipFill>
          <a:blip r:embed="rId1824"/>
          <a:srcRect/>
          <a:stretch>
            <a:fillRect/>
          </a:stretch>
        </p:blipFill>
        <p:spPr>
          <a:xfrm>
            <a:off x="5377624" y="231457"/>
            <a:ext cx="44291" cy="54959"/>
          </a:xfrm>
          <a:prstGeom prst="rect"/>
          <a:ln w="0">
            <a:noFill/>
          </a:ln>
        </p:spPr>
      </p:pic>
      <p:pic>
        <p:nvPicPr>
          <p:cNvPr id="3037" name="New picture"/>
          <p:cNvPicPr/>
          <p:nvPr/>
        </p:nvPicPr>
        <p:blipFill>
          <a:blip r:embed="rId1825"/>
          <a:srcRect/>
          <a:stretch>
            <a:fillRect/>
          </a:stretch>
        </p:blipFill>
        <p:spPr>
          <a:xfrm>
            <a:off x="5457063" y="213169"/>
            <a:ext cx="45815" cy="73247"/>
          </a:xfrm>
          <a:prstGeom prst="rect"/>
          <a:ln w="0">
            <a:noFill/>
          </a:ln>
        </p:spPr>
      </p:pic>
      <p:sp>
        <p:nvSpPr>
          <p:cNvPr id="3038" name="New shape"/>
          <p:cNvSpPr/>
          <p:nvPr/>
        </p:nvSpPr>
        <p:spPr>
          <a:xfrm>
            <a:off x="5466207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39" name="New picture"/>
          <p:cNvPicPr/>
          <p:nvPr/>
        </p:nvPicPr>
        <p:blipFill>
          <a:blip r:embed="rId1826"/>
          <a:srcRect/>
          <a:stretch>
            <a:fillRect/>
          </a:stretch>
        </p:blipFill>
        <p:spPr>
          <a:xfrm>
            <a:off x="5513546" y="231457"/>
            <a:ext cx="48863" cy="54959"/>
          </a:xfrm>
          <a:prstGeom prst="rect"/>
          <a:ln w="0">
            <a:noFill/>
          </a:ln>
        </p:spPr>
      </p:pic>
      <p:sp>
        <p:nvSpPr>
          <p:cNvPr id="3040" name="New shape"/>
          <p:cNvSpPr/>
          <p:nvPr/>
        </p:nvSpPr>
        <p:spPr>
          <a:xfrm>
            <a:off x="5522691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41" name="New shape"/>
          <p:cNvSpPr/>
          <p:nvPr/>
        </p:nvSpPr>
        <p:spPr>
          <a:xfrm>
            <a:off x="5533358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42" name="New picture"/>
          <p:cNvPicPr/>
          <p:nvPr/>
        </p:nvPicPr>
        <p:blipFill>
          <a:blip r:embed="rId1827"/>
          <a:srcRect/>
          <a:stretch>
            <a:fillRect/>
          </a:stretch>
        </p:blipFill>
        <p:spPr>
          <a:xfrm>
            <a:off x="5573078" y="213169"/>
            <a:ext cx="45815" cy="73247"/>
          </a:xfrm>
          <a:prstGeom prst="rect"/>
          <a:ln w="0">
            <a:noFill/>
          </a:ln>
        </p:spPr>
      </p:pic>
      <p:sp>
        <p:nvSpPr>
          <p:cNvPr id="3043" name="New shape"/>
          <p:cNvSpPr/>
          <p:nvPr/>
        </p:nvSpPr>
        <p:spPr>
          <a:xfrm>
            <a:off x="5580698" y="239077"/>
            <a:ext cx="29051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44" name="New picture"/>
          <p:cNvPicPr/>
          <p:nvPr/>
        </p:nvPicPr>
        <p:blipFill>
          <a:blip r:embed="rId1828"/>
          <a:srcRect/>
          <a:stretch>
            <a:fillRect/>
          </a:stretch>
        </p:blipFill>
        <p:spPr>
          <a:xfrm>
            <a:off x="5629561" y="232981"/>
            <a:ext cx="42767" cy="53435"/>
          </a:xfrm>
          <a:prstGeom prst="rect"/>
          <a:ln w="0">
            <a:noFill/>
          </a:ln>
        </p:spPr>
      </p:pic>
      <p:pic>
        <p:nvPicPr>
          <p:cNvPr id="3045" name="New picture"/>
          <p:cNvPicPr/>
          <p:nvPr/>
        </p:nvPicPr>
        <p:blipFill>
          <a:blip r:embed="rId1829"/>
          <a:srcRect/>
          <a:stretch>
            <a:fillRect/>
          </a:stretch>
        </p:blipFill>
        <p:spPr>
          <a:xfrm>
            <a:off x="5681472" y="214694"/>
            <a:ext cx="26003" cy="71723"/>
          </a:xfrm>
          <a:prstGeom prst="rect"/>
          <a:ln w="0">
            <a:noFill/>
          </a:ln>
        </p:spPr>
      </p:pic>
      <p:pic>
        <p:nvPicPr>
          <p:cNvPr id="3046" name="New picture"/>
          <p:cNvPicPr/>
          <p:nvPr/>
        </p:nvPicPr>
        <p:blipFill>
          <a:blip r:embed="rId1830"/>
          <a:srcRect/>
          <a:stretch>
            <a:fillRect/>
          </a:stretch>
        </p:blipFill>
        <p:spPr>
          <a:xfrm>
            <a:off x="5712047" y="231458"/>
            <a:ext cx="48863" cy="54959"/>
          </a:xfrm>
          <a:prstGeom prst="rect"/>
          <a:ln w="0">
            <a:noFill/>
          </a:ln>
        </p:spPr>
      </p:pic>
      <p:sp>
        <p:nvSpPr>
          <p:cNvPr id="3047" name="New shape"/>
          <p:cNvSpPr/>
          <p:nvPr/>
        </p:nvSpPr>
        <p:spPr>
          <a:xfrm>
            <a:off x="5721191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48" name="New picture"/>
          <p:cNvPicPr/>
          <p:nvPr/>
        </p:nvPicPr>
        <p:blipFill>
          <a:blip r:embed="rId1831"/>
          <a:srcRect/>
          <a:stretch>
            <a:fillRect/>
          </a:stretch>
        </p:blipFill>
        <p:spPr>
          <a:xfrm>
            <a:off x="5771579" y="231457"/>
            <a:ext cx="42767" cy="53435"/>
          </a:xfrm>
          <a:prstGeom prst="rect"/>
          <a:ln w="0">
            <a:noFill/>
          </a:ln>
        </p:spPr>
      </p:pic>
      <p:pic>
        <p:nvPicPr>
          <p:cNvPr id="3049" name="New picture"/>
          <p:cNvPicPr/>
          <p:nvPr/>
        </p:nvPicPr>
        <p:blipFill>
          <a:blip r:embed="rId1832"/>
          <a:srcRect/>
          <a:stretch>
            <a:fillRect/>
          </a:stretch>
        </p:blipFill>
        <p:spPr>
          <a:xfrm>
            <a:off x="5823490" y="214694"/>
            <a:ext cx="24479" cy="71723"/>
          </a:xfrm>
          <a:prstGeom prst="rect"/>
          <a:ln w="0">
            <a:noFill/>
          </a:ln>
        </p:spPr>
      </p:pic>
      <p:pic>
        <p:nvPicPr>
          <p:cNvPr id="3050" name="New picture"/>
          <p:cNvPicPr/>
          <p:nvPr/>
        </p:nvPicPr>
        <p:blipFill>
          <a:blip r:embed="rId1833"/>
          <a:srcRect/>
          <a:stretch>
            <a:fillRect/>
          </a:stretch>
        </p:blipFill>
        <p:spPr>
          <a:xfrm>
            <a:off x="5852541" y="231457"/>
            <a:ext cx="44291" cy="54959"/>
          </a:xfrm>
          <a:prstGeom prst="rect"/>
          <a:ln w="0">
            <a:noFill/>
          </a:ln>
        </p:spPr>
      </p:pic>
      <p:pic>
        <p:nvPicPr>
          <p:cNvPr id="3051" name="New picture"/>
          <p:cNvPicPr/>
          <p:nvPr/>
        </p:nvPicPr>
        <p:blipFill>
          <a:blip r:embed="rId1834"/>
          <a:srcRect/>
          <a:stretch>
            <a:fillRect/>
          </a:stretch>
        </p:blipFill>
        <p:spPr>
          <a:xfrm>
            <a:off x="314039" y="10428638"/>
            <a:ext cx="42672" cy="71724"/>
          </a:xfrm>
          <a:prstGeom prst="rect"/>
          <a:ln w="0">
            <a:noFill/>
          </a:ln>
        </p:spPr>
      </p:pic>
      <p:pic>
        <p:nvPicPr>
          <p:cNvPr id="3052" name="New picture"/>
          <p:cNvPicPr/>
          <p:nvPr/>
        </p:nvPicPr>
        <p:blipFill>
          <a:blip r:embed="rId1835"/>
          <a:srcRect/>
          <a:stretch>
            <a:fillRect/>
          </a:stretch>
        </p:blipFill>
        <p:spPr>
          <a:xfrm>
            <a:off x="365951" y="10430161"/>
            <a:ext cx="25908" cy="71723"/>
          </a:xfrm>
          <a:prstGeom prst="rect"/>
          <a:ln w="0">
            <a:noFill/>
          </a:ln>
        </p:spPr>
      </p:pic>
      <p:pic>
        <p:nvPicPr>
          <p:cNvPr id="3053" name="New picture"/>
          <p:cNvPicPr/>
          <p:nvPr/>
        </p:nvPicPr>
        <p:blipFill>
          <a:blip r:embed="rId1836"/>
          <a:srcRect/>
          <a:stretch>
            <a:fillRect/>
          </a:stretch>
        </p:blipFill>
        <p:spPr>
          <a:xfrm>
            <a:off x="394906" y="10430161"/>
            <a:ext cx="26003" cy="71723"/>
          </a:xfrm>
          <a:prstGeom prst="rect"/>
          <a:ln w="0">
            <a:noFill/>
          </a:ln>
        </p:spPr>
      </p:pic>
      <p:pic>
        <p:nvPicPr>
          <p:cNvPr id="3054" name="New picture"/>
          <p:cNvPicPr/>
          <p:nvPr/>
        </p:nvPicPr>
        <p:blipFill>
          <a:blip r:embed="rId1837"/>
          <a:srcRect/>
          <a:stretch>
            <a:fillRect/>
          </a:stretch>
        </p:blipFill>
        <p:spPr>
          <a:xfrm>
            <a:off x="427006" y="10446924"/>
            <a:ext cx="45815" cy="73247"/>
          </a:xfrm>
          <a:prstGeom prst="rect"/>
          <a:ln w="0">
            <a:noFill/>
          </a:ln>
        </p:spPr>
      </p:pic>
      <p:sp>
        <p:nvSpPr>
          <p:cNvPr id="3055" name="New shape"/>
          <p:cNvSpPr/>
          <p:nvPr/>
        </p:nvSpPr>
        <p:spPr>
          <a:xfrm>
            <a:off x="436150" y="10454545"/>
            <a:ext cx="27527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56" name="New picture"/>
          <p:cNvPicPr/>
          <p:nvPr/>
        </p:nvPicPr>
        <p:blipFill>
          <a:blip r:embed="rId1838"/>
          <a:srcRect/>
          <a:stretch>
            <a:fillRect/>
          </a:stretch>
        </p:blipFill>
        <p:spPr>
          <a:xfrm>
            <a:off x="480441" y="10446925"/>
            <a:ext cx="44291" cy="54959"/>
          </a:xfrm>
          <a:prstGeom prst="rect"/>
          <a:ln w="0">
            <a:noFill/>
          </a:ln>
        </p:spPr>
      </p:pic>
      <p:sp>
        <p:nvSpPr>
          <p:cNvPr id="3057" name="New shape"/>
          <p:cNvSpPr/>
          <p:nvPr/>
        </p:nvSpPr>
        <p:spPr>
          <a:xfrm>
            <a:off x="536924" y="104484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58" name="New shape"/>
          <p:cNvSpPr/>
          <p:nvPr/>
        </p:nvSpPr>
        <p:spPr>
          <a:xfrm>
            <a:off x="536924" y="10491121"/>
            <a:ext cx="10668" cy="92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59" name="New shape"/>
          <p:cNvSpPr/>
          <p:nvPr/>
        </p:nvSpPr>
        <p:spPr>
          <a:xfrm>
            <a:off x="556832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60" name="New shape"/>
          <p:cNvSpPr/>
          <p:nvPr/>
        </p:nvSpPr>
        <p:spPr>
          <a:xfrm>
            <a:off x="584264" y="10427018"/>
            <a:ext cx="29051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61" name="New picture"/>
          <p:cNvPicPr/>
          <p:nvPr/>
        </p:nvPicPr>
        <p:blipFill>
          <a:blip r:embed="rId1839"/>
          <a:srcRect/>
          <a:stretch>
            <a:fillRect/>
          </a:stretch>
        </p:blipFill>
        <p:spPr>
          <a:xfrm>
            <a:off x="613315" y="10448449"/>
            <a:ext cx="71723" cy="51912"/>
          </a:xfrm>
          <a:prstGeom prst="rect"/>
          <a:ln w="0">
            <a:noFill/>
          </a:ln>
        </p:spPr>
      </p:pic>
      <p:pic>
        <p:nvPicPr>
          <p:cNvPr id="3062" name="New picture"/>
          <p:cNvPicPr/>
          <p:nvPr/>
        </p:nvPicPr>
        <p:blipFill>
          <a:blip r:embed="rId1840"/>
          <a:srcRect/>
          <a:stretch>
            <a:fillRect/>
          </a:stretch>
        </p:blipFill>
        <p:spPr>
          <a:xfrm>
            <a:off x="686562" y="10448449"/>
            <a:ext cx="73342" cy="51912"/>
          </a:xfrm>
          <a:prstGeom prst="rect"/>
          <a:ln w="0">
            <a:noFill/>
          </a:ln>
        </p:spPr>
      </p:pic>
      <p:pic>
        <p:nvPicPr>
          <p:cNvPr id="3063" name="New picture"/>
          <p:cNvPicPr/>
          <p:nvPr/>
        </p:nvPicPr>
        <p:blipFill>
          <a:blip r:embed="rId1841"/>
          <a:srcRect/>
          <a:stretch>
            <a:fillRect/>
          </a:stretch>
        </p:blipFill>
        <p:spPr>
          <a:xfrm>
            <a:off x="759904" y="10448449"/>
            <a:ext cx="73247" cy="51912"/>
          </a:xfrm>
          <a:prstGeom prst="rect"/>
          <a:ln w="0">
            <a:noFill/>
          </a:ln>
        </p:spPr>
      </p:pic>
      <p:sp>
        <p:nvSpPr>
          <p:cNvPr id="3064" name="New shape"/>
          <p:cNvSpPr/>
          <p:nvPr/>
        </p:nvSpPr>
        <p:spPr>
          <a:xfrm>
            <a:off x="836676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65" name="New picture"/>
          <p:cNvPicPr/>
          <p:nvPr/>
        </p:nvPicPr>
        <p:blipFill>
          <a:blip r:embed="rId1842"/>
          <a:srcRect/>
          <a:stretch>
            <a:fillRect/>
          </a:stretch>
        </p:blipFill>
        <p:spPr>
          <a:xfrm>
            <a:off x="857631" y="10430161"/>
            <a:ext cx="25908" cy="71723"/>
          </a:xfrm>
          <a:prstGeom prst="rect"/>
          <a:ln w="0">
            <a:noFill/>
          </a:ln>
        </p:spPr>
      </p:pic>
      <p:pic>
        <p:nvPicPr>
          <p:cNvPr id="3066" name="New picture"/>
          <p:cNvPicPr/>
          <p:nvPr/>
        </p:nvPicPr>
        <p:blipFill>
          <a:blip r:embed="rId1843"/>
          <a:srcRect/>
          <a:stretch>
            <a:fillRect/>
          </a:stretch>
        </p:blipFill>
        <p:spPr>
          <a:xfrm>
            <a:off x="888111" y="10446925"/>
            <a:ext cx="48958" cy="54959"/>
          </a:xfrm>
          <a:prstGeom prst="rect"/>
          <a:ln w="0">
            <a:noFill/>
          </a:ln>
        </p:spPr>
      </p:pic>
      <p:sp>
        <p:nvSpPr>
          <p:cNvPr id="3067" name="New shape"/>
          <p:cNvSpPr/>
          <p:nvPr/>
        </p:nvSpPr>
        <p:spPr>
          <a:xfrm>
            <a:off x="897350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68" name="New picture"/>
          <p:cNvPicPr/>
          <p:nvPr/>
        </p:nvPicPr>
        <p:blipFill>
          <a:blip r:embed="rId1844"/>
          <a:srcRect/>
          <a:stretch>
            <a:fillRect/>
          </a:stretch>
        </p:blipFill>
        <p:spPr>
          <a:xfrm>
            <a:off x="947738" y="10428636"/>
            <a:ext cx="45815" cy="73247"/>
          </a:xfrm>
          <a:prstGeom prst="rect"/>
          <a:ln w="0">
            <a:noFill/>
          </a:ln>
        </p:spPr>
      </p:pic>
      <p:sp>
        <p:nvSpPr>
          <p:cNvPr id="3069" name="New shape"/>
          <p:cNvSpPr/>
          <p:nvPr/>
        </p:nvSpPr>
        <p:spPr>
          <a:xfrm>
            <a:off x="955358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70" name="New shape"/>
          <p:cNvSpPr/>
          <p:nvPr/>
        </p:nvSpPr>
        <p:spPr>
          <a:xfrm>
            <a:off x="1004316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71" name="New picture"/>
          <p:cNvPicPr/>
          <p:nvPr/>
        </p:nvPicPr>
        <p:blipFill>
          <a:blip r:embed="rId1845"/>
          <a:srcRect/>
          <a:stretch>
            <a:fillRect/>
          </a:stretch>
        </p:blipFill>
        <p:spPr>
          <a:xfrm>
            <a:off x="1024033" y="10446925"/>
            <a:ext cx="48863" cy="54959"/>
          </a:xfrm>
          <a:prstGeom prst="rect"/>
          <a:ln w="0">
            <a:noFill/>
          </a:ln>
        </p:spPr>
      </p:pic>
      <p:sp>
        <p:nvSpPr>
          <p:cNvPr id="3072" name="New shape"/>
          <p:cNvSpPr/>
          <p:nvPr/>
        </p:nvSpPr>
        <p:spPr>
          <a:xfrm>
            <a:off x="1033272" y="10454545"/>
            <a:ext cx="30480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73" name="New picture"/>
          <p:cNvPicPr/>
          <p:nvPr/>
        </p:nvPicPr>
        <p:blipFill>
          <a:blip r:embed="rId1846"/>
          <a:srcRect/>
          <a:stretch>
            <a:fillRect/>
          </a:stretch>
        </p:blipFill>
        <p:spPr>
          <a:xfrm>
            <a:off x="1080516" y="10446925"/>
            <a:ext cx="48958" cy="54959"/>
          </a:xfrm>
          <a:prstGeom prst="rect"/>
          <a:ln w="0">
            <a:noFill/>
          </a:ln>
        </p:spPr>
      </p:pic>
      <p:sp>
        <p:nvSpPr>
          <p:cNvPr id="3074" name="New shape"/>
          <p:cNvSpPr/>
          <p:nvPr/>
        </p:nvSpPr>
        <p:spPr>
          <a:xfrm>
            <a:off x="1089755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75" name="New picture"/>
          <p:cNvPicPr/>
          <p:nvPr/>
        </p:nvPicPr>
        <p:blipFill>
          <a:blip r:embed="rId1847"/>
          <a:srcRect/>
          <a:stretch>
            <a:fillRect/>
          </a:stretch>
        </p:blipFill>
        <p:spPr>
          <a:xfrm>
            <a:off x="1140142" y="10448449"/>
            <a:ext cx="42767" cy="53435"/>
          </a:xfrm>
          <a:prstGeom prst="rect"/>
          <a:ln w="0">
            <a:noFill/>
          </a:ln>
        </p:spPr>
      </p:pic>
      <p:sp>
        <p:nvSpPr>
          <p:cNvPr id="3076" name="New shape"/>
          <p:cNvSpPr/>
          <p:nvPr/>
        </p:nvSpPr>
        <p:spPr>
          <a:xfrm>
            <a:off x="1197864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77" name="New picture"/>
          <p:cNvPicPr/>
          <p:nvPr/>
        </p:nvPicPr>
        <p:blipFill>
          <a:blip r:embed="rId1848"/>
          <a:srcRect/>
          <a:stretch>
            <a:fillRect/>
          </a:stretch>
        </p:blipFill>
        <p:spPr>
          <a:xfrm>
            <a:off x="1222534" y="10446924"/>
            <a:ext cx="45815" cy="54959"/>
          </a:xfrm>
          <a:prstGeom prst="rect"/>
          <a:ln w="0">
            <a:noFill/>
          </a:ln>
        </p:spPr>
      </p:pic>
      <p:pic>
        <p:nvPicPr>
          <p:cNvPr id="3078" name="New picture"/>
          <p:cNvPicPr/>
          <p:nvPr/>
        </p:nvPicPr>
        <p:blipFill>
          <a:blip r:embed="rId1849"/>
          <a:srcRect/>
          <a:stretch>
            <a:fillRect/>
          </a:stretch>
        </p:blipFill>
        <p:spPr>
          <a:xfrm>
            <a:off x="1272921" y="10446927"/>
            <a:ext cx="48959" cy="54959"/>
          </a:xfrm>
          <a:prstGeom prst="rect"/>
          <a:ln w="0">
            <a:noFill/>
          </a:ln>
        </p:spPr>
      </p:pic>
      <p:sp>
        <p:nvSpPr>
          <p:cNvPr id="3079" name="New shape"/>
          <p:cNvSpPr/>
          <p:nvPr/>
        </p:nvSpPr>
        <p:spPr>
          <a:xfrm>
            <a:off x="1282160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80" name="New picture"/>
          <p:cNvPicPr/>
          <p:nvPr/>
        </p:nvPicPr>
        <p:blipFill>
          <a:blip r:embed="rId1850"/>
          <a:srcRect/>
          <a:stretch>
            <a:fillRect/>
          </a:stretch>
        </p:blipFill>
        <p:spPr>
          <a:xfrm>
            <a:off x="1332548" y="10446925"/>
            <a:ext cx="71723" cy="53435"/>
          </a:xfrm>
          <a:prstGeom prst="rect"/>
          <a:ln w="0">
            <a:noFill/>
          </a:ln>
        </p:spPr>
      </p:pic>
      <p:sp>
        <p:nvSpPr>
          <p:cNvPr id="3081" name="New shape"/>
          <p:cNvSpPr/>
          <p:nvPr/>
        </p:nvSpPr>
        <p:spPr>
          <a:xfrm>
            <a:off x="1410367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82" name="New picture"/>
          <p:cNvPicPr/>
          <p:nvPr/>
        </p:nvPicPr>
        <p:blipFill>
          <a:blip r:embed="rId1851"/>
          <a:srcRect/>
          <a:stretch>
            <a:fillRect/>
          </a:stretch>
        </p:blipFill>
        <p:spPr>
          <a:xfrm>
            <a:off x="1439418" y="10427018"/>
            <a:ext cx="30575" cy="73343"/>
          </a:xfrm>
          <a:prstGeom prst="rect"/>
          <a:ln w="0">
            <a:noFill/>
          </a:ln>
        </p:spPr>
      </p:pic>
      <p:pic>
        <p:nvPicPr>
          <p:cNvPr id="3083" name="New picture"/>
          <p:cNvPicPr/>
          <p:nvPr/>
        </p:nvPicPr>
        <p:blipFill>
          <a:blip r:embed="rId1852"/>
          <a:srcRect/>
          <a:stretch>
            <a:fillRect/>
          </a:stretch>
        </p:blipFill>
        <p:spPr>
          <a:xfrm>
            <a:off x="1473041" y="10446925"/>
            <a:ext cx="28956" cy="53435"/>
          </a:xfrm>
          <a:prstGeom prst="rect"/>
          <a:ln w="0">
            <a:noFill/>
          </a:ln>
        </p:spPr>
      </p:pic>
      <p:sp>
        <p:nvSpPr>
          <p:cNvPr id="3084" name="New shape"/>
          <p:cNvSpPr/>
          <p:nvPr/>
        </p:nvSpPr>
        <p:spPr>
          <a:xfrm>
            <a:off x="150418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85" name="New picture"/>
          <p:cNvPicPr/>
          <p:nvPr/>
        </p:nvPicPr>
        <p:blipFill>
          <a:blip r:embed="rId1853"/>
          <a:srcRect/>
          <a:stretch>
            <a:fillRect/>
          </a:stretch>
        </p:blipFill>
        <p:spPr>
          <a:xfrm>
            <a:off x="1535621" y="10427018"/>
            <a:ext cx="30575" cy="73343"/>
          </a:xfrm>
          <a:prstGeom prst="rect"/>
          <a:ln w="0">
            <a:noFill/>
          </a:ln>
        </p:spPr>
      </p:pic>
      <p:pic>
        <p:nvPicPr>
          <p:cNvPr id="3086" name="New picture"/>
          <p:cNvPicPr/>
          <p:nvPr/>
        </p:nvPicPr>
        <p:blipFill>
          <a:blip r:embed="rId1854"/>
          <a:srcRect/>
          <a:stretch>
            <a:fillRect/>
          </a:stretch>
        </p:blipFill>
        <p:spPr>
          <a:xfrm>
            <a:off x="1569244" y="10446925"/>
            <a:ext cx="28956" cy="53435"/>
          </a:xfrm>
          <a:prstGeom prst="rect"/>
          <a:ln w="0">
            <a:noFill/>
          </a:ln>
        </p:spPr>
      </p:pic>
      <p:sp>
        <p:nvSpPr>
          <p:cNvPr id="3087" name="New shape"/>
          <p:cNvSpPr/>
          <p:nvPr/>
        </p:nvSpPr>
        <p:spPr>
          <a:xfrm>
            <a:off x="1596676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88" name="New shape"/>
          <p:cNvSpPr/>
          <p:nvPr/>
        </p:nvSpPr>
        <p:spPr>
          <a:xfrm>
            <a:off x="1632204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89" name="New picture"/>
          <p:cNvPicPr/>
          <p:nvPr/>
        </p:nvPicPr>
        <p:blipFill>
          <a:blip r:embed="rId1855"/>
          <a:srcRect/>
          <a:stretch>
            <a:fillRect/>
          </a:stretch>
        </p:blipFill>
        <p:spPr>
          <a:xfrm>
            <a:off x="1651635" y="10446925"/>
            <a:ext cx="48863" cy="54959"/>
          </a:xfrm>
          <a:prstGeom prst="rect"/>
          <a:ln w="0">
            <a:noFill/>
          </a:ln>
        </p:spPr>
      </p:pic>
      <p:sp>
        <p:nvSpPr>
          <p:cNvPr id="3090" name="New shape"/>
          <p:cNvSpPr/>
          <p:nvPr/>
        </p:nvSpPr>
        <p:spPr>
          <a:xfrm>
            <a:off x="166087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91" name="New picture"/>
          <p:cNvPicPr/>
          <p:nvPr/>
        </p:nvPicPr>
        <p:blipFill>
          <a:blip r:embed="rId1856"/>
          <a:srcRect/>
          <a:stretch>
            <a:fillRect/>
          </a:stretch>
        </p:blipFill>
        <p:spPr>
          <a:xfrm>
            <a:off x="1708213" y="10446925"/>
            <a:ext cx="48863" cy="54959"/>
          </a:xfrm>
          <a:prstGeom prst="rect"/>
          <a:ln w="0">
            <a:noFill/>
          </a:ln>
        </p:spPr>
      </p:pic>
      <p:sp>
        <p:nvSpPr>
          <p:cNvPr id="3092" name="New shape"/>
          <p:cNvSpPr/>
          <p:nvPr/>
        </p:nvSpPr>
        <p:spPr>
          <a:xfrm>
            <a:off x="1717357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93" name="New picture"/>
          <p:cNvPicPr/>
          <p:nvPr/>
        </p:nvPicPr>
        <p:blipFill>
          <a:blip r:embed="rId1857"/>
          <a:srcRect/>
          <a:stretch>
            <a:fillRect/>
          </a:stretch>
        </p:blipFill>
        <p:spPr>
          <a:xfrm>
            <a:off x="1767745" y="10446925"/>
            <a:ext cx="27432" cy="53435"/>
          </a:xfrm>
          <a:prstGeom prst="rect"/>
          <a:ln w="0">
            <a:noFill/>
          </a:ln>
        </p:spPr>
      </p:pic>
      <p:pic>
        <p:nvPicPr>
          <p:cNvPr id="3094" name="New picture"/>
          <p:cNvPicPr/>
          <p:nvPr/>
        </p:nvPicPr>
        <p:blipFill>
          <a:blip r:embed="rId1858"/>
          <a:srcRect/>
          <a:stretch>
            <a:fillRect/>
          </a:stretch>
        </p:blipFill>
        <p:spPr>
          <a:xfrm>
            <a:off x="1801273" y="10446925"/>
            <a:ext cx="42767" cy="53435"/>
          </a:xfrm>
          <a:prstGeom prst="rect"/>
          <a:ln w="0">
            <a:noFill/>
          </a:ln>
        </p:spPr>
      </p:pic>
      <p:sp>
        <p:nvSpPr>
          <p:cNvPr id="3095" name="New shape"/>
          <p:cNvSpPr/>
          <p:nvPr/>
        </p:nvSpPr>
        <p:spPr>
          <a:xfrm>
            <a:off x="1851755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96" name="New picture"/>
          <p:cNvPicPr/>
          <p:nvPr/>
        </p:nvPicPr>
        <p:blipFill>
          <a:blip r:embed="rId1859"/>
          <a:srcRect/>
          <a:stretch>
            <a:fillRect/>
          </a:stretch>
        </p:blipFill>
        <p:spPr>
          <a:xfrm>
            <a:off x="1883759" y="10446925"/>
            <a:ext cx="47339" cy="54959"/>
          </a:xfrm>
          <a:prstGeom prst="rect"/>
          <a:ln w="0">
            <a:noFill/>
          </a:ln>
        </p:spPr>
      </p:pic>
      <p:sp>
        <p:nvSpPr>
          <p:cNvPr id="3097" name="New shape"/>
          <p:cNvSpPr/>
          <p:nvPr/>
        </p:nvSpPr>
        <p:spPr>
          <a:xfrm>
            <a:off x="189290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98" name="New picture"/>
          <p:cNvPicPr/>
          <p:nvPr/>
        </p:nvPicPr>
        <p:blipFill>
          <a:blip r:embed="rId1860"/>
          <a:srcRect/>
          <a:stretch>
            <a:fillRect/>
          </a:stretch>
        </p:blipFill>
        <p:spPr>
          <a:xfrm>
            <a:off x="1941767" y="10446925"/>
            <a:ext cx="29051" cy="53435"/>
          </a:xfrm>
          <a:prstGeom prst="rect"/>
          <a:ln w="0">
            <a:noFill/>
          </a:ln>
        </p:spPr>
      </p:pic>
      <p:pic>
        <p:nvPicPr>
          <p:cNvPr id="3099" name="New picture"/>
          <p:cNvPicPr/>
          <p:nvPr/>
        </p:nvPicPr>
        <p:blipFill>
          <a:blip r:embed="rId1861"/>
          <a:srcRect/>
          <a:stretch>
            <a:fillRect/>
          </a:stretch>
        </p:blipFill>
        <p:spPr>
          <a:xfrm>
            <a:off x="1972342" y="10430161"/>
            <a:ext cx="24479" cy="71723"/>
          </a:xfrm>
          <a:prstGeom prst="rect"/>
          <a:ln w="0">
            <a:noFill/>
          </a:ln>
        </p:spPr>
      </p:pic>
      <p:sp>
        <p:nvSpPr>
          <p:cNvPr id="3100" name="New shape"/>
          <p:cNvSpPr/>
          <p:nvPr/>
        </p:nvSpPr>
        <p:spPr>
          <a:xfrm>
            <a:off x="2004441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01" name="New shape"/>
          <p:cNvSpPr/>
          <p:nvPr/>
        </p:nvSpPr>
        <p:spPr>
          <a:xfrm>
            <a:off x="2004441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02" name="New picture"/>
          <p:cNvPicPr/>
          <p:nvPr/>
        </p:nvPicPr>
        <p:blipFill>
          <a:blip r:embed="rId1862"/>
          <a:srcRect/>
          <a:stretch>
            <a:fillRect/>
          </a:stretch>
        </p:blipFill>
        <p:spPr>
          <a:xfrm>
            <a:off x="2024253" y="10446924"/>
            <a:ext cx="45815" cy="54959"/>
          </a:xfrm>
          <a:prstGeom prst="rect"/>
          <a:ln w="0">
            <a:noFill/>
          </a:ln>
        </p:spPr>
      </p:pic>
      <p:sp>
        <p:nvSpPr>
          <p:cNvPr id="3103" name="New shape"/>
          <p:cNvSpPr/>
          <p:nvPr/>
        </p:nvSpPr>
        <p:spPr>
          <a:xfrm>
            <a:off x="2077212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04" name="New picture"/>
          <p:cNvPicPr/>
          <p:nvPr/>
        </p:nvPicPr>
        <p:blipFill>
          <a:blip r:embed="rId1863"/>
          <a:srcRect/>
          <a:stretch>
            <a:fillRect/>
          </a:stretch>
        </p:blipFill>
        <p:spPr>
          <a:xfrm>
            <a:off x="2097596" y="10446925"/>
            <a:ext cx="48863" cy="54959"/>
          </a:xfrm>
          <a:prstGeom prst="rect"/>
          <a:ln w="0">
            <a:noFill/>
          </a:ln>
        </p:spPr>
      </p:pic>
      <p:sp>
        <p:nvSpPr>
          <p:cNvPr id="3105" name="New shape"/>
          <p:cNvSpPr/>
          <p:nvPr/>
        </p:nvSpPr>
        <p:spPr>
          <a:xfrm>
            <a:off x="210826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06" name="New picture"/>
          <p:cNvPicPr/>
          <p:nvPr/>
        </p:nvPicPr>
        <p:blipFill>
          <a:blip r:embed="rId1864"/>
          <a:srcRect/>
          <a:stretch>
            <a:fillRect/>
          </a:stretch>
        </p:blipFill>
        <p:spPr>
          <a:xfrm>
            <a:off x="2154079" y="10446925"/>
            <a:ext cx="44291" cy="54959"/>
          </a:xfrm>
          <a:prstGeom prst="rect"/>
          <a:ln w="0">
            <a:noFill/>
          </a:ln>
        </p:spPr>
      </p:pic>
      <p:sp>
        <p:nvSpPr>
          <p:cNvPr id="3107" name="New shape"/>
          <p:cNvSpPr/>
          <p:nvPr/>
        </p:nvSpPr>
        <p:spPr>
          <a:xfrm>
            <a:off x="2201418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08" name="New picture"/>
          <p:cNvPicPr/>
          <p:nvPr/>
        </p:nvPicPr>
        <p:blipFill>
          <a:blip r:embed="rId1865"/>
          <a:srcRect/>
          <a:stretch>
            <a:fillRect/>
          </a:stretch>
        </p:blipFill>
        <p:spPr>
          <a:xfrm>
            <a:off x="2236565" y="10428636"/>
            <a:ext cx="45720" cy="73247"/>
          </a:xfrm>
          <a:prstGeom prst="rect"/>
          <a:ln w="0">
            <a:noFill/>
          </a:ln>
        </p:spPr>
      </p:pic>
      <p:sp>
        <p:nvSpPr>
          <p:cNvPr id="3109" name="New shape"/>
          <p:cNvSpPr/>
          <p:nvPr/>
        </p:nvSpPr>
        <p:spPr>
          <a:xfrm>
            <a:off x="2244185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10" name="New picture"/>
          <p:cNvPicPr/>
          <p:nvPr/>
        </p:nvPicPr>
        <p:blipFill>
          <a:blip r:embed="rId1866"/>
          <a:srcRect/>
          <a:stretch>
            <a:fillRect/>
          </a:stretch>
        </p:blipFill>
        <p:spPr>
          <a:xfrm>
            <a:off x="2290001" y="10446927"/>
            <a:ext cx="48863" cy="54959"/>
          </a:xfrm>
          <a:prstGeom prst="rect"/>
          <a:ln w="0">
            <a:noFill/>
          </a:ln>
        </p:spPr>
      </p:pic>
      <p:sp>
        <p:nvSpPr>
          <p:cNvPr id="3111" name="New shape"/>
          <p:cNvSpPr/>
          <p:nvPr/>
        </p:nvSpPr>
        <p:spPr>
          <a:xfrm>
            <a:off x="2299145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12" name="New picture"/>
          <p:cNvPicPr/>
          <p:nvPr/>
        </p:nvPicPr>
        <p:blipFill>
          <a:blip r:embed="rId1867"/>
          <a:srcRect/>
          <a:stretch>
            <a:fillRect/>
          </a:stretch>
        </p:blipFill>
        <p:spPr>
          <a:xfrm>
            <a:off x="2346484" y="10446927"/>
            <a:ext cx="48863" cy="54959"/>
          </a:xfrm>
          <a:prstGeom prst="rect"/>
          <a:ln w="0">
            <a:noFill/>
          </a:ln>
        </p:spPr>
      </p:pic>
      <p:sp>
        <p:nvSpPr>
          <p:cNvPr id="3113" name="New shape"/>
          <p:cNvSpPr/>
          <p:nvPr/>
        </p:nvSpPr>
        <p:spPr>
          <a:xfrm>
            <a:off x="2355628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14" name="New picture"/>
          <p:cNvPicPr/>
          <p:nvPr/>
        </p:nvPicPr>
        <p:blipFill>
          <a:blip r:embed="rId1868"/>
          <a:srcRect/>
          <a:stretch>
            <a:fillRect/>
          </a:stretch>
        </p:blipFill>
        <p:spPr>
          <a:xfrm>
            <a:off x="2406015" y="10428638"/>
            <a:ext cx="44291" cy="71724"/>
          </a:xfrm>
          <a:prstGeom prst="rect"/>
          <a:ln w="0">
            <a:noFill/>
          </a:ln>
        </p:spPr>
      </p:pic>
      <p:pic>
        <p:nvPicPr>
          <p:cNvPr id="3115" name="New picture"/>
          <p:cNvPicPr/>
          <p:nvPr/>
        </p:nvPicPr>
        <p:blipFill>
          <a:blip r:embed="rId1869"/>
          <a:srcRect/>
          <a:stretch>
            <a:fillRect/>
          </a:stretch>
        </p:blipFill>
        <p:spPr>
          <a:xfrm>
            <a:off x="2453355" y="10446925"/>
            <a:ext cx="44291" cy="54959"/>
          </a:xfrm>
          <a:prstGeom prst="rect"/>
          <a:ln w="0">
            <a:noFill/>
          </a:ln>
        </p:spPr>
      </p:pic>
      <p:sp>
        <p:nvSpPr>
          <p:cNvPr id="3116" name="New shape"/>
          <p:cNvSpPr/>
          <p:nvPr/>
        </p:nvSpPr>
        <p:spPr>
          <a:xfrm>
            <a:off x="2503932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17" name="New picture"/>
          <p:cNvPicPr/>
          <p:nvPr/>
        </p:nvPicPr>
        <p:blipFill>
          <a:blip r:embed="rId1870"/>
          <a:srcRect/>
          <a:stretch>
            <a:fillRect/>
          </a:stretch>
        </p:blipFill>
        <p:spPr>
          <a:xfrm>
            <a:off x="2538889" y="10446925"/>
            <a:ext cx="48863" cy="54959"/>
          </a:xfrm>
          <a:prstGeom prst="rect"/>
          <a:ln w="0">
            <a:noFill/>
          </a:ln>
        </p:spPr>
      </p:pic>
      <p:sp>
        <p:nvSpPr>
          <p:cNvPr id="3118" name="New shape"/>
          <p:cNvSpPr/>
          <p:nvPr/>
        </p:nvSpPr>
        <p:spPr>
          <a:xfrm>
            <a:off x="254803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19" name="New picture"/>
          <p:cNvPicPr/>
          <p:nvPr/>
        </p:nvPicPr>
        <p:blipFill>
          <a:blip r:embed="rId1871"/>
          <a:srcRect/>
          <a:stretch>
            <a:fillRect/>
          </a:stretch>
        </p:blipFill>
        <p:spPr>
          <a:xfrm>
            <a:off x="2598420" y="10428636"/>
            <a:ext cx="45720" cy="73247"/>
          </a:xfrm>
          <a:prstGeom prst="rect"/>
          <a:ln w="0">
            <a:noFill/>
          </a:ln>
        </p:spPr>
      </p:pic>
      <p:sp>
        <p:nvSpPr>
          <p:cNvPr id="3120" name="New shape"/>
          <p:cNvSpPr/>
          <p:nvPr/>
        </p:nvSpPr>
        <p:spPr>
          <a:xfrm>
            <a:off x="2606040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21" name="New picture"/>
          <p:cNvPicPr/>
          <p:nvPr/>
        </p:nvPicPr>
        <p:blipFill>
          <a:blip r:embed="rId1872"/>
          <a:srcRect/>
          <a:stretch>
            <a:fillRect/>
          </a:stretch>
        </p:blipFill>
        <p:spPr>
          <a:xfrm>
            <a:off x="2651855" y="10446927"/>
            <a:ext cx="48863" cy="54959"/>
          </a:xfrm>
          <a:prstGeom prst="rect"/>
          <a:ln w="0">
            <a:noFill/>
          </a:ln>
        </p:spPr>
      </p:pic>
      <p:sp>
        <p:nvSpPr>
          <p:cNvPr id="3122" name="New shape"/>
          <p:cNvSpPr/>
          <p:nvPr/>
        </p:nvSpPr>
        <p:spPr>
          <a:xfrm>
            <a:off x="2660999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23" name="New picture"/>
          <p:cNvPicPr/>
          <p:nvPr/>
        </p:nvPicPr>
        <p:blipFill>
          <a:blip r:embed="rId1873"/>
          <a:srcRect/>
          <a:stretch>
            <a:fillRect/>
          </a:stretch>
        </p:blipFill>
        <p:spPr>
          <a:xfrm>
            <a:off x="2711387" y="10448449"/>
            <a:ext cx="42767" cy="53435"/>
          </a:xfrm>
          <a:prstGeom prst="rect"/>
          <a:ln w="0">
            <a:noFill/>
          </a:ln>
        </p:spPr>
      </p:pic>
      <p:pic>
        <p:nvPicPr>
          <p:cNvPr id="3124" name="New picture"/>
          <p:cNvPicPr/>
          <p:nvPr/>
        </p:nvPicPr>
        <p:blipFill>
          <a:blip r:embed="rId1874"/>
          <a:srcRect/>
          <a:stretch>
            <a:fillRect/>
          </a:stretch>
        </p:blipFill>
        <p:spPr>
          <a:xfrm>
            <a:off x="2763393" y="10430161"/>
            <a:ext cx="25908" cy="71723"/>
          </a:xfrm>
          <a:prstGeom prst="rect"/>
          <a:ln w="0">
            <a:noFill/>
          </a:ln>
        </p:spPr>
      </p:pic>
      <p:sp>
        <p:nvSpPr>
          <p:cNvPr id="3125" name="New shape"/>
          <p:cNvSpPr/>
          <p:nvPr/>
        </p:nvSpPr>
        <p:spPr>
          <a:xfrm>
            <a:off x="27919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26" name="New picture"/>
          <p:cNvPicPr/>
          <p:nvPr/>
        </p:nvPicPr>
        <p:blipFill>
          <a:blip r:embed="rId1875"/>
          <a:srcRect/>
          <a:stretch>
            <a:fillRect/>
          </a:stretch>
        </p:blipFill>
        <p:spPr>
          <a:xfrm>
            <a:off x="2830544" y="10446925"/>
            <a:ext cx="71723" cy="53435"/>
          </a:xfrm>
          <a:prstGeom prst="rect"/>
          <a:ln w="0">
            <a:noFill/>
          </a:ln>
        </p:spPr>
      </p:pic>
      <p:pic>
        <p:nvPicPr>
          <p:cNvPr id="3127" name="New picture"/>
          <p:cNvPicPr/>
          <p:nvPr/>
        </p:nvPicPr>
        <p:blipFill>
          <a:blip r:embed="rId1876"/>
          <a:srcRect/>
          <a:stretch>
            <a:fillRect/>
          </a:stretch>
        </p:blipFill>
        <p:spPr>
          <a:xfrm>
            <a:off x="2911507" y="10446925"/>
            <a:ext cx="48863" cy="54959"/>
          </a:xfrm>
          <a:prstGeom prst="rect"/>
          <a:ln w="0">
            <a:noFill/>
          </a:ln>
        </p:spPr>
      </p:pic>
      <p:sp>
        <p:nvSpPr>
          <p:cNvPr id="3128" name="New shape"/>
          <p:cNvSpPr/>
          <p:nvPr/>
        </p:nvSpPr>
        <p:spPr>
          <a:xfrm>
            <a:off x="2922175" y="10474356"/>
            <a:ext cx="25908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29" name="New picture"/>
          <p:cNvPicPr/>
          <p:nvPr/>
        </p:nvPicPr>
        <p:blipFill>
          <a:blip r:embed="rId1877"/>
          <a:srcRect/>
          <a:stretch>
            <a:fillRect/>
          </a:stretch>
        </p:blipFill>
        <p:spPr>
          <a:xfrm>
            <a:off x="2969514" y="10446924"/>
            <a:ext cx="45815" cy="54959"/>
          </a:xfrm>
          <a:prstGeom prst="rect"/>
          <a:ln w="0">
            <a:noFill/>
          </a:ln>
        </p:spPr>
      </p:pic>
      <p:pic>
        <p:nvPicPr>
          <p:cNvPr id="3130" name="New picture"/>
          <p:cNvPicPr/>
          <p:nvPr/>
        </p:nvPicPr>
        <p:blipFill>
          <a:blip r:embed="rId1878"/>
          <a:srcRect/>
          <a:stretch>
            <a:fillRect/>
          </a:stretch>
        </p:blipFill>
        <p:spPr>
          <a:xfrm>
            <a:off x="3022949" y="10428638"/>
            <a:ext cx="42767" cy="71724"/>
          </a:xfrm>
          <a:prstGeom prst="rect"/>
          <a:ln w="0">
            <a:noFill/>
          </a:ln>
        </p:spPr>
      </p:pic>
      <p:sp>
        <p:nvSpPr>
          <p:cNvPr id="3131" name="New shape"/>
          <p:cNvSpPr/>
          <p:nvPr/>
        </p:nvSpPr>
        <p:spPr>
          <a:xfrm>
            <a:off x="3079433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32" name="New shape"/>
          <p:cNvSpPr/>
          <p:nvPr/>
        </p:nvSpPr>
        <p:spPr>
          <a:xfrm>
            <a:off x="3079433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33" name="New picture"/>
          <p:cNvPicPr/>
          <p:nvPr/>
        </p:nvPicPr>
        <p:blipFill>
          <a:blip r:embed="rId1879"/>
          <a:srcRect/>
          <a:stretch>
            <a:fillRect/>
          </a:stretch>
        </p:blipFill>
        <p:spPr>
          <a:xfrm>
            <a:off x="3100864" y="10446925"/>
            <a:ext cx="44196" cy="53435"/>
          </a:xfrm>
          <a:prstGeom prst="rect"/>
          <a:ln w="0">
            <a:noFill/>
          </a:ln>
        </p:spPr>
      </p:pic>
      <p:pic>
        <p:nvPicPr>
          <p:cNvPr id="3134" name="New picture"/>
          <p:cNvPicPr/>
          <p:nvPr/>
        </p:nvPicPr>
        <p:blipFill>
          <a:blip r:embed="rId1880"/>
          <a:srcRect/>
          <a:stretch>
            <a:fillRect/>
          </a:stretch>
        </p:blipFill>
        <p:spPr>
          <a:xfrm>
            <a:off x="3155823" y="10446925"/>
            <a:ext cx="47339" cy="54959"/>
          </a:xfrm>
          <a:prstGeom prst="rect"/>
          <a:ln w="0">
            <a:noFill/>
          </a:ln>
        </p:spPr>
      </p:pic>
      <p:sp>
        <p:nvSpPr>
          <p:cNvPr id="3135" name="New shape"/>
          <p:cNvSpPr/>
          <p:nvPr/>
        </p:nvSpPr>
        <p:spPr>
          <a:xfrm>
            <a:off x="3164967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36" name="New shape"/>
          <p:cNvSpPr/>
          <p:nvPr/>
        </p:nvSpPr>
        <p:spPr>
          <a:xfrm>
            <a:off x="32110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37" name="New shape"/>
          <p:cNvSpPr/>
          <p:nvPr/>
        </p:nvSpPr>
        <p:spPr>
          <a:xfrm>
            <a:off x="3249168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38" name="New picture"/>
          <p:cNvPicPr/>
          <p:nvPr/>
        </p:nvPicPr>
        <p:blipFill>
          <a:blip r:embed="rId1881"/>
          <a:srcRect/>
          <a:stretch>
            <a:fillRect/>
          </a:stretch>
        </p:blipFill>
        <p:spPr>
          <a:xfrm>
            <a:off x="3268885" y="10446925"/>
            <a:ext cx="47339" cy="54959"/>
          </a:xfrm>
          <a:prstGeom prst="rect"/>
          <a:ln w="0">
            <a:noFill/>
          </a:ln>
        </p:spPr>
      </p:pic>
      <p:sp>
        <p:nvSpPr>
          <p:cNvPr id="3139" name="New shape"/>
          <p:cNvSpPr/>
          <p:nvPr/>
        </p:nvSpPr>
        <p:spPr>
          <a:xfrm>
            <a:off x="3278029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40" name="New picture"/>
          <p:cNvPicPr/>
          <p:nvPr/>
        </p:nvPicPr>
        <p:blipFill>
          <a:blip r:embed="rId1882"/>
          <a:srcRect/>
          <a:stretch>
            <a:fillRect/>
          </a:stretch>
        </p:blipFill>
        <p:spPr>
          <a:xfrm>
            <a:off x="3325272" y="10446925"/>
            <a:ext cx="47339" cy="54959"/>
          </a:xfrm>
          <a:prstGeom prst="rect"/>
          <a:ln w="0">
            <a:noFill/>
          </a:ln>
        </p:spPr>
      </p:pic>
      <p:sp>
        <p:nvSpPr>
          <p:cNvPr id="3141" name="New shape"/>
          <p:cNvSpPr/>
          <p:nvPr/>
        </p:nvSpPr>
        <p:spPr>
          <a:xfrm>
            <a:off x="3334417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42" name="New picture"/>
          <p:cNvPicPr/>
          <p:nvPr/>
        </p:nvPicPr>
        <p:blipFill>
          <a:blip r:embed="rId1883"/>
          <a:srcRect/>
          <a:stretch>
            <a:fillRect/>
          </a:stretch>
        </p:blipFill>
        <p:spPr>
          <a:xfrm>
            <a:off x="3384803" y="10446925"/>
            <a:ext cx="27432" cy="53435"/>
          </a:xfrm>
          <a:prstGeom prst="rect"/>
          <a:ln w="0">
            <a:noFill/>
          </a:ln>
        </p:spPr>
      </p:pic>
      <p:pic>
        <p:nvPicPr>
          <p:cNvPr id="3143" name="New picture"/>
          <p:cNvPicPr/>
          <p:nvPr/>
        </p:nvPicPr>
        <p:blipFill>
          <a:blip r:embed="rId1884"/>
          <a:srcRect/>
          <a:stretch>
            <a:fillRect/>
          </a:stretch>
        </p:blipFill>
        <p:spPr>
          <a:xfrm>
            <a:off x="3418427" y="10446925"/>
            <a:ext cx="42767" cy="53435"/>
          </a:xfrm>
          <a:prstGeom prst="rect"/>
          <a:ln w="0">
            <a:noFill/>
          </a:ln>
        </p:spPr>
      </p:pic>
      <p:sp>
        <p:nvSpPr>
          <p:cNvPr id="3144" name="New shape"/>
          <p:cNvSpPr/>
          <p:nvPr/>
        </p:nvSpPr>
        <p:spPr>
          <a:xfrm>
            <a:off x="3474910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45" name="New shape"/>
          <p:cNvSpPr/>
          <p:nvPr/>
        </p:nvSpPr>
        <p:spPr>
          <a:xfrm>
            <a:off x="3474910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46" name="New picture"/>
          <p:cNvPicPr/>
          <p:nvPr/>
        </p:nvPicPr>
        <p:blipFill>
          <a:blip r:embed="rId1885"/>
          <a:srcRect/>
          <a:stretch>
            <a:fillRect/>
          </a:stretch>
        </p:blipFill>
        <p:spPr>
          <a:xfrm>
            <a:off x="3497866" y="10446925"/>
            <a:ext cx="42767" cy="53435"/>
          </a:xfrm>
          <a:prstGeom prst="rect"/>
          <a:ln w="0">
            <a:noFill/>
          </a:ln>
        </p:spPr>
      </p:pic>
      <p:pic>
        <p:nvPicPr>
          <p:cNvPr id="3147" name="New picture"/>
          <p:cNvPicPr/>
          <p:nvPr/>
        </p:nvPicPr>
        <p:blipFill>
          <a:blip r:embed="rId1886"/>
          <a:srcRect/>
          <a:stretch>
            <a:fillRect/>
          </a:stretch>
        </p:blipFill>
        <p:spPr>
          <a:xfrm>
            <a:off x="3549777" y="10446925"/>
            <a:ext cx="47339" cy="73247"/>
          </a:xfrm>
          <a:prstGeom prst="rect"/>
          <a:ln w="0">
            <a:noFill/>
          </a:ln>
        </p:spPr>
      </p:pic>
      <p:sp>
        <p:nvSpPr>
          <p:cNvPr id="3148" name="New shape"/>
          <p:cNvSpPr/>
          <p:nvPr/>
        </p:nvSpPr>
        <p:spPr>
          <a:xfrm>
            <a:off x="3560445" y="10454545"/>
            <a:ext cx="27527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49" name="New picture"/>
          <p:cNvPicPr/>
          <p:nvPr/>
        </p:nvPicPr>
        <p:blipFill>
          <a:blip r:embed="rId1887"/>
          <a:srcRect/>
          <a:stretch>
            <a:fillRect/>
          </a:stretch>
        </p:blipFill>
        <p:spPr>
          <a:xfrm>
            <a:off x="7133653" y="10427017"/>
            <a:ext cx="47339" cy="74867"/>
          </a:xfrm>
          <a:prstGeom prst="rect"/>
          <a:ln w="0">
            <a:noFill/>
          </a:ln>
        </p:spPr>
      </p:pic>
      <p:sp>
        <p:nvSpPr>
          <p:cNvPr id="3150" name="New shape"/>
          <p:cNvSpPr/>
          <p:nvPr/>
        </p:nvSpPr>
        <p:spPr>
          <a:xfrm>
            <a:off x="7185661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51" name="New picture"/>
          <p:cNvPicPr/>
          <p:nvPr/>
        </p:nvPicPr>
        <p:blipFill>
          <a:blip r:embed="rId1888"/>
          <a:srcRect/>
          <a:stretch>
            <a:fillRect/>
          </a:stretch>
        </p:blipFill>
        <p:spPr>
          <a:xfrm>
            <a:off x="7217665" y="10427018"/>
            <a:ext cx="48863" cy="74867"/>
          </a:xfrm>
          <a:prstGeom prst="rect"/>
          <a:ln w="0">
            <a:noFill/>
          </a:ln>
        </p:spPr>
      </p:pic>
      <p:sp>
        <p:nvSpPr>
          <p:cNvPr id="3152" name="New shape"/>
          <p:cNvSpPr/>
          <p:nvPr/>
        </p:nvSpPr>
        <p:spPr>
          <a:xfrm>
            <a:off x="7228331" y="10460641"/>
            <a:ext cx="29052" cy="335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53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  <p:sp>
        <p:nvSpPr>
          <p:cNvPr id="3154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77418" y="443579"/>
            <a:ext cx="71818" cy="82391"/>
          </a:xfrm>
          <a:prstGeom prst="rect"/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691134" y="45424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53808" y="446627"/>
            <a:ext cx="77819" cy="77819"/>
          </a:xfrm>
          <a:prstGeom prst="rect"/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45439" y="443579"/>
            <a:ext cx="74771" cy="117539"/>
          </a:xfrm>
          <a:prstGeom prst="rect"/>
          <a:ln w="0">
            <a:noFill/>
          </a:ln>
        </p:spPr>
      </p:pic>
      <p:sp>
        <p:nvSpPr>
          <p:cNvPr id="6" name="New shape"/>
          <p:cNvSpPr/>
          <p:nvPr/>
        </p:nvSpPr>
        <p:spPr>
          <a:xfrm>
            <a:off x="859155" y="45424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" name="New shape"/>
          <p:cNvSpPr/>
          <p:nvPr/>
        </p:nvSpPr>
        <p:spPr>
          <a:xfrm>
            <a:off x="941832" y="41605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" name="New shape"/>
          <p:cNvSpPr/>
          <p:nvPr/>
        </p:nvSpPr>
        <p:spPr>
          <a:xfrm>
            <a:off x="981361" y="44662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" name="New picture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79837" y="411575"/>
            <a:ext cx="16859" cy="16764"/>
          </a:xfrm>
          <a:prstGeom prst="rect"/>
          <a:ln w="0">
            <a:noFill/>
          </a:ln>
        </p:spPr>
      </p:pic>
      <p:pic>
        <p:nvPicPr>
          <p:cNvPr id="10" name="New picture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014889" y="443579"/>
            <a:ext cx="74866" cy="117539"/>
          </a:xfrm>
          <a:prstGeom prst="rect"/>
          <a:ln w="0">
            <a:noFill/>
          </a:ln>
        </p:spPr>
      </p:pic>
      <p:sp>
        <p:nvSpPr>
          <p:cNvPr id="11" name="New shape"/>
          <p:cNvSpPr/>
          <p:nvPr/>
        </p:nvSpPr>
        <p:spPr>
          <a:xfrm>
            <a:off x="1028605" y="45424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" name="New picture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114139" y="446627"/>
            <a:ext cx="70294" cy="79343"/>
          </a:xfrm>
          <a:prstGeom prst="rect"/>
          <a:ln w="0">
            <a:noFill/>
          </a:ln>
        </p:spPr>
      </p:pic>
      <p:pic>
        <p:nvPicPr>
          <p:cNvPr id="13" name="New picture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1204246" y="443579"/>
            <a:ext cx="71818" cy="82391"/>
          </a:xfrm>
          <a:prstGeom prst="rect"/>
          <a:ln w="0">
            <a:noFill/>
          </a:ln>
        </p:spPr>
      </p:pic>
      <p:sp>
        <p:nvSpPr>
          <p:cNvPr id="14" name="New shape"/>
          <p:cNvSpPr/>
          <p:nvPr/>
        </p:nvSpPr>
        <p:spPr>
          <a:xfrm>
            <a:off x="1217962" y="45424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" name="New picture"/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1295876" y="443579"/>
            <a:ext cx="42767" cy="80962"/>
          </a:xfrm>
          <a:prstGeom prst="rect"/>
          <a:ln w="0">
            <a:noFill/>
          </a:ln>
        </p:spPr>
      </p:pic>
      <p:pic>
        <p:nvPicPr>
          <p:cNvPr id="16" name="New picture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1384459" y="443579"/>
            <a:ext cx="67246" cy="82486"/>
          </a:xfrm>
          <a:prstGeom prst="rect"/>
          <a:ln w="0">
            <a:noFill/>
          </a:ln>
        </p:spPr>
      </p:pic>
      <p:sp>
        <p:nvSpPr>
          <p:cNvPr id="17" name="New shape"/>
          <p:cNvSpPr/>
          <p:nvPr/>
        </p:nvSpPr>
        <p:spPr>
          <a:xfrm>
            <a:off x="1398270" y="484822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" name="New picture"/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1474565" y="446627"/>
            <a:ext cx="68771" cy="79343"/>
          </a:xfrm>
          <a:prstGeom prst="rect"/>
          <a:ln w="0">
            <a:noFill/>
          </a:ln>
        </p:spPr>
      </p:pic>
      <p:pic>
        <p:nvPicPr>
          <p:cNvPr id="19" name="New picture"/>
          <p:cNvPicPr/>
          <p:nvPr/>
        </p:nvPicPr>
        <p:blipFill>
          <a:blip r:embed="rId12"/>
          <a:srcRect/>
          <a:stretch>
            <a:fillRect/>
          </a:stretch>
        </p:blipFill>
        <p:spPr>
          <a:xfrm>
            <a:off x="1556956" y="446627"/>
            <a:ext cx="77915" cy="77819"/>
          </a:xfrm>
          <a:prstGeom prst="rect"/>
          <a:ln w="0">
            <a:noFill/>
          </a:ln>
        </p:spPr>
      </p:pic>
      <p:pic>
        <p:nvPicPr>
          <p:cNvPr id="20" name="New picture"/>
          <p:cNvPicPr/>
          <p:nvPr/>
        </p:nvPicPr>
        <p:blipFill>
          <a:blip r:embed="rId13"/>
          <a:srcRect/>
          <a:stretch>
            <a:fillRect/>
          </a:stretch>
        </p:blipFill>
        <p:spPr>
          <a:xfrm>
            <a:off x="1683734" y="416147"/>
            <a:ext cx="74867" cy="109823"/>
          </a:xfrm>
          <a:prstGeom prst="rect"/>
          <a:ln w="0">
            <a:noFill/>
          </a:ln>
        </p:spPr>
      </p:pic>
      <p:sp>
        <p:nvSpPr>
          <p:cNvPr id="21" name="New shape"/>
          <p:cNvSpPr/>
          <p:nvPr/>
        </p:nvSpPr>
        <p:spPr>
          <a:xfrm>
            <a:off x="1697450" y="45424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" name="New picture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1778413" y="443579"/>
            <a:ext cx="71818" cy="82486"/>
          </a:xfrm>
          <a:prstGeom prst="rect"/>
          <a:ln w="0">
            <a:noFill/>
          </a:ln>
        </p:spPr>
      </p:pic>
      <p:sp>
        <p:nvSpPr>
          <p:cNvPr id="23" name="New shape"/>
          <p:cNvSpPr/>
          <p:nvPr/>
        </p:nvSpPr>
        <p:spPr>
          <a:xfrm>
            <a:off x="1792129" y="454342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1801368" y="408527"/>
            <a:ext cx="32004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" name="New picture"/>
          <p:cNvPicPr/>
          <p:nvPr/>
        </p:nvPicPr>
        <p:blipFill>
          <a:blip r:embed="rId15"/>
          <a:srcRect/>
          <a:stretch>
            <a:fillRect/>
          </a:stretch>
        </p:blipFill>
        <p:spPr>
          <a:xfrm>
            <a:off x="1856327" y="446627"/>
            <a:ext cx="73247" cy="77819"/>
          </a:xfrm>
          <a:prstGeom prst="rect"/>
          <a:ln w="0">
            <a:noFill/>
          </a:ln>
        </p:spPr>
      </p:pic>
      <p:pic>
        <p:nvPicPr>
          <p:cNvPr id="26" name="New picture"/>
          <p:cNvPicPr/>
          <p:nvPr/>
        </p:nvPicPr>
        <p:blipFill>
          <a:blip r:embed="rId16"/>
          <a:srcRect/>
          <a:stretch>
            <a:fillRect/>
          </a:stretch>
        </p:blipFill>
        <p:spPr>
          <a:xfrm>
            <a:off x="1937195" y="443579"/>
            <a:ext cx="71818" cy="82391"/>
          </a:xfrm>
          <a:prstGeom prst="rect"/>
          <a:ln w="0">
            <a:noFill/>
          </a:ln>
        </p:spPr>
      </p:pic>
      <p:sp>
        <p:nvSpPr>
          <p:cNvPr id="27" name="New shape"/>
          <p:cNvSpPr/>
          <p:nvPr/>
        </p:nvSpPr>
        <p:spPr>
          <a:xfrm>
            <a:off x="1950911" y="45424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" name="New shape"/>
          <p:cNvSpPr/>
          <p:nvPr/>
        </p:nvSpPr>
        <p:spPr>
          <a:xfrm>
            <a:off x="2028444" y="41605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" name="New picture"/>
          <p:cNvPicPr/>
          <p:nvPr/>
        </p:nvPicPr>
        <p:blipFill>
          <a:blip r:embed="rId17"/>
          <a:srcRect/>
          <a:stretch>
            <a:fillRect/>
          </a:stretch>
        </p:blipFill>
        <p:spPr>
          <a:xfrm>
            <a:off x="2063972" y="443579"/>
            <a:ext cx="77914" cy="82487"/>
          </a:xfrm>
          <a:prstGeom prst="rect"/>
          <a:ln w="0">
            <a:noFill/>
          </a:ln>
        </p:spPr>
      </p:pic>
      <p:sp>
        <p:nvSpPr>
          <p:cNvPr id="30" name="New shape"/>
          <p:cNvSpPr/>
          <p:nvPr/>
        </p:nvSpPr>
        <p:spPr>
          <a:xfrm>
            <a:off x="2076260" y="454342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" name="New picture"/>
          <p:cNvPicPr/>
          <p:nvPr/>
        </p:nvPicPr>
        <p:blipFill>
          <a:blip r:embed="rId18"/>
          <a:srcRect/>
          <a:stretch>
            <a:fillRect/>
          </a:stretch>
        </p:blipFill>
        <p:spPr>
          <a:xfrm>
            <a:off x="2161794" y="443579"/>
            <a:ext cx="74771" cy="117539"/>
          </a:xfrm>
          <a:prstGeom prst="rect"/>
          <a:ln w="0">
            <a:noFill/>
          </a:ln>
        </p:spPr>
      </p:pic>
      <p:sp>
        <p:nvSpPr>
          <p:cNvPr id="32" name="New shape"/>
          <p:cNvSpPr/>
          <p:nvPr/>
        </p:nvSpPr>
        <p:spPr>
          <a:xfrm>
            <a:off x="2175510" y="45424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" name="New picture"/>
          <p:cNvPicPr/>
          <p:nvPr/>
        </p:nvPicPr>
        <p:blipFill>
          <a:blip r:embed="rId19"/>
          <a:srcRect/>
          <a:stretch>
            <a:fillRect/>
          </a:stretch>
        </p:blipFill>
        <p:spPr>
          <a:xfrm>
            <a:off x="2256377" y="443579"/>
            <a:ext cx="76390" cy="117539"/>
          </a:xfrm>
          <a:prstGeom prst="rect"/>
          <a:ln w="0">
            <a:noFill/>
          </a:ln>
        </p:spPr>
      </p:pic>
      <p:sp>
        <p:nvSpPr>
          <p:cNvPr id="34" name="New shape"/>
          <p:cNvSpPr/>
          <p:nvPr/>
        </p:nvSpPr>
        <p:spPr>
          <a:xfrm>
            <a:off x="2270093" y="45424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" name="New picture"/>
          <p:cNvPicPr/>
          <p:nvPr/>
        </p:nvPicPr>
        <p:blipFill>
          <a:blip r:embed="rId20"/>
          <a:srcRect/>
          <a:stretch>
            <a:fillRect/>
          </a:stretch>
        </p:blipFill>
        <p:spPr>
          <a:xfrm>
            <a:off x="2348008" y="443579"/>
            <a:ext cx="70199" cy="82486"/>
          </a:xfrm>
          <a:prstGeom prst="rect"/>
          <a:ln w="0">
            <a:noFill/>
          </a:ln>
        </p:spPr>
      </p:pic>
      <p:sp>
        <p:nvSpPr>
          <p:cNvPr id="36" name="New shape"/>
          <p:cNvSpPr/>
          <p:nvPr/>
        </p:nvSpPr>
        <p:spPr>
          <a:xfrm>
            <a:off x="2360200" y="45424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" name="New picture"/>
          <p:cNvPicPr/>
          <p:nvPr/>
        </p:nvPicPr>
        <p:blipFill>
          <a:blip r:embed="rId21"/>
          <a:srcRect/>
          <a:stretch>
            <a:fillRect/>
          </a:stretch>
        </p:blipFill>
        <p:spPr>
          <a:xfrm>
            <a:off x="2438114" y="446627"/>
            <a:ext cx="70199" cy="79343"/>
          </a:xfrm>
          <a:prstGeom prst="rect"/>
          <a:ln w="0">
            <a:noFill/>
          </a:ln>
        </p:spPr>
      </p:pic>
      <p:pic>
        <p:nvPicPr>
          <p:cNvPr id="38" name="New picture"/>
          <p:cNvPicPr/>
          <p:nvPr/>
        </p:nvPicPr>
        <p:blipFill>
          <a:blip r:embed="rId22"/>
          <a:srcRect/>
          <a:stretch>
            <a:fillRect/>
          </a:stretch>
        </p:blipFill>
        <p:spPr>
          <a:xfrm>
            <a:off x="2532793" y="443674"/>
            <a:ext cx="42767" cy="80867"/>
          </a:xfrm>
          <a:prstGeom prst="rect"/>
          <a:ln w="0">
            <a:noFill/>
          </a:ln>
        </p:spPr>
      </p:pic>
      <p:pic>
        <p:nvPicPr>
          <p:cNvPr id="39" name="New picture"/>
          <p:cNvPicPr/>
          <p:nvPr/>
        </p:nvPicPr>
        <p:blipFill>
          <a:blip r:embed="rId23"/>
          <a:srcRect/>
          <a:stretch>
            <a:fillRect/>
          </a:stretch>
        </p:blipFill>
        <p:spPr>
          <a:xfrm>
            <a:off x="2580132" y="443580"/>
            <a:ext cx="58007" cy="82391"/>
          </a:xfrm>
          <a:prstGeom prst="rect"/>
          <a:ln w="0">
            <a:noFill/>
          </a:ln>
        </p:spPr>
      </p:pic>
      <p:pic>
        <p:nvPicPr>
          <p:cNvPr id="40" name="New picture"/>
          <p:cNvPicPr/>
          <p:nvPr/>
        </p:nvPicPr>
        <p:blipFill>
          <a:blip r:embed="rId24"/>
          <a:srcRect/>
          <a:stretch>
            <a:fillRect/>
          </a:stretch>
        </p:blipFill>
        <p:spPr>
          <a:xfrm>
            <a:off x="2691574" y="443579"/>
            <a:ext cx="64103" cy="82486"/>
          </a:xfrm>
          <a:prstGeom prst="rect"/>
          <a:ln w="0">
            <a:noFill/>
          </a:ln>
        </p:spPr>
      </p:pic>
      <p:pic>
        <p:nvPicPr>
          <p:cNvPr id="41" name="New picture"/>
          <p:cNvPicPr/>
          <p:nvPr/>
        </p:nvPicPr>
        <p:blipFill>
          <a:blip r:embed="rId25"/>
          <a:srcRect/>
          <a:stretch>
            <a:fillRect/>
          </a:stretch>
        </p:blipFill>
        <p:spPr>
          <a:xfrm>
            <a:off x="2764822" y="443674"/>
            <a:ext cx="77914" cy="82391"/>
          </a:xfrm>
          <a:prstGeom prst="rect"/>
          <a:ln w="0">
            <a:noFill/>
          </a:ln>
        </p:spPr>
      </p:pic>
      <p:sp>
        <p:nvSpPr>
          <p:cNvPr id="42" name="New shape"/>
          <p:cNvSpPr/>
          <p:nvPr/>
        </p:nvSpPr>
        <p:spPr>
          <a:xfrm>
            <a:off x="2778538" y="45434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" name="New picture"/>
          <p:cNvPicPr/>
          <p:nvPr/>
        </p:nvPicPr>
        <p:blipFill>
          <a:blip r:embed="rId26"/>
          <a:srcRect/>
          <a:stretch>
            <a:fillRect/>
          </a:stretch>
        </p:blipFill>
        <p:spPr>
          <a:xfrm>
            <a:off x="2862644" y="443674"/>
            <a:ext cx="122110" cy="80867"/>
          </a:xfrm>
          <a:prstGeom prst="rect"/>
          <a:ln w="0">
            <a:noFill/>
          </a:ln>
        </p:spPr>
      </p:pic>
      <p:pic>
        <p:nvPicPr>
          <p:cNvPr id="44" name="New picture"/>
          <p:cNvPicPr/>
          <p:nvPr/>
        </p:nvPicPr>
        <p:blipFill>
          <a:blip r:embed="rId27"/>
          <a:srcRect/>
          <a:stretch>
            <a:fillRect/>
          </a:stretch>
        </p:blipFill>
        <p:spPr>
          <a:xfrm>
            <a:off x="3009233" y="443579"/>
            <a:ext cx="120586" cy="80867"/>
          </a:xfrm>
          <a:prstGeom prst="rect"/>
          <a:ln w="0">
            <a:noFill/>
          </a:ln>
        </p:spPr>
      </p:pic>
      <p:pic>
        <p:nvPicPr>
          <p:cNvPr id="45" name="New picture"/>
          <p:cNvPicPr/>
          <p:nvPr/>
        </p:nvPicPr>
        <p:blipFill>
          <a:blip r:embed="rId28"/>
          <a:srcRect/>
          <a:stretch>
            <a:fillRect/>
          </a:stretch>
        </p:blipFill>
        <p:spPr>
          <a:xfrm>
            <a:off x="3149727" y="443579"/>
            <a:ext cx="70199" cy="82391"/>
          </a:xfrm>
          <a:prstGeom prst="rect"/>
          <a:ln w="0">
            <a:noFill/>
          </a:ln>
        </p:spPr>
      </p:pic>
      <p:sp>
        <p:nvSpPr>
          <p:cNvPr id="46" name="New shape"/>
          <p:cNvSpPr/>
          <p:nvPr/>
        </p:nvSpPr>
        <p:spPr>
          <a:xfrm>
            <a:off x="3161919" y="45424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" name="New picture"/>
          <p:cNvPicPr/>
          <p:nvPr/>
        </p:nvPicPr>
        <p:blipFill>
          <a:blip r:embed="rId29"/>
          <a:srcRect/>
          <a:stretch>
            <a:fillRect/>
          </a:stretch>
        </p:blipFill>
        <p:spPr>
          <a:xfrm>
            <a:off x="3239738" y="443579"/>
            <a:ext cx="70295" cy="80867"/>
          </a:xfrm>
          <a:prstGeom prst="rect"/>
          <a:ln w="0">
            <a:noFill/>
          </a:ln>
        </p:spPr>
      </p:pic>
      <p:pic>
        <p:nvPicPr>
          <p:cNvPr id="48" name="New picture"/>
          <p:cNvPicPr/>
          <p:nvPr/>
        </p:nvPicPr>
        <p:blipFill>
          <a:blip r:embed="rId30"/>
          <a:srcRect/>
          <a:stretch>
            <a:fillRect/>
          </a:stretch>
        </p:blipFill>
        <p:spPr>
          <a:xfrm>
            <a:off x="3323844" y="422243"/>
            <a:ext cx="47244" cy="103727"/>
          </a:xfrm>
          <a:prstGeom prst="rect"/>
          <a:ln w="0">
            <a:noFill/>
          </a:ln>
        </p:spPr>
      </p:pic>
      <p:pic>
        <p:nvPicPr>
          <p:cNvPr id="49" name="New picture"/>
          <p:cNvPicPr/>
          <p:nvPr/>
        </p:nvPicPr>
        <p:blipFill>
          <a:blip r:embed="rId31"/>
          <a:srcRect/>
          <a:stretch>
            <a:fillRect/>
          </a:stretch>
        </p:blipFill>
        <p:spPr>
          <a:xfrm>
            <a:off x="3423095" y="443579"/>
            <a:ext cx="64103" cy="82391"/>
          </a:xfrm>
          <a:prstGeom prst="rect"/>
          <a:ln w="0">
            <a:noFill/>
          </a:ln>
        </p:spPr>
      </p:pic>
      <p:pic>
        <p:nvPicPr>
          <p:cNvPr id="50" name="New picture"/>
          <p:cNvPicPr/>
          <p:nvPr/>
        </p:nvPicPr>
        <p:blipFill>
          <a:blip r:embed="rId32"/>
          <a:srcRect/>
          <a:stretch>
            <a:fillRect/>
          </a:stretch>
        </p:blipFill>
        <p:spPr>
          <a:xfrm>
            <a:off x="3497866" y="443674"/>
            <a:ext cx="77819" cy="82391"/>
          </a:xfrm>
          <a:prstGeom prst="rect"/>
          <a:ln w="0">
            <a:noFill/>
          </a:ln>
        </p:spPr>
      </p:pic>
      <p:sp>
        <p:nvSpPr>
          <p:cNvPr id="51" name="New shape"/>
          <p:cNvSpPr/>
          <p:nvPr/>
        </p:nvSpPr>
        <p:spPr>
          <a:xfrm>
            <a:off x="3511582" y="45434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" name="New picture"/>
          <p:cNvPicPr/>
          <p:nvPr/>
        </p:nvPicPr>
        <p:blipFill>
          <a:blip r:embed="rId33"/>
          <a:srcRect/>
          <a:stretch>
            <a:fillRect/>
          </a:stretch>
        </p:blipFill>
        <p:spPr>
          <a:xfrm>
            <a:off x="3591020" y="416147"/>
            <a:ext cx="74771" cy="109823"/>
          </a:xfrm>
          <a:prstGeom prst="rect"/>
          <a:ln w="0">
            <a:noFill/>
          </a:ln>
        </p:spPr>
      </p:pic>
      <p:sp>
        <p:nvSpPr>
          <p:cNvPr id="53" name="New shape"/>
          <p:cNvSpPr/>
          <p:nvPr/>
        </p:nvSpPr>
        <p:spPr>
          <a:xfrm>
            <a:off x="3604736" y="45424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" name="New picture"/>
          <p:cNvPicPr/>
          <p:nvPr/>
        </p:nvPicPr>
        <p:blipFill>
          <a:blip r:embed="rId34"/>
          <a:srcRect/>
          <a:stretch>
            <a:fillRect/>
          </a:stretch>
        </p:blipFill>
        <p:spPr>
          <a:xfrm>
            <a:off x="3685604" y="443674"/>
            <a:ext cx="71818" cy="82391"/>
          </a:xfrm>
          <a:prstGeom prst="rect"/>
          <a:ln w="0">
            <a:noFill/>
          </a:ln>
        </p:spPr>
      </p:pic>
      <p:sp>
        <p:nvSpPr>
          <p:cNvPr id="55" name="New shape"/>
          <p:cNvSpPr/>
          <p:nvPr/>
        </p:nvSpPr>
        <p:spPr>
          <a:xfrm>
            <a:off x="3699319" y="45434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" name="New picture"/>
          <p:cNvPicPr/>
          <p:nvPr/>
        </p:nvPicPr>
        <p:blipFill>
          <a:blip r:embed="rId35"/>
          <a:srcRect/>
          <a:stretch>
            <a:fillRect/>
          </a:stretch>
        </p:blipFill>
        <p:spPr>
          <a:xfrm>
            <a:off x="3777329" y="443674"/>
            <a:ext cx="42767" cy="80867"/>
          </a:xfrm>
          <a:prstGeom prst="rect"/>
          <a:ln w="0">
            <a:noFill/>
          </a:ln>
        </p:spPr>
      </p:pic>
      <p:sp>
        <p:nvSpPr>
          <p:cNvPr id="57" name="New shape"/>
          <p:cNvSpPr/>
          <p:nvPr/>
        </p:nvSpPr>
        <p:spPr>
          <a:xfrm>
            <a:off x="3874008" y="41605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" name="New picture"/>
          <p:cNvPicPr/>
          <p:nvPr/>
        </p:nvPicPr>
        <p:blipFill>
          <a:blip r:embed="rId36"/>
          <a:srcRect/>
          <a:stretch>
            <a:fillRect/>
          </a:stretch>
        </p:blipFill>
        <p:spPr>
          <a:xfrm>
            <a:off x="3907060" y="443579"/>
            <a:ext cx="71818" cy="82391"/>
          </a:xfrm>
          <a:prstGeom prst="rect"/>
          <a:ln w="0">
            <a:noFill/>
          </a:ln>
        </p:spPr>
      </p:pic>
      <p:sp>
        <p:nvSpPr>
          <p:cNvPr id="59" name="New shape"/>
          <p:cNvSpPr/>
          <p:nvPr/>
        </p:nvSpPr>
        <p:spPr>
          <a:xfrm>
            <a:off x="3920775" y="454247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" name="New picture"/>
          <p:cNvPicPr/>
          <p:nvPr/>
        </p:nvPicPr>
        <p:blipFill>
          <a:blip r:embed="rId37"/>
          <a:srcRect/>
          <a:stretch>
            <a:fillRect/>
          </a:stretch>
        </p:blipFill>
        <p:spPr>
          <a:xfrm>
            <a:off x="3998690" y="446627"/>
            <a:ext cx="68771" cy="79343"/>
          </a:xfrm>
          <a:prstGeom prst="rect"/>
          <a:ln w="0">
            <a:noFill/>
          </a:ln>
        </p:spPr>
      </p:pic>
      <p:pic>
        <p:nvPicPr>
          <p:cNvPr id="61" name="New picture"/>
          <p:cNvPicPr/>
          <p:nvPr/>
        </p:nvPicPr>
        <p:blipFill>
          <a:blip r:embed="rId38"/>
          <a:srcRect/>
          <a:stretch>
            <a:fillRect/>
          </a:stretch>
        </p:blipFill>
        <p:spPr>
          <a:xfrm>
            <a:off x="4091845" y="443674"/>
            <a:ext cx="42767" cy="80867"/>
          </a:xfrm>
          <a:prstGeom prst="rect"/>
          <a:ln w="0">
            <a:noFill/>
          </a:ln>
        </p:spPr>
      </p:pic>
      <p:pic>
        <p:nvPicPr>
          <p:cNvPr id="62" name="New picture"/>
          <p:cNvPicPr/>
          <p:nvPr/>
        </p:nvPicPr>
        <p:blipFill>
          <a:blip r:embed="rId39"/>
          <a:srcRect/>
          <a:stretch>
            <a:fillRect/>
          </a:stretch>
        </p:blipFill>
        <p:spPr>
          <a:xfrm>
            <a:off x="4139184" y="443580"/>
            <a:ext cx="58007" cy="82391"/>
          </a:xfrm>
          <a:prstGeom prst="rect"/>
          <a:ln w="0">
            <a:noFill/>
          </a:ln>
        </p:spPr>
      </p:pic>
      <p:pic>
        <p:nvPicPr>
          <p:cNvPr id="63" name="New picture"/>
          <p:cNvPicPr/>
          <p:nvPr/>
        </p:nvPicPr>
        <p:blipFill>
          <a:blip r:embed="rId40"/>
          <a:srcRect/>
          <a:stretch>
            <a:fillRect/>
          </a:stretch>
        </p:blipFill>
        <p:spPr>
          <a:xfrm>
            <a:off x="4255294" y="443579"/>
            <a:ext cx="74771" cy="117539"/>
          </a:xfrm>
          <a:prstGeom prst="rect"/>
          <a:ln w="0">
            <a:noFill/>
          </a:ln>
        </p:spPr>
      </p:pic>
      <p:sp>
        <p:nvSpPr>
          <p:cNvPr id="64" name="New shape"/>
          <p:cNvSpPr/>
          <p:nvPr/>
        </p:nvSpPr>
        <p:spPr>
          <a:xfrm>
            <a:off x="4269010" y="45424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" name="New picture"/>
          <p:cNvPicPr/>
          <p:nvPr/>
        </p:nvPicPr>
        <p:blipFill>
          <a:blip r:embed="rId41"/>
          <a:srcRect/>
          <a:stretch>
            <a:fillRect/>
          </a:stretch>
        </p:blipFill>
        <p:spPr>
          <a:xfrm>
            <a:off x="4349972" y="443579"/>
            <a:ext cx="42767" cy="80962"/>
          </a:xfrm>
          <a:prstGeom prst="rect"/>
          <a:ln w="0">
            <a:noFill/>
          </a:ln>
        </p:spPr>
      </p:pic>
      <p:pic>
        <p:nvPicPr>
          <p:cNvPr id="66" name="New picture"/>
          <p:cNvPicPr/>
          <p:nvPr/>
        </p:nvPicPr>
        <p:blipFill>
          <a:blip r:embed="rId42"/>
          <a:srcRect/>
          <a:stretch>
            <a:fillRect/>
          </a:stretch>
        </p:blipFill>
        <p:spPr>
          <a:xfrm>
            <a:off x="4398740" y="443579"/>
            <a:ext cx="77915" cy="82487"/>
          </a:xfrm>
          <a:prstGeom prst="rect"/>
          <a:ln w="0">
            <a:noFill/>
          </a:ln>
        </p:spPr>
      </p:pic>
      <p:sp>
        <p:nvSpPr>
          <p:cNvPr id="67" name="New shape"/>
          <p:cNvSpPr/>
          <p:nvPr/>
        </p:nvSpPr>
        <p:spPr>
          <a:xfrm>
            <a:off x="4412456" y="454342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" name="New picture"/>
          <p:cNvPicPr/>
          <p:nvPr/>
        </p:nvPicPr>
        <p:blipFill>
          <a:blip r:embed="rId43"/>
          <a:srcRect/>
          <a:stretch>
            <a:fillRect/>
          </a:stretch>
        </p:blipFill>
        <p:spPr>
          <a:xfrm>
            <a:off x="4496562" y="443579"/>
            <a:ext cx="76295" cy="117539"/>
          </a:xfrm>
          <a:prstGeom prst="rect"/>
          <a:ln w="0">
            <a:noFill/>
          </a:ln>
        </p:spPr>
      </p:pic>
      <p:sp>
        <p:nvSpPr>
          <p:cNvPr id="69" name="New shape"/>
          <p:cNvSpPr/>
          <p:nvPr/>
        </p:nvSpPr>
        <p:spPr>
          <a:xfrm>
            <a:off x="4510278" y="45424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" name="New picture"/>
          <p:cNvPicPr/>
          <p:nvPr/>
        </p:nvPicPr>
        <p:blipFill>
          <a:blip r:embed="rId44"/>
          <a:srcRect/>
          <a:stretch>
            <a:fillRect/>
          </a:stretch>
        </p:blipFill>
        <p:spPr>
          <a:xfrm>
            <a:off x="4591241" y="443674"/>
            <a:ext cx="42767" cy="80867"/>
          </a:xfrm>
          <a:prstGeom prst="rect"/>
          <a:ln w="0">
            <a:noFill/>
          </a:ln>
        </p:spPr>
      </p:pic>
      <p:pic>
        <p:nvPicPr>
          <p:cNvPr id="71" name="New picture"/>
          <p:cNvPicPr/>
          <p:nvPr/>
        </p:nvPicPr>
        <p:blipFill>
          <a:blip r:embed="rId45"/>
          <a:srcRect/>
          <a:stretch>
            <a:fillRect/>
          </a:stretch>
        </p:blipFill>
        <p:spPr>
          <a:xfrm>
            <a:off x="4640008" y="443579"/>
            <a:ext cx="71818" cy="82391"/>
          </a:xfrm>
          <a:prstGeom prst="rect"/>
          <a:ln w="0">
            <a:noFill/>
          </a:ln>
        </p:spPr>
      </p:pic>
      <p:sp>
        <p:nvSpPr>
          <p:cNvPr id="72" name="New shape"/>
          <p:cNvSpPr/>
          <p:nvPr/>
        </p:nvSpPr>
        <p:spPr>
          <a:xfrm>
            <a:off x="4653724" y="45424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" name="New picture"/>
          <p:cNvPicPr/>
          <p:nvPr/>
        </p:nvPicPr>
        <p:blipFill>
          <a:blip r:embed="rId46"/>
          <a:srcRect/>
          <a:stretch>
            <a:fillRect/>
          </a:stretch>
        </p:blipFill>
        <p:spPr>
          <a:xfrm>
            <a:off x="4722400" y="443580"/>
            <a:ext cx="58102" cy="82391"/>
          </a:xfrm>
          <a:prstGeom prst="rect"/>
          <a:ln w="0">
            <a:noFill/>
          </a:ln>
        </p:spPr>
      </p:pic>
      <p:pic>
        <p:nvPicPr>
          <p:cNvPr id="74" name="New picture"/>
          <p:cNvPicPr/>
          <p:nvPr/>
        </p:nvPicPr>
        <p:blipFill>
          <a:blip r:embed="rId47"/>
          <a:srcRect/>
          <a:stretch>
            <a:fillRect/>
          </a:stretch>
        </p:blipFill>
        <p:spPr>
          <a:xfrm>
            <a:off x="4838605" y="443579"/>
            <a:ext cx="74771" cy="117539"/>
          </a:xfrm>
          <a:prstGeom prst="rect"/>
          <a:ln w="0">
            <a:noFill/>
          </a:ln>
        </p:spPr>
      </p:pic>
      <p:sp>
        <p:nvSpPr>
          <p:cNvPr id="75" name="New shape"/>
          <p:cNvSpPr/>
          <p:nvPr/>
        </p:nvSpPr>
        <p:spPr>
          <a:xfrm>
            <a:off x="4852321" y="45424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" name="New picture"/>
          <p:cNvPicPr/>
          <p:nvPr/>
        </p:nvPicPr>
        <p:blipFill>
          <a:blip r:embed="rId48"/>
          <a:srcRect/>
          <a:stretch>
            <a:fillRect/>
          </a:stretch>
        </p:blipFill>
        <p:spPr>
          <a:xfrm>
            <a:off x="4933283" y="443674"/>
            <a:ext cx="42767" cy="80867"/>
          </a:xfrm>
          <a:prstGeom prst="rect"/>
          <a:ln w="0">
            <a:noFill/>
          </a:ln>
        </p:spPr>
      </p:pic>
      <p:pic>
        <p:nvPicPr>
          <p:cNvPr id="77" name="New picture"/>
          <p:cNvPicPr/>
          <p:nvPr/>
        </p:nvPicPr>
        <p:blipFill>
          <a:blip r:embed="rId49"/>
          <a:srcRect/>
          <a:stretch>
            <a:fillRect/>
          </a:stretch>
        </p:blipFill>
        <p:spPr>
          <a:xfrm>
            <a:off x="4982051" y="443579"/>
            <a:ext cx="77915" cy="82487"/>
          </a:xfrm>
          <a:prstGeom prst="rect"/>
          <a:ln w="0">
            <a:noFill/>
          </a:ln>
        </p:spPr>
      </p:pic>
      <p:sp>
        <p:nvSpPr>
          <p:cNvPr id="78" name="New shape"/>
          <p:cNvSpPr/>
          <p:nvPr/>
        </p:nvSpPr>
        <p:spPr>
          <a:xfrm>
            <a:off x="4995862" y="454342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" name="New picture"/>
          <p:cNvPicPr/>
          <p:nvPr/>
        </p:nvPicPr>
        <p:blipFill>
          <a:blip r:embed="rId50"/>
          <a:srcRect/>
          <a:stretch>
            <a:fillRect/>
          </a:stretch>
        </p:blipFill>
        <p:spPr>
          <a:xfrm>
            <a:off x="5070729" y="445199"/>
            <a:ext cx="77915" cy="117539"/>
          </a:xfrm>
          <a:prstGeom prst="rect"/>
          <a:ln w="0">
            <a:noFill/>
          </a:ln>
        </p:spPr>
      </p:pic>
      <p:sp>
        <p:nvSpPr>
          <p:cNvPr id="80" name="New shape"/>
          <p:cNvSpPr/>
          <p:nvPr/>
        </p:nvSpPr>
        <p:spPr>
          <a:xfrm>
            <a:off x="5087493" y="454343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1" name="New shape"/>
          <p:cNvSpPr/>
          <p:nvPr/>
        </p:nvSpPr>
        <p:spPr>
          <a:xfrm>
            <a:off x="5082921" y="523018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" name="New picture"/>
          <p:cNvPicPr/>
          <p:nvPr/>
        </p:nvPicPr>
        <p:blipFill>
          <a:blip r:embed="rId51"/>
          <a:srcRect/>
          <a:stretch>
            <a:fillRect/>
          </a:stretch>
        </p:blipFill>
        <p:spPr>
          <a:xfrm>
            <a:off x="5163788" y="443579"/>
            <a:ext cx="42767" cy="80962"/>
          </a:xfrm>
          <a:prstGeom prst="rect"/>
          <a:ln w="0">
            <a:noFill/>
          </a:ln>
        </p:spPr>
      </p:pic>
      <p:pic>
        <p:nvPicPr>
          <p:cNvPr id="83" name="New picture"/>
          <p:cNvPicPr/>
          <p:nvPr/>
        </p:nvPicPr>
        <p:blipFill>
          <a:blip r:embed="rId52"/>
          <a:srcRect/>
          <a:stretch>
            <a:fillRect/>
          </a:stretch>
        </p:blipFill>
        <p:spPr>
          <a:xfrm>
            <a:off x="5211128" y="443674"/>
            <a:ext cx="65627" cy="82391"/>
          </a:xfrm>
          <a:prstGeom prst="rect"/>
          <a:ln w="0">
            <a:noFill/>
          </a:ln>
        </p:spPr>
      </p:pic>
      <p:sp>
        <p:nvSpPr>
          <p:cNvPr id="84" name="New shape"/>
          <p:cNvSpPr/>
          <p:nvPr/>
        </p:nvSpPr>
        <p:spPr>
          <a:xfrm>
            <a:off x="5224843" y="48482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" name="New picture"/>
          <p:cNvPicPr/>
          <p:nvPr/>
        </p:nvPicPr>
        <p:blipFill>
          <a:blip r:embed="rId53"/>
          <a:srcRect/>
          <a:stretch>
            <a:fillRect/>
          </a:stretch>
        </p:blipFill>
        <p:spPr>
          <a:xfrm>
            <a:off x="5301234" y="443674"/>
            <a:ext cx="120682" cy="80867"/>
          </a:xfrm>
          <a:prstGeom prst="rect"/>
          <a:ln w="0">
            <a:noFill/>
          </a:ln>
        </p:spPr>
      </p:pic>
      <p:pic>
        <p:nvPicPr>
          <p:cNvPr id="86" name="New picture"/>
          <p:cNvPicPr/>
          <p:nvPr/>
        </p:nvPicPr>
        <p:blipFill>
          <a:blip r:embed="rId54"/>
          <a:srcRect/>
          <a:stretch>
            <a:fillRect/>
          </a:stretch>
        </p:blipFill>
        <p:spPr>
          <a:xfrm>
            <a:off x="5446299" y="443579"/>
            <a:ext cx="120586" cy="80867"/>
          </a:xfrm>
          <a:prstGeom prst="rect"/>
          <a:ln w="0">
            <a:noFill/>
          </a:ln>
        </p:spPr>
      </p:pic>
      <p:pic>
        <p:nvPicPr>
          <p:cNvPr id="87" name="New picture"/>
          <p:cNvPicPr/>
          <p:nvPr/>
        </p:nvPicPr>
        <p:blipFill>
          <a:blip r:embed="rId55"/>
          <a:srcRect/>
          <a:stretch>
            <a:fillRect/>
          </a:stretch>
        </p:blipFill>
        <p:spPr>
          <a:xfrm>
            <a:off x="5586793" y="443579"/>
            <a:ext cx="70295" cy="82391"/>
          </a:xfrm>
          <a:prstGeom prst="rect"/>
          <a:ln w="0">
            <a:noFill/>
          </a:ln>
        </p:spPr>
      </p:pic>
      <p:sp>
        <p:nvSpPr>
          <p:cNvPr id="88" name="New shape"/>
          <p:cNvSpPr/>
          <p:nvPr/>
        </p:nvSpPr>
        <p:spPr>
          <a:xfrm>
            <a:off x="5599081" y="45424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" name="New picture"/>
          <p:cNvPicPr/>
          <p:nvPr/>
        </p:nvPicPr>
        <p:blipFill>
          <a:blip r:embed="rId56"/>
          <a:srcRect/>
          <a:stretch>
            <a:fillRect/>
          </a:stretch>
        </p:blipFill>
        <p:spPr>
          <a:xfrm>
            <a:off x="5669280" y="443580"/>
            <a:ext cx="58007" cy="82391"/>
          </a:xfrm>
          <a:prstGeom prst="rect"/>
          <a:ln w="0">
            <a:noFill/>
          </a:ln>
        </p:spPr>
      </p:pic>
      <p:pic>
        <p:nvPicPr>
          <p:cNvPr id="90" name="New picture"/>
          <p:cNvPicPr/>
          <p:nvPr/>
        </p:nvPicPr>
        <p:blipFill>
          <a:blip r:embed="rId57"/>
          <a:srcRect/>
          <a:stretch>
            <a:fillRect/>
          </a:stretch>
        </p:blipFill>
        <p:spPr>
          <a:xfrm>
            <a:off x="5780722" y="416052"/>
            <a:ext cx="74866" cy="109918"/>
          </a:xfrm>
          <a:prstGeom prst="rect"/>
          <a:ln w="0">
            <a:noFill/>
          </a:ln>
        </p:spPr>
      </p:pic>
      <p:sp>
        <p:nvSpPr>
          <p:cNvPr id="91" name="New shape"/>
          <p:cNvSpPr/>
          <p:nvPr/>
        </p:nvSpPr>
        <p:spPr>
          <a:xfrm>
            <a:off x="5793010" y="45424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" name="New picture"/>
          <p:cNvPicPr/>
          <p:nvPr/>
        </p:nvPicPr>
        <p:blipFill>
          <a:blip r:embed="rId58"/>
          <a:srcRect/>
          <a:stretch>
            <a:fillRect/>
          </a:stretch>
        </p:blipFill>
        <p:spPr>
          <a:xfrm>
            <a:off x="5873877" y="443579"/>
            <a:ext cx="65722" cy="82486"/>
          </a:xfrm>
          <a:prstGeom prst="rect"/>
          <a:ln w="0">
            <a:noFill/>
          </a:ln>
        </p:spPr>
      </p:pic>
      <p:sp>
        <p:nvSpPr>
          <p:cNvPr id="93" name="New shape"/>
          <p:cNvSpPr/>
          <p:nvPr/>
        </p:nvSpPr>
        <p:spPr>
          <a:xfrm>
            <a:off x="5887593" y="484822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" name="New picture"/>
          <p:cNvPicPr/>
          <p:nvPr/>
        </p:nvPicPr>
        <p:blipFill>
          <a:blip r:embed="rId59"/>
          <a:srcRect/>
          <a:stretch>
            <a:fillRect/>
          </a:stretch>
        </p:blipFill>
        <p:spPr>
          <a:xfrm>
            <a:off x="5962459" y="443579"/>
            <a:ext cx="70295" cy="80867"/>
          </a:xfrm>
          <a:prstGeom prst="rect"/>
          <a:ln w="0">
            <a:noFill/>
          </a:ln>
        </p:spPr>
      </p:pic>
      <p:pic>
        <p:nvPicPr>
          <p:cNvPr id="95" name="New picture"/>
          <p:cNvPicPr/>
          <p:nvPr/>
        </p:nvPicPr>
        <p:blipFill>
          <a:blip r:embed="rId60"/>
          <a:srcRect/>
          <a:stretch>
            <a:fillRect/>
          </a:stretch>
        </p:blipFill>
        <p:spPr>
          <a:xfrm>
            <a:off x="6049518" y="443580"/>
            <a:ext cx="56483" cy="82391"/>
          </a:xfrm>
          <a:prstGeom prst="rect"/>
          <a:ln w="0">
            <a:noFill/>
          </a:ln>
        </p:spPr>
      </p:pic>
      <p:sp>
        <p:nvSpPr>
          <p:cNvPr id="96" name="New shape"/>
          <p:cNvSpPr/>
          <p:nvPr/>
        </p:nvSpPr>
        <p:spPr>
          <a:xfrm>
            <a:off x="6166104" y="41605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" name="New picture"/>
          <p:cNvPicPr/>
          <p:nvPr/>
        </p:nvPicPr>
        <p:blipFill>
          <a:blip r:embed="rId61"/>
          <a:srcRect/>
          <a:stretch>
            <a:fillRect/>
          </a:stretch>
        </p:blipFill>
        <p:spPr>
          <a:xfrm>
            <a:off x="6199156" y="443579"/>
            <a:ext cx="71723" cy="82391"/>
          </a:xfrm>
          <a:prstGeom prst="rect"/>
          <a:ln w="0">
            <a:noFill/>
          </a:ln>
        </p:spPr>
      </p:pic>
      <p:sp>
        <p:nvSpPr>
          <p:cNvPr id="98" name="New shape"/>
          <p:cNvSpPr/>
          <p:nvPr/>
        </p:nvSpPr>
        <p:spPr>
          <a:xfrm>
            <a:off x="6212871" y="45424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" name="New picture"/>
          <p:cNvPicPr/>
          <p:nvPr/>
        </p:nvPicPr>
        <p:blipFill>
          <a:blip r:embed="rId62"/>
          <a:srcRect/>
          <a:stretch>
            <a:fillRect/>
          </a:stretch>
        </p:blipFill>
        <p:spPr>
          <a:xfrm>
            <a:off x="6330410" y="416147"/>
            <a:ext cx="74866" cy="109919"/>
          </a:xfrm>
          <a:prstGeom prst="rect"/>
          <a:ln w="0">
            <a:noFill/>
          </a:ln>
        </p:spPr>
      </p:pic>
      <p:sp>
        <p:nvSpPr>
          <p:cNvPr id="100" name="New shape"/>
          <p:cNvSpPr/>
          <p:nvPr/>
        </p:nvSpPr>
        <p:spPr>
          <a:xfrm>
            <a:off x="6344126" y="454342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" name="New picture"/>
          <p:cNvPicPr/>
          <p:nvPr/>
        </p:nvPicPr>
        <p:blipFill>
          <a:blip r:embed="rId63"/>
          <a:srcRect/>
          <a:stretch>
            <a:fillRect/>
          </a:stretch>
        </p:blipFill>
        <p:spPr>
          <a:xfrm>
            <a:off x="6425184" y="446627"/>
            <a:ext cx="70199" cy="79343"/>
          </a:xfrm>
          <a:prstGeom prst="rect"/>
          <a:ln w="0">
            <a:noFill/>
          </a:ln>
        </p:spPr>
      </p:pic>
      <p:pic>
        <p:nvPicPr>
          <p:cNvPr id="102" name="New picture"/>
          <p:cNvPicPr/>
          <p:nvPr/>
        </p:nvPicPr>
        <p:blipFill>
          <a:blip r:embed="rId64"/>
          <a:srcRect/>
          <a:stretch>
            <a:fillRect/>
          </a:stretch>
        </p:blipFill>
        <p:spPr>
          <a:xfrm>
            <a:off x="6509099" y="422148"/>
            <a:ext cx="47339" cy="103823"/>
          </a:xfrm>
          <a:prstGeom prst="rect"/>
          <a:ln w="0">
            <a:noFill/>
          </a:ln>
        </p:spPr>
      </p:pic>
      <p:pic>
        <p:nvPicPr>
          <p:cNvPr id="103" name="New picture"/>
          <p:cNvPicPr/>
          <p:nvPr/>
        </p:nvPicPr>
        <p:blipFill>
          <a:blip r:embed="rId65"/>
          <a:srcRect/>
          <a:stretch>
            <a:fillRect/>
          </a:stretch>
        </p:blipFill>
        <p:spPr>
          <a:xfrm>
            <a:off x="6608349" y="416052"/>
            <a:ext cx="76391" cy="109918"/>
          </a:xfrm>
          <a:prstGeom prst="rect"/>
          <a:ln w="0">
            <a:noFill/>
          </a:ln>
        </p:spPr>
      </p:pic>
      <p:sp>
        <p:nvSpPr>
          <p:cNvPr id="104" name="New shape"/>
          <p:cNvSpPr/>
          <p:nvPr/>
        </p:nvSpPr>
        <p:spPr>
          <a:xfrm>
            <a:off x="6622160" y="45424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" name="New picture"/>
          <p:cNvPicPr/>
          <p:nvPr/>
        </p:nvPicPr>
        <p:blipFill>
          <a:blip r:embed="rId66"/>
          <a:srcRect/>
          <a:stretch>
            <a:fillRect/>
          </a:stretch>
        </p:blipFill>
        <p:spPr>
          <a:xfrm>
            <a:off x="6704647" y="443579"/>
            <a:ext cx="70200" cy="82486"/>
          </a:xfrm>
          <a:prstGeom prst="rect"/>
          <a:ln w="0">
            <a:noFill/>
          </a:ln>
        </p:spPr>
      </p:pic>
      <p:sp>
        <p:nvSpPr>
          <p:cNvPr id="106" name="New shape"/>
          <p:cNvSpPr/>
          <p:nvPr/>
        </p:nvSpPr>
        <p:spPr>
          <a:xfrm>
            <a:off x="6716840" y="45424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" name="New picture"/>
          <p:cNvPicPr/>
          <p:nvPr/>
        </p:nvPicPr>
        <p:blipFill>
          <a:blip r:embed="rId67"/>
          <a:srcRect/>
          <a:stretch>
            <a:fillRect/>
          </a:stretch>
        </p:blipFill>
        <p:spPr>
          <a:xfrm>
            <a:off x="677418" y="672560"/>
            <a:ext cx="64103" cy="82391"/>
          </a:xfrm>
          <a:prstGeom prst="rect"/>
          <a:ln w="0">
            <a:noFill/>
          </a:ln>
        </p:spPr>
      </p:pic>
      <p:pic>
        <p:nvPicPr>
          <p:cNvPr id="108" name="New picture"/>
          <p:cNvPicPr/>
          <p:nvPr/>
        </p:nvPicPr>
        <p:blipFill>
          <a:blip r:embed="rId68"/>
          <a:srcRect/>
          <a:stretch>
            <a:fillRect/>
          </a:stretch>
        </p:blipFill>
        <p:spPr>
          <a:xfrm>
            <a:off x="752285" y="672465"/>
            <a:ext cx="77819" cy="82391"/>
          </a:xfrm>
          <a:prstGeom prst="rect"/>
          <a:ln w="0">
            <a:noFill/>
          </a:ln>
        </p:spPr>
      </p:pic>
      <p:sp>
        <p:nvSpPr>
          <p:cNvPr id="109" name="New shape"/>
          <p:cNvSpPr/>
          <p:nvPr/>
        </p:nvSpPr>
        <p:spPr>
          <a:xfrm>
            <a:off x="766001" y="68313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0" name="New shape"/>
          <p:cNvSpPr/>
          <p:nvPr/>
        </p:nvSpPr>
        <p:spPr>
          <a:xfrm>
            <a:off x="851916" y="64465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1" name="New shape"/>
          <p:cNvSpPr/>
          <p:nvPr/>
        </p:nvSpPr>
        <p:spPr>
          <a:xfrm>
            <a:off x="891540" y="64465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" name="New picture"/>
          <p:cNvPicPr/>
          <p:nvPr/>
        </p:nvPicPr>
        <p:blipFill>
          <a:blip r:embed="rId69"/>
          <a:srcRect/>
          <a:stretch>
            <a:fillRect/>
          </a:stretch>
        </p:blipFill>
        <p:spPr>
          <a:xfrm>
            <a:off x="924782" y="672465"/>
            <a:ext cx="71818" cy="82391"/>
          </a:xfrm>
          <a:prstGeom prst="rect"/>
          <a:ln w="0">
            <a:noFill/>
          </a:ln>
        </p:spPr>
      </p:pic>
      <p:sp>
        <p:nvSpPr>
          <p:cNvPr id="113" name="New shape"/>
          <p:cNvSpPr/>
          <p:nvPr/>
        </p:nvSpPr>
        <p:spPr>
          <a:xfrm>
            <a:off x="938498" y="68313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" name="New picture"/>
          <p:cNvPicPr/>
          <p:nvPr/>
        </p:nvPicPr>
        <p:blipFill>
          <a:blip r:embed="rId70"/>
          <a:srcRect/>
          <a:stretch>
            <a:fillRect/>
          </a:stretch>
        </p:blipFill>
        <p:spPr>
          <a:xfrm>
            <a:off x="1011841" y="672560"/>
            <a:ext cx="64199" cy="82391"/>
          </a:xfrm>
          <a:prstGeom prst="rect"/>
          <a:ln w="0">
            <a:noFill/>
          </a:ln>
        </p:spPr>
      </p:pic>
      <p:pic>
        <p:nvPicPr>
          <p:cNvPr id="115" name="New picture"/>
          <p:cNvPicPr/>
          <p:nvPr/>
        </p:nvPicPr>
        <p:blipFill>
          <a:blip r:embed="rId71"/>
          <a:srcRect/>
          <a:stretch>
            <a:fillRect/>
          </a:stretch>
        </p:blipFill>
        <p:spPr>
          <a:xfrm>
            <a:off x="1086707" y="651224"/>
            <a:ext cx="47244" cy="103727"/>
          </a:xfrm>
          <a:prstGeom prst="rect"/>
          <a:ln w="0">
            <a:noFill/>
          </a:ln>
        </p:spPr>
      </p:pic>
      <p:pic>
        <p:nvPicPr>
          <p:cNvPr id="116" name="New picture"/>
          <p:cNvPicPr/>
          <p:nvPr/>
        </p:nvPicPr>
        <p:blipFill>
          <a:blip r:embed="rId72"/>
          <a:srcRect/>
          <a:stretch>
            <a:fillRect/>
          </a:stretch>
        </p:blipFill>
        <p:spPr>
          <a:xfrm>
            <a:off x="1144715" y="672465"/>
            <a:ext cx="70199" cy="82486"/>
          </a:xfrm>
          <a:prstGeom prst="rect"/>
          <a:ln w="0">
            <a:noFill/>
          </a:ln>
        </p:spPr>
      </p:pic>
      <p:sp>
        <p:nvSpPr>
          <p:cNvPr id="117" name="New shape"/>
          <p:cNvSpPr/>
          <p:nvPr/>
        </p:nvSpPr>
        <p:spPr>
          <a:xfrm>
            <a:off x="1156907" y="68322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" name="New picture"/>
          <p:cNvPicPr/>
          <p:nvPr/>
        </p:nvPicPr>
        <p:blipFill>
          <a:blip r:embed="rId73"/>
          <a:srcRect/>
          <a:stretch>
            <a:fillRect/>
          </a:stretch>
        </p:blipFill>
        <p:spPr>
          <a:xfrm>
            <a:off x="1234821" y="672560"/>
            <a:ext cx="42767" cy="80867"/>
          </a:xfrm>
          <a:prstGeom prst="rect"/>
          <a:ln w="0">
            <a:noFill/>
          </a:ln>
        </p:spPr>
      </p:pic>
      <p:pic>
        <p:nvPicPr>
          <p:cNvPr id="119" name="New picture"/>
          <p:cNvPicPr/>
          <p:nvPr/>
        </p:nvPicPr>
        <p:blipFill>
          <a:blip r:embed="rId74"/>
          <a:srcRect/>
          <a:stretch>
            <a:fillRect/>
          </a:stretch>
        </p:blipFill>
        <p:spPr>
          <a:xfrm>
            <a:off x="1326452" y="645033"/>
            <a:ext cx="74771" cy="109918"/>
          </a:xfrm>
          <a:prstGeom prst="rect"/>
          <a:ln w="0">
            <a:noFill/>
          </a:ln>
        </p:spPr>
      </p:pic>
      <p:sp>
        <p:nvSpPr>
          <p:cNvPr id="120" name="New shape"/>
          <p:cNvSpPr/>
          <p:nvPr/>
        </p:nvSpPr>
        <p:spPr>
          <a:xfrm>
            <a:off x="1340167" y="68322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" name="New picture"/>
          <p:cNvPicPr/>
          <p:nvPr/>
        </p:nvPicPr>
        <p:blipFill>
          <a:blip r:embed="rId75"/>
          <a:srcRect/>
          <a:stretch>
            <a:fillRect/>
          </a:stretch>
        </p:blipFill>
        <p:spPr>
          <a:xfrm>
            <a:off x="1421035" y="672560"/>
            <a:ext cx="71819" cy="82391"/>
          </a:xfrm>
          <a:prstGeom prst="rect"/>
          <a:ln w="0">
            <a:noFill/>
          </a:ln>
        </p:spPr>
      </p:pic>
      <p:sp>
        <p:nvSpPr>
          <p:cNvPr id="122" name="New shape"/>
          <p:cNvSpPr/>
          <p:nvPr/>
        </p:nvSpPr>
        <p:spPr>
          <a:xfrm>
            <a:off x="1434846" y="68322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" name="New picture"/>
          <p:cNvPicPr/>
          <p:nvPr/>
        </p:nvPicPr>
        <p:blipFill>
          <a:blip r:embed="rId76"/>
          <a:srcRect/>
          <a:stretch>
            <a:fillRect/>
          </a:stretch>
        </p:blipFill>
        <p:spPr>
          <a:xfrm>
            <a:off x="1503426" y="672560"/>
            <a:ext cx="58103" cy="82391"/>
          </a:xfrm>
          <a:prstGeom prst="rect"/>
          <a:ln w="0">
            <a:noFill/>
          </a:ln>
        </p:spPr>
      </p:pic>
      <p:pic>
        <p:nvPicPr>
          <p:cNvPr id="124" name="New picture"/>
          <p:cNvPicPr/>
          <p:nvPr/>
        </p:nvPicPr>
        <p:blipFill>
          <a:blip r:embed="rId77"/>
          <a:srcRect/>
          <a:stretch>
            <a:fillRect/>
          </a:stretch>
        </p:blipFill>
        <p:spPr>
          <a:xfrm>
            <a:off x="1615059" y="645033"/>
            <a:ext cx="74771" cy="109918"/>
          </a:xfrm>
          <a:prstGeom prst="rect"/>
          <a:ln w="0">
            <a:noFill/>
          </a:ln>
        </p:spPr>
      </p:pic>
      <p:sp>
        <p:nvSpPr>
          <p:cNvPr id="125" name="New shape"/>
          <p:cNvSpPr/>
          <p:nvPr/>
        </p:nvSpPr>
        <p:spPr>
          <a:xfrm>
            <a:off x="1628775" y="683228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" name="New picture"/>
          <p:cNvPicPr/>
          <p:nvPr/>
        </p:nvPicPr>
        <p:blipFill>
          <a:blip r:embed="rId78"/>
          <a:srcRect/>
          <a:stretch>
            <a:fillRect/>
          </a:stretch>
        </p:blipFill>
        <p:spPr>
          <a:xfrm>
            <a:off x="1709642" y="672465"/>
            <a:ext cx="77914" cy="82487"/>
          </a:xfrm>
          <a:prstGeom prst="rect"/>
          <a:ln w="0">
            <a:noFill/>
          </a:ln>
        </p:spPr>
      </p:pic>
      <p:sp>
        <p:nvSpPr>
          <p:cNvPr id="127" name="New shape"/>
          <p:cNvSpPr/>
          <p:nvPr/>
        </p:nvSpPr>
        <p:spPr>
          <a:xfrm>
            <a:off x="1723358" y="683228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" name="New picture"/>
          <p:cNvPicPr/>
          <p:nvPr/>
        </p:nvPicPr>
        <p:blipFill>
          <a:blip r:embed="rId79"/>
          <a:srcRect/>
          <a:stretch>
            <a:fillRect/>
          </a:stretch>
        </p:blipFill>
        <p:spPr>
          <a:xfrm>
            <a:off x="1807464" y="672560"/>
            <a:ext cx="70199" cy="80867"/>
          </a:xfrm>
          <a:prstGeom prst="rect"/>
          <a:ln w="0">
            <a:noFill/>
          </a:ln>
        </p:spPr>
      </p:pic>
      <p:pic>
        <p:nvPicPr>
          <p:cNvPr id="129" name="New picture"/>
          <p:cNvPicPr/>
          <p:nvPr/>
        </p:nvPicPr>
        <p:blipFill>
          <a:blip r:embed="rId80"/>
          <a:srcRect/>
          <a:stretch>
            <a:fillRect/>
          </a:stretch>
        </p:blipFill>
        <p:spPr>
          <a:xfrm>
            <a:off x="1902142" y="672560"/>
            <a:ext cx="68770" cy="80867"/>
          </a:xfrm>
          <a:prstGeom prst="rect"/>
          <a:ln w="0">
            <a:noFill/>
          </a:ln>
        </p:spPr>
      </p:pic>
      <p:pic>
        <p:nvPicPr>
          <p:cNvPr id="130" name="New picture"/>
          <p:cNvPicPr/>
          <p:nvPr/>
        </p:nvPicPr>
        <p:blipFill>
          <a:blip r:embed="rId81"/>
          <a:srcRect/>
          <a:stretch>
            <a:fillRect/>
          </a:stretch>
        </p:blipFill>
        <p:spPr>
          <a:xfrm>
            <a:off x="1990725" y="672465"/>
            <a:ext cx="71723" cy="82391"/>
          </a:xfrm>
          <a:prstGeom prst="rect"/>
          <a:ln w="0">
            <a:noFill/>
          </a:ln>
        </p:spPr>
      </p:pic>
      <p:sp>
        <p:nvSpPr>
          <p:cNvPr id="131" name="New shape"/>
          <p:cNvSpPr/>
          <p:nvPr/>
        </p:nvSpPr>
        <p:spPr>
          <a:xfrm>
            <a:off x="2004441" y="68313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2" name="New shape"/>
          <p:cNvSpPr/>
          <p:nvPr/>
        </p:nvSpPr>
        <p:spPr>
          <a:xfrm>
            <a:off x="2013585" y="637413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" name="New picture"/>
          <p:cNvPicPr/>
          <p:nvPr/>
        </p:nvPicPr>
        <p:blipFill>
          <a:blip r:embed="rId82"/>
          <a:srcRect/>
          <a:stretch>
            <a:fillRect/>
          </a:stretch>
        </p:blipFill>
        <p:spPr>
          <a:xfrm>
            <a:off x="2077688" y="672465"/>
            <a:ext cx="70295" cy="82391"/>
          </a:xfrm>
          <a:prstGeom prst="rect"/>
          <a:ln w="0">
            <a:noFill/>
          </a:ln>
        </p:spPr>
      </p:pic>
      <p:sp>
        <p:nvSpPr>
          <p:cNvPr id="134" name="New shape"/>
          <p:cNvSpPr/>
          <p:nvPr/>
        </p:nvSpPr>
        <p:spPr>
          <a:xfrm>
            <a:off x="2089976" y="68313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" name="New picture"/>
          <p:cNvPicPr/>
          <p:nvPr/>
        </p:nvPicPr>
        <p:blipFill>
          <a:blip r:embed="rId83"/>
          <a:srcRect/>
          <a:stretch>
            <a:fillRect/>
          </a:stretch>
        </p:blipFill>
        <p:spPr>
          <a:xfrm>
            <a:off x="2160175" y="672560"/>
            <a:ext cx="58007" cy="82391"/>
          </a:xfrm>
          <a:prstGeom prst="rect"/>
          <a:ln w="0">
            <a:noFill/>
          </a:ln>
        </p:spPr>
      </p:pic>
      <p:pic>
        <p:nvPicPr>
          <p:cNvPr id="136" name="New picture"/>
          <p:cNvPicPr/>
          <p:nvPr/>
        </p:nvPicPr>
        <p:blipFill>
          <a:blip r:embed="rId84"/>
          <a:srcRect/>
          <a:stretch>
            <a:fillRect/>
          </a:stretch>
        </p:blipFill>
        <p:spPr>
          <a:xfrm>
            <a:off x="2270093" y="672560"/>
            <a:ext cx="65723" cy="82391"/>
          </a:xfrm>
          <a:prstGeom prst="rect"/>
          <a:ln w="0">
            <a:noFill/>
          </a:ln>
        </p:spPr>
      </p:pic>
      <p:sp>
        <p:nvSpPr>
          <p:cNvPr id="137" name="New shape"/>
          <p:cNvSpPr/>
          <p:nvPr/>
        </p:nvSpPr>
        <p:spPr>
          <a:xfrm>
            <a:off x="2283904" y="713708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8" name="New shape"/>
          <p:cNvSpPr/>
          <p:nvPr/>
        </p:nvSpPr>
        <p:spPr>
          <a:xfrm>
            <a:off x="2288476" y="637413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" name="New picture"/>
          <p:cNvPicPr/>
          <p:nvPr/>
        </p:nvPicPr>
        <p:blipFill>
          <a:blip r:embed="rId85"/>
          <a:srcRect/>
          <a:stretch>
            <a:fillRect/>
          </a:stretch>
        </p:blipFill>
        <p:spPr>
          <a:xfrm>
            <a:off x="2393823" y="672465"/>
            <a:ext cx="65723" cy="82486"/>
          </a:xfrm>
          <a:prstGeom prst="rect"/>
          <a:ln w="0">
            <a:noFill/>
          </a:ln>
        </p:spPr>
      </p:pic>
      <p:sp>
        <p:nvSpPr>
          <p:cNvPr id="140" name="New shape"/>
          <p:cNvSpPr/>
          <p:nvPr/>
        </p:nvSpPr>
        <p:spPr>
          <a:xfrm>
            <a:off x="2406110" y="713708"/>
            <a:ext cx="39624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" name="New picture"/>
          <p:cNvPicPr/>
          <p:nvPr/>
        </p:nvPicPr>
        <p:blipFill>
          <a:blip r:embed="rId86"/>
          <a:srcRect/>
          <a:stretch>
            <a:fillRect/>
          </a:stretch>
        </p:blipFill>
        <p:spPr>
          <a:xfrm>
            <a:off x="2482405" y="672465"/>
            <a:ext cx="70294" cy="80962"/>
          </a:xfrm>
          <a:prstGeom prst="rect"/>
          <a:ln w="0">
            <a:noFill/>
          </a:ln>
        </p:spPr>
      </p:pic>
      <p:pic>
        <p:nvPicPr>
          <p:cNvPr id="142" name="New picture"/>
          <p:cNvPicPr/>
          <p:nvPr/>
        </p:nvPicPr>
        <p:blipFill>
          <a:blip r:embed="rId87"/>
          <a:srcRect/>
          <a:stretch>
            <a:fillRect/>
          </a:stretch>
        </p:blipFill>
        <p:spPr>
          <a:xfrm>
            <a:off x="2569369" y="672560"/>
            <a:ext cx="65723" cy="82391"/>
          </a:xfrm>
          <a:prstGeom prst="rect"/>
          <a:ln w="0">
            <a:noFill/>
          </a:ln>
        </p:spPr>
      </p:pic>
      <p:sp>
        <p:nvSpPr>
          <p:cNvPr id="143" name="New shape"/>
          <p:cNvSpPr/>
          <p:nvPr/>
        </p:nvSpPr>
        <p:spPr>
          <a:xfrm>
            <a:off x="2583180" y="713708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4" name="New shape"/>
          <p:cNvSpPr/>
          <p:nvPr/>
        </p:nvSpPr>
        <p:spPr>
          <a:xfrm>
            <a:off x="2659380" y="64465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" name="New picture"/>
          <p:cNvPicPr/>
          <p:nvPr/>
        </p:nvPicPr>
        <p:blipFill>
          <a:blip r:embed="rId88"/>
          <a:srcRect/>
          <a:stretch>
            <a:fillRect/>
          </a:stretch>
        </p:blipFill>
        <p:spPr>
          <a:xfrm>
            <a:off x="2687003" y="675608"/>
            <a:ext cx="70199" cy="115919"/>
          </a:xfrm>
          <a:prstGeom prst="rect"/>
          <a:ln w="0">
            <a:noFill/>
          </a:ln>
        </p:spPr>
      </p:pic>
      <p:pic>
        <p:nvPicPr>
          <p:cNvPr id="146" name="New picture"/>
          <p:cNvPicPr/>
          <p:nvPr/>
        </p:nvPicPr>
        <p:blipFill>
          <a:blip r:embed="rId89"/>
          <a:srcRect/>
          <a:stretch>
            <a:fillRect/>
          </a:stretch>
        </p:blipFill>
        <p:spPr>
          <a:xfrm>
            <a:off x="2761869" y="672560"/>
            <a:ext cx="56483" cy="82391"/>
          </a:xfrm>
          <a:prstGeom prst="rect"/>
          <a:ln w="0">
            <a:noFill/>
          </a:ln>
        </p:spPr>
      </p:pic>
      <p:pic>
        <p:nvPicPr>
          <p:cNvPr id="147" name="New picture"/>
          <p:cNvPicPr/>
          <p:nvPr/>
        </p:nvPicPr>
        <p:blipFill>
          <a:blip r:embed="rId90"/>
          <a:srcRect/>
          <a:stretch>
            <a:fillRect/>
          </a:stretch>
        </p:blipFill>
        <p:spPr>
          <a:xfrm>
            <a:off x="2832068" y="672560"/>
            <a:ext cx="71723" cy="82391"/>
          </a:xfrm>
          <a:prstGeom prst="rect"/>
          <a:ln w="0">
            <a:noFill/>
          </a:ln>
        </p:spPr>
      </p:pic>
      <p:sp>
        <p:nvSpPr>
          <p:cNvPr id="148" name="New shape"/>
          <p:cNvSpPr/>
          <p:nvPr/>
        </p:nvSpPr>
        <p:spPr>
          <a:xfrm>
            <a:off x="2845784" y="68322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" name="New picture"/>
          <p:cNvPicPr/>
          <p:nvPr/>
        </p:nvPicPr>
        <p:blipFill>
          <a:blip r:embed="rId91"/>
          <a:srcRect/>
          <a:stretch>
            <a:fillRect/>
          </a:stretch>
        </p:blipFill>
        <p:spPr>
          <a:xfrm>
            <a:off x="2923699" y="672560"/>
            <a:ext cx="42672" cy="80867"/>
          </a:xfrm>
          <a:prstGeom prst="rect"/>
          <a:ln w="0">
            <a:noFill/>
          </a:ln>
        </p:spPr>
      </p:pic>
      <p:pic>
        <p:nvPicPr>
          <p:cNvPr id="150" name="New picture"/>
          <p:cNvPicPr/>
          <p:nvPr/>
        </p:nvPicPr>
        <p:blipFill>
          <a:blip r:embed="rId92"/>
          <a:srcRect/>
          <a:stretch>
            <a:fillRect/>
          </a:stretch>
        </p:blipFill>
        <p:spPr>
          <a:xfrm>
            <a:off x="2966466" y="736568"/>
            <a:ext cx="16764" cy="18383"/>
          </a:xfrm>
          <a:prstGeom prst="rect"/>
          <a:ln w="0">
            <a:noFill/>
          </a:ln>
        </p:spPr>
      </p:pic>
      <p:pic>
        <p:nvPicPr>
          <p:cNvPr id="151" name="New picture"/>
          <p:cNvPicPr/>
          <p:nvPr/>
        </p:nvPicPr>
        <p:blipFill>
          <a:blip r:embed="rId93"/>
          <a:srcRect/>
          <a:stretch>
            <a:fillRect/>
          </a:stretch>
        </p:blipFill>
        <p:spPr>
          <a:xfrm>
            <a:off x="678942" y="1026509"/>
            <a:ext cx="38195" cy="108394"/>
          </a:xfrm>
          <a:prstGeom prst="rect"/>
          <a:ln w="0">
            <a:noFill/>
          </a:ln>
        </p:spPr>
      </p:pic>
      <p:sp>
        <p:nvSpPr>
          <p:cNvPr id="152" name="New shape"/>
          <p:cNvSpPr/>
          <p:nvPr/>
        </p:nvSpPr>
        <p:spPr>
          <a:xfrm>
            <a:off x="739140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" name="New picture"/>
          <p:cNvPicPr/>
          <p:nvPr/>
        </p:nvPicPr>
        <p:blipFill>
          <a:blip r:embed="rId94"/>
          <a:srcRect/>
          <a:stretch>
            <a:fillRect/>
          </a:stretch>
        </p:blipFill>
        <p:spPr>
          <a:xfrm>
            <a:off x="817912" y="1054036"/>
            <a:ext cx="74866" cy="117443"/>
          </a:xfrm>
          <a:prstGeom prst="rect"/>
          <a:ln w="0">
            <a:noFill/>
          </a:ln>
        </p:spPr>
      </p:pic>
      <p:sp>
        <p:nvSpPr>
          <p:cNvPr id="154" name="New shape"/>
          <p:cNvSpPr/>
          <p:nvPr/>
        </p:nvSpPr>
        <p:spPr>
          <a:xfrm>
            <a:off x="831628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" name="New picture"/>
          <p:cNvPicPr/>
          <p:nvPr/>
        </p:nvPicPr>
        <p:blipFill>
          <a:blip r:embed="rId95"/>
          <a:srcRect/>
          <a:stretch>
            <a:fillRect/>
          </a:stretch>
        </p:blipFill>
        <p:spPr>
          <a:xfrm>
            <a:off x="912590" y="1054036"/>
            <a:ext cx="42672" cy="80867"/>
          </a:xfrm>
          <a:prstGeom prst="rect"/>
          <a:ln w="0">
            <a:noFill/>
          </a:ln>
        </p:spPr>
      </p:pic>
      <p:pic>
        <p:nvPicPr>
          <p:cNvPr id="156" name="New picture"/>
          <p:cNvPicPr/>
          <p:nvPr/>
        </p:nvPicPr>
        <p:blipFill>
          <a:blip r:embed="rId96"/>
          <a:srcRect/>
          <a:stretch>
            <a:fillRect/>
          </a:stretch>
        </p:blipFill>
        <p:spPr>
          <a:xfrm>
            <a:off x="961454" y="1054036"/>
            <a:ext cx="70199" cy="82391"/>
          </a:xfrm>
          <a:prstGeom prst="rect"/>
          <a:ln w="0">
            <a:noFill/>
          </a:ln>
        </p:spPr>
      </p:pic>
      <p:sp>
        <p:nvSpPr>
          <p:cNvPr id="157" name="New shape"/>
          <p:cNvSpPr/>
          <p:nvPr/>
        </p:nvSpPr>
        <p:spPr>
          <a:xfrm>
            <a:off x="973646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" name="New shape"/>
          <p:cNvSpPr/>
          <p:nvPr/>
        </p:nvSpPr>
        <p:spPr>
          <a:xfrm>
            <a:off x="984313" y="1018889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" name="New picture"/>
          <p:cNvPicPr/>
          <p:nvPr/>
        </p:nvPicPr>
        <p:blipFill>
          <a:blip r:embed="rId97"/>
          <a:srcRect/>
          <a:stretch>
            <a:fillRect/>
          </a:stretch>
        </p:blipFill>
        <p:spPr>
          <a:xfrm>
            <a:off x="1043940" y="1054037"/>
            <a:ext cx="58007" cy="82391"/>
          </a:xfrm>
          <a:prstGeom prst="rect"/>
          <a:ln w="0">
            <a:noFill/>
          </a:ln>
        </p:spPr>
      </p:pic>
      <p:pic>
        <p:nvPicPr>
          <p:cNvPr id="160" name="New picture"/>
          <p:cNvPicPr/>
          <p:nvPr/>
        </p:nvPicPr>
        <p:blipFill>
          <a:blip r:embed="rId98"/>
          <a:srcRect/>
          <a:stretch>
            <a:fillRect/>
          </a:stretch>
        </p:blipFill>
        <p:spPr>
          <a:xfrm>
            <a:off x="1115758" y="1054036"/>
            <a:ext cx="70199" cy="82391"/>
          </a:xfrm>
          <a:prstGeom prst="rect"/>
          <a:ln w="0">
            <a:noFill/>
          </a:ln>
        </p:spPr>
      </p:pic>
      <p:sp>
        <p:nvSpPr>
          <p:cNvPr id="161" name="New shape"/>
          <p:cNvSpPr/>
          <p:nvPr/>
        </p:nvSpPr>
        <p:spPr>
          <a:xfrm>
            <a:off x="1127951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" name="New picture"/>
          <p:cNvPicPr/>
          <p:nvPr/>
        </p:nvPicPr>
        <p:blipFill>
          <a:blip r:embed="rId99"/>
          <a:srcRect/>
          <a:stretch>
            <a:fillRect/>
          </a:stretch>
        </p:blipFill>
        <p:spPr>
          <a:xfrm>
            <a:off x="1205770" y="1054036"/>
            <a:ext cx="70199" cy="80867"/>
          </a:xfrm>
          <a:prstGeom prst="rect"/>
          <a:ln w="0">
            <a:noFill/>
          </a:ln>
        </p:spPr>
      </p:pic>
      <p:pic>
        <p:nvPicPr>
          <p:cNvPr id="163" name="New picture"/>
          <p:cNvPicPr/>
          <p:nvPr/>
        </p:nvPicPr>
        <p:blipFill>
          <a:blip r:embed="rId100"/>
          <a:srcRect/>
          <a:stretch>
            <a:fillRect/>
          </a:stretch>
        </p:blipFill>
        <p:spPr>
          <a:xfrm>
            <a:off x="1289780" y="1032700"/>
            <a:ext cx="47339" cy="103727"/>
          </a:xfrm>
          <a:prstGeom prst="rect"/>
          <a:ln w="0">
            <a:noFill/>
          </a:ln>
        </p:spPr>
      </p:pic>
      <p:pic>
        <p:nvPicPr>
          <p:cNvPr id="164" name="New picture"/>
          <p:cNvPicPr/>
          <p:nvPr/>
        </p:nvPicPr>
        <p:blipFill>
          <a:blip r:embed="rId101"/>
          <a:srcRect/>
          <a:stretch>
            <a:fillRect/>
          </a:stretch>
        </p:blipFill>
        <p:spPr>
          <a:xfrm>
            <a:off x="1347883" y="1054036"/>
            <a:ext cx="70199" cy="82486"/>
          </a:xfrm>
          <a:prstGeom prst="rect"/>
          <a:ln w="0">
            <a:noFill/>
          </a:ln>
        </p:spPr>
      </p:pic>
      <p:sp>
        <p:nvSpPr>
          <p:cNvPr id="165" name="New shape"/>
          <p:cNvSpPr/>
          <p:nvPr/>
        </p:nvSpPr>
        <p:spPr>
          <a:xfrm>
            <a:off x="1360075" y="106470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6" name="New shape"/>
          <p:cNvSpPr/>
          <p:nvPr/>
        </p:nvSpPr>
        <p:spPr>
          <a:xfrm>
            <a:off x="1479804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" name="New picture"/>
          <p:cNvPicPr/>
          <p:nvPr/>
        </p:nvPicPr>
        <p:blipFill>
          <a:blip r:embed="rId102"/>
          <a:srcRect/>
          <a:stretch>
            <a:fillRect/>
          </a:stretch>
        </p:blipFill>
        <p:spPr>
          <a:xfrm>
            <a:off x="1512665" y="1054132"/>
            <a:ext cx="71819" cy="82391"/>
          </a:xfrm>
          <a:prstGeom prst="rect"/>
          <a:ln w="0">
            <a:noFill/>
          </a:ln>
        </p:spPr>
      </p:pic>
      <p:sp>
        <p:nvSpPr>
          <p:cNvPr id="168" name="New shape"/>
          <p:cNvSpPr/>
          <p:nvPr/>
        </p:nvSpPr>
        <p:spPr>
          <a:xfrm>
            <a:off x="1526476" y="106479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" name="New picture"/>
          <p:cNvPicPr/>
          <p:nvPr/>
        </p:nvPicPr>
        <p:blipFill>
          <a:blip r:embed="rId103"/>
          <a:srcRect/>
          <a:stretch>
            <a:fillRect/>
          </a:stretch>
        </p:blipFill>
        <p:spPr>
          <a:xfrm>
            <a:off x="1595056" y="1054037"/>
            <a:ext cx="58102" cy="82391"/>
          </a:xfrm>
          <a:prstGeom prst="rect"/>
          <a:ln w="0">
            <a:noFill/>
          </a:ln>
        </p:spPr>
      </p:pic>
      <p:pic>
        <p:nvPicPr>
          <p:cNvPr id="170" name="New picture"/>
          <p:cNvPicPr/>
          <p:nvPr/>
        </p:nvPicPr>
        <p:blipFill>
          <a:blip r:embed="rId104"/>
          <a:srcRect/>
          <a:stretch>
            <a:fillRect/>
          </a:stretch>
        </p:blipFill>
        <p:spPr>
          <a:xfrm>
            <a:off x="1700499" y="1032700"/>
            <a:ext cx="48863" cy="103727"/>
          </a:xfrm>
          <a:prstGeom prst="rect"/>
          <a:ln w="0">
            <a:noFill/>
          </a:ln>
        </p:spPr>
      </p:pic>
      <p:pic>
        <p:nvPicPr>
          <p:cNvPr id="171" name="New picture"/>
          <p:cNvPicPr/>
          <p:nvPr/>
        </p:nvPicPr>
        <p:blipFill>
          <a:blip r:embed="rId105"/>
          <a:srcRect/>
          <a:stretch>
            <a:fillRect/>
          </a:stretch>
        </p:blipFill>
        <p:spPr>
          <a:xfrm>
            <a:off x="1758505" y="1054132"/>
            <a:ext cx="71818" cy="82391"/>
          </a:xfrm>
          <a:prstGeom prst="rect"/>
          <a:ln w="0">
            <a:noFill/>
          </a:ln>
        </p:spPr>
      </p:pic>
      <p:sp>
        <p:nvSpPr>
          <p:cNvPr id="172" name="New shape"/>
          <p:cNvSpPr/>
          <p:nvPr/>
        </p:nvSpPr>
        <p:spPr>
          <a:xfrm>
            <a:off x="1772222" y="106479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" name="New picture"/>
          <p:cNvPicPr/>
          <p:nvPr/>
        </p:nvPicPr>
        <p:blipFill>
          <a:blip r:embed="rId106"/>
          <a:srcRect/>
          <a:stretch>
            <a:fillRect/>
          </a:stretch>
        </p:blipFill>
        <p:spPr>
          <a:xfrm>
            <a:off x="1845659" y="1054036"/>
            <a:ext cx="64103" cy="82391"/>
          </a:xfrm>
          <a:prstGeom prst="rect"/>
          <a:ln w="0">
            <a:noFill/>
          </a:ln>
        </p:spPr>
      </p:pic>
      <p:pic>
        <p:nvPicPr>
          <p:cNvPr id="174" name="New picture"/>
          <p:cNvPicPr/>
          <p:nvPr/>
        </p:nvPicPr>
        <p:blipFill>
          <a:blip r:embed="rId107"/>
          <a:srcRect/>
          <a:stretch>
            <a:fillRect/>
          </a:stretch>
        </p:blipFill>
        <p:spPr>
          <a:xfrm>
            <a:off x="1928051" y="1026605"/>
            <a:ext cx="68770" cy="108299"/>
          </a:xfrm>
          <a:prstGeom prst="rect"/>
          <a:ln w="0">
            <a:noFill/>
          </a:ln>
        </p:spPr>
      </p:pic>
      <p:pic>
        <p:nvPicPr>
          <p:cNvPr id="175" name="New picture"/>
          <p:cNvPicPr/>
          <p:nvPr/>
        </p:nvPicPr>
        <p:blipFill>
          <a:blip r:embed="rId108"/>
          <a:srcRect/>
          <a:stretch>
            <a:fillRect/>
          </a:stretch>
        </p:blipFill>
        <p:spPr>
          <a:xfrm>
            <a:off x="2021205" y="1054036"/>
            <a:ext cx="68675" cy="80867"/>
          </a:xfrm>
          <a:prstGeom prst="rect"/>
          <a:ln w="0">
            <a:noFill/>
          </a:ln>
        </p:spPr>
      </p:pic>
      <p:sp>
        <p:nvSpPr>
          <p:cNvPr id="176" name="New shape"/>
          <p:cNvSpPr/>
          <p:nvPr/>
        </p:nvSpPr>
        <p:spPr>
          <a:xfrm>
            <a:off x="2115883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" name="New picture"/>
          <p:cNvPicPr/>
          <p:nvPr/>
        </p:nvPicPr>
        <p:blipFill>
          <a:blip r:embed="rId109"/>
          <a:srcRect/>
          <a:stretch>
            <a:fillRect/>
          </a:stretch>
        </p:blipFill>
        <p:spPr>
          <a:xfrm>
            <a:off x="2114359" y="1021937"/>
            <a:ext cx="16764" cy="16859"/>
          </a:xfrm>
          <a:prstGeom prst="rect"/>
          <a:ln w="0">
            <a:noFill/>
          </a:ln>
        </p:spPr>
      </p:pic>
      <p:pic>
        <p:nvPicPr>
          <p:cNvPr id="178" name="New picture"/>
          <p:cNvPicPr/>
          <p:nvPr/>
        </p:nvPicPr>
        <p:blipFill>
          <a:blip r:embed="rId110"/>
          <a:srcRect/>
          <a:stretch>
            <a:fillRect/>
          </a:stretch>
        </p:blipFill>
        <p:spPr>
          <a:xfrm>
            <a:off x="2149411" y="1054036"/>
            <a:ext cx="74867" cy="117443"/>
          </a:xfrm>
          <a:prstGeom prst="rect"/>
          <a:ln w="0">
            <a:noFill/>
          </a:ln>
        </p:spPr>
      </p:pic>
      <p:sp>
        <p:nvSpPr>
          <p:cNvPr id="179" name="New shape"/>
          <p:cNvSpPr/>
          <p:nvPr/>
        </p:nvSpPr>
        <p:spPr>
          <a:xfrm>
            <a:off x="2163127" y="1064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" name="New picture"/>
          <p:cNvPicPr/>
          <p:nvPr/>
        </p:nvPicPr>
        <p:blipFill>
          <a:blip r:embed="rId111"/>
          <a:srcRect/>
          <a:stretch>
            <a:fillRect/>
          </a:stretch>
        </p:blipFill>
        <p:spPr>
          <a:xfrm>
            <a:off x="2250281" y="1057085"/>
            <a:ext cx="68770" cy="79343"/>
          </a:xfrm>
          <a:prstGeom prst="rect"/>
          <a:ln w="0">
            <a:noFill/>
          </a:ln>
        </p:spPr>
      </p:pic>
      <p:pic>
        <p:nvPicPr>
          <p:cNvPr id="181" name="New picture"/>
          <p:cNvPicPr/>
          <p:nvPr/>
        </p:nvPicPr>
        <p:blipFill>
          <a:blip r:embed="rId112"/>
          <a:srcRect/>
          <a:stretch>
            <a:fillRect/>
          </a:stretch>
        </p:blipFill>
        <p:spPr>
          <a:xfrm>
            <a:off x="2338768" y="1054132"/>
            <a:ext cx="71818" cy="82391"/>
          </a:xfrm>
          <a:prstGeom prst="rect"/>
          <a:ln w="0">
            <a:noFill/>
          </a:ln>
        </p:spPr>
      </p:pic>
      <p:sp>
        <p:nvSpPr>
          <p:cNvPr id="182" name="New shape"/>
          <p:cNvSpPr/>
          <p:nvPr/>
        </p:nvSpPr>
        <p:spPr>
          <a:xfrm>
            <a:off x="2352485" y="106479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" name="New picture"/>
          <p:cNvPicPr/>
          <p:nvPr/>
        </p:nvPicPr>
        <p:blipFill>
          <a:blip r:embed="rId113"/>
          <a:srcRect/>
          <a:stretch>
            <a:fillRect/>
          </a:stretch>
        </p:blipFill>
        <p:spPr>
          <a:xfrm>
            <a:off x="2421255" y="1054037"/>
            <a:ext cx="58102" cy="82391"/>
          </a:xfrm>
          <a:prstGeom prst="rect"/>
          <a:ln w="0">
            <a:noFill/>
          </a:ln>
        </p:spPr>
      </p:pic>
      <p:pic>
        <p:nvPicPr>
          <p:cNvPr id="184" name="New picture"/>
          <p:cNvPicPr/>
          <p:nvPr/>
        </p:nvPicPr>
        <p:blipFill>
          <a:blip r:embed="rId114"/>
          <a:srcRect/>
          <a:stretch>
            <a:fillRect/>
          </a:stretch>
        </p:blipFill>
        <p:spPr>
          <a:xfrm>
            <a:off x="2537365" y="1057085"/>
            <a:ext cx="70199" cy="79343"/>
          </a:xfrm>
          <a:prstGeom prst="rect"/>
          <a:ln w="0">
            <a:noFill/>
          </a:ln>
        </p:spPr>
      </p:pic>
      <p:pic>
        <p:nvPicPr>
          <p:cNvPr id="185" name="New picture"/>
          <p:cNvPicPr/>
          <p:nvPr/>
        </p:nvPicPr>
        <p:blipFill>
          <a:blip r:embed="rId115"/>
          <a:srcRect/>
          <a:stretch>
            <a:fillRect/>
          </a:stretch>
        </p:blipFill>
        <p:spPr>
          <a:xfrm>
            <a:off x="2621280" y="1032700"/>
            <a:ext cx="48863" cy="103727"/>
          </a:xfrm>
          <a:prstGeom prst="rect"/>
          <a:ln w="0">
            <a:noFill/>
          </a:ln>
        </p:spPr>
      </p:pic>
      <p:sp>
        <p:nvSpPr>
          <p:cNvPr id="186" name="New shape"/>
          <p:cNvSpPr/>
          <p:nvPr/>
        </p:nvSpPr>
        <p:spPr>
          <a:xfrm>
            <a:off x="2687002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" name="New picture"/>
          <p:cNvPicPr/>
          <p:nvPr/>
        </p:nvPicPr>
        <p:blipFill>
          <a:blip r:embed="rId116"/>
          <a:srcRect/>
          <a:stretch>
            <a:fillRect/>
          </a:stretch>
        </p:blipFill>
        <p:spPr>
          <a:xfrm>
            <a:off x="2685478" y="1022032"/>
            <a:ext cx="16764" cy="16764"/>
          </a:xfrm>
          <a:prstGeom prst="rect"/>
          <a:ln w="0">
            <a:noFill/>
          </a:ln>
        </p:spPr>
      </p:pic>
      <p:sp>
        <p:nvSpPr>
          <p:cNvPr id="188" name="New shape"/>
          <p:cNvSpPr/>
          <p:nvPr/>
        </p:nvSpPr>
        <p:spPr>
          <a:xfrm>
            <a:off x="2726436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9" name="New shape"/>
          <p:cNvSpPr/>
          <p:nvPr/>
        </p:nvSpPr>
        <p:spPr>
          <a:xfrm>
            <a:off x="2766441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" name="New picture"/>
          <p:cNvPicPr/>
          <p:nvPr/>
        </p:nvPicPr>
        <p:blipFill>
          <a:blip r:embed="rId117"/>
          <a:srcRect/>
          <a:stretch>
            <a:fillRect/>
          </a:stretch>
        </p:blipFill>
        <p:spPr>
          <a:xfrm>
            <a:off x="2764917" y="1022032"/>
            <a:ext cx="16859" cy="16764"/>
          </a:xfrm>
          <a:prstGeom prst="rect"/>
          <a:ln w="0">
            <a:noFill/>
          </a:ln>
        </p:spPr>
      </p:pic>
      <p:pic>
        <p:nvPicPr>
          <p:cNvPr id="191" name="New picture"/>
          <p:cNvPicPr/>
          <p:nvPr/>
        </p:nvPicPr>
        <p:blipFill>
          <a:blip r:embed="rId118"/>
          <a:srcRect/>
          <a:stretch>
            <a:fillRect/>
          </a:stretch>
        </p:blipFill>
        <p:spPr>
          <a:xfrm>
            <a:off x="2796921" y="1054037"/>
            <a:ext cx="58007" cy="82391"/>
          </a:xfrm>
          <a:prstGeom prst="rect"/>
          <a:ln w="0">
            <a:noFill/>
          </a:ln>
        </p:spPr>
      </p:pic>
      <p:pic>
        <p:nvPicPr>
          <p:cNvPr id="192" name="New picture"/>
          <p:cNvPicPr/>
          <p:nvPr/>
        </p:nvPicPr>
        <p:blipFill>
          <a:blip r:embed="rId119"/>
          <a:srcRect/>
          <a:stretch>
            <a:fillRect/>
          </a:stretch>
        </p:blipFill>
        <p:spPr>
          <a:xfrm>
            <a:off x="2868739" y="1054036"/>
            <a:ext cx="70199" cy="82391"/>
          </a:xfrm>
          <a:prstGeom prst="rect"/>
          <a:ln w="0">
            <a:noFill/>
          </a:ln>
        </p:spPr>
      </p:pic>
      <p:sp>
        <p:nvSpPr>
          <p:cNvPr id="193" name="New shape"/>
          <p:cNvSpPr/>
          <p:nvPr/>
        </p:nvSpPr>
        <p:spPr>
          <a:xfrm>
            <a:off x="2880932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4" name="New shape"/>
          <p:cNvSpPr/>
          <p:nvPr/>
        </p:nvSpPr>
        <p:spPr>
          <a:xfrm>
            <a:off x="2891599" y="1018889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" name="New picture"/>
          <p:cNvPicPr/>
          <p:nvPr/>
        </p:nvPicPr>
        <p:blipFill>
          <a:blip r:embed="rId120"/>
          <a:srcRect/>
          <a:stretch>
            <a:fillRect/>
          </a:stretch>
        </p:blipFill>
        <p:spPr>
          <a:xfrm>
            <a:off x="2954179" y="1054036"/>
            <a:ext cx="71818" cy="82391"/>
          </a:xfrm>
          <a:prstGeom prst="rect"/>
          <a:ln w="0">
            <a:noFill/>
          </a:ln>
        </p:spPr>
      </p:pic>
      <p:sp>
        <p:nvSpPr>
          <p:cNvPr id="196" name="New shape"/>
          <p:cNvSpPr/>
          <p:nvPr/>
        </p:nvSpPr>
        <p:spPr>
          <a:xfrm>
            <a:off x="2967895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" name="New picture"/>
          <p:cNvPicPr/>
          <p:nvPr/>
        </p:nvPicPr>
        <p:blipFill>
          <a:blip r:embed="rId121"/>
          <a:srcRect/>
          <a:stretch>
            <a:fillRect/>
          </a:stretch>
        </p:blipFill>
        <p:spPr>
          <a:xfrm>
            <a:off x="3036665" y="1054037"/>
            <a:ext cx="58007" cy="82391"/>
          </a:xfrm>
          <a:prstGeom prst="rect"/>
          <a:ln w="0">
            <a:noFill/>
          </a:ln>
        </p:spPr>
      </p:pic>
      <p:pic>
        <p:nvPicPr>
          <p:cNvPr id="198" name="New picture"/>
          <p:cNvPicPr/>
          <p:nvPr/>
        </p:nvPicPr>
        <p:blipFill>
          <a:blip r:embed="rId122"/>
          <a:srcRect/>
          <a:stretch>
            <a:fillRect/>
          </a:stretch>
        </p:blipFill>
        <p:spPr>
          <a:xfrm>
            <a:off x="3148203" y="1026604"/>
            <a:ext cx="74771" cy="109823"/>
          </a:xfrm>
          <a:prstGeom prst="rect"/>
          <a:ln w="0">
            <a:noFill/>
          </a:ln>
        </p:spPr>
      </p:pic>
      <p:sp>
        <p:nvSpPr>
          <p:cNvPr id="199" name="New shape"/>
          <p:cNvSpPr/>
          <p:nvPr/>
        </p:nvSpPr>
        <p:spPr>
          <a:xfrm>
            <a:off x="3161919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" name="New picture"/>
          <p:cNvPicPr/>
          <p:nvPr/>
        </p:nvPicPr>
        <p:blipFill>
          <a:blip r:embed="rId123"/>
          <a:srcRect/>
          <a:stretch>
            <a:fillRect/>
          </a:stretch>
        </p:blipFill>
        <p:spPr>
          <a:xfrm>
            <a:off x="3241262" y="1054036"/>
            <a:ext cx="67247" cy="82391"/>
          </a:xfrm>
          <a:prstGeom prst="rect"/>
          <a:ln w="0">
            <a:noFill/>
          </a:ln>
        </p:spPr>
      </p:pic>
      <p:sp>
        <p:nvSpPr>
          <p:cNvPr id="201" name="New shape"/>
          <p:cNvSpPr/>
          <p:nvPr/>
        </p:nvSpPr>
        <p:spPr>
          <a:xfrm>
            <a:off x="3255073" y="109518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" name="New picture"/>
          <p:cNvPicPr/>
          <p:nvPr/>
        </p:nvPicPr>
        <p:blipFill>
          <a:blip r:embed="rId124"/>
          <a:srcRect/>
          <a:stretch>
            <a:fillRect/>
          </a:stretch>
        </p:blipFill>
        <p:spPr>
          <a:xfrm>
            <a:off x="3331369" y="1054036"/>
            <a:ext cx="68675" cy="80867"/>
          </a:xfrm>
          <a:prstGeom prst="rect"/>
          <a:ln w="0">
            <a:noFill/>
          </a:ln>
        </p:spPr>
      </p:pic>
      <p:pic>
        <p:nvPicPr>
          <p:cNvPr id="203" name="New picture"/>
          <p:cNvPicPr/>
          <p:nvPr/>
        </p:nvPicPr>
        <p:blipFill>
          <a:blip r:embed="rId125"/>
          <a:srcRect/>
          <a:stretch>
            <a:fillRect/>
          </a:stretch>
        </p:blipFill>
        <p:spPr>
          <a:xfrm>
            <a:off x="3416903" y="1054037"/>
            <a:ext cx="58007" cy="82391"/>
          </a:xfrm>
          <a:prstGeom prst="rect"/>
          <a:ln w="0">
            <a:noFill/>
          </a:ln>
        </p:spPr>
      </p:pic>
      <p:sp>
        <p:nvSpPr>
          <p:cNvPr id="204" name="New shape"/>
          <p:cNvSpPr/>
          <p:nvPr/>
        </p:nvSpPr>
        <p:spPr>
          <a:xfrm>
            <a:off x="3532632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" name="New picture"/>
          <p:cNvPicPr/>
          <p:nvPr/>
        </p:nvPicPr>
        <p:blipFill>
          <a:blip r:embed="rId126"/>
          <a:srcRect/>
          <a:stretch>
            <a:fillRect/>
          </a:stretch>
        </p:blipFill>
        <p:spPr>
          <a:xfrm>
            <a:off x="3568065" y="1054132"/>
            <a:ext cx="70295" cy="82391"/>
          </a:xfrm>
          <a:prstGeom prst="rect"/>
          <a:ln w="0">
            <a:noFill/>
          </a:ln>
        </p:spPr>
      </p:pic>
      <p:sp>
        <p:nvSpPr>
          <p:cNvPr id="206" name="New shape"/>
          <p:cNvSpPr/>
          <p:nvPr/>
        </p:nvSpPr>
        <p:spPr>
          <a:xfrm>
            <a:off x="3580353" y="1064799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" name="New picture"/>
          <p:cNvPicPr/>
          <p:nvPr/>
        </p:nvPicPr>
        <p:blipFill>
          <a:blip r:embed="rId127"/>
          <a:srcRect/>
          <a:stretch>
            <a:fillRect/>
          </a:stretch>
        </p:blipFill>
        <p:spPr>
          <a:xfrm>
            <a:off x="3650552" y="1054037"/>
            <a:ext cx="58007" cy="82391"/>
          </a:xfrm>
          <a:prstGeom prst="rect"/>
          <a:ln w="0">
            <a:noFill/>
          </a:ln>
        </p:spPr>
      </p:pic>
      <p:pic>
        <p:nvPicPr>
          <p:cNvPr id="208" name="New picture"/>
          <p:cNvPicPr/>
          <p:nvPr/>
        </p:nvPicPr>
        <p:blipFill>
          <a:blip r:embed="rId128"/>
          <a:srcRect/>
          <a:stretch>
            <a:fillRect/>
          </a:stretch>
        </p:blipFill>
        <p:spPr>
          <a:xfrm>
            <a:off x="3760470" y="1054036"/>
            <a:ext cx="65627" cy="82391"/>
          </a:xfrm>
          <a:prstGeom prst="rect"/>
          <a:ln w="0">
            <a:noFill/>
          </a:ln>
        </p:spPr>
      </p:pic>
      <p:sp>
        <p:nvSpPr>
          <p:cNvPr id="209" name="New shape"/>
          <p:cNvSpPr/>
          <p:nvPr/>
        </p:nvSpPr>
        <p:spPr>
          <a:xfrm>
            <a:off x="3772662" y="1095184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" name="New picture"/>
          <p:cNvPicPr/>
          <p:nvPr/>
        </p:nvPicPr>
        <p:blipFill>
          <a:blip r:embed="rId129"/>
          <a:srcRect/>
          <a:stretch>
            <a:fillRect/>
          </a:stretch>
        </p:blipFill>
        <p:spPr>
          <a:xfrm>
            <a:off x="3849053" y="1054036"/>
            <a:ext cx="74866" cy="117538"/>
          </a:xfrm>
          <a:prstGeom prst="rect"/>
          <a:ln w="0">
            <a:noFill/>
          </a:ln>
        </p:spPr>
      </p:pic>
      <p:sp>
        <p:nvSpPr>
          <p:cNvPr id="211" name="New shape"/>
          <p:cNvSpPr/>
          <p:nvPr/>
        </p:nvSpPr>
        <p:spPr>
          <a:xfrm>
            <a:off x="3862768" y="1064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" name="New picture"/>
          <p:cNvPicPr/>
          <p:nvPr/>
        </p:nvPicPr>
        <p:blipFill>
          <a:blip r:embed="rId130"/>
          <a:srcRect/>
          <a:stretch>
            <a:fillRect/>
          </a:stretch>
        </p:blipFill>
        <p:spPr>
          <a:xfrm>
            <a:off x="3943731" y="1054036"/>
            <a:ext cx="76391" cy="117538"/>
          </a:xfrm>
          <a:prstGeom prst="rect"/>
          <a:ln w="0">
            <a:noFill/>
          </a:ln>
        </p:spPr>
      </p:pic>
      <p:sp>
        <p:nvSpPr>
          <p:cNvPr id="213" name="New shape"/>
          <p:cNvSpPr/>
          <p:nvPr/>
        </p:nvSpPr>
        <p:spPr>
          <a:xfrm>
            <a:off x="3958971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4" name="New shape"/>
          <p:cNvSpPr/>
          <p:nvPr/>
        </p:nvSpPr>
        <p:spPr>
          <a:xfrm>
            <a:off x="4040124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5" name="New shape"/>
          <p:cNvSpPr/>
          <p:nvPr/>
        </p:nvSpPr>
        <p:spPr>
          <a:xfrm>
            <a:off x="4079653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" name="New picture"/>
          <p:cNvPicPr/>
          <p:nvPr/>
        </p:nvPicPr>
        <p:blipFill>
          <a:blip r:embed="rId131"/>
          <a:srcRect/>
          <a:stretch>
            <a:fillRect/>
          </a:stretch>
        </p:blipFill>
        <p:spPr>
          <a:xfrm>
            <a:off x="4078129" y="1021937"/>
            <a:ext cx="16764" cy="16859"/>
          </a:xfrm>
          <a:prstGeom prst="rect"/>
          <a:ln w="0">
            <a:noFill/>
          </a:ln>
        </p:spPr>
      </p:pic>
      <p:pic>
        <p:nvPicPr>
          <p:cNvPr id="217" name="New picture"/>
          <p:cNvPicPr/>
          <p:nvPr/>
        </p:nvPicPr>
        <p:blipFill>
          <a:blip r:embed="rId132"/>
          <a:srcRect/>
          <a:stretch>
            <a:fillRect/>
          </a:stretch>
        </p:blipFill>
        <p:spPr>
          <a:xfrm>
            <a:off x="4114800" y="1054036"/>
            <a:ext cx="64103" cy="82391"/>
          </a:xfrm>
          <a:prstGeom prst="rect"/>
          <a:ln w="0">
            <a:noFill/>
          </a:ln>
        </p:spPr>
      </p:pic>
      <p:pic>
        <p:nvPicPr>
          <p:cNvPr id="218" name="New picture"/>
          <p:cNvPicPr/>
          <p:nvPr/>
        </p:nvPicPr>
        <p:blipFill>
          <a:blip r:embed="rId133"/>
          <a:srcRect/>
          <a:stretch>
            <a:fillRect/>
          </a:stretch>
        </p:blipFill>
        <p:spPr>
          <a:xfrm>
            <a:off x="4189571" y="1054036"/>
            <a:ext cx="65722" cy="82391"/>
          </a:xfrm>
          <a:prstGeom prst="rect"/>
          <a:ln w="0">
            <a:noFill/>
          </a:ln>
        </p:spPr>
      </p:pic>
      <p:sp>
        <p:nvSpPr>
          <p:cNvPr id="219" name="New shape"/>
          <p:cNvSpPr/>
          <p:nvPr/>
        </p:nvSpPr>
        <p:spPr>
          <a:xfrm>
            <a:off x="4203383" y="1095280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" name="New picture"/>
          <p:cNvPicPr/>
          <p:nvPr/>
        </p:nvPicPr>
        <p:blipFill>
          <a:blip r:embed="rId134"/>
          <a:srcRect/>
          <a:stretch>
            <a:fillRect/>
          </a:stretch>
        </p:blipFill>
        <p:spPr>
          <a:xfrm>
            <a:off x="4269009" y="1032700"/>
            <a:ext cx="47339" cy="103727"/>
          </a:xfrm>
          <a:prstGeom prst="rect"/>
          <a:ln w="0">
            <a:noFill/>
          </a:ln>
        </p:spPr>
      </p:pic>
      <p:sp>
        <p:nvSpPr>
          <p:cNvPr id="221" name="New shape"/>
          <p:cNvSpPr/>
          <p:nvPr/>
        </p:nvSpPr>
        <p:spPr>
          <a:xfrm>
            <a:off x="4334637" y="1057084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" name="New picture"/>
          <p:cNvPicPr/>
          <p:nvPr/>
        </p:nvPicPr>
        <p:blipFill>
          <a:blip r:embed="rId135"/>
          <a:srcRect/>
          <a:stretch>
            <a:fillRect/>
          </a:stretch>
        </p:blipFill>
        <p:spPr>
          <a:xfrm>
            <a:off x="4331589" y="1021937"/>
            <a:ext cx="16764" cy="16859"/>
          </a:xfrm>
          <a:prstGeom prst="rect"/>
          <a:ln w="0">
            <a:noFill/>
          </a:ln>
        </p:spPr>
      </p:pic>
      <p:pic>
        <p:nvPicPr>
          <p:cNvPr id="223" name="New picture"/>
          <p:cNvPicPr/>
          <p:nvPr/>
        </p:nvPicPr>
        <p:blipFill>
          <a:blip r:embed="rId136"/>
          <a:srcRect/>
          <a:stretch>
            <a:fillRect/>
          </a:stretch>
        </p:blipFill>
        <p:spPr>
          <a:xfrm>
            <a:off x="4368260" y="1054036"/>
            <a:ext cx="77915" cy="82391"/>
          </a:xfrm>
          <a:prstGeom prst="rect"/>
          <a:ln w="0">
            <a:noFill/>
          </a:ln>
        </p:spPr>
      </p:pic>
      <p:sp>
        <p:nvSpPr>
          <p:cNvPr id="224" name="New shape"/>
          <p:cNvSpPr/>
          <p:nvPr/>
        </p:nvSpPr>
        <p:spPr>
          <a:xfrm>
            <a:off x="4381976" y="106470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" name="New picture"/>
          <p:cNvPicPr/>
          <p:nvPr/>
        </p:nvPicPr>
        <p:blipFill>
          <a:blip r:embed="rId137"/>
          <a:srcRect/>
          <a:stretch>
            <a:fillRect/>
          </a:stretch>
        </p:blipFill>
        <p:spPr>
          <a:xfrm>
            <a:off x="4465986" y="1053941"/>
            <a:ext cx="70295" cy="80962"/>
          </a:xfrm>
          <a:prstGeom prst="rect"/>
          <a:ln w="0">
            <a:noFill/>
          </a:ln>
        </p:spPr>
      </p:pic>
      <p:pic>
        <p:nvPicPr>
          <p:cNvPr id="226" name="New picture"/>
          <p:cNvPicPr/>
          <p:nvPr/>
        </p:nvPicPr>
        <p:blipFill>
          <a:blip r:embed="rId138"/>
          <a:srcRect/>
          <a:stretch>
            <a:fillRect/>
          </a:stretch>
        </p:blipFill>
        <p:spPr>
          <a:xfrm>
            <a:off x="4551426" y="1054037"/>
            <a:ext cx="58102" cy="82391"/>
          </a:xfrm>
          <a:prstGeom prst="rect"/>
          <a:ln w="0">
            <a:noFill/>
          </a:ln>
        </p:spPr>
      </p:pic>
      <p:pic>
        <p:nvPicPr>
          <p:cNvPr id="227" name="New picture"/>
          <p:cNvPicPr/>
          <p:nvPr/>
        </p:nvPicPr>
        <p:blipFill>
          <a:blip r:embed="rId139"/>
          <a:srcRect/>
          <a:stretch>
            <a:fillRect/>
          </a:stretch>
        </p:blipFill>
        <p:spPr>
          <a:xfrm>
            <a:off x="4667536" y="1054036"/>
            <a:ext cx="74866" cy="117538"/>
          </a:xfrm>
          <a:prstGeom prst="rect"/>
          <a:ln w="0">
            <a:noFill/>
          </a:ln>
        </p:spPr>
      </p:pic>
      <p:sp>
        <p:nvSpPr>
          <p:cNvPr id="228" name="New shape"/>
          <p:cNvSpPr/>
          <p:nvPr/>
        </p:nvSpPr>
        <p:spPr>
          <a:xfrm>
            <a:off x="4681251" y="1064704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" name="New picture"/>
          <p:cNvPicPr/>
          <p:nvPr/>
        </p:nvPicPr>
        <p:blipFill>
          <a:blip r:embed="rId140"/>
          <a:srcRect/>
          <a:stretch>
            <a:fillRect/>
          </a:stretch>
        </p:blipFill>
        <p:spPr>
          <a:xfrm>
            <a:off x="4762214" y="1054036"/>
            <a:ext cx="42767" cy="80867"/>
          </a:xfrm>
          <a:prstGeom prst="rect"/>
          <a:ln w="0">
            <a:noFill/>
          </a:ln>
        </p:spPr>
      </p:pic>
      <p:pic>
        <p:nvPicPr>
          <p:cNvPr id="230" name="New picture"/>
          <p:cNvPicPr/>
          <p:nvPr/>
        </p:nvPicPr>
        <p:blipFill>
          <a:blip r:embed="rId141"/>
          <a:srcRect/>
          <a:stretch>
            <a:fillRect/>
          </a:stretch>
        </p:blipFill>
        <p:spPr>
          <a:xfrm>
            <a:off x="4809554" y="1054036"/>
            <a:ext cx="65627" cy="82391"/>
          </a:xfrm>
          <a:prstGeom prst="rect"/>
          <a:ln w="0">
            <a:noFill/>
          </a:ln>
        </p:spPr>
      </p:pic>
      <p:sp>
        <p:nvSpPr>
          <p:cNvPr id="231" name="New shape"/>
          <p:cNvSpPr/>
          <p:nvPr/>
        </p:nvSpPr>
        <p:spPr>
          <a:xfrm>
            <a:off x="4823270" y="109518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" name="New picture"/>
          <p:cNvPicPr/>
          <p:nvPr/>
        </p:nvPicPr>
        <p:blipFill>
          <a:blip r:embed="rId142"/>
          <a:srcRect/>
          <a:stretch>
            <a:fillRect/>
          </a:stretch>
        </p:blipFill>
        <p:spPr>
          <a:xfrm>
            <a:off x="4887372" y="1032700"/>
            <a:ext cx="48863" cy="103727"/>
          </a:xfrm>
          <a:prstGeom prst="rect"/>
          <a:ln w="0">
            <a:noFill/>
          </a:ln>
        </p:spPr>
      </p:pic>
      <p:sp>
        <p:nvSpPr>
          <p:cNvPr id="233" name="New shape"/>
          <p:cNvSpPr/>
          <p:nvPr/>
        </p:nvSpPr>
        <p:spPr>
          <a:xfrm>
            <a:off x="4953096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" name="New picture"/>
          <p:cNvPicPr/>
          <p:nvPr/>
        </p:nvPicPr>
        <p:blipFill>
          <a:blip r:embed="rId143"/>
          <a:srcRect/>
          <a:stretch>
            <a:fillRect/>
          </a:stretch>
        </p:blipFill>
        <p:spPr>
          <a:xfrm>
            <a:off x="4951571" y="1021937"/>
            <a:ext cx="16764" cy="16859"/>
          </a:xfrm>
          <a:prstGeom prst="rect"/>
          <a:ln w="0">
            <a:noFill/>
          </a:ln>
        </p:spPr>
      </p:pic>
      <p:pic>
        <p:nvPicPr>
          <p:cNvPr id="235" name="New picture"/>
          <p:cNvPicPr/>
          <p:nvPr/>
        </p:nvPicPr>
        <p:blipFill>
          <a:blip r:embed="rId144"/>
          <a:srcRect/>
          <a:stretch>
            <a:fillRect/>
          </a:stretch>
        </p:blipFill>
        <p:spPr>
          <a:xfrm>
            <a:off x="4986624" y="1054036"/>
            <a:ext cx="74866" cy="117443"/>
          </a:xfrm>
          <a:prstGeom prst="rect"/>
          <a:ln w="0">
            <a:noFill/>
          </a:ln>
        </p:spPr>
      </p:pic>
      <p:sp>
        <p:nvSpPr>
          <p:cNvPr id="236" name="New shape"/>
          <p:cNvSpPr/>
          <p:nvPr/>
        </p:nvSpPr>
        <p:spPr>
          <a:xfrm>
            <a:off x="5000339" y="106470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" name="New picture"/>
          <p:cNvPicPr/>
          <p:nvPr/>
        </p:nvPicPr>
        <p:blipFill>
          <a:blip r:embed="rId145"/>
          <a:srcRect/>
          <a:stretch>
            <a:fillRect/>
          </a:stretch>
        </p:blipFill>
        <p:spPr>
          <a:xfrm>
            <a:off x="5087493" y="1057085"/>
            <a:ext cx="68771" cy="79343"/>
          </a:xfrm>
          <a:prstGeom prst="rect"/>
          <a:ln w="0">
            <a:noFill/>
          </a:ln>
        </p:spPr>
      </p:pic>
      <p:pic>
        <p:nvPicPr>
          <p:cNvPr id="238" name="New picture"/>
          <p:cNvPicPr/>
          <p:nvPr/>
        </p:nvPicPr>
        <p:blipFill>
          <a:blip r:embed="rId146"/>
          <a:srcRect/>
          <a:stretch>
            <a:fillRect/>
          </a:stretch>
        </p:blipFill>
        <p:spPr>
          <a:xfrm>
            <a:off x="5175980" y="1054132"/>
            <a:ext cx="71818" cy="82391"/>
          </a:xfrm>
          <a:prstGeom prst="rect"/>
          <a:ln w="0">
            <a:noFill/>
          </a:ln>
        </p:spPr>
      </p:pic>
      <p:sp>
        <p:nvSpPr>
          <p:cNvPr id="239" name="New shape"/>
          <p:cNvSpPr/>
          <p:nvPr/>
        </p:nvSpPr>
        <p:spPr>
          <a:xfrm>
            <a:off x="5189696" y="106479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" name="New picture"/>
          <p:cNvPicPr/>
          <p:nvPr/>
        </p:nvPicPr>
        <p:blipFill>
          <a:blip r:embed="rId147"/>
          <a:srcRect/>
          <a:stretch>
            <a:fillRect/>
          </a:stretch>
        </p:blipFill>
        <p:spPr>
          <a:xfrm>
            <a:off x="5258562" y="1054037"/>
            <a:ext cx="58007" cy="82391"/>
          </a:xfrm>
          <a:prstGeom prst="rect"/>
          <a:ln w="0">
            <a:noFill/>
          </a:ln>
        </p:spPr>
      </p:pic>
      <p:pic>
        <p:nvPicPr>
          <p:cNvPr id="241" name="New picture"/>
          <p:cNvPicPr/>
          <p:nvPr/>
        </p:nvPicPr>
        <p:blipFill>
          <a:blip r:embed="rId148"/>
          <a:srcRect/>
          <a:stretch>
            <a:fillRect/>
          </a:stretch>
        </p:blipFill>
        <p:spPr>
          <a:xfrm>
            <a:off x="5331809" y="1118140"/>
            <a:ext cx="21431" cy="42672"/>
          </a:xfrm>
          <a:prstGeom prst="rect"/>
          <a:ln w="0">
            <a:noFill/>
          </a:ln>
        </p:spPr>
      </p:pic>
      <p:pic>
        <p:nvPicPr>
          <p:cNvPr id="242" name="New picture"/>
          <p:cNvPicPr/>
          <p:nvPr/>
        </p:nvPicPr>
        <p:blipFill>
          <a:blip r:embed="rId149"/>
          <a:srcRect/>
          <a:stretch>
            <a:fillRect/>
          </a:stretch>
        </p:blipFill>
        <p:spPr>
          <a:xfrm>
            <a:off x="5412772" y="1054036"/>
            <a:ext cx="70199" cy="82486"/>
          </a:xfrm>
          <a:prstGeom prst="rect"/>
          <a:ln w="0">
            <a:noFill/>
          </a:ln>
        </p:spPr>
      </p:pic>
      <p:sp>
        <p:nvSpPr>
          <p:cNvPr id="243" name="New shape"/>
          <p:cNvSpPr/>
          <p:nvPr/>
        </p:nvSpPr>
        <p:spPr>
          <a:xfrm>
            <a:off x="5424963" y="106470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" name="New picture"/>
          <p:cNvPicPr/>
          <p:nvPr/>
        </p:nvPicPr>
        <p:blipFill>
          <a:blip r:embed="rId150"/>
          <a:srcRect/>
          <a:stretch>
            <a:fillRect/>
          </a:stretch>
        </p:blipFill>
        <p:spPr>
          <a:xfrm>
            <a:off x="5502879" y="1053941"/>
            <a:ext cx="70199" cy="80867"/>
          </a:xfrm>
          <a:prstGeom prst="rect"/>
          <a:ln w="0">
            <a:noFill/>
          </a:ln>
        </p:spPr>
      </p:pic>
      <p:pic>
        <p:nvPicPr>
          <p:cNvPr id="245" name="New picture"/>
          <p:cNvPicPr/>
          <p:nvPr/>
        </p:nvPicPr>
        <p:blipFill>
          <a:blip r:embed="rId151"/>
          <a:srcRect/>
          <a:stretch>
            <a:fillRect/>
          </a:stretch>
        </p:blipFill>
        <p:spPr>
          <a:xfrm>
            <a:off x="5627942" y="1054037"/>
            <a:ext cx="58102" cy="82391"/>
          </a:xfrm>
          <a:prstGeom prst="rect"/>
          <a:ln w="0">
            <a:noFill/>
          </a:ln>
        </p:spPr>
      </p:pic>
      <p:pic>
        <p:nvPicPr>
          <p:cNvPr id="246" name="New picture"/>
          <p:cNvPicPr/>
          <p:nvPr/>
        </p:nvPicPr>
        <p:blipFill>
          <a:blip r:embed="rId152"/>
          <a:srcRect/>
          <a:stretch>
            <a:fillRect/>
          </a:stretch>
        </p:blipFill>
        <p:spPr>
          <a:xfrm>
            <a:off x="5699856" y="1054036"/>
            <a:ext cx="71723" cy="82391"/>
          </a:xfrm>
          <a:prstGeom prst="rect"/>
          <a:ln w="0">
            <a:noFill/>
          </a:ln>
        </p:spPr>
      </p:pic>
      <p:sp>
        <p:nvSpPr>
          <p:cNvPr id="247" name="New shape"/>
          <p:cNvSpPr/>
          <p:nvPr/>
        </p:nvSpPr>
        <p:spPr>
          <a:xfrm>
            <a:off x="5712047" y="106470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" name="New picture"/>
          <p:cNvPicPr/>
          <p:nvPr/>
        </p:nvPicPr>
        <p:blipFill>
          <a:blip r:embed="rId153"/>
          <a:srcRect/>
          <a:stretch>
            <a:fillRect/>
          </a:stretch>
        </p:blipFill>
        <p:spPr>
          <a:xfrm>
            <a:off x="5820442" y="1025081"/>
            <a:ext cx="53435" cy="109919"/>
          </a:xfrm>
          <a:prstGeom prst="rect"/>
          <a:ln w="0">
            <a:noFill/>
          </a:ln>
        </p:spPr>
      </p:pic>
      <p:pic>
        <p:nvPicPr>
          <p:cNvPr id="249" name="New picture"/>
          <p:cNvPicPr/>
          <p:nvPr/>
        </p:nvPicPr>
        <p:blipFill>
          <a:blip r:embed="rId154"/>
          <a:srcRect/>
          <a:stretch>
            <a:fillRect/>
          </a:stretch>
        </p:blipFill>
        <p:spPr>
          <a:xfrm>
            <a:off x="5877020" y="1053941"/>
            <a:ext cx="77819" cy="82486"/>
          </a:xfrm>
          <a:prstGeom prst="rect"/>
          <a:ln w="0">
            <a:noFill/>
          </a:ln>
        </p:spPr>
      </p:pic>
      <p:sp>
        <p:nvSpPr>
          <p:cNvPr id="250" name="New shape"/>
          <p:cNvSpPr/>
          <p:nvPr/>
        </p:nvSpPr>
        <p:spPr>
          <a:xfrm>
            <a:off x="5889212" y="1064704"/>
            <a:ext cx="51912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" name="New picture"/>
          <p:cNvPicPr/>
          <p:nvPr/>
        </p:nvPicPr>
        <p:blipFill>
          <a:blip r:embed="rId155"/>
          <a:srcRect/>
          <a:stretch>
            <a:fillRect/>
          </a:stretch>
        </p:blipFill>
        <p:spPr>
          <a:xfrm>
            <a:off x="5970079" y="1054036"/>
            <a:ext cx="64198" cy="82391"/>
          </a:xfrm>
          <a:prstGeom prst="rect"/>
          <a:ln w="0">
            <a:noFill/>
          </a:ln>
        </p:spPr>
      </p:pic>
      <p:pic>
        <p:nvPicPr>
          <p:cNvPr id="252" name="New picture"/>
          <p:cNvPicPr/>
          <p:nvPr/>
        </p:nvPicPr>
        <p:blipFill>
          <a:blip r:embed="rId156"/>
          <a:srcRect/>
          <a:stretch>
            <a:fillRect/>
          </a:stretch>
        </p:blipFill>
        <p:spPr>
          <a:xfrm>
            <a:off x="6044946" y="1054132"/>
            <a:ext cx="67247" cy="82391"/>
          </a:xfrm>
          <a:prstGeom prst="rect"/>
          <a:ln w="0">
            <a:noFill/>
          </a:ln>
        </p:spPr>
      </p:pic>
      <p:sp>
        <p:nvSpPr>
          <p:cNvPr id="253" name="New shape"/>
          <p:cNvSpPr/>
          <p:nvPr/>
        </p:nvSpPr>
        <p:spPr>
          <a:xfrm>
            <a:off x="6058757" y="109528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4" name="New shape"/>
          <p:cNvSpPr/>
          <p:nvPr/>
        </p:nvSpPr>
        <p:spPr>
          <a:xfrm>
            <a:off x="6135624" y="10271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5" name="New shape"/>
          <p:cNvSpPr/>
          <p:nvPr/>
        </p:nvSpPr>
        <p:spPr>
          <a:xfrm>
            <a:off x="6174773" y="1057084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" name="New picture"/>
          <p:cNvPicPr/>
          <p:nvPr/>
        </p:nvPicPr>
        <p:blipFill>
          <a:blip r:embed="rId157"/>
          <a:srcRect/>
          <a:stretch>
            <a:fillRect/>
          </a:stretch>
        </p:blipFill>
        <p:spPr>
          <a:xfrm>
            <a:off x="6173248" y="1021937"/>
            <a:ext cx="16764" cy="16859"/>
          </a:xfrm>
          <a:prstGeom prst="rect"/>
          <a:ln w="0">
            <a:noFill/>
          </a:ln>
        </p:spPr>
      </p:pic>
      <p:pic>
        <p:nvPicPr>
          <p:cNvPr id="257" name="New picture"/>
          <p:cNvPicPr/>
          <p:nvPr/>
        </p:nvPicPr>
        <p:blipFill>
          <a:blip r:embed="rId158"/>
          <a:srcRect/>
          <a:stretch>
            <a:fillRect/>
          </a:stretch>
        </p:blipFill>
        <p:spPr>
          <a:xfrm>
            <a:off x="6205157" y="1054037"/>
            <a:ext cx="58102" cy="82391"/>
          </a:xfrm>
          <a:prstGeom prst="rect"/>
          <a:ln w="0">
            <a:noFill/>
          </a:ln>
        </p:spPr>
      </p:pic>
      <p:pic>
        <p:nvPicPr>
          <p:cNvPr id="258" name="New picture"/>
          <p:cNvPicPr/>
          <p:nvPr/>
        </p:nvPicPr>
        <p:blipFill>
          <a:blip r:embed="rId159"/>
          <a:srcRect/>
          <a:stretch>
            <a:fillRect/>
          </a:stretch>
        </p:blipFill>
        <p:spPr>
          <a:xfrm>
            <a:off x="6275546" y="1054036"/>
            <a:ext cx="65722" cy="82391"/>
          </a:xfrm>
          <a:prstGeom prst="rect"/>
          <a:ln w="0">
            <a:noFill/>
          </a:ln>
        </p:spPr>
      </p:pic>
      <p:sp>
        <p:nvSpPr>
          <p:cNvPr id="259" name="New shape"/>
          <p:cNvSpPr/>
          <p:nvPr/>
        </p:nvSpPr>
        <p:spPr>
          <a:xfrm>
            <a:off x="6289357" y="1095280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" name="New picture"/>
          <p:cNvPicPr/>
          <p:nvPr/>
        </p:nvPicPr>
        <p:blipFill>
          <a:blip r:embed="rId160"/>
          <a:srcRect/>
          <a:stretch>
            <a:fillRect/>
          </a:stretch>
        </p:blipFill>
        <p:spPr>
          <a:xfrm>
            <a:off x="6365557" y="1054036"/>
            <a:ext cx="68675" cy="80867"/>
          </a:xfrm>
          <a:prstGeom prst="rect"/>
          <a:ln w="0">
            <a:noFill/>
          </a:ln>
        </p:spPr>
      </p:pic>
      <p:pic>
        <p:nvPicPr>
          <p:cNvPr id="261" name="New picture"/>
          <p:cNvPicPr/>
          <p:nvPr/>
        </p:nvPicPr>
        <p:blipFill>
          <a:blip r:embed="rId161"/>
          <a:srcRect/>
          <a:stretch>
            <a:fillRect/>
          </a:stretch>
        </p:blipFill>
        <p:spPr>
          <a:xfrm>
            <a:off x="6448044" y="1032605"/>
            <a:ext cx="47339" cy="103822"/>
          </a:xfrm>
          <a:prstGeom prst="rect"/>
          <a:ln w="0">
            <a:noFill/>
          </a:ln>
        </p:spPr>
      </p:pic>
      <p:pic>
        <p:nvPicPr>
          <p:cNvPr id="262" name="New picture"/>
          <p:cNvPicPr/>
          <p:nvPr/>
        </p:nvPicPr>
        <p:blipFill>
          <a:blip r:embed="rId162"/>
          <a:srcRect/>
          <a:stretch>
            <a:fillRect/>
          </a:stretch>
        </p:blipFill>
        <p:spPr>
          <a:xfrm>
            <a:off x="6544246" y="1054037"/>
            <a:ext cx="58007" cy="82391"/>
          </a:xfrm>
          <a:prstGeom prst="rect"/>
          <a:ln w="0">
            <a:noFill/>
          </a:ln>
        </p:spPr>
      </p:pic>
      <p:pic>
        <p:nvPicPr>
          <p:cNvPr id="263" name="New picture"/>
          <p:cNvPicPr/>
          <p:nvPr/>
        </p:nvPicPr>
        <p:blipFill>
          <a:blip r:embed="rId163"/>
          <a:srcRect/>
          <a:stretch>
            <a:fillRect/>
          </a:stretch>
        </p:blipFill>
        <p:spPr>
          <a:xfrm>
            <a:off x="6620637" y="1057085"/>
            <a:ext cx="68675" cy="79438"/>
          </a:xfrm>
          <a:prstGeom prst="rect"/>
          <a:ln w="0">
            <a:noFill/>
          </a:ln>
        </p:spPr>
      </p:pic>
      <p:pic>
        <p:nvPicPr>
          <p:cNvPr id="264" name="New picture"/>
          <p:cNvPicPr/>
          <p:nvPr/>
        </p:nvPicPr>
        <p:blipFill>
          <a:blip r:embed="rId164"/>
          <a:srcRect/>
          <a:stretch>
            <a:fillRect/>
          </a:stretch>
        </p:blipFill>
        <p:spPr>
          <a:xfrm>
            <a:off x="6713792" y="1054036"/>
            <a:ext cx="42767" cy="80867"/>
          </a:xfrm>
          <a:prstGeom prst="rect"/>
          <a:ln w="0">
            <a:noFill/>
          </a:ln>
        </p:spPr>
      </p:pic>
      <p:sp>
        <p:nvSpPr>
          <p:cNvPr id="265" name="New shape"/>
          <p:cNvSpPr/>
          <p:nvPr/>
        </p:nvSpPr>
        <p:spPr>
          <a:xfrm>
            <a:off x="684276" y="12557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" name="New picture"/>
          <p:cNvPicPr/>
          <p:nvPr/>
        </p:nvPicPr>
        <p:blipFill>
          <a:blip r:embed="rId165"/>
          <a:srcRect/>
          <a:stretch>
            <a:fillRect/>
          </a:stretch>
        </p:blipFill>
        <p:spPr>
          <a:xfrm>
            <a:off x="717137" y="1282922"/>
            <a:ext cx="71723" cy="82391"/>
          </a:xfrm>
          <a:prstGeom prst="rect"/>
          <a:ln w="0">
            <a:noFill/>
          </a:ln>
        </p:spPr>
      </p:pic>
      <p:sp>
        <p:nvSpPr>
          <p:cNvPr id="267" name="New shape"/>
          <p:cNvSpPr/>
          <p:nvPr/>
        </p:nvSpPr>
        <p:spPr>
          <a:xfrm>
            <a:off x="730853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8" name="New picture"/>
          <p:cNvPicPr/>
          <p:nvPr/>
        </p:nvPicPr>
        <p:blipFill>
          <a:blip r:embed="rId166"/>
          <a:srcRect/>
          <a:stretch>
            <a:fillRect/>
          </a:stretch>
        </p:blipFill>
        <p:spPr>
          <a:xfrm>
            <a:off x="799624" y="1282922"/>
            <a:ext cx="58007" cy="82391"/>
          </a:xfrm>
          <a:prstGeom prst="rect"/>
          <a:ln w="0">
            <a:noFill/>
          </a:ln>
        </p:spPr>
      </p:pic>
      <p:pic>
        <p:nvPicPr>
          <p:cNvPr id="269" name="New picture"/>
          <p:cNvPicPr/>
          <p:nvPr/>
        </p:nvPicPr>
        <p:blipFill>
          <a:blip r:embed="rId167"/>
          <a:srcRect/>
          <a:stretch>
            <a:fillRect/>
          </a:stretch>
        </p:blipFill>
        <p:spPr>
          <a:xfrm>
            <a:off x="909542" y="1283018"/>
            <a:ext cx="67246" cy="82391"/>
          </a:xfrm>
          <a:prstGeom prst="rect"/>
          <a:ln w="0">
            <a:noFill/>
          </a:ln>
        </p:spPr>
      </p:pic>
      <p:sp>
        <p:nvSpPr>
          <p:cNvPr id="270" name="New shape"/>
          <p:cNvSpPr/>
          <p:nvPr/>
        </p:nvSpPr>
        <p:spPr>
          <a:xfrm>
            <a:off x="923354" y="1324166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1" name="New shape"/>
          <p:cNvSpPr/>
          <p:nvPr/>
        </p:nvSpPr>
        <p:spPr>
          <a:xfrm>
            <a:off x="999744" y="12557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2" name="New picture"/>
          <p:cNvPicPr/>
          <p:nvPr/>
        </p:nvPicPr>
        <p:blipFill>
          <a:blip r:embed="rId168"/>
          <a:srcRect/>
          <a:stretch>
            <a:fillRect/>
          </a:stretch>
        </p:blipFill>
        <p:spPr>
          <a:xfrm>
            <a:off x="1030129" y="1284447"/>
            <a:ext cx="77915" cy="117539"/>
          </a:xfrm>
          <a:prstGeom prst="rect"/>
          <a:ln w="0">
            <a:noFill/>
          </a:ln>
        </p:spPr>
      </p:pic>
      <p:sp>
        <p:nvSpPr>
          <p:cNvPr id="273" name="New shape"/>
          <p:cNvSpPr/>
          <p:nvPr/>
        </p:nvSpPr>
        <p:spPr>
          <a:xfrm>
            <a:off x="1046988" y="1293591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4" name="New shape"/>
          <p:cNvSpPr/>
          <p:nvPr/>
        </p:nvSpPr>
        <p:spPr>
          <a:xfrm>
            <a:off x="1042416" y="1362266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" name="New picture"/>
          <p:cNvPicPr/>
          <p:nvPr/>
        </p:nvPicPr>
        <p:blipFill>
          <a:blip r:embed="rId169"/>
          <a:srcRect/>
          <a:stretch>
            <a:fillRect/>
          </a:stretch>
        </p:blipFill>
        <p:spPr>
          <a:xfrm>
            <a:off x="1117187" y="1282922"/>
            <a:ext cx="77915" cy="82391"/>
          </a:xfrm>
          <a:prstGeom prst="rect"/>
          <a:ln w="0">
            <a:noFill/>
          </a:ln>
        </p:spPr>
      </p:pic>
      <p:sp>
        <p:nvSpPr>
          <p:cNvPr id="276" name="New shape"/>
          <p:cNvSpPr/>
          <p:nvPr/>
        </p:nvSpPr>
        <p:spPr>
          <a:xfrm>
            <a:off x="1130999" y="1293590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7" name="New picture"/>
          <p:cNvPicPr/>
          <p:nvPr/>
        </p:nvPicPr>
        <p:blipFill>
          <a:blip r:embed="rId170"/>
          <a:srcRect/>
          <a:stretch>
            <a:fillRect/>
          </a:stretch>
        </p:blipFill>
        <p:spPr>
          <a:xfrm>
            <a:off x="1214914" y="1282922"/>
            <a:ext cx="42767" cy="80867"/>
          </a:xfrm>
          <a:prstGeom prst="rect"/>
          <a:ln w="0">
            <a:noFill/>
          </a:ln>
        </p:spPr>
      </p:pic>
      <p:sp>
        <p:nvSpPr>
          <p:cNvPr id="278" name="New shape"/>
          <p:cNvSpPr/>
          <p:nvPr/>
        </p:nvSpPr>
        <p:spPr>
          <a:xfrm>
            <a:off x="1271492" y="128597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9" name="New picture"/>
          <p:cNvPicPr/>
          <p:nvPr/>
        </p:nvPicPr>
        <p:blipFill>
          <a:blip r:embed="rId171"/>
          <a:srcRect/>
          <a:stretch>
            <a:fillRect/>
          </a:stretch>
        </p:blipFill>
        <p:spPr>
          <a:xfrm>
            <a:off x="1269968" y="1250823"/>
            <a:ext cx="16764" cy="16859"/>
          </a:xfrm>
          <a:prstGeom prst="rect"/>
          <a:ln w="0">
            <a:noFill/>
          </a:ln>
        </p:spPr>
      </p:pic>
      <p:pic>
        <p:nvPicPr>
          <p:cNvPr id="280" name="New picture"/>
          <p:cNvPicPr/>
          <p:nvPr/>
        </p:nvPicPr>
        <p:blipFill>
          <a:blip r:embed="rId172"/>
          <a:srcRect/>
          <a:stretch>
            <a:fillRect/>
          </a:stretch>
        </p:blipFill>
        <p:spPr>
          <a:xfrm>
            <a:off x="1300448" y="1261586"/>
            <a:ext cx="47339" cy="103727"/>
          </a:xfrm>
          <a:prstGeom prst="rect"/>
          <a:ln w="0">
            <a:noFill/>
          </a:ln>
        </p:spPr>
      </p:pic>
      <p:pic>
        <p:nvPicPr>
          <p:cNvPr id="281" name="New picture"/>
          <p:cNvPicPr/>
          <p:nvPr/>
        </p:nvPicPr>
        <p:blipFill>
          <a:blip r:embed="rId173"/>
          <a:srcRect/>
          <a:stretch>
            <a:fillRect/>
          </a:stretch>
        </p:blipFill>
        <p:spPr>
          <a:xfrm>
            <a:off x="1366076" y="1255490"/>
            <a:ext cx="68771" cy="108299"/>
          </a:xfrm>
          <a:prstGeom prst="rect"/>
          <a:ln w="0">
            <a:noFill/>
          </a:ln>
        </p:spPr>
      </p:pic>
      <p:pic>
        <p:nvPicPr>
          <p:cNvPr id="282" name="New picture"/>
          <p:cNvPicPr/>
          <p:nvPr/>
        </p:nvPicPr>
        <p:blipFill>
          <a:blip r:embed="rId174"/>
          <a:srcRect/>
          <a:stretch>
            <a:fillRect/>
          </a:stretch>
        </p:blipFill>
        <p:spPr>
          <a:xfrm>
            <a:off x="1459230" y="1282922"/>
            <a:ext cx="120587" cy="80867"/>
          </a:xfrm>
          <a:prstGeom prst="rect"/>
          <a:ln w="0">
            <a:noFill/>
          </a:ln>
        </p:spPr>
      </p:pic>
      <p:pic>
        <p:nvPicPr>
          <p:cNvPr id="283" name="New picture"/>
          <p:cNvPicPr/>
          <p:nvPr/>
        </p:nvPicPr>
        <p:blipFill>
          <a:blip r:embed="rId175"/>
          <a:srcRect/>
          <a:stretch>
            <a:fillRect/>
          </a:stretch>
        </p:blipFill>
        <p:spPr>
          <a:xfrm>
            <a:off x="1599724" y="1282922"/>
            <a:ext cx="71818" cy="82391"/>
          </a:xfrm>
          <a:prstGeom prst="rect"/>
          <a:ln w="0">
            <a:noFill/>
          </a:ln>
        </p:spPr>
      </p:pic>
      <p:sp>
        <p:nvSpPr>
          <p:cNvPr id="284" name="New shape"/>
          <p:cNvSpPr/>
          <p:nvPr/>
        </p:nvSpPr>
        <p:spPr>
          <a:xfrm>
            <a:off x="1613440" y="129359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5" name="New picture"/>
          <p:cNvPicPr/>
          <p:nvPr/>
        </p:nvPicPr>
        <p:blipFill>
          <a:blip r:embed="rId176"/>
          <a:srcRect/>
          <a:stretch>
            <a:fillRect/>
          </a:stretch>
        </p:blipFill>
        <p:spPr>
          <a:xfrm>
            <a:off x="1682210" y="1282922"/>
            <a:ext cx="58007" cy="82391"/>
          </a:xfrm>
          <a:prstGeom prst="rect"/>
          <a:ln w="0">
            <a:noFill/>
          </a:ln>
        </p:spPr>
      </p:pic>
      <p:pic>
        <p:nvPicPr>
          <p:cNvPr id="286" name="New picture"/>
          <p:cNvPicPr/>
          <p:nvPr/>
        </p:nvPicPr>
        <p:blipFill>
          <a:blip r:embed="rId177"/>
          <a:srcRect/>
          <a:stretch>
            <a:fillRect/>
          </a:stretch>
        </p:blipFill>
        <p:spPr>
          <a:xfrm>
            <a:off x="1758601" y="1347026"/>
            <a:ext cx="16764" cy="18383"/>
          </a:xfrm>
          <a:prstGeom prst="rect"/>
          <a:ln w="0">
            <a:noFill/>
          </a:ln>
        </p:spPr>
      </p:pic>
      <p:pic>
        <p:nvPicPr>
          <p:cNvPr id="287" name="New picture"/>
          <p:cNvPicPr/>
          <p:nvPr/>
        </p:nvPicPr>
        <p:blipFill>
          <a:blip r:embed="rId178"/>
          <a:srcRect/>
          <a:stretch>
            <a:fillRect/>
          </a:stretch>
        </p:blipFill>
        <p:spPr>
          <a:xfrm>
            <a:off x="1840992" y="1255490"/>
            <a:ext cx="62675" cy="108299"/>
          </a:xfrm>
          <a:prstGeom prst="rect"/>
          <a:ln w="0">
            <a:noFill/>
          </a:ln>
        </p:spPr>
      </p:pic>
      <p:pic>
        <p:nvPicPr>
          <p:cNvPr id="288" name="New picture"/>
          <p:cNvPicPr/>
          <p:nvPr/>
        </p:nvPicPr>
        <p:blipFill>
          <a:blip r:embed="rId179"/>
          <a:srcRect/>
          <a:stretch>
            <a:fillRect/>
          </a:stretch>
        </p:blipFill>
        <p:spPr>
          <a:xfrm>
            <a:off x="1911286" y="1282922"/>
            <a:ext cx="70199" cy="82391"/>
          </a:xfrm>
          <a:prstGeom prst="rect"/>
          <a:ln w="0">
            <a:noFill/>
          </a:ln>
        </p:spPr>
      </p:pic>
      <p:sp>
        <p:nvSpPr>
          <p:cNvPr id="289" name="New shape"/>
          <p:cNvSpPr/>
          <p:nvPr/>
        </p:nvSpPr>
        <p:spPr>
          <a:xfrm>
            <a:off x="1923478" y="129359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0" name="New picture"/>
          <p:cNvPicPr/>
          <p:nvPr/>
        </p:nvPicPr>
        <p:blipFill>
          <a:blip r:embed="rId180"/>
          <a:srcRect/>
          <a:stretch>
            <a:fillRect/>
          </a:stretch>
        </p:blipFill>
        <p:spPr>
          <a:xfrm>
            <a:off x="1993773" y="1282827"/>
            <a:ext cx="56483" cy="82487"/>
          </a:xfrm>
          <a:prstGeom prst="rect"/>
          <a:ln w="0">
            <a:noFill/>
          </a:ln>
        </p:spPr>
      </p:pic>
      <p:pic>
        <p:nvPicPr>
          <p:cNvPr id="291" name="New picture"/>
          <p:cNvPicPr/>
          <p:nvPr/>
        </p:nvPicPr>
        <p:blipFill>
          <a:blip r:embed="rId181"/>
          <a:srcRect/>
          <a:stretch>
            <a:fillRect/>
          </a:stretch>
        </p:blipFill>
        <p:spPr>
          <a:xfrm>
            <a:off x="2103596" y="1283018"/>
            <a:ext cx="71818" cy="82391"/>
          </a:xfrm>
          <a:prstGeom prst="rect"/>
          <a:ln w="0">
            <a:noFill/>
          </a:ln>
        </p:spPr>
      </p:pic>
      <p:sp>
        <p:nvSpPr>
          <p:cNvPr id="292" name="New shape"/>
          <p:cNvSpPr/>
          <p:nvPr/>
        </p:nvSpPr>
        <p:spPr>
          <a:xfrm>
            <a:off x="2117408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3" name="New picture"/>
          <p:cNvPicPr/>
          <p:nvPr/>
        </p:nvPicPr>
        <p:blipFill>
          <a:blip r:embed="rId182"/>
          <a:srcRect/>
          <a:stretch>
            <a:fillRect/>
          </a:stretch>
        </p:blipFill>
        <p:spPr>
          <a:xfrm>
            <a:off x="2180082" y="1285970"/>
            <a:ext cx="77819" cy="77819"/>
          </a:xfrm>
          <a:prstGeom prst="rect"/>
          <a:ln w="0">
            <a:noFill/>
          </a:ln>
        </p:spPr>
      </p:pic>
      <p:pic>
        <p:nvPicPr>
          <p:cNvPr id="294" name="New picture"/>
          <p:cNvPicPr/>
          <p:nvPr/>
        </p:nvPicPr>
        <p:blipFill>
          <a:blip r:embed="rId183"/>
          <a:srcRect/>
          <a:stretch>
            <a:fillRect/>
          </a:stretch>
        </p:blipFill>
        <p:spPr>
          <a:xfrm>
            <a:off x="2259521" y="1261586"/>
            <a:ext cx="47339" cy="103727"/>
          </a:xfrm>
          <a:prstGeom prst="rect"/>
          <a:ln w="0">
            <a:noFill/>
          </a:ln>
        </p:spPr>
      </p:pic>
      <p:pic>
        <p:nvPicPr>
          <p:cNvPr id="295" name="New picture"/>
          <p:cNvPicPr/>
          <p:nvPr/>
        </p:nvPicPr>
        <p:blipFill>
          <a:blip r:embed="rId184"/>
          <a:srcRect/>
          <a:stretch>
            <a:fillRect/>
          </a:stretch>
        </p:blipFill>
        <p:spPr>
          <a:xfrm>
            <a:off x="2323529" y="1282922"/>
            <a:ext cx="42767" cy="80867"/>
          </a:xfrm>
          <a:prstGeom prst="rect"/>
          <a:ln w="0">
            <a:noFill/>
          </a:ln>
        </p:spPr>
      </p:pic>
      <p:pic>
        <p:nvPicPr>
          <p:cNvPr id="296" name="New picture"/>
          <p:cNvPicPr/>
          <p:nvPr/>
        </p:nvPicPr>
        <p:blipFill>
          <a:blip r:embed="rId185"/>
          <a:srcRect/>
          <a:stretch>
            <a:fillRect/>
          </a:stretch>
        </p:blipFill>
        <p:spPr>
          <a:xfrm>
            <a:off x="2370868" y="1282922"/>
            <a:ext cx="65627" cy="82487"/>
          </a:xfrm>
          <a:prstGeom prst="rect"/>
          <a:ln w="0">
            <a:noFill/>
          </a:ln>
        </p:spPr>
      </p:pic>
      <p:sp>
        <p:nvSpPr>
          <p:cNvPr id="297" name="New shape"/>
          <p:cNvSpPr/>
          <p:nvPr/>
        </p:nvSpPr>
        <p:spPr>
          <a:xfrm>
            <a:off x="2383060" y="1324166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8" name="New shape"/>
          <p:cNvSpPr/>
          <p:nvPr/>
        </p:nvSpPr>
        <p:spPr>
          <a:xfrm>
            <a:off x="2460974" y="1285875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9" name="New picture"/>
          <p:cNvPicPr/>
          <p:nvPr/>
        </p:nvPicPr>
        <p:blipFill>
          <a:blip r:embed="rId186"/>
          <a:srcRect/>
          <a:stretch>
            <a:fillRect/>
          </a:stretch>
        </p:blipFill>
        <p:spPr>
          <a:xfrm>
            <a:off x="2459450" y="1250823"/>
            <a:ext cx="16764" cy="16764"/>
          </a:xfrm>
          <a:prstGeom prst="rect"/>
          <a:ln w="0">
            <a:noFill/>
          </a:ln>
        </p:spPr>
      </p:pic>
      <p:pic>
        <p:nvPicPr>
          <p:cNvPr id="300" name="New picture"/>
          <p:cNvPicPr/>
          <p:nvPr/>
        </p:nvPicPr>
        <p:blipFill>
          <a:blip r:embed="rId187"/>
          <a:srcRect/>
          <a:stretch>
            <a:fillRect/>
          </a:stretch>
        </p:blipFill>
        <p:spPr>
          <a:xfrm>
            <a:off x="2490026" y="1261586"/>
            <a:ext cx="47339" cy="103727"/>
          </a:xfrm>
          <a:prstGeom prst="rect"/>
          <a:ln w="0">
            <a:noFill/>
          </a:ln>
        </p:spPr>
      </p:pic>
      <p:pic>
        <p:nvPicPr>
          <p:cNvPr id="301" name="New picture"/>
          <p:cNvPicPr/>
          <p:nvPr/>
        </p:nvPicPr>
        <p:blipFill>
          <a:blip r:embed="rId188"/>
          <a:srcRect/>
          <a:stretch>
            <a:fillRect/>
          </a:stretch>
        </p:blipFill>
        <p:spPr>
          <a:xfrm>
            <a:off x="2544985" y="1282922"/>
            <a:ext cx="58007" cy="82391"/>
          </a:xfrm>
          <a:prstGeom prst="rect"/>
          <a:ln w="0">
            <a:noFill/>
          </a:ln>
        </p:spPr>
      </p:pic>
      <p:pic>
        <p:nvPicPr>
          <p:cNvPr id="302" name="New picture"/>
          <p:cNvPicPr/>
          <p:nvPr/>
        </p:nvPicPr>
        <p:blipFill>
          <a:blip r:embed="rId189"/>
          <a:srcRect/>
          <a:stretch>
            <a:fillRect/>
          </a:stretch>
        </p:blipFill>
        <p:spPr>
          <a:xfrm>
            <a:off x="2653284" y="1282922"/>
            <a:ext cx="56579" cy="82391"/>
          </a:xfrm>
          <a:prstGeom prst="rect"/>
          <a:ln w="0">
            <a:noFill/>
          </a:ln>
        </p:spPr>
      </p:pic>
      <p:pic>
        <p:nvPicPr>
          <p:cNvPr id="303" name="New picture"/>
          <p:cNvPicPr/>
          <p:nvPr/>
        </p:nvPicPr>
        <p:blipFill>
          <a:blip r:embed="rId190"/>
          <a:srcRect/>
          <a:stretch>
            <a:fillRect/>
          </a:stretch>
        </p:blipFill>
        <p:spPr>
          <a:xfrm>
            <a:off x="2728246" y="1286065"/>
            <a:ext cx="70295" cy="79343"/>
          </a:xfrm>
          <a:prstGeom prst="rect"/>
          <a:ln w="0">
            <a:noFill/>
          </a:ln>
        </p:spPr>
      </p:pic>
      <p:pic>
        <p:nvPicPr>
          <p:cNvPr id="304" name="New picture"/>
          <p:cNvPicPr/>
          <p:nvPr/>
        </p:nvPicPr>
        <p:blipFill>
          <a:blip r:embed="rId191"/>
          <a:srcRect/>
          <a:stretch>
            <a:fillRect/>
          </a:stretch>
        </p:blipFill>
        <p:spPr>
          <a:xfrm>
            <a:off x="2822924" y="1282922"/>
            <a:ext cx="42672" cy="80867"/>
          </a:xfrm>
          <a:prstGeom prst="rect"/>
          <a:ln w="0">
            <a:noFill/>
          </a:ln>
        </p:spPr>
      </p:pic>
      <p:sp>
        <p:nvSpPr>
          <p:cNvPr id="305" name="New shape"/>
          <p:cNvSpPr/>
          <p:nvPr/>
        </p:nvSpPr>
        <p:spPr>
          <a:xfrm>
            <a:off x="2918460" y="12557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6" name="New picture"/>
          <p:cNvPicPr/>
          <p:nvPr/>
        </p:nvPicPr>
        <p:blipFill>
          <a:blip r:embed="rId192"/>
          <a:srcRect/>
          <a:stretch>
            <a:fillRect/>
          </a:stretch>
        </p:blipFill>
        <p:spPr>
          <a:xfrm>
            <a:off x="2952655" y="1283018"/>
            <a:ext cx="71818" cy="82391"/>
          </a:xfrm>
          <a:prstGeom prst="rect"/>
          <a:ln w="0">
            <a:noFill/>
          </a:ln>
        </p:spPr>
      </p:pic>
      <p:sp>
        <p:nvSpPr>
          <p:cNvPr id="307" name="New shape"/>
          <p:cNvSpPr/>
          <p:nvPr/>
        </p:nvSpPr>
        <p:spPr>
          <a:xfrm>
            <a:off x="2966371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8" name="New picture"/>
          <p:cNvPicPr/>
          <p:nvPr/>
        </p:nvPicPr>
        <p:blipFill>
          <a:blip r:embed="rId193"/>
          <a:srcRect/>
          <a:stretch>
            <a:fillRect/>
          </a:stretch>
        </p:blipFill>
        <p:spPr>
          <a:xfrm>
            <a:off x="3035141" y="1282922"/>
            <a:ext cx="58007" cy="82391"/>
          </a:xfrm>
          <a:prstGeom prst="rect"/>
          <a:ln w="0">
            <a:noFill/>
          </a:ln>
        </p:spPr>
      </p:pic>
      <p:sp>
        <p:nvSpPr>
          <p:cNvPr id="309" name="New shape"/>
          <p:cNvSpPr/>
          <p:nvPr/>
        </p:nvSpPr>
        <p:spPr>
          <a:xfrm>
            <a:off x="3153156" y="12557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0" name="New picture"/>
          <p:cNvPicPr/>
          <p:nvPr/>
        </p:nvPicPr>
        <p:blipFill>
          <a:blip r:embed="rId194"/>
          <a:srcRect/>
          <a:stretch>
            <a:fillRect/>
          </a:stretch>
        </p:blipFill>
        <p:spPr>
          <a:xfrm>
            <a:off x="3184779" y="1282922"/>
            <a:ext cx="67151" cy="82391"/>
          </a:xfrm>
          <a:prstGeom prst="rect"/>
          <a:ln w="0">
            <a:noFill/>
          </a:ln>
        </p:spPr>
      </p:pic>
      <p:sp>
        <p:nvSpPr>
          <p:cNvPr id="311" name="New shape"/>
          <p:cNvSpPr/>
          <p:nvPr/>
        </p:nvSpPr>
        <p:spPr>
          <a:xfrm>
            <a:off x="3198495" y="132407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2" name="New picture"/>
          <p:cNvPicPr/>
          <p:nvPr/>
        </p:nvPicPr>
        <p:blipFill>
          <a:blip r:embed="rId195"/>
          <a:srcRect/>
          <a:stretch>
            <a:fillRect/>
          </a:stretch>
        </p:blipFill>
        <p:spPr>
          <a:xfrm>
            <a:off x="3274885" y="1282922"/>
            <a:ext cx="68675" cy="80867"/>
          </a:xfrm>
          <a:prstGeom prst="rect"/>
          <a:ln w="0">
            <a:noFill/>
          </a:ln>
        </p:spPr>
      </p:pic>
      <p:pic>
        <p:nvPicPr>
          <p:cNvPr id="313" name="New picture"/>
          <p:cNvPicPr/>
          <p:nvPr/>
        </p:nvPicPr>
        <p:blipFill>
          <a:blip r:embed="rId196"/>
          <a:srcRect/>
          <a:stretch>
            <a:fillRect/>
          </a:stretch>
        </p:blipFill>
        <p:spPr>
          <a:xfrm>
            <a:off x="3358896" y="1284542"/>
            <a:ext cx="77915" cy="117539"/>
          </a:xfrm>
          <a:prstGeom prst="rect"/>
          <a:ln w="0">
            <a:noFill/>
          </a:ln>
        </p:spPr>
      </p:pic>
      <p:sp>
        <p:nvSpPr>
          <p:cNvPr id="314" name="New shape"/>
          <p:cNvSpPr/>
          <p:nvPr/>
        </p:nvSpPr>
        <p:spPr>
          <a:xfrm>
            <a:off x="3375756" y="1293686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5" name="New shape"/>
          <p:cNvSpPr/>
          <p:nvPr/>
        </p:nvSpPr>
        <p:spPr>
          <a:xfrm>
            <a:off x="3372707" y="1362361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6" name="New picture"/>
          <p:cNvPicPr/>
          <p:nvPr/>
        </p:nvPicPr>
        <p:blipFill>
          <a:blip r:embed="rId197"/>
          <a:srcRect/>
          <a:stretch>
            <a:fillRect/>
          </a:stretch>
        </p:blipFill>
        <p:spPr>
          <a:xfrm>
            <a:off x="3447479" y="1282922"/>
            <a:ext cx="65627" cy="82391"/>
          </a:xfrm>
          <a:prstGeom prst="rect"/>
          <a:ln w="0">
            <a:noFill/>
          </a:ln>
        </p:spPr>
      </p:pic>
      <p:sp>
        <p:nvSpPr>
          <p:cNvPr id="317" name="New shape"/>
          <p:cNvSpPr/>
          <p:nvPr/>
        </p:nvSpPr>
        <p:spPr>
          <a:xfrm>
            <a:off x="3461195" y="132416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8" name="New picture"/>
          <p:cNvPicPr/>
          <p:nvPr/>
        </p:nvPicPr>
        <p:blipFill>
          <a:blip r:embed="rId198"/>
          <a:srcRect/>
          <a:stretch>
            <a:fillRect/>
          </a:stretch>
        </p:blipFill>
        <p:spPr>
          <a:xfrm>
            <a:off x="3526822" y="1284542"/>
            <a:ext cx="77915" cy="117539"/>
          </a:xfrm>
          <a:prstGeom prst="rect"/>
          <a:ln w="0">
            <a:noFill/>
          </a:ln>
        </p:spPr>
      </p:pic>
      <p:sp>
        <p:nvSpPr>
          <p:cNvPr id="319" name="New shape"/>
          <p:cNvSpPr/>
          <p:nvPr/>
        </p:nvSpPr>
        <p:spPr>
          <a:xfrm>
            <a:off x="3543681" y="1293686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20" name="New shape"/>
          <p:cNvSpPr/>
          <p:nvPr/>
        </p:nvSpPr>
        <p:spPr>
          <a:xfrm>
            <a:off x="3540633" y="1362361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1" name="New picture"/>
          <p:cNvPicPr/>
          <p:nvPr/>
        </p:nvPicPr>
        <p:blipFill>
          <a:blip r:embed="rId199"/>
          <a:srcRect/>
          <a:stretch>
            <a:fillRect/>
          </a:stretch>
        </p:blipFill>
        <p:spPr>
          <a:xfrm>
            <a:off x="3615500" y="1283018"/>
            <a:ext cx="70199" cy="82391"/>
          </a:xfrm>
          <a:prstGeom prst="rect"/>
          <a:ln w="0">
            <a:noFill/>
          </a:ln>
        </p:spPr>
      </p:pic>
      <p:sp>
        <p:nvSpPr>
          <p:cNvPr id="322" name="New shape"/>
          <p:cNvSpPr/>
          <p:nvPr/>
        </p:nvSpPr>
        <p:spPr>
          <a:xfrm>
            <a:off x="3627692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3" name="New picture"/>
          <p:cNvPicPr/>
          <p:nvPr/>
        </p:nvPicPr>
        <p:blipFill>
          <a:blip r:embed="rId200"/>
          <a:srcRect/>
          <a:stretch>
            <a:fillRect/>
          </a:stretch>
        </p:blipFill>
        <p:spPr>
          <a:xfrm>
            <a:off x="3697891" y="1282922"/>
            <a:ext cx="58007" cy="82391"/>
          </a:xfrm>
          <a:prstGeom prst="rect"/>
          <a:ln w="0">
            <a:noFill/>
          </a:ln>
        </p:spPr>
      </p:pic>
      <p:pic>
        <p:nvPicPr>
          <p:cNvPr id="324" name="New picture"/>
          <p:cNvPicPr/>
          <p:nvPr/>
        </p:nvPicPr>
        <p:blipFill>
          <a:blip r:embed="rId201"/>
          <a:srcRect/>
          <a:stretch>
            <a:fillRect/>
          </a:stretch>
        </p:blipFill>
        <p:spPr>
          <a:xfrm>
            <a:off x="3807809" y="1255490"/>
            <a:ext cx="76391" cy="109823"/>
          </a:xfrm>
          <a:prstGeom prst="rect"/>
          <a:ln w="0">
            <a:noFill/>
          </a:ln>
        </p:spPr>
      </p:pic>
      <p:sp>
        <p:nvSpPr>
          <p:cNvPr id="325" name="New shape"/>
          <p:cNvSpPr/>
          <p:nvPr/>
        </p:nvSpPr>
        <p:spPr>
          <a:xfrm>
            <a:off x="3821620" y="129359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6" name="New picture"/>
          <p:cNvPicPr/>
          <p:nvPr/>
        </p:nvPicPr>
        <p:blipFill>
          <a:blip r:embed="rId202"/>
          <a:srcRect/>
          <a:stretch>
            <a:fillRect/>
          </a:stretch>
        </p:blipFill>
        <p:spPr>
          <a:xfrm>
            <a:off x="3904107" y="1282922"/>
            <a:ext cx="70199" cy="82391"/>
          </a:xfrm>
          <a:prstGeom prst="rect"/>
          <a:ln w="0">
            <a:noFill/>
          </a:ln>
        </p:spPr>
      </p:pic>
      <p:sp>
        <p:nvSpPr>
          <p:cNvPr id="327" name="New shape"/>
          <p:cNvSpPr/>
          <p:nvPr/>
        </p:nvSpPr>
        <p:spPr>
          <a:xfrm>
            <a:off x="3916299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8" name="New picture"/>
          <p:cNvPicPr/>
          <p:nvPr/>
        </p:nvPicPr>
        <p:blipFill>
          <a:blip r:embed="rId203"/>
          <a:srcRect/>
          <a:stretch>
            <a:fillRect/>
          </a:stretch>
        </p:blipFill>
        <p:spPr>
          <a:xfrm>
            <a:off x="4033838" y="1282922"/>
            <a:ext cx="74771" cy="117538"/>
          </a:xfrm>
          <a:prstGeom prst="rect"/>
          <a:ln w="0">
            <a:noFill/>
          </a:ln>
        </p:spPr>
      </p:pic>
      <p:sp>
        <p:nvSpPr>
          <p:cNvPr id="329" name="New shape"/>
          <p:cNvSpPr/>
          <p:nvPr/>
        </p:nvSpPr>
        <p:spPr>
          <a:xfrm>
            <a:off x="4047554" y="129359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0" name="New picture"/>
          <p:cNvPicPr/>
          <p:nvPr/>
        </p:nvPicPr>
        <p:blipFill>
          <a:blip r:embed="rId204"/>
          <a:srcRect/>
          <a:stretch>
            <a:fillRect/>
          </a:stretch>
        </p:blipFill>
        <p:spPr>
          <a:xfrm>
            <a:off x="4128516" y="1282827"/>
            <a:ext cx="42767" cy="80962"/>
          </a:xfrm>
          <a:prstGeom prst="rect"/>
          <a:ln w="0">
            <a:noFill/>
          </a:ln>
        </p:spPr>
      </p:pic>
      <p:pic>
        <p:nvPicPr>
          <p:cNvPr id="331" name="New picture"/>
          <p:cNvPicPr/>
          <p:nvPr/>
        </p:nvPicPr>
        <p:blipFill>
          <a:blip r:embed="rId205"/>
          <a:srcRect/>
          <a:stretch>
            <a:fillRect/>
          </a:stretch>
        </p:blipFill>
        <p:spPr>
          <a:xfrm>
            <a:off x="4177379" y="1282922"/>
            <a:ext cx="77915" cy="82486"/>
          </a:xfrm>
          <a:prstGeom prst="rect"/>
          <a:ln w="0">
            <a:noFill/>
          </a:ln>
        </p:spPr>
      </p:pic>
      <p:sp>
        <p:nvSpPr>
          <p:cNvPr id="332" name="New shape"/>
          <p:cNvSpPr/>
          <p:nvPr/>
        </p:nvSpPr>
        <p:spPr>
          <a:xfrm>
            <a:off x="4191095" y="1293686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3" name="New picture"/>
          <p:cNvPicPr/>
          <p:nvPr/>
        </p:nvPicPr>
        <p:blipFill>
          <a:blip r:embed="rId206"/>
          <a:srcRect/>
          <a:stretch>
            <a:fillRect/>
          </a:stretch>
        </p:blipFill>
        <p:spPr>
          <a:xfrm>
            <a:off x="4265962" y="1284542"/>
            <a:ext cx="77915" cy="117539"/>
          </a:xfrm>
          <a:prstGeom prst="rect"/>
          <a:ln w="0">
            <a:noFill/>
          </a:ln>
        </p:spPr>
      </p:pic>
      <p:sp>
        <p:nvSpPr>
          <p:cNvPr id="334" name="New shape"/>
          <p:cNvSpPr/>
          <p:nvPr/>
        </p:nvSpPr>
        <p:spPr>
          <a:xfrm>
            <a:off x="4282821" y="1293686"/>
            <a:ext cx="39624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35" name="New shape"/>
          <p:cNvSpPr/>
          <p:nvPr/>
        </p:nvSpPr>
        <p:spPr>
          <a:xfrm>
            <a:off x="4279773" y="1362361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6" name="New picture"/>
          <p:cNvPicPr/>
          <p:nvPr/>
        </p:nvPicPr>
        <p:blipFill>
          <a:blip r:embed="rId207"/>
          <a:srcRect/>
          <a:stretch>
            <a:fillRect/>
          </a:stretch>
        </p:blipFill>
        <p:spPr>
          <a:xfrm>
            <a:off x="4360640" y="1282922"/>
            <a:ext cx="41243" cy="80867"/>
          </a:xfrm>
          <a:prstGeom prst="rect"/>
          <a:ln w="0">
            <a:noFill/>
          </a:ln>
        </p:spPr>
      </p:pic>
      <p:pic>
        <p:nvPicPr>
          <p:cNvPr id="337" name="New picture"/>
          <p:cNvPicPr/>
          <p:nvPr/>
        </p:nvPicPr>
        <p:blipFill>
          <a:blip r:embed="rId208"/>
          <a:srcRect/>
          <a:stretch>
            <a:fillRect/>
          </a:stretch>
        </p:blipFill>
        <p:spPr>
          <a:xfrm>
            <a:off x="4406455" y="1282922"/>
            <a:ext cx="67247" cy="82391"/>
          </a:xfrm>
          <a:prstGeom prst="rect"/>
          <a:ln w="0">
            <a:noFill/>
          </a:ln>
        </p:spPr>
      </p:pic>
      <p:sp>
        <p:nvSpPr>
          <p:cNvPr id="338" name="New shape"/>
          <p:cNvSpPr/>
          <p:nvPr/>
        </p:nvSpPr>
        <p:spPr>
          <a:xfrm>
            <a:off x="4420267" y="1324070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9" name="New picture"/>
          <p:cNvPicPr/>
          <p:nvPr/>
        </p:nvPicPr>
        <p:blipFill>
          <a:blip r:embed="rId209"/>
          <a:srcRect/>
          <a:stretch>
            <a:fillRect/>
          </a:stretch>
        </p:blipFill>
        <p:spPr>
          <a:xfrm>
            <a:off x="4496562" y="1282922"/>
            <a:ext cx="120682" cy="80867"/>
          </a:xfrm>
          <a:prstGeom prst="rect"/>
          <a:ln w="0">
            <a:noFill/>
          </a:ln>
        </p:spPr>
      </p:pic>
      <p:pic>
        <p:nvPicPr>
          <p:cNvPr id="340" name="New picture"/>
          <p:cNvPicPr/>
          <p:nvPr/>
        </p:nvPicPr>
        <p:blipFill>
          <a:blip r:embed="rId210"/>
          <a:srcRect/>
          <a:stretch>
            <a:fillRect/>
          </a:stretch>
        </p:blipFill>
        <p:spPr>
          <a:xfrm>
            <a:off x="4641628" y="1282922"/>
            <a:ext cx="120682" cy="80867"/>
          </a:xfrm>
          <a:prstGeom prst="rect"/>
          <a:ln w="0">
            <a:noFill/>
          </a:ln>
        </p:spPr>
      </p:pic>
      <p:pic>
        <p:nvPicPr>
          <p:cNvPr id="341" name="New picture"/>
          <p:cNvPicPr/>
          <p:nvPr/>
        </p:nvPicPr>
        <p:blipFill>
          <a:blip r:embed="rId211"/>
          <a:srcRect/>
          <a:stretch>
            <a:fillRect/>
          </a:stretch>
        </p:blipFill>
        <p:spPr>
          <a:xfrm>
            <a:off x="4778978" y="1282922"/>
            <a:ext cx="65722" cy="82391"/>
          </a:xfrm>
          <a:prstGeom prst="rect"/>
          <a:ln w="0">
            <a:noFill/>
          </a:ln>
        </p:spPr>
      </p:pic>
      <p:sp>
        <p:nvSpPr>
          <p:cNvPr id="342" name="New shape"/>
          <p:cNvSpPr/>
          <p:nvPr/>
        </p:nvSpPr>
        <p:spPr>
          <a:xfrm>
            <a:off x="4792790" y="1324166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3" name="New picture"/>
          <p:cNvPicPr/>
          <p:nvPr/>
        </p:nvPicPr>
        <p:blipFill>
          <a:blip r:embed="rId212"/>
          <a:srcRect/>
          <a:stretch>
            <a:fillRect/>
          </a:stretch>
        </p:blipFill>
        <p:spPr>
          <a:xfrm>
            <a:off x="4858511" y="1261586"/>
            <a:ext cx="47339" cy="103727"/>
          </a:xfrm>
          <a:prstGeom prst="rect"/>
          <a:ln w="0">
            <a:noFill/>
          </a:ln>
        </p:spPr>
      </p:pic>
      <p:sp>
        <p:nvSpPr>
          <p:cNvPr id="344" name="New shape"/>
          <p:cNvSpPr/>
          <p:nvPr/>
        </p:nvSpPr>
        <p:spPr>
          <a:xfrm>
            <a:off x="4924044" y="1285970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5" name="New picture"/>
          <p:cNvPicPr/>
          <p:nvPr/>
        </p:nvPicPr>
        <p:blipFill>
          <a:blip r:embed="rId213"/>
          <a:srcRect/>
          <a:stretch>
            <a:fillRect/>
          </a:stretch>
        </p:blipFill>
        <p:spPr>
          <a:xfrm>
            <a:off x="4920996" y="1250918"/>
            <a:ext cx="16859" cy="16764"/>
          </a:xfrm>
          <a:prstGeom prst="rect"/>
          <a:ln w="0">
            <a:noFill/>
          </a:ln>
        </p:spPr>
      </p:pic>
      <p:pic>
        <p:nvPicPr>
          <p:cNvPr id="346" name="New picture"/>
          <p:cNvPicPr/>
          <p:nvPr/>
        </p:nvPicPr>
        <p:blipFill>
          <a:blip r:embed="rId214"/>
          <a:srcRect/>
          <a:stretch>
            <a:fillRect/>
          </a:stretch>
        </p:blipFill>
        <p:spPr>
          <a:xfrm>
            <a:off x="4957667" y="1282922"/>
            <a:ext cx="77915" cy="82486"/>
          </a:xfrm>
          <a:prstGeom prst="rect"/>
          <a:ln w="0">
            <a:noFill/>
          </a:ln>
        </p:spPr>
      </p:pic>
      <p:sp>
        <p:nvSpPr>
          <p:cNvPr id="347" name="New shape"/>
          <p:cNvSpPr/>
          <p:nvPr/>
        </p:nvSpPr>
        <p:spPr>
          <a:xfrm>
            <a:off x="4971479" y="1293686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8" name="New picture"/>
          <p:cNvPicPr/>
          <p:nvPr/>
        </p:nvPicPr>
        <p:blipFill>
          <a:blip r:embed="rId215"/>
          <a:srcRect/>
          <a:stretch>
            <a:fillRect/>
          </a:stretch>
        </p:blipFill>
        <p:spPr>
          <a:xfrm>
            <a:off x="5055394" y="1282922"/>
            <a:ext cx="70199" cy="80867"/>
          </a:xfrm>
          <a:prstGeom prst="rect"/>
          <a:ln w="0">
            <a:noFill/>
          </a:ln>
        </p:spPr>
      </p:pic>
      <p:pic>
        <p:nvPicPr>
          <p:cNvPr id="349" name="New picture"/>
          <p:cNvPicPr/>
          <p:nvPr/>
        </p:nvPicPr>
        <p:blipFill>
          <a:blip r:embed="rId216"/>
          <a:srcRect/>
          <a:stretch>
            <a:fillRect/>
          </a:stretch>
        </p:blipFill>
        <p:spPr>
          <a:xfrm>
            <a:off x="5188267" y="1282922"/>
            <a:ext cx="76391" cy="117538"/>
          </a:xfrm>
          <a:prstGeom prst="rect"/>
          <a:ln w="0">
            <a:noFill/>
          </a:ln>
        </p:spPr>
      </p:pic>
      <p:sp>
        <p:nvSpPr>
          <p:cNvPr id="350" name="New shape"/>
          <p:cNvSpPr/>
          <p:nvPr/>
        </p:nvSpPr>
        <p:spPr>
          <a:xfrm>
            <a:off x="5203507" y="129359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1" name="New picture"/>
          <p:cNvPicPr/>
          <p:nvPr/>
        </p:nvPicPr>
        <p:blipFill>
          <a:blip r:embed="rId217"/>
          <a:srcRect/>
          <a:stretch>
            <a:fillRect/>
          </a:stretch>
        </p:blipFill>
        <p:spPr>
          <a:xfrm>
            <a:off x="5284470" y="1284351"/>
            <a:ext cx="42767" cy="79343"/>
          </a:xfrm>
          <a:prstGeom prst="rect"/>
          <a:ln w="0">
            <a:noFill/>
          </a:ln>
        </p:spPr>
      </p:pic>
      <p:pic>
        <p:nvPicPr>
          <p:cNvPr id="352" name="New picture"/>
          <p:cNvPicPr/>
          <p:nvPr/>
        </p:nvPicPr>
        <p:blipFill>
          <a:blip r:embed="rId218"/>
          <a:srcRect/>
          <a:stretch>
            <a:fillRect/>
          </a:stretch>
        </p:blipFill>
        <p:spPr>
          <a:xfrm>
            <a:off x="5331809" y="1282922"/>
            <a:ext cx="79439" cy="82391"/>
          </a:xfrm>
          <a:prstGeom prst="rect"/>
          <a:ln w="0">
            <a:noFill/>
          </a:ln>
        </p:spPr>
      </p:pic>
      <p:sp>
        <p:nvSpPr>
          <p:cNvPr id="353" name="New shape"/>
          <p:cNvSpPr/>
          <p:nvPr/>
        </p:nvSpPr>
        <p:spPr>
          <a:xfrm>
            <a:off x="5345525" y="129359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4" name="New picture"/>
          <p:cNvPicPr/>
          <p:nvPr/>
        </p:nvPicPr>
        <p:blipFill>
          <a:blip r:embed="rId219"/>
          <a:srcRect/>
          <a:stretch>
            <a:fillRect/>
          </a:stretch>
        </p:blipFill>
        <p:spPr>
          <a:xfrm>
            <a:off x="5431059" y="1282922"/>
            <a:ext cx="74866" cy="117538"/>
          </a:xfrm>
          <a:prstGeom prst="rect"/>
          <a:ln w="0">
            <a:noFill/>
          </a:ln>
        </p:spPr>
      </p:pic>
      <p:sp>
        <p:nvSpPr>
          <p:cNvPr id="355" name="New shape"/>
          <p:cNvSpPr/>
          <p:nvPr/>
        </p:nvSpPr>
        <p:spPr>
          <a:xfrm>
            <a:off x="5444775" y="129359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6" name="New picture"/>
          <p:cNvPicPr/>
          <p:nvPr/>
        </p:nvPicPr>
        <p:blipFill>
          <a:blip r:embed="rId220"/>
          <a:srcRect/>
          <a:stretch>
            <a:fillRect/>
          </a:stretch>
        </p:blipFill>
        <p:spPr>
          <a:xfrm>
            <a:off x="5521166" y="1282922"/>
            <a:ext cx="77915" cy="82486"/>
          </a:xfrm>
          <a:prstGeom prst="rect"/>
          <a:ln w="0">
            <a:noFill/>
          </a:ln>
        </p:spPr>
      </p:pic>
      <p:sp>
        <p:nvSpPr>
          <p:cNvPr id="357" name="New shape"/>
          <p:cNvSpPr/>
          <p:nvPr/>
        </p:nvSpPr>
        <p:spPr>
          <a:xfrm>
            <a:off x="5534978" y="1293686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8" name="New picture"/>
          <p:cNvPicPr/>
          <p:nvPr/>
        </p:nvPicPr>
        <p:blipFill>
          <a:blip r:embed="rId221"/>
          <a:srcRect/>
          <a:stretch>
            <a:fillRect/>
          </a:stretch>
        </p:blipFill>
        <p:spPr>
          <a:xfrm>
            <a:off x="5611272" y="1282827"/>
            <a:ext cx="56483" cy="82487"/>
          </a:xfrm>
          <a:prstGeom prst="rect"/>
          <a:ln w="0">
            <a:noFill/>
          </a:ln>
        </p:spPr>
      </p:pic>
      <p:pic>
        <p:nvPicPr>
          <p:cNvPr id="359" name="New picture"/>
          <p:cNvPicPr/>
          <p:nvPr/>
        </p:nvPicPr>
        <p:blipFill>
          <a:blip r:embed="rId222"/>
          <a:srcRect/>
          <a:stretch>
            <a:fillRect/>
          </a:stretch>
        </p:blipFill>
        <p:spPr>
          <a:xfrm>
            <a:off x="5681472" y="1283018"/>
            <a:ext cx="71818" cy="82391"/>
          </a:xfrm>
          <a:prstGeom prst="rect"/>
          <a:ln w="0">
            <a:noFill/>
          </a:ln>
        </p:spPr>
      </p:pic>
      <p:sp>
        <p:nvSpPr>
          <p:cNvPr id="360" name="New shape"/>
          <p:cNvSpPr/>
          <p:nvPr/>
        </p:nvSpPr>
        <p:spPr>
          <a:xfrm>
            <a:off x="5695283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1" name="New picture"/>
          <p:cNvPicPr/>
          <p:nvPr/>
        </p:nvPicPr>
        <p:blipFill>
          <a:blip r:embed="rId223"/>
          <a:srcRect/>
          <a:stretch>
            <a:fillRect/>
          </a:stretch>
        </p:blipFill>
        <p:spPr>
          <a:xfrm>
            <a:off x="5773103" y="1282922"/>
            <a:ext cx="70199" cy="80867"/>
          </a:xfrm>
          <a:prstGeom prst="rect"/>
          <a:ln w="0">
            <a:noFill/>
          </a:ln>
        </p:spPr>
      </p:pic>
      <p:pic>
        <p:nvPicPr>
          <p:cNvPr id="362" name="New picture"/>
          <p:cNvPicPr/>
          <p:nvPr/>
        </p:nvPicPr>
        <p:blipFill>
          <a:blip r:embed="rId224"/>
          <a:srcRect/>
          <a:stretch>
            <a:fillRect/>
          </a:stretch>
        </p:blipFill>
        <p:spPr>
          <a:xfrm>
            <a:off x="5855589" y="1261586"/>
            <a:ext cx="48863" cy="103727"/>
          </a:xfrm>
          <a:prstGeom prst="rect"/>
          <a:ln w="0">
            <a:noFill/>
          </a:ln>
        </p:spPr>
      </p:pic>
      <p:pic>
        <p:nvPicPr>
          <p:cNvPr id="363" name="New picture"/>
          <p:cNvPicPr/>
          <p:nvPr/>
        </p:nvPicPr>
        <p:blipFill>
          <a:blip r:embed="rId225"/>
          <a:srcRect/>
          <a:stretch>
            <a:fillRect/>
          </a:stretch>
        </p:blipFill>
        <p:spPr>
          <a:xfrm>
            <a:off x="5956364" y="1255490"/>
            <a:ext cx="74771" cy="109823"/>
          </a:xfrm>
          <a:prstGeom prst="rect"/>
          <a:ln w="0">
            <a:noFill/>
          </a:ln>
        </p:spPr>
      </p:pic>
      <p:sp>
        <p:nvSpPr>
          <p:cNvPr id="364" name="New shape"/>
          <p:cNvSpPr/>
          <p:nvPr/>
        </p:nvSpPr>
        <p:spPr>
          <a:xfrm>
            <a:off x="5968556" y="129359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5" name="New picture"/>
          <p:cNvPicPr/>
          <p:nvPr/>
        </p:nvPicPr>
        <p:blipFill>
          <a:blip r:embed="rId226"/>
          <a:srcRect/>
          <a:stretch>
            <a:fillRect/>
          </a:stretch>
        </p:blipFill>
        <p:spPr>
          <a:xfrm>
            <a:off x="6051042" y="1283018"/>
            <a:ext cx="71723" cy="82391"/>
          </a:xfrm>
          <a:prstGeom prst="rect"/>
          <a:ln w="0">
            <a:noFill/>
          </a:ln>
        </p:spPr>
      </p:pic>
      <p:sp>
        <p:nvSpPr>
          <p:cNvPr id="366" name="New shape"/>
          <p:cNvSpPr/>
          <p:nvPr/>
        </p:nvSpPr>
        <p:spPr>
          <a:xfrm>
            <a:off x="6063234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7" name="New picture"/>
          <p:cNvPicPr/>
          <p:nvPr/>
        </p:nvPicPr>
        <p:blipFill>
          <a:blip r:embed="rId227"/>
          <a:srcRect/>
          <a:stretch>
            <a:fillRect/>
          </a:stretch>
        </p:blipFill>
        <p:spPr>
          <a:xfrm>
            <a:off x="6133528" y="1282922"/>
            <a:ext cx="58007" cy="82391"/>
          </a:xfrm>
          <a:prstGeom prst="rect"/>
          <a:ln w="0">
            <a:noFill/>
          </a:ln>
        </p:spPr>
      </p:pic>
      <p:pic>
        <p:nvPicPr>
          <p:cNvPr id="368" name="New picture"/>
          <p:cNvPicPr/>
          <p:nvPr/>
        </p:nvPicPr>
        <p:blipFill>
          <a:blip r:embed="rId228"/>
          <a:srcRect/>
          <a:stretch>
            <a:fillRect/>
          </a:stretch>
        </p:blipFill>
        <p:spPr>
          <a:xfrm>
            <a:off x="6244972" y="1282922"/>
            <a:ext cx="70199" cy="82391"/>
          </a:xfrm>
          <a:prstGeom prst="rect"/>
          <a:ln w="0">
            <a:noFill/>
          </a:ln>
        </p:spPr>
      </p:pic>
      <p:sp>
        <p:nvSpPr>
          <p:cNvPr id="369" name="New shape"/>
          <p:cNvSpPr/>
          <p:nvPr/>
        </p:nvSpPr>
        <p:spPr>
          <a:xfrm>
            <a:off x="6257163" y="1293590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0" name="New picture"/>
          <p:cNvPicPr/>
          <p:nvPr/>
        </p:nvPicPr>
        <p:blipFill>
          <a:blip r:embed="rId229"/>
          <a:srcRect/>
          <a:stretch>
            <a:fillRect/>
          </a:stretch>
        </p:blipFill>
        <p:spPr>
          <a:xfrm>
            <a:off x="6321361" y="1285970"/>
            <a:ext cx="76295" cy="77819"/>
          </a:xfrm>
          <a:prstGeom prst="rect"/>
          <a:ln w="0">
            <a:noFill/>
          </a:ln>
        </p:spPr>
      </p:pic>
      <p:pic>
        <p:nvPicPr>
          <p:cNvPr id="371" name="New picture"/>
          <p:cNvPicPr/>
          <p:nvPr/>
        </p:nvPicPr>
        <p:blipFill>
          <a:blip r:embed="rId230"/>
          <a:srcRect/>
          <a:stretch>
            <a:fillRect/>
          </a:stretch>
        </p:blipFill>
        <p:spPr>
          <a:xfrm>
            <a:off x="6403753" y="1282922"/>
            <a:ext cx="70295" cy="82391"/>
          </a:xfrm>
          <a:prstGeom prst="rect"/>
          <a:ln w="0">
            <a:noFill/>
          </a:ln>
        </p:spPr>
      </p:pic>
      <p:sp>
        <p:nvSpPr>
          <p:cNvPr id="372" name="New shape"/>
          <p:cNvSpPr/>
          <p:nvPr/>
        </p:nvSpPr>
        <p:spPr>
          <a:xfrm>
            <a:off x="6416040" y="1293590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3" name="New picture"/>
          <p:cNvPicPr/>
          <p:nvPr/>
        </p:nvPicPr>
        <p:blipFill>
          <a:blip r:embed="rId231"/>
          <a:srcRect/>
          <a:stretch>
            <a:fillRect/>
          </a:stretch>
        </p:blipFill>
        <p:spPr>
          <a:xfrm>
            <a:off x="6493859" y="1282922"/>
            <a:ext cx="122110" cy="80867"/>
          </a:xfrm>
          <a:prstGeom prst="rect"/>
          <a:ln w="0">
            <a:noFill/>
          </a:ln>
        </p:spPr>
      </p:pic>
      <p:pic>
        <p:nvPicPr>
          <p:cNvPr id="374" name="New picture"/>
          <p:cNvPicPr/>
          <p:nvPr/>
        </p:nvPicPr>
        <p:blipFill>
          <a:blip r:embed="rId232"/>
          <a:srcRect/>
          <a:stretch>
            <a:fillRect/>
          </a:stretch>
        </p:blipFill>
        <p:spPr>
          <a:xfrm>
            <a:off x="6638925" y="1282922"/>
            <a:ext cx="76391" cy="117538"/>
          </a:xfrm>
          <a:prstGeom prst="rect"/>
          <a:ln w="0">
            <a:noFill/>
          </a:ln>
        </p:spPr>
      </p:pic>
      <p:sp>
        <p:nvSpPr>
          <p:cNvPr id="375" name="New shape"/>
          <p:cNvSpPr/>
          <p:nvPr/>
        </p:nvSpPr>
        <p:spPr>
          <a:xfrm>
            <a:off x="6654164" y="129359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76" name="New shape"/>
          <p:cNvSpPr/>
          <p:nvPr/>
        </p:nvSpPr>
        <p:spPr>
          <a:xfrm>
            <a:off x="6734555" y="12557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7" name="New picture"/>
          <p:cNvPicPr/>
          <p:nvPr/>
        </p:nvPicPr>
        <p:blipFill>
          <a:blip r:embed="rId233"/>
          <a:srcRect/>
          <a:stretch>
            <a:fillRect/>
          </a:stretch>
        </p:blipFill>
        <p:spPr>
          <a:xfrm>
            <a:off x="6770274" y="1282922"/>
            <a:ext cx="70200" cy="82486"/>
          </a:xfrm>
          <a:prstGeom prst="rect"/>
          <a:ln w="0">
            <a:noFill/>
          </a:ln>
        </p:spPr>
      </p:pic>
      <p:sp>
        <p:nvSpPr>
          <p:cNvPr id="378" name="New shape"/>
          <p:cNvSpPr/>
          <p:nvPr/>
        </p:nvSpPr>
        <p:spPr>
          <a:xfrm>
            <a:off x="6782467" y="129368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9" name="New picture"/>
          <p:cNvPicPr/>
          <p:nvPr/>
        </p:nvPicPr>
        <p:blipFill>
          <a:blip r:embed="rId234"/>
          <a:srcRect/>
          <a:stretch>
            <a:fillRect/>
          </a:stretch>
        </p:blipFill>
        <p:spPr>
          <a:xfrm>
            <a:off x="6852762" y="1282922"/>
            <a:ext cx="58007" cy="82391"/>
          </a:xfrm>
          <a:prstGeom prst="rect"/>
          <a:ln w="0">
            <a:noFill/>
          </a:ln>
        </p:spPr>
      </p:pic>
      <p:pic>
        <p:nvPicPr>
          <p:cNvPr id="380" name="New picture"/>
          <p:cNvPicPr/>
          <p:nvPr/>
        </p:nvPicPr>
        <p:blipFill>
          <a:blip r:embed="rId235"/>
          <a:srcRect/>
          <a:stretch>
            <a:fillRect/>
          </a:stretch>
        </p:blipFill>
        <p:spPr>
          <a:xfrm>
            <a:off x="677418" y="1484376"/>
            <a:ext cx="76390" cy="109919"/>
          </a:xfrm>
          <a:prstGeom prst="rect"/>
          <a:ln w="0">
            <a:noFill/>
          </a:ln>
        </p:spPr>
      </p:pic>
      <p:sp>
        <p:nvSpPr>
          <p:cNvPr id="381" name="New shape"/>
          <p:cNvSpPr/>
          <p:nvPr/>
        </p:nvSpPr>
        <p:spPr>
          <a:xfrm>
            <a:off x="691229" y="152257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2" name="New picture"/>
          <p:cNvPicPr/>
          <p:nvPr/>
        </p:nvPicPr>
        <p:blipFill>
          <a:blip r:embed="rId236"/>
          <a:srcRect/>
          <a:stretch>
            <a:fillRect/>
          </a:stretch>
        </p:blipFill>
        <p:spPr>
          <a:xfrm>
            <a:off x="773620" y="1511904"/>
            <a:ext cx="70294" cy="82391"/>
          </a:xfrm>
          <a:prstGeom prst="rect"/>
          <a:ln w="0">
            <a:noFill/>
          </a:ln>
        </p:spPr>
      </p:pic>
      <p:sp>
        <p:nvSpPr>
          <p:cNvPr id="383" name="New shape"/>
          <p:cNvSpPr/>
          <p:nvPr/>
        </p:nvSpPr>
        <p:spPr>
          <a:xfrm>
            <a:off x="785908" y="1522571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4" name="New picture"/>
          <p:cNvPicPr/>
          <p:nvPr/>
        </p:nvPicPr>
        <p:blipFill>
          <a:blip r:embed="rId237"/>
          <a:srcRect/>
          <a:stretch>
            <a:fillRect/>
          </a:stretch>
        </p:blipFill>
        <p:spPr>
          <a:xfrm>
            <a:off x="898874" y="1511808"/>
            <a:ext cx="64103" cy="82391"/>
          </a:xfrm>
          <a:prstGeom prst="rect"/>
          <a:ln w="0">
            <a:noFill/>
          </a:ln>
        </p:spPr>
      </p:pic>
      <p:pic>
        <p:nvPicPr>
          <p:cNvPr id="385" name="New picture"/>
          <p:cNvPicPr/>
          <p:nvPr/>
        </p:nvPicPr>
        <p:blipFill>
          <a:blip r:embed="rId238"/>
          <a:srcRect/>
          <a:stretch>
            <a:fillRect/>
          </a:stretch>
        </p:blipFill>
        <p:spPr>
          <a:xfrm>
            <a:off x="973645" y="1511808"/>
            <a:ext cx="77915" cy="82486"/>
          </a:xfrm>
          <a:prstGeom prst="rect"/>
          <a:ln w="0">
            <a:noFill/>
          </a:ln>
        </p:spPr>
      </p:pic>
      <p:sp>
        <p:nvSpPr>
          <p:cNvPr id="386" name="New shape"/>
          <p:cNvSpPr/>
          <p:nvPr/>
        </p:nvSpPr>
        <p:spPr>
          <a:xfrm>
            <a:off x="987457" y="1522571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7" name="New picture"/>
          <p:cNvPicPr/>
          <p:nvPr/>
        </p:nvPicPr>
        <p:blipFill>
          <a:blip r:embed="rId239"/>
          <a:srcRect/>
          <a:stretch>
            <a:fillRect/>
          </a:stretch>
        </p:blipFill>
        <p:spPr>
          <a:xfrm>
            <a:off x="1066800" y="1484376"/>
            <a:ext cx="74866" cy="109919"/>
          </a:xfrm>
          <a:prstGeom prst="rect"/>
          <a:ln w="0">
            <a:noFill/>
          </a:ln>
        </p:spPr>
      </p:pic>
      <p:sp>
        <p:nvSpPr>
          <p:cNvPr id="388" name="New shape"/>
          <p:cNvSpPr/>
          <p:nvPr/>
        </p:nvSpPr>
        <p:spPr>
          <a:xfrm>
            <a:off x="1080516" y="152257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9" name="New picture"/>
          <p:cNvPicPr/>
          <p:nvPr/>
        </p:nvPicPr>
        <p:blipFill>
          <a:blip r:embed="rId240"/>
          <a:srcRect/>
          <a:stretch>
            <a:fillRect/>
          </a:stretch>
        </p:blipFill>
        <p:spPr>
          <a:xfrm>
            <a:off x="1161479" y="1511904"/>
            <a:ext cx="71818" cy="82391"/>
          </a:xfrm>
          <a:prstGeom prst="rect"/>
          <a:ln w="0">
            <a:noFill/>
          </a:ln>
        </p:spPr>
      </p:pic>
      <p:sp>
        <p:nvSpPr>
          <p:cNvPr id="390" name="New shape"/>
          <p:cNvSpPr/>
          <p:nvPr/>
        </p:nvSpPr>
        <p:spPr>
          <a:xfrm>
            <a:off x="1175195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1" name="New picture"/>
          <p:cNvPicPr/>
          <p:nvPr/>
        </p:nvPicPr>
        <p:blipFill>
          <a:blip r:embed="rId241"/>
          <a:srcRect/>
          <a:stretch>
            <a:fillRect/>
          </a:stretch>
        </p:blipFill>
        <p:spPr>
          <a:xfrm>
            <a:off x="1288161" y="1511808"/>
            <a:ext cx="70295" cy="82391"/>
          </a:xfrm>
          <a:prstGeom prst="rect"/>
          <a:ln w="0">
            <a:noFill/>
          </a:ln>
        </p:spPr>
      </p:pic>
      <p:sp>
        <p:nvSpPr>
          <p:cNvPr id="392" name="New shape"/>
          <p:cNvSpPr/>
          <p:nvPr/>
        </p:nvSpPr>
        <p:spPr>
          <a:xfrm>
            <a:off x="1300448" y="152247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3" name="New picture"/>
          <p:cNvPicPr/>
          <p:nvPr/>
        </p:nvPicPr>
        <p:blipFill>
          <a:blip r:embed="rId242"/>
          <a:srcRect/>
          <a:stretch>
            <a:fillRect/>
          </a:stretch>
        </p:blipFill>
        <p:spPr>
          <a:xfrm>
            <a:off x="1367599" y="1490472"/>
            <a:ext cx="48863" cy="103727"/>
          </a:xfrm>
          <a:prstGeom prst="rect"/>
          <a:ln w="0">
            <a:noFill/>
          </a:ln>
        </p:spPr>
      </p:pic>
      <p:pic>
        <p:nvPicPr>
          <p:cNvPr id="394" name="New picture"/>
          <p:cNvPicPr/>
          <p:nvPr/>
        </p:nvPicPr>
        <p:blipFill>
          <a:blip r:embed="rId243"/>
          <a:srcRect/>
          <a:stretch>
            <a:fillRect/>
          </a:stretch>
        </p:blipFill>
        <p:spPr>
          <a:xfrm>
            <a:off x="1468374" y="1484376"/>
            <a:ext cx="74866" cy="109919"/>
          </a:xfrm>
          <a:prstGeom prst="rect"/>
          <a:ln w="0">
            <a:noFill/>
          </a:ln>
        </p:spPr>
      </p:pic>
      <p:sp>
        <p:nvSpPr>
          <p:cNvPr id="395" name="New shape"/>
          <p:cNvSpPr/>
          <p:nvPr/>
        </p:nvSpPr>
        <p:spPr>
          <a:xfrm>
            <a:off x="1480566" y="1522571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96" name="New shape"/>
          <p:cNvSpPr/>
          <p:nvPr/>
        </p:nvSpPr>
        <p:spPr>
          <a:xfrm>
            <a:off x="1564672" y="1484376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7" name="New picture"/>
          <p:cNvPicPr/>
          <p:nvPr/>
        </p:nvPicPr>
        <p:blipFill>
          <a:blip r:embed="rId244"/>
          <a:srcRect/>
          <a:stretch>
            <a:fillRect/>
          </a:stretch>
        </p:blipFill>
        <p:spPr>
          <a:xfrm>
            <a:off x="1592104" y="1511903"/>
            <a:ext cx="67247" cy="82391"/>
          </a:xfrm>
          <a:prstGeom prst="rect"/>
          <a:ln w="0">
            <a:noFill/>
          </a:ln>
        </p:spPr>
      </p:pic>
      <p:sp>
        <p:nvSpPr>
          <p:cNvPr id="398" name="New shape"/>
          <p:cNvSpPr/>
          <p:nvPr/>
        </p:nvSpPr>
        <p:spPr>
          <a:xfrm>
            <a:off x="1605915" y="1553051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99" name="New shape"/>
          <p:cNvSpPr/>
          <p:nvPr/>
        </p:nvSpPr>
        <p:spPr>
          <a:xfrm>
            <a:off x="1682496" y="14843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0" name="New picture"/>
          <p:cNvPicPr/>
          <p:nvPr/>
        </p:nvPicPr>
        <p:blipFill>
          <a:blip r:embed="rId245"/>
          <a:srcRect/>
          <a:stretch>
            <a:fillRect/>
          </a:stretch>
        </p:blipFill>
        <p:spPr>
          <a:xfrm>
            <a:off x="1712786" y="1513332"/>
            <a:ext cx="77819" cy="117539"/>
          </a:xfrm>
          <a:prstGeom prst="rect"/>
          <a:ln w="0">
            <a:noFill/>
          </a:ln>
        </p:spPr>
      </p:pic>
      <p:sp>
        <p:nvSpPr>
          <p:cNvPr id="401" name="New shape"/>
          <p:cNvSpPr/>
          <p:nvPr/>
        </p:nvSpPr>
        <p:spPr>
          <a:xfrm>
            <a:off x="1729549" y="1522571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02" name="New shape"/>
          <p:cNvSpPr/>
          <p:nvPr/>
        </p:nvSpPr>
        <p:spPr>
          <a:xfrm>
            <a:off x="1724978" y="1591246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3" name="New picture"/>
          <p:cNvPicPr/>
          <p:nvPr/>
        </p:nvPicPr>
        <p:blipFill>
          <a:blip r:embed="rId246"/>
          <a:srcRect/>
          <a:stretch>
            <a:fillRect/>
          </a:stretch>
        </p:blipFill>
        <p:spPr>
          <a:xfrm>
            <a:off x="1799749" y="1511808"/>
            <a:ext cx="77914" cy="82486"/>
          </a:xfrm>
          <a:prstGeom prst="rect"/>
          <a:ln w="0">
            <a:noFill/>
          </a:ln>
        </p:spPr>
      </p:pic>
      <p:sp>
        <p:nvSpPr>
          <p:cNvPr id="404" name="New shape"/>
          <p:cNvSpPr/>
          <p:nvPr/>
        </p:nvSpPr>
        <p:spPr>
          <a:xfrm>
            <a:off x="1813560" y="1522571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5" name="New picture"/>
          <p:cNvPicPr/>
          <p:nvPr/>
        </p:nvPicPr>
        <p:blipFill>
          <a:blip r:embed="rId247"/>
          <a:srcRect/>
          <a:stretch>
            <a:fillRect/>
          </a:stretch>
        </p:blipFill>
        <p:spPr>
          <a:xfrm>
            <a:off x="1897571" y="1511903"/>
            <a:ext cx="42767" cy="80867"/>
          </a:xfrm>
          <a:prstGeom prst="rect"/>
          <a:ln w="0">
            <a:noFill/>
          </a:ln>
        </p:spPr>
      </p:pic>
      <p:sp>
        <p:nvSpPr>
          <p:cNvPr id="406" name="New shape"/>
          <p:cNvSpPr/>
          <p:nvPr/>
        </p:nvSpPr>
        <p:spPr>
          <a:xfrm>
            <a:off x="1955578" y="1514856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7" name="New picture"/>
          <p:cNvPicPr/>
          <p:nvPr/>
        </p:nvPicPr>
        <p:blipFill>
          <a:blip r:embed="rId248"/>
          <a:srcRect/>
          <a:stretch>
            <a:fillRect/>
          </a:stretch>
        </p:blipFill>
        <p:spPr>
          <a:xfrm>
            <a:off x="1952530" y="1479804"/>
            <a:ext cx="16764" cy="16764"/>
          </a:xfrm>
          <a:prstGeom prst="rect"/>
          <a:ln w="0">
            <a:noFill/>
          </a:ln>
        </p:spPr>
      </p:pic>
      <p:pic>
        <p:nvPicPr>
          <p:cNvPr id="408" name="New picture"/>
          <p:cNvPicPr/>
          <p:nvPr/>
        </p:nvPicPr>
        <p:blipFill>
          <a:blip r:embed="rId249"/>
          <a:srcRect/>
          <a:stretch>
            <a:fillRect/>
          </a:stretch>
        </p:blipFill>
        <p:spPr>
          <a:xfrm>
            <a:off x="1983010" y="1490472"/>
            <a:ext cx="48863" cy="103727"/>
          </a:xfrm>
          <a:prstGeom prst="rect"/>
          <a:ln w="0">
            <a:noFill/>
          </a:ln>
        </p:spPr>
      </p:pic>
      <p:pic>
        <p:nvPicPr>
          <p:cNvPr id="409" name="New picture"/>
          <p:cNvPicPr/>
          <p:nvPr/>
        </p:nvPicPr>
        <p:blipFill>
          <a:blip r:embed="rId250"/>
          <a:srcRect/>
          <a:stretch>
            <a:fillRect/>
          </a:stretch>
        </p:blipFill>
        <p:spPr>
          <a:xfrm>
            <a:off x="2048732" y="1484376"/>
            <a:ext cx="68770" cy="108299"/>
          </a:xfrm>
          <a:prstGeom prst="rect"/>
          <a:ln w="0">
            <a:noFill/>
          </a:ln>
        </p:spPr>
      </p:pic>
      <p:pic>
        <p:nvPicPr>
          <p:cNvPr id="410" name="New picture"/>
          <p:cNvPicPr/>
          <p:nvPr/>
        </p:nvPicPr>
        <p:blipFill>
          <a:blip r:embed="rId251"/>
          <a:srcRect/>
          <a:stretch>
            <a:fillRect/>
          </a:stretch>
        </p:blipFill>
        <p:spPr>
          <a:xfrm>
            <a:off x="2141887" y="1511808"/>
            <a:ext cx="120586" cy="80962"/>
          </a:xfrm>
          <a:prstGeom prst="rect"/>
          <a:ln w="0">
            <a:noFill/>
          </a:ln>
        </p:spPr>
      </p:pic>
      <p:pic>
        <p:nvPicPr>
          <p:cNvPr id="411" name="New picture"/>
          <p:cNvPicPr/>
          <p:nvPr/>
        </p:nvPicPr>
        <p:blipFill>
          <a:blip r:embed="rId252"/>
          <a:srcRect/>
          <a:stretch>
            <a:fillRect/>
          </a:stretch>
        </p:blipFill>
        <p:spPr>
          <a:xfrm>
            <a:off x="2282285" y="1511808"/>
            <a:ext cx="71818" cy="82391"/>
          </a:xfrm>
          <a:prstGeom prst="rect"/>
          <a:ln w="0">
            <a:noFill/>
          </a:ln>
        </p:spPr>
      </p:pic>
      <p:sp>
        <p:nvSpPr>
          <p:cNvPr id="412" name="New shape"/>
          <p:cNvSpPr/>
          <p:nvPr/>
        </p:nvSpPr>
        <p:spPr>
          <a:xfrm>
            <a:off x="2296001" y="152247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3" name="New picture"/>
          <p:cNvPicPr/>
          <p:nvPr/>
        </p:nvPicPr>
        <p:blipFill>
          <a:blip r:embed="rId253"/>
          <a:srcRect/>
          <a:stretch>
            <a:fillRect/>
          </a:stretch>
        </p:blipFill>
        <p:spPr>
          <a:xfrm>
            <a:off x="2364772" y="1511903"/>
            <a:ext cx="58007" cy="82391"/>
          </a:xfrm>
          <a:prstGeom prst="rect"/>
          <a:ln w="0">
            <a:noFill/>
          </a:ln>
        </p:spPr>
      </p:pic>
      <p:pic>
        <p:nvPicPr>
          <p:cNvPr id="414" name="New picture"/>
          <p:cNvPicPr/>
          <p:nvPr/>
        </p:nvPicPr>
        <p:blipFill>
          <a:blip r:embed="rId254"/>
          <a:srcRect/>
          <a:stretch>
            <a:fillRect/>
          </a:stretch>
        </p:blipFill>
        <p:spPr>
          <a:xfrm>
            <a:off x="2438114" y="1576007"/>
            <a:ext cx="21431" cy="42672"/>
          </a:xfrm>
          <a:prstGeom prst="rect"/>
          <a:ln w="0">
            <a:noFill/>
          </a:ln>
        </p:spPr>
      </p:pic>
      <p:pic>
        <p:nvPicPr>
          <p:cNvPr id="415" name="New picture"/>
          <p:cNvPicPr/>
          <p:nvPr/>
        </p:nvPicPr>
        <p:blipFill>
          <a:blip r:embed="rId255"/>
          <a:srcRect/>
          <a:stretch>
            <a:fillRect/>
          </a:stretch>
        </p:blipFill>
        <p:spPr>
          <a:xfrm>
            <a:off x="2518982" y="1511808"/>
            <a:ext cx="73342" cy="117538"/>
          </a:xfrm>
          <a:prstGeom prst="rect"/>
          <a:ln w="0">
            <a:noFill/>
          </a:ln>
        </p:spPr>
      </p:pic>
      <p:sp>
        <p:nvSpPr>
          <p:cNvPr id="416" name="New shape"/>
          <p:cNvSpPr/>
          <p:nvPr/>
        </p:nvSpPr>
        <p:spPr>
          <a:xfrm>
            <a:off x="2531269" y="1522572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7" name="New picture"/>
          <p:cNvPicPr/>
          <p:nvPr/>
        </p:nvPicPr>
        <p:blipFill>
          <a:blip r:embed="rId256"/>
          <a:srcRect/>
          <a:stretch>
            <a:fillRect/>
          </a:stretch>
        </p:blipFill>
        <p:spPr>
          <a:xfrm>
            <a:off x="2618232" y="1514856"/>
            <a:ext cx="70199" cy="79438"/>
          </a:xfrm>
          <a:prstGeom prst="rect"/>
          <a:ln w="0">
            <a:noFill/>
          </a:ln>
        </p:spPr>
      </p:pic>
      <p:pic>
        <p:nvPicPr>
          <p:cNvPr id="418" name="New picture"/>
          <p:cNvPicPr/>
          <p:nvPr/>
        </p:nvPicPr>
        <p:blipFill>
          <a:blip r:embed="rId257"/>
          <a:srcRect/>
          <a:stretch>
            <a:fillRect/>
          </a:stretch>
        </p:blipFill>
        <p:spPr>
          <a:xfrm>
            <a:off x="2706815" y="1511904"/>
            <a:ext cx="71818" cy="82391"/>
          </a:xfrm>
          <a:prstGeom prst="rect"/>
          <a:ln w="0">
            <a:noFill/>
          </a:ln>
        </p:spPr>
      </p:pic>
      <p:sp>
        <p:nvSpPr>
          <p:cNvPr id="419" name="New shape"/>
          <p:cNvSpPr/>
          <p:nvPr/>
        </p:nvSpPr>
        <p:spPr>
          <a:xfrm>
            <a:off x="2720626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0" name="New picture"/>
          <p:cNvPicPr/>
          <p:nvPr/>
        </p:nvPicPr>
        <p:blipFill>
          <a:blip r:embed="rId258"/>
          <a:srcRect/>
          <a:stretch>
            <a:fillRect/>
          </a:stretch>
        </p:blipFill>
        <p:spPr>
          <a:xfrm>
            <a:off x="2825972" y="1514951"/>
            <a:ext cx="73343" cy="77819"/>
          </a:xfrm>
          <a:prstGeom prst="rect"/>
          <a:ln w="0">
            <a:noFill/>
          </a:ln>
        </p:spPr>
      </p:pic>
      <p:pic>
        <p:nvPicPr>
          <p:cNvPr id="421" name="New picture"/>
          <p:cNvPicPr/>
          <p:nvPr/>
        </p:nvPicPr>
        <p:blipFill>
          <a:blip r:embed="rId259"/>
          <a:srcRect/>
          <a:stretch>
            <a:fillRect/>
          </a:stretch>
        </p:blipFill>
        <p:spPr>
          <a:xfrm>
            <a:off x="2906935" y="1511808"/>
            <a:ext cx="77819" cy="82391"/>
          </a:xfrm>
          <a:prstGeom prst="rect"/>
          <a:ln w="0">
            <a:noFill/>
          </a:ln>
        </p:spPr>
      </p:pic>
      <p:sp>
        <p:nvSpPr>
          <p:cNvPr id="422" name="New shape"/>
          <p:cNvSpPr/>
          <p:nvPr/>
        </p:nvSpPr>
        <p:spPr>
          <a:xfrm>
            <a:off x="2920651" y="152247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3" name="New picture"/>
          <p:cNvPicPr/>
          <p:nvPr/>
        </p:nvPicPr>
        <p:blipFill>
          <a:blip r:embed="rId260"/>
          <a:srcRect/>
          <a:stretch>
            <a:fillRect/>
          </a:stretch>
        </p:blipFill>
        <p:spPr>
          <a:xfrm>
            <a:off x="3004661" y="1514951"/>
            <a:ext cx="70295" cy="79343"/>
          </a:xfrm>
          <a:prstGeom prst="rect"/>
          <a:ln w="0">
            <a:noFill/>
          </a:ln>
        </p:spPr>
      </p:pic>
      <p:pic>
        <p:nvPicPr>
          <p:cNvPr id="424" name="New picture"/>
          <p:cNvPicPr/>
          <p:nvPr/>
        </p:nvPicPr>
        <p:blipFill>
          <a:blip r:embed="rId261"/>
          <a:srcRect/>
          <a:stretch>
            <a:fillRect/>
          </a:stretch>
        </p:blipFill>
        <p:spPr>
          <a:xfrm>
            <a:off x="3088577" y="1511903"/>
            <a:ext cx="58007" cy="82487"/>
          </a:xfrm>
          <a:prstGeom prst="rect"/>
          <a:ln w="0">
            <a:noFill/>
          </a:ln>
        </p:spPr>
      </p:pic>
      <p:pic>
        <p:nvPicPr>
          <p:cNvPr id="425" name="New picture"/>
          <p:cNvPicPr/>
          <p:nvPr/>
        </p:nvPicPr>
        <p:blipFill>
          <a:blip r:embed="rId262"/>
          <a:srcRect/>
          <a:stretch>
            <a:fillRect/>
          </a:stretch>
        </p:blipFill>
        <p:spPr>
          <a:xfrm>
            <a:off x="3204686" y="1511808"/>
            <a:ext cx="74771" cy="117539"/>
          </a:xfrm>
          <a:prstGeom prst="rect"/>
          <a:ln w="0">
            <a:noFill/>
          </a:ln>
        </p:spPr>
      </p:pic>
      <p:sp>
        <p:nvSpPr>
          <p:cNvPr id="426" name="New shape"/>
          <p:cNvSpPr/>
          <p:nvPr/>
        </p:nvSpPr>
        <p:spPr>
          <a:xfrm>
            <a:off x="3218402" y="152257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7" name="New picture"/>
          <p:cNvPicPr/>
          <p:nvPr/>
        </p:nvPicPr>
        <p:blipFill>
          <a:blip r:embed="rId263"/>
          <a:srcRect/>
          <a:stretch>
            <a:fillRect/>
          </a:stretch>
        </p:blipFill>
        <p:spPr>
          <a:xfrm>
            <a:off x="3294697" y="1511808"/>
            <a:ext cx="77915" cy="82486"/>
          </a:xfrm>
          <a:prstGeom prst="rect"/>
          <a:ln w="0">
            <a:noFill/>
          </a:ln>
        </p:spPr>
      </p:pic>
      <p:sp>
        <p:nvSpPr>
          <p:cNvPr id="428" name="New shape"/>
          <p:cNvSpPr/>
          <p:nvPr/>
        </p:nvSpPr>
        <p:spPr>
          <a:xfrm>
            <a:off x="3308509" y="1522571"/>
            <a:ext cx="5038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9" name="New picture"/>
          <p:cNvPicPr/>
          <p:nvPr/>
        </p:nvPicPr>
        <p:blipFill>
          <a:blip r:embed="rId264"/>
          <a:srcRect/>
          <a:stretch>
            <a:fillRect/>
          </a:stretch>
        </p:blipFill>
        <p:spPr>
          <a:xfrm>
            <a:off x="3392519" y="1514856"/>
            <a:ext cx="70199" cy="79343"/>
          </a:xfrm>
          <a:prstGeom prst="rect"/>
          <a:ln w="0">
            <a:noFill/>
          </a:ln>
        </p:spPr>
      </p:pic>
      <p:pic>
        <p:nvPicPr>
          <p:cNvPr id="430" name="New picture"/>
          <p:cNvPicPr/>
          <p:nvPr/>
        </p:nvPicPr>
        <p:blipFill>
          <a:blip r:embed="rId265"/>
          <a:srcRect/>
          <a:stretch>
            <a:fillRect/>
          </a:stretch>
        </p:blipFill>
        <p:spPr>
          <a:xfrm>
            <a:off x="3487198" y="1511808"/>
            <a:ext cx="42767" cy="80962"/>
          </a:xfrm>
          <a:prstGeom prst="rect"/>
          <a:ln w="0">
            <a:noFill/>
          </a:ln>
        </p:spPr>
      </p:pic>
      <p:pic>
        <p:nvPicPr>
          <p:cNvPr id="431" name="New picture"/>
          <p:cNvPicPr/>
          <p:nvPr/>
        </p:nvPicPr>
        <p:blipFill>
          <a:blip r:embed="rId266"/>
          <a:srcRect/>
          <a:stretch>
            <a:fillRect/>
          </a:stretch>
        </p:blipFill>
        <p:spPr>
          <a:xfrm>
            <a:off x="3542157" y="1511903"/>
            <a:ext cx="42767" cy="80867"/>
          </a:xfrm>
          <a:prstGeom prst="rect"/>
          <a:ln w="0">
            <a:noFill/>
          </a:ln>
        </p:spPr>
      </p:pic>
      <p:pic>
        <p:nvPicPr>
          <p:cNvPr id="432" name="New picture"/>
          <p:cNvPicPr/>
          <p:nvPr/>
        </p:nvPicPr>
        <p:blipFill>
          <a:blip r:embed="rId267"/>
          <a:srcRect/>
          <a:stretch>
            <a:fillRect/>
          </a:stretch>
        </p:blipFill>
        <p:spPr>
          <a:xfrm>
            <a:off x="3590925" y="1511808"/>
            <a:ext cx="70295" cy="82391"/>
          </a:xfrm>
          <a:prstGeom prst="rect"/>
          <a:ln w="0">
            <a:noFill/>
          </a:ln>
        </p:spPr>
      </p:pic>
      <p:sp>
        <p:nvSpPr>
          <p:cNvPr id="433" name="New shape"/>
          <p:cNvSpPr/>
          <p:nvPr/>
        </p:nvSpPr>
        <p:spPr>
          <a:xfrm>
            <a:off x="3603212" y="152247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4" name="New picture"/>
          <p:cNvPicPr/>
          <p:nvPr/>
        </p:nvPicPr>
        <p:blipFill>
          <a:blip r:embed="rId268"/>
          <a:srcRect/>
          <a:stretch>
            <a:fillRect/>
          </a:stretch>
        </p:blipFill>
        <p:spPr>
          <a:xfrm>
            <a:off x="3673507" y="1514951"/>
            <a:ext cx="58007" cy="77819"/>
          </a:xfrm>
          <a:prstGeom prst="rect"/>
          <a:ln w="0">
            <a:noFill/>
          </a:ln>
        </p:spPr>
      </p:pic>
      <p:pic>
        <p:nvPicPr>
          <p:cNvPr id="435" name="New picture"/>
          <p:cNvPicPr/>
          <p:nvPr/>
        </p:nvPicPr>
        <p:blipFill>
          <a:blip r:embed="rId269"/>
          <a:srcRect/>
          <a:stretch>
            <a:fillRect/>
          </a:stretch>
        </p:blipFill>
        <p:spPr>
          <a:xfrm>
            <a:off x="3789521" y="1514951"/>
            <a:ext cx="68675" cy="79343"/>
          </a:xfrm>
          <a:prstGeom prst="rect"/>
          <a:ln w="0">
            <a:noFill/>
          </a:ln>
        </p:spPr>
      </p:pic>
      <p:pic>
        <p:nvPicPr>
          <p:cNvPr id="436" name="New picture"/>
          <p:cNvPicPr/>
          <p:nvPr/>
        </p:nvPicPr>
        <p:blipFill>
          <a:blip r:embed="rId270"/>
          <a:srcRect/>
          <a:stretch>
            <a:fillRect/>
          </a:stretch>
        </p:blipFill>
        <p:spPr>
          <a:xfrm>
            <a:off x="3873532" y="1490472"/>
            <a:ext cx="47244" cy="103727"/>
          </a:xfrm>
          <a:prstGeom prst="rect"/>
          <a:ln w="0">
            <a:noFill/>
          </a:ln>
        </p:spPr>
      </p:pic>
      <p:sp>
        <p:nvSpPr>
          <p:cNvPr id="437" name="New shape"/>
          <p:cNvSpPr/>
          <p:nvPr/>
        </p:nvSpPr>
        <p:spPr>
          <a:xfrm>
            <a:off x="3939160" y="1514951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8" name="New picture"/>
          <p:cNvPicPr/>
          <p:nvPr/>
        </p:nvPicPr>
        <p:blipFill>
          <a:blip r:embed="rId271"/>
          <a:srcRect/>
          <a:stretch>
            <a:fillRect/>
          </a:stretch>
        </p:blipFill>
        <p:spPr>
          <a:xfrm>
            <a:off x="3937540" y="1479899"/>
            <a:ext cx="16859" cy="16764"/>
          </a:xfrm>
          <a:prstGeom prst="rect"/>
          <a:ln w="0">
            <a:noFill/>
          </a:ln>
        </p:spPr>
      </p:pic>
      <p:sp>
        <p:nvSpPr>
          <p:cNvPr id="439" name="New shape"/>
          <p:cNvSpPr/>
          <p:nvPr/>
        </p:nvSpPr>
        <p:spPr>
          <a:xfrm>
            <a:off x="3977640" y="14843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0" name="New shape"/>
          <p:cNvSpPr/>
          <p:nvPr/>
        </p:nvSpPr>
        <p:spPr>
          <a:xfrm>
            <a:off x="4018598" y="1514856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1" name="New picture"/>
          <p:cNvPicPr/>
          <p:nvPr/>
        </p:nvPicPr>
        <p:blipFill>
          <a:blip r:embed="rId272"/>
          <a:srcRect/>
          <a:stretch>
            <a:fillRect/>
          </a:stretch>
        </p:blipFill>
        <p:spPr>
          <a:xfrm>
            <a:off x="4015549" y="1479804"/>
            <a:ext cx="16764" cy="16764"/>
          </a:xfrm>
          <a:prstGeom prst="rect"/>
          <a:ln w="0">
            <a:noFill/>
          </a:ln>
        </p:spPr>
      </p:pic>
      <p:pic>
        <p:nvPicPr>
          <p:cNvPr id="442" name="New picture"/>
          <p:cNvPicPr/>
          <p:nvPr/>
        </p:nvPicPr>
        <p:blipFill>
          <a:blip r:embed="rId273"/>
          <a:srcRect/>
          <a:stretch>
            <a:fillRect/>
          </a:stretch>
        </p:blipFill>
        <p:spPr>
          <a:xfrm>
            <a:off x="4047458" y="1511903"/>
            <a:ext cx="58102" cy="82391"/>
          </a:xfrm>
          <a:prstGeom prst="rect"/>
          <a:ln w="0">
            <a:noFill/>
          </a:ln>
        </p:spPr>
      </p:pic>
      <p:pic>
        <p:nvPicPr>
          <p:cNvPr id="443" name="New picture"/>
          <p:cNvPicPr/>
          <p:nvPr/>
        </p:nvPicPr>
        <p:blipFill>
          <a:blip r:embed="rId274"/>
          <a:srcRect/>
          <a:stretch>
            <a:fillRect/>
          </a:stretch>
        </p:blipFill>
        <p:spPr>
          <a:xfrm>
            <a:off x="4119276" y="1511904"/>
            <a:ext cx="71818" cy="82391"/>
          </a:xfrm>
          <a:prstGeom prst="rect"/>
          <a:ln w="0">
            <a:noFill/>
          </a:ln>
        </p:spPr>
      </p:pic>
      <p:sp>
        <p:nvSpPr>
          <p:cNvPr id="444" name="New shape"/>
          <p:cNvSpPr/>
          <p:nvPr/>
        </p:nvSpPr>
        <p:spPr>
          <a:xfrm>
            <a:off x="4133088" y="152257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5" name="New picture"/>
          <p:cNvPicPr/>
          <p:nvPr/>
        </p:nvPicPr>
        <p:blipFill>
          <a:blip r:embed="rId275"/>
          <a:srcRect/>
          <a:stretch>
            <a:fillRect/>
          </a:stretch>
        </p:blipFill>
        <p:spPr>
          <a:xfrm>
            <a:off x="4211003" y="1511903"/>
            <a:ext cx="41243" cy="80867"/>
          </a:xfrm>
          <a:prstGeom prst="rect"/>
          <a:ln w="0">
            <a:noFill/>
          </a:ln>
        </p:spPr>
      </p:pic>
      <p:pic>
        <p:nvPicPr>
          <p:cNvPr id="446" name="New picture"/>
          <p:cNvPicPr/>
          <p:nvPr/>
        </p:nvPicPr>
        <p:blipFill>
          <a:blip r:embed="rId276"/>
          <a:srcRect/>
          <a:stretch>
            <a:fillRect/>
          </a:stretch>
        </p:blipFill>
        <p:spPr>
          <a:xfrm>
            <a:off x="4305681" y="1511808"/>
            <a:ext cx="74771" cy="117539"/>
          </a:xfrm>
          <a:prstGeom prst="rect"/>
          <a:ln w="0">
            <a:noFill/>
          </a:ln>
        </p:spPr>
      </p:pic>
      <p:sp>
        <p:nvSpPr>
          <p:cNvPr id="447" name="New shape"/>
          <p:cNvSpPr/>
          <p:nvPr/>
        </p:nvSpPr>
        <p:spPr>
          <a:xfrm>
            <a:off x="4319397" y="1522476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8" name="New picture"/>
          <p:cNvPicPr/>
          <p:nvPr/>
        </p:nvPicPr>
        <p:blipFill>
          <a:blip r:embed="rId277"/>
          <a:srcRect/>
          <a:stretch>
            <a:fillRect/>
          </a:stretch>
        </p:blipFill>
        <p:spPr>
          <a:xfrm>
            <a:off x="4395692" y="1511808"/>
            <a:ext cx="79439" cy="82486"/>
          </a:xfrm>
          <a:prstGeom prst="rect"/>
          <a:ln w="0">
            <a:noFill/>
          </a:ln>
        </p:spPr>
      </p:pic>
      <p:sp>
        <p:nvSpPr>
          <p:cNvPr id="449" name="New shape"/>
          <p:cNvSpPr/>
          <p:nvPr/>
        </p:nvSpPr>
        <p:spPr>
          <a:xfrm>
            <a:off x="4409503" y="1522571"/>
            <a:ext cx="51912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0" name="New picture"/>
          <p:cNvPicPr/>
          <p:nvPr/>
        </p:nvPicPr>
        <p:blipFill>
          <a:blip r:embed="rId278"/>
          <a:srcRect/>
          <a:stretch>
            <a:fillRect/>
          </a:stretch>
        </p:blipFill>
        <p:spPr>
          <a:xfrm>
            <a:off x="4495038" y="1514856"/>
            <a:ext cx="68675" cy="79438"/>
          </a:xfrm>
          <a:prstGeom prst="rect"/>
          <a:ln w="0">
            <a:noFill/>
          </a:ln>
        </p:spPr>
      </p:pic>
      <p:pic>
        <p:nvPicPr>
          <p:cNvPr id="451" name="New picture"/>
          <p:cNvPicPr/>
          <p:nvPr/>
        </p:nvPicPr>
        <p:blipFill>
          <a:blip r:embed="rId279"/>
          <a:srcRect/>
          <a:stretch>
            <a:fillRect/>
          </a:stretch>
        </p:blipFill>
        <p:spPr>
          <a:xfrm>
            <a:off x="4588192" y="1511903"/>
            <a:ext cx="42767" cy="80867"/>
          </a:xfrm>
          <a:prstGeom prst="rect"/>
          <a:ln w="0">
            <a:noFill/>
          </a:ln>
        </p:spPr>
      </p:pic>
      <p:sp>
        <p:nvSpPr>
          <p:cNvPr id="452" name="New shape"/>
          <p:cNvSpPr/>
          <p:nvPr/>
        </p:nvSpPr>
        <p:spPr>
          <a:xfrm>
            <a:off x="4684776" y="14843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3" name="New picture"/>
          <p:cNvPicPr/>
          <p:nvPr/>
        </p:nvPicPr>
        <p:blipFill>
          <a:blip r:embed="rId280"/>
          <a:srcRect/>
          <a:stretch>
            <a:fillRect/>
          </a:stretch>
        </p:blipFill>
        <p:spPr>
          <a:xfrm>
            <a:off x="4717923" y="1511903"/>
            <a:ext cx="65722" cy="82391"/>
          </a:xfrm>
          <a:prstGeom prst="rect"/>
          <a:ln w="0">
            <a:noFill/>
          </a:ln>
        </p:spPr>
      </p:pic>
      <p:sp>
        <p:nvSpPr>
          <p:cNvPr id="454" name="New shape"/>
          <p:cNvSpPr/>
          <p:nvPr/>
        </p:nvSpPr>
        <p:spPr>
          <a:xfrm>
            <a:off x="4731734" y="1553051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5" name="New picture"/>
          <p:cNvPicPr/>
          <p:nvPr/>
        </p:nvPicPr>
        <p:blipFill>
          <a:blip r:embed="rId281"/>
          <a:srcRect/>
          <a:stretch>
            <a:fillRect/>
          </a:stretch>
        </p:blipFill>
        <p:spPr>
          <a:xfrm>
            <a:off x="4806506" y="1511903"/>
            <a:ext cx="70199" cy="80867"/>
          </a:xfrm>
          <a:prstGeom prst="rect"/>
          <a:ln w="0">
            <a:noFill/>
          </a:ln>
        </p:spPr>
      </p:pic>
      <p:pic>
        <p:nvPicPr>
          <p:cNvPr id="456" name="New picture"/>
          <p:cNvPicPr/>
          <p:nvPr/>
        </p:nvPicPr>
        <p:blipFill>
          <a:blip r:embed="rId282"/>
          <a:srcRect/>
          <a:stretch>
            <a:fillRect/>
          </a:stretch>
        </p:blipFill>
        <p:spPr>
          <a:xfrm>
            <a:off x="4896612" y="1511808"/>
            <a:ext cx="64103" cy="82487"/>
          </a:xfrm>
          <a:prstGeom prst="rect"/>
          <a:ln w="0">
            <a:noFill/>
          </a:ln>
        </p:spPr>
      </p:pic>
      <p:pic>
        <p:nvPicPr>
          <p:cNvPr id="457" name="New picture"/>
          <p:cNvPicPr/>
          <p:nvPr/>
        </p:nvPicPr>
        <p:blipFill>
          <a:blip r:embed="rId283"/>
          <a:srcRect/>
          <a:stretch>
            <a:fillRect/>
          </a:stretch>
        </p:blipFill>
        <p:spPr>
          <a:xfrm>
            <a:off x="4971479" y="1511808"/>
            <a:ext cx="70199" cy="82391"/>
          </a:xfrm>
          <a:prstGeom prst="rect"/>
          <a:ln w="0">
            <a:noFill/>
          </a:ln>
        </p:spPr>
      </p:pic>
      <p:sp>
        <p:nvSpPr>
          <p:cNvPr id="458" name="New shape"/>
          <p:cNvSpPr/>
          <p:nvPr/>
        </p:nvSpPr>
        <p:spPr>
          <a:xfrm>
            <a:off x="4983670" y="152247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9" name="New picture"/>
          <p:cNvPicPr/>
          <p:nvPr/>
        </p:nvPicPr>
        <p:blipFill>
          <a:blip r:embed="rId284"/>
          <a:srcRect/>
          <a:stretch>
            <a:fillRect/>
          </a:stretch>
        </p:blipFill>
        <p:spPr>
          <a:xfrm>
            <a:off x="5061490" y="1511903"/>
            <a:ext cx="42767" cy="80867"/>
          </a:xfrm>
          <a:prstGeom prst="rect"/>
          <a:ln w="0">
            <a:noFill/>
          </a:ln>
        </p:spPr>
      </p:pic>
      <p:pic>
        <p:nvPicPr>
          <p:cNvPr id="460" name="New picture"/>
          <p:cNvPicPr/>
          <p:nvPr/>
        </p:nvPicPr>
        <p:blipFill>
          <a:blip r:embed="rId285"/>
          <a:srcRect/>
          <a:stretch>
            <a:fillRect/>
          </a:stretch>
        </p:blipFill>
        <p:spPr>
          <a:xfrm>
            <a:off x="5153120" y="1511904"/>
            <a:ext cx="70295" cy="82391"/>
          </a:xfrm>
          <a:prstGeom prst="rect"/>
          <a:ln w="0">
            <a:noFill/>
          </a:ln>
        </p:spPr>
      </p:pic>
      <p:sp>
        <p:nvSpPr>
          <p:cNvPr id="461" name="New shape"/>
          <p:cNvSpPr/>
          <p:nvPr/>
        </p:nvSpPr>
        <p:spPr>
          <a:xfrm>
            <a:off x="5165408" y="1522571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2" name="New picture"/>
          <p:cNvPicPr/>
          <p:nvPr/>
        </p:nvPicPr>
        <p:blipFill>
          <a:blip r:embed="rId286"/>
          <a:srcRect/>
          <a:stretch>
            <a:fillRect/>
          </a:stretch>
        </p:blipFill>
        <p:spPr>
          <a:xfrm>
            <a:off x="5232463" y="1490472"/>
            <a:ext cx="47339" cy="103727"/>
          </a:xfrm>
          <a:prstGeom prst="rect"/>
          <a:ln w="0">
            <a:noFill/>
          </a:ln>
        </p:spPr>
      </p:pic>
      <p:pic>
        <p:nvPicPr>
          <p:cNvPr id="463" name="New picture"/>
          <p:cNvPicPr/>
          <p:nvPr/>
        </p:nvPicPr>
        <p:blipFill>
          <a:blip r:embed="rId287"/>
          <a:srcRect/>
          <a:stretch>
            <a:fillRect/>
          </a:stretch>
        </p:blipFill>
        <p:spPr>
          <a:xfrm>
            <a:off x="5331809" y="1484376"/>
            <a:ext cx="76391" cy="109919"/>
          </a:xfrm>
          <a:prstGeom prst="rect"/>
          <a:ln w="0">
            <a:noFill/>
          </a:ln>
        </p:spPr>
      </p:pic>
      <p:sp>
        <p:nvSpPr>
          <p:cNvPr id="464" name="New shape"/>
          <p:cNvSpPr/>
          <p:nvPr/>
        </p:nvSpPr>
        <p:spPr>
          <a:xfrm>
            <a:off x="5345620" y="1522571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5" name="New picture"/>
          <p:cNvPicPr/>
          <p:nvPr/>
        </p:nvPicPr>
        <p:blipFill>
          <a:blip r:embed="rId288"/>
          <a:srcRect/>
          <a:stretch>
            <a:fillRect/>
          </a:stretch>
        </p:blipFill>
        <p:spPr>
          <a:xfrm>
            <a:off x="5428012" y="1511808"/>
            <a:ext cx="70199" cy="82486"/>
          </a:xfrm>
          <a:prstGeom prst="rect"/>
          <a:ln w="0">
            <a:noFill/>
          </a:ln>
        </p:spPr>
      </p:pic>
      <p:sp>
        <p:nvSpPr>
          <p:cNvPr id="466" name="New shape"/>
          <p:cNvSpPr/>
          <p:nvPr/>
        </p:nvSpPr>
        <p:spPr>
          <a:xfrm>
            <a:off x="5440204" y="152257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7" name="New shape"/>
          <p:cNvSpPr/>
          <p:nvPr/>
        </p:nvSpPr>
        <p:spPr>
          <a:xfrm>
            <a:off x="5450872" y="1476756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8" name="New picture"/>
          <p:cNvPicPr/>
          <p:nvPr/>
        </p:nvPicPr>
        <p:blipFill>
          <a:blip r:embed="rId289"/>
          <a:srcRect/>
          <a:stretch>
            <a:fillRect/>
          </a:stretch>
        </p:blipFill>
        <p:spPr>
          <a:xfrm>
            <a:off x="5505831" y="1514951"/>
            <a:ext cx="73247" cy="77819"/>
          </a:xfrm>
          <a:prstGeom prst="rect"/>
          <a:ln w="0">
            <a:noFill/>
          </a:ln>
        </p:spPr>
      </p:pic>
      <p:pic>
        <p:nvPicPr>
          <p:cNvPr id="469" name="New picture"/>
          <p:cNvPicPr/>
          <p:nvPr/>
        </p:nvPicPr>
        <p:blipFill>
          <a:blip r:embed="rId290"/>
          <a:srcRect/>
          <a:stretch>
            <a:fillRect/>
          </a:stretch>
        </p:blipFill>
        <p:spPr>
          <a:xfrm>
            <a:off x="5586889" y="1511808"/>
            <a:ext cx="70199" cy="82391"/>
          </a:xfrm>
          <a:prstGeom prst="rect"/>
          <a:ln w="0">
            <a:noFill/>
          </a:ln>
        </p:spPr>
      </p:pic>
      <p:sp>
        <p:nvSpPr>
          <p:cNvPr id="470" name="New shape"/>
          <p:cNvSpPr/>
          <p:nvPr/>
        </p:nvSpPr>
        <p:spPr>
          <a:xfrm>
            <a:off x="5599081" y="1522476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1" name="New shape"/>
          <p:cNvSpPr/>
          <p:nvPr/>
        </p:nvSpPr>
        <p:spPr>
          <a:xfrm>
            <a:off x="5678424" y="14843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2" name="New picture"/>
          <p:cNvPicPr/>
          <p:nvPr/>
        </p:nvPicPr>
        <p:blipFill>
          <a:blip r:embed="rId291"/>
          <a:srcRect/>
          <a:stretch>
            <a:fillRect/>
          </a:stretch>
        </p:blipFill>
        <p:spPr>
          <a:xfrm>
            <a:off x="5712047" y="1511808"/>
            <a:ext cx="77819" cy="82391"/>
          </a:xfrm>
          <a:prstGeom prst="rect"/>
          <a:ln w="0">
            <a:noFill/>
          </a:ln>
        </p:spPr>
      </p:pic>
      <p:sp>
        <p:nvSpPr>
          <p:cNvPr id="473" name="New shape"/>
          <p:cNvSpPr/>
          <p:nvPr/>
        </p:nvSpPr>
        <p:spPr>
          <a:xfrm>
            <a:off x="5725763" y="152247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4" name="New picture"/>
          <p:cNvPicPr/>
          <p:nvPr/>
        </p:nvPicPr>
        <p:blipFill>
          <a:blip r:embed="rId292"/>
          <a:srcRect/>
          <a:stretch>
            <a:fillRect/>
          </a:stretch>
        </p:blipFill>
        <p:spPr>
          <a:xfrm>
            <a:off x="5809774" y="1511808"/>
            <a:ext cx="76295" cy="117539"/>
          </a:xfrm>
          <a:prstGeom prst="rect"/>
          <a:ln w="0">
            <a:noFill/>
          </a:ln>
        </p:spPr>
      </p:pic>
      <p:sp>
        <p:nvSpPr>
          <p:cNvPr id="475" name="New shape"/>
          <p:cNvSpPr/>
          <p:nvPr/>
        </p:nvSpPr>
        <p:spPr>
          <a:xfrm>
            <a:off x="5823490" y="1522571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6" name="New picture"/>
          <p:cNvPicPr/>
          <p:nvPr/>
        </p:nvPicPr>
        <p:blipFill>
          <a:blip r:embed="rId293"/>
          <a:srcRect/>
          <a:stretch>
            <a:fillRect/>
          </a:stretch>
        </p:blipFill>
        <p:spPr>
          <a:xfrm>
            <a:off x="5905976" y="1511808"/>
            <a:ext cx="74771" cy="117539"/>
          </a:xfrm>
          <a:prstGeom prst="rect"/>
          <a:ln w="0">
            <a:noFill/>
          </a:ln>
        </p:spPr>
      </p:pic>
      <p:sp>
        <p:nvSpPr>
          <p:cNvPr id="477" name="New shape"/>
          <p:cNvSpPr/>
          <p:nvPr/>
        </p:nvSpPr>
        <p:spPr>
          <a:xfrm>
            <a:off x="5919692" y="1522571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8" name="New picture"/>
          <p:cNvPicPr/>
          <p:nvPr/>
        </p:nvPicPr>
        <p:blipFill>
          <a:blip r:embed="rId294"/>
          <a:srcRect/>
          <a:stretch>
            <a:fillRect/>
          </a:stretch>
        </p:blipFill>
        <p:spPr>
          <a:xfrm>
            <a:off x="5995988" y="1511904"/>
            <a:ext cx="71818" cy="82391"/>
          </a:xfrm>
          <a:prstGeom prst="rect"/>
          <a:ln w="0">
            <a:noFill/>
          </a:ln>
        </p:spPr>
      </p:pic>
      <p:sp>
        <p:nvSpPr>
          <p:cNvPr id="479" name="New shape"/>
          <p:cNvSpPr/>
          <p:nvPr/>
        </p:nvSpPr>
        <p:spPr>
          <a:xfrm>
            <a:off x="6009798" y="152257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0" name="New picture"/>
          <p:cNvPicPr/>
          <p:nvPr/>
        </p:nvPicPr>
        <p:blipFill>
          <a:blip r:embed="rId295"/>
          <a:srcRect/>
          <a:stretch>
            <a:fillRect/>
          </a:stretch>
        </p:blipFill>
        <p:spPr>
          <a:xfrm>
            <a:off x="6087713" y="1511903"/>
            <a:ext cx="41243" cy="80867"/>
          </a:xfrm>
          <a:prstGeom prst="rect"/>
          <a:ln w="0">
            <a:noFill/>
          </a:ln>
        </p:spPr>
      </p:pic>
      <p:pic>
        <p:nvPicPr>
          <p:cNvPr id="481" name="New picture"/>
          <p:cNvPicPr/>
          <p:nvPr/>
        </p:nvPicPr>
        <p:blipFill>
          <a:blip r:embed="rId296"/>
          <a:srcRect/>
          <a:stretch>
            <a:fillRect/>
          </a:stretch>
        </p:blipFill>
        <p:spPr>
          <a:xfrm>
            <a:off x="6170105" y="1514951"/>
            <a:ext cx="73247" cy="77819"/>
          </a:xfrm>
          <a:prstGeom prst="rect"/>
          <a:ln w="0">
            <a:noFill/>
          </a:ln>
        </p:spPr>
      </p:pic>
      <p:pic>
        <p:nvPicPr>
          <p:cNvPr id="482" name="New picture"/>
          <p:cNvPicPr/>
          <p:nvPr/>
        </p:nvPicPr>
        <p:blipFill>
          <a:blip r:embed="rId297"/>
          <a:srcRect/>
          <a:stretch>
            <a:fillRect/>
          </a:stretch>
        </p:blipFill>
        <p:spPr>
          <a:xfrm>
            <a:off x="6251163" y="1511808"/>
            <a:ext cx="77819" cy="82391"/>
          </a:xfrm>
          <a:prstGeom prst="rect"/>
          <a:ln w="0">
            <a:noFill/>
          </a:ln>
        </p:spPr>
      </p:pic>
      <p:sp>
        <p:nvSpPr>
          <p:cNvPr id="483" name="New shape"/>
          <p:cNvSpPr/>
          <p:nvPr/>
        </p:nvSpPr>
        <p:spPr>
          <a:xfrm>
            <a:off x="6264879" y="152247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4" name="New picture"/>
          <p:cNvPicPr/>
          <p:nvPr/>
        </p:nvPicPr>
        <p:blipFill>
          <a:blip r:embed="rId298"/>
          <a:srcRect/>
          <a:stretch>
            <a:fillRect/>
          </a:stretch>
        </p:blipFill>
        <p:spPr>
          <a:xfrm>
            <a:off x="6341173" y="1511903"/>
            <a:ext cx="58007" cy="82391"/>
          </a:xfrm>
          <a:prstGeom prst="rect"/>
          <a:ln w="0">
            <a:noFill/>
          </a:ln>
        </p:spPr>
      </p:pic>
      <p:pic>
        <p:nvPicPr>
          <p:cNvPr id="485" name="New picture"/>
          <p:cNvPicPr/>
          <p:nvPr/>
        </p:nvPicPr>
        <p:blipFill>
          <a:blip r:embed="rId299"/>
          <a:srcRect/>
          <a:stretch>
            <a:fillRect/>
          </a:stretch>
        </p:blipFill>
        <p:spPr>
          <a:xfrm>
            <a:off x="681990" y="1740789"/>
            <a:ext cx="76390" cy="117539"/>
          </a:xfrm>
          <a:prstGeom prst="rect"/>
          <a:ln w="0">
            <a:noFill/>
          </a:ln>
        </p:spPr>
      </p:pic>
      <p:sp>
        <p:nvSpPr>
          <p:cNvPr id="486" name="New shape"/>
          <p:cNvSpPr/>
          <p:nvPr/>
        </p:nvSpPr>
        <p:spPr>
          <a:xfrm>
            <a:off x="695706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7" name="New picture"/>
          <p:cNvPicPr/>
          <p:nvPr/>
        </p:nvPicPr>
        <p:blipFill>
          <a:blip r:embed="rId300"/>
          <a:srcRect/>
          <a:stretch>
            <a:fillRect/>
          </a:stretch>
        </p:blipFill>
        <p:spPr>
          <a:xfrm>
            <a:off x="778193" y="1740694"/>
            <a:ext cx="42767" cy="80962"/>
          </a:xfrm>
          <a:prstGeom prst="rect"/>
          <a:ln w="0">
            <a:noFill/>
          </a:ln>
        </p:spPr>
      </p:pic>
      <p:pic>
        <p:nvPicPr>
          <p:cNvPr id="488" name="New picture"/>
          <p:cNvPicPr/>
          <p:nvPr/>
        </p:nvPicPr>
        <p:blipFill>
          <a:blip r:embed="rId301"/>
          <a:srcRect/>
          <a:stretch>
            <a:fillRect/>
          </a:stretch>
        </p:blipFill>
        <p:spPr>
          <a:xfrm>
            <a:off x="825532" y="1740789"/>
            <a:ext cx="77915" cy="82391"/>
          </a:xfrm>
          <a:prstGeom prst="rect"/>
          <a:ln w="0">
            <a:noFill/>
          </a:ln>
        </p:spPr>
      </p:pic>
      <p:sp>
        <p:nvSpPr>
          <p:cNvPr id="489" name="New shape"/>
          <p:cNvSpPr/>
          <p:nvPr/>
        </p:nvSpPr>
        <p:spPr>
          <a:xfrm>
            <a:off x="839248" y="1751457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0" name="New picture"/>
          <p:cNvPicPr/>
          <p:nvPr/>
        </p:nvPicPr>
        <p:blipFill>
          <a:blip r:embed="rId302"/>
          <a:srcRect/>
          <a:stretch>
            <a:fillRect/>
          </a:stretch>
        </p:blipFill>
        <p:spPr>
          <a:xfrm>
            <a:off x="906494" y="1743742"/>
            <a:ext cx="32099" cy="117538"/>
          </a:xfrm>
          <a:prstGeom prst="rect"/>
          <a:ln w="0">
            <a:noFill/>
          </a:ln>
        </p:spPr>
      </p:pic>
      <p:pic>
        <p:nvPicPr>
          <p:cNvPr id="491" name="New picture"/>
          <p:cNvPicPr/>
          <p:nvPr/>
        </p:nvPicPr>
        <p:blipFill>
          <a:blip r:embed="rId303"/>
          <a:srcRect/>
          <a:stretch>
            <a:fillRect/>
          </a:stretch>
        </p:blipFill>
        <p:spPr>
          <a:xfrm>
            <a:off x="923258" y="1708690"/>
            <a:ext cx="16859" cy="16764"/>
          </a:xfrm>
          <a:prstGeom prst="rect"/>
          <a:ln w="0">
            <a:noFill/>
          </a:ln>
        </p:spPr>
      </p:pic>
      <p:pic>
        <p:nvPicPr>
          <p:cNvPr id="492" name="New picture"/>
          <p:cNvPicPr/>
          <p:nvPr/>
        </p:nvPicPr>
        <p:blipFill>
          <a:blip r:embed="rId304"/>
          <a:srcRect/>
          <a:stretch>
            <a:fillRect/>
          </a:stretch>
        </p:blipFill>
        <p:spPr>
          <a:xfrm>
            <a:off x="958310" y="1740789"/>
            <a:ext cx="71818" cy="82391"/>
          </a:xfrm>
          <a:prstGeom prst="rect"/>
          <a:ln w="0">
            <a:noFill/>
          </a:ln>
        </p:spPr>
      </p:pic>
      <p:sp>
        <p:nvSpPr>
          <p:cNvPr id="493" name="New shape"/>
          <p:cNvSpPr/>
          <p:nvPr/>
        </p:nvSpPr>
        <p:spPr>
          <a:xfrm>
            <a:off x="972122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4" name="New picture"/>
          <p:cNvPicPr/>
          <p:nvPr/>
        </p:nvPicPr>
        <p:blipFill>
          <a:blip r:embed="rId305"/>
          <a:srcRect/>
          <a:stretch>
            <a:fillRect/>
          </a:stretch>
        </p:blipFill>
        <p:spPr>
          <a:xfrm>
            <a:off x="1039368" y="1719453"/>
            <a:ext cx="47244" cy="103727"/>
          </a:xfrm>
          <a:prstGeom prst="rect"/>
          <a:ln w="0">
            <a:noFill/>
          </a:ln>
        </p:spPr>
      </p:pic>
      <p:pic>
        <p:nvPicPr>
          <p:cNvPr id="495" name="New picture"/>
          <p:cNvPicPr/>
          <p:nvPr/>
        </p:nvPicPr>
        <p:blipFill>
          <a:blip r:embed="rId306"/>
          <a:srcRect/>
          <a:stretch>
            <a:fillRect/>
          </a:stretch>
        </p:blipFill>
        <p:spPr>
          <a:xfrm>
            <a:off x="1095851" y="1740789"/>
            <a:ext cx="58007" cy="82391"/>
          </a:xfrm>
          <a:prstGeom prst="rect"/>
          <a:ln w="0">
            <a:noFill/>
          </a:ln>
        </p:spPr>
      </p:pic>
      <p:pic>
        <p:nvPicPr>
          <p:cNvPr id="496" name="New picture"/>
          <p:cNvPicPr/>
          <p:nvPr/>
        </p:nvPicPr>
        <p:blipFill>
          <a:blip r:embed="rId307"/>
          <a:srcRect/>
          <a:stretch>
            <a:fillRect/>
          </a:stretch>
        </p:blipFill>
        <p:spPr>
          <a:xfrm>
            <a:off x="1170623" y="1804893"/>
            <a:ext cx="18288" cy="18288"/>
          </a:xfrm>
          <a:prstGeom prst="rect"/>
          <a:ln w="0">
            <a:noFill/>
          </a:ln>
        </p:spPr>
      </p:pic>
      <p:pic>
        <p:nvPicPr>
          <p:cNvPr id="497" name="New picture"/>
          <p:cNvPicPr/>
          <p:nvPr/>
        </p:nvPicPr>
        <p:blipFill>
          <a:blip r:embed="rId308"/>
          <a:srcRect/>
          <a:stretch>
            <a:fillRect/>
          </a:stretch>
        </p:blipFill>
        <p:spPr>
          <a:xfrm>
            <a:off x="1253109" y="1713262"/>
            <a:ext cx="64103" cy="108395"/>
          </a:xfrm>
          <a:prstGeom prst="rect"/>
          <a:ln w="0">
            <a:noFill/>
          </a:ln>
        </p:spPr>
      </p:pic>
      <p:pic>
        <p:nvPicPr>
          <p:cNvPr id="498" name="New picture"/>
          <p:cNvPicPr/>
          <p:nvPr/>
        </p:nvPicPr>
        <p:blipFill>
          <a:blip r:embed="rId309"/>
          <a:srcRect/>
          <a:stretch>
            <a:fillRect/>
          </a:stretch>
        </p:blipFill>
        <p:spPr>
          <a:xfrm>
            <a:off x="1323308" y="1740789"/>
            <a:ext cx="71819" cy="82391"/>
          </a:xfrm>
          <a:prstGeom prst="rect"/>
          <a:ln w="0">
            <a:noFill/>
          </a:ln>
        </p:spPr>
      </p:pic>
      <p:sp>
        <p:nvSpPr>
          <p:cNvPr id="499" name="New shape"/>
          <p:cNvSpPr/>
          <p:nvPr/>
        </p:nvSpPr>
        <p:spPr>
          <a:xfrm>
            <a:off x="1337119" y="1751457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00" name="New shape"/>
          <p:cNvSpPr/>
          <p:nvPr/>
        </p:nvSpPr>
        <p:spPr>
          <a:xfrm>
            <a:off x="1455420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1" name="New picture"/>
          <p:cNvPicPr/>
          <p:nvPr/>
        </p:nvPicPr>
        <p:blipFill>
          <a:blip r:embed="rId310"/>
          <a:srcRect/>
          <a:stretch>
            <a:fillRect/>
          </a:stretch>
        </p:blipFill>
        <p:spPr>
          <a:xfrm>
            <a:off x="1488281" y="1740789"/>
            <a:ext cx="65627" cy="82391"/>
          </a:xfrm>
          <a:prstGeom prst="rect"/>
          <a:ln w="0">
            <a:noFill/>
          </a:ln>
        </p:spPr>
      </p:pic>
      <p:sp>
        <p:nvSpPr>
          <p:cNvPr id="502" name="New shape"/>
          <p:cNvSpPr/>
          <p:nvPr/>
        </p:nvSpPr>
        <p:spPr>
          <a:xfrm>
            <a:off x="1500473" y="1781937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3" name="New picture"/>
          <p:cNvPicPr/>
          <p:nvPr/>
        </p:nvPicPr>
        <p:blipFill>
          <a:blip r:embed="rId311"/>
          <a:srcRect/>
          <a:stretch>
            <a:fillRect/>
          </a:stretch>
        </p:blipFill>
        <p:spPr>
          <a:xfrm>
            <a:off x="1576864" y="1740789"/>
            <a:ext cx="70199" cy="80867"/>
          </a:xfrm>
          <a:prstGeom prst="rect"/>
          <a:ln w="0">
            <a:noFill/>
          </a:ln>
        </p:spPr>
      </p:pic>
      <p:pic>
        <p:nvPicPr>
          <p:cNvPr id="504" name="New picture"/>
          <p:cNvPicPr/>
          <p:nvPr/>
        </p:nvPicPr>
        <p:blipFill>
          <a:blip r:embed="rId312"/>
          <a:srcRect/>
          <a:stretch>
            <a:fillRect/>
          </a:stretch>
        </p:blipFill>
        <p:spPr>
          <a:xfrm>
            <a:off x="1662398" y="1742313"/>
            <a:ext cx="77819" cy="117443"/>
          </a:xfrm>
          <a:prstGeom prst="rect"/>
          <a:ln w="0">
            <a:noFill/>
          </a:ln>
        </p:spPr>
      </p:pic>
      <p:sp>
        <p:nvSpPr>
          <p:cNvPr id="505" name="New shape"/>
          <p:cNvSpPr/>
          <p:nvPr/>
        </p:nvSpPr>
        <p:spPr>
          <a:xfrm>
            <a:off x="1679162" y="1751457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06" name="New shape"/>
          <p:cNvSpPr/>
          <p:nvPr/>
        </p:nvSpPr>
        <p:spPr>
          <a:xfrm>
            <a:off x="1674590" y="1820132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7" name="New picture"/>
          <p:cNvPicPr/>
          <p:nvPr/>
        </p:nvPicPr>
        <p:blipFill>
          <a:blip r:embed="rId313"/>
          <a:srcRect/>
          <a:stretch>
            <a:fillRect/>
          </a:stretch>
        </p:blipFill>
        <p:spPr>
          <a:xfrm>
            <a:off x="1749361" y="1740694"/>
            <a:ext cx="65723" cy="82391"/>
          </a:xfrm>
          <a:prstGeom prst="rect"/>
          <a:ln w="0">
            <a:noFill/>
          </a:ln>
        </p:spPr>
      </p:pic>
      <p:sp>
        <p:nvSpPr>
          <p:cNvPr id="508" name="New shape"/>
          <p:cNvSpPr/>
          <p:nvPr/>
        </p:nvSpPr>
        <p:spPr>
          <a:xfrm>
            <a:off x="1763173" y="1781937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9" name="New picture"/>
          <p:cNvPicPr/>
          <p:nvPr/>
        </p:nvPicPr>
        <p:blipFill>
          <a:blip r:embed="rId314"/>
          <a:srcRect/>
          <a:stretch>
            <a:fillRect/>
          </a:stretch>
        </p:blipFill>
        <p:spPr>
          <a:xfrm>
            <a:off x="1830324" y="1742313"/>
            <a:ext cx="77914" cy="117443"/>
          </a:xfrm>
          <a:prstGeom prst="rect"/>
          <a:ln w="0">
            <a:noFill/>
          </a:ln>
        </p:spPr>
      </p:pic>
      <p:sp>
        <p:nvSpPr>
          <p:cNvPr id="510" name="New shape"/>
          <p:cNvSpPr/>
          <p:nvPr/>
        </p:nvSpPr>
        <p:spPr>
          <a:xfrm>
            <a:off x="1847088" y="1751457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11" name="New shape"/>
          <p:cNvSpPr/>
          <p:nvPr/>
        </p:nvSpPr>
        <p:spPr>
          <a:xfrm>
            <a:off x="1842516" y="1820132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2" name="New picture"/>
          <p:cNvPicPr/>
          <p:nvPr/>
        </p:nvPicPr>
        <p:blipFill>
          <a:blip r:embed="rId315"/>
          <a:srcRect/>
          <a:stretch>
            <a:fillRect/>
          </a:stretch>
        </p:blipFill>
        <p:spPr>
          <a:xfrm>
            <a:off x="1917383" y="1740789"/>
            <a:ext cx="71723" cy="82391"/>
          </a:xfrm>
          <a:prstGeom prst="rect"/>
          <a:ln w="0">
            <a:noFill/>
          </a:ln>
        </p:spPr>
      </p:pic>
      <p:sp>
        <p:nvSpPr>
          <p:cNvPr id="513" name="New shape"/>
          <p:cNvSpPr/>
          <p:nvPr/>
        </p:nvSpPr>
        <p:spPr>
          <a:xfrm>
            <a:off x="1929574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4" name="New picture"/>
          <p:cNvPicPr/>
          <p:nvPr/>
        </p:nvPicPr>
        <p:blipFill>
          <a:blip r:embed="rId316"/>
          <a:srcRect/>
          <a:stretch>
            <a:fillRect/>
          </a:stretch>
        </p:blipFill>
        <p:spPr>
          <a:xfrm>
            <a:off x="2050256" y="1713262"/>
            <a:ext cx="74771" cy="108395"/>
          </a:xfrm>
          <a:prstGeom prst="rect"/>
          <a:ln w="0">
            <a:noFill/>
          </a:ln>
        </p:spPr>
      </p:pic>
      <p:sp>
        <p:nvSpPr>
          <p:cNvPr id="515" name="New shape"/>
          <p:cNvSpPr/>
          <p:nvPr/>
        </p:nvSpPr>
        <p:spPr>
          <a:xfrm>
            <a:off x="2062448" y="1723929"/>
            <a:ext cx="48863" cy="4886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6" name="New picture"/>
          <p:cNvPicPr/>
          <p:nvPr/>
        </p:nvPicPr>
        <p:blipFill>
          <a:blip r:embed="rId317"/>
          <a:srcRect/>
          <a:stretch>
            <a:fillRect/>
          </a:stretch>
        </p:blipFill>
        <p:spPr>
          <a:xfrm>
            <a:off x="2129599" y="1743837"/>
            <a:ext cx="71818" cy="115919"/>
          </a:xfrm>
          <a:prstGeom prst="rect"/>
          <a:ln w="0">
            <a:noFill/>
          </a:ln>
        </p:spPr>
      </p:pic>
      <p:pic>
        <p:nvPicPr>
          <p:cNvPr id="517" name="New picture"/>
          <p:cNvPicPr/>
          <p:nvPr/>
        </p:nvPicPr>
        <p:blipFill>
          <a:blip r:embed="rId318"/>
          <a:srcRect/>
          <a:stretch>
            <a:fillRect/>
          </a:stretch>
        </p:blipFill>
        <p:spPr>
          <a:xfrm>
            <a:off x="2207514" y="1719453"/>
            <a:ext cx="48863" cy="103727"/>
          </a:xfrm>
          <a:prstGeom prst="rect"/>
          <a:ln w="0">
            <a:noFill/>
          </a:ln>
        </p:spPr>
      </p:pic>
      <p:pic>
        <p:nvPicPr>
          <p:cNvPr id="518" name="New picture"/>
          <p:cNvPicPr/>
          <p:nvPr/>
        </p:nvPicPr>
        <p:blipFill>
          <a:blip r:embed="rId319"/>
          <a:srcRect/>
          <a:stretch>
            <a:fillRect/>
          </a:stretch>
        </p:blipFill>
        <p:spPr>
          <a:xfrm>
            <a:off x="2273141" y="1713261"/>
            <a:ext cx="68770" cy="108395"/>
          </a:xfrm>
          <a:prstGeom prst="rect"/>
          <a:ln w="0">
            <a:noFill/>
          </a:ln>
        </p:spPr>
      </p:pic>
      <p:pic>
        <p:nvPicPr>
          <p:cNvPr id="519" name="New picture"/>
          <p:cNvPicPr/>
          <p:nvPr/>
        </p:nvPicPr>
        <p:blipFill>
          <a:blip r:embed="rId320"/>
          <a:srcRect/>
          <a:stretch>
            <a:fillRect/>
          </a:stretch>
        </p:blipFill>
        <p:spPr>
          <a:xfrm>
            <a:off x="2361724" y="1740789"/>
            <a:ext cx="77914" cy="82391"/>
          </a:xfrm>
          <a:prstGeom prst="rect"/>
          <a:ln w="0">
            <a:noFill/>
          </a:ln>
        </p:spPr>
      </p:pic>
      <p:sp>
        <p:nvSpPr>
          <p:cNvPr id="520" name="New shape"/>
          <p:cNvSpPr/>
          <p:nvPr/>
        </p:nvSpPr>
        <p:spPr>
          <a:xfrm>
            <a:off x="2375440" y="1751457"/>
            <a:ext cx="52006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1" name="New picture"/>
          <p:cNvPicPr/>
          <p:nvPr/>
        </p:nvPicPr>
        <p:blipFill>
          <a:blip r:embed="rId321"/>
          <a:srcRect/>
          <a:stretch>
            <a:fillRect/>
          </a:stretch>
        </p:blipFill>
        <p:spPr>
          <a:xfrm>
            <a:off x="2459450" y="1740694"/>
            <a:ext cx="70294" cy="80867"/>
          </a:xfrm>
          <a:prstGeom prst="rect"/>
          <a:ln w="0">
            <a:noFill/>
          </a:ln>
        </p:spPr>
      </p:pic>
      <p:pic>
        <p:nvPicPr>
          <p:cNvPr id="522" name="New picture"/>
          <p:cNvPicPr/>
          <p:nvPr/>
        </p:nvPicPr>
        <p:blipFill>
          <a:blip r:embed="rId322"/>
          <a:srcRect/>
          <a:stretch>
            <a:fillRect/>
          </a:stretch>
        </p:blipFill>
        <p:spPr>
          <a:xfrm>
            <a:off x="2589276" y="1740789"/>
            <a:ext cx="71723" cy="82391"/>
          </a:xfrm>
          <a:prstGeom prst="rect"/>
          <a:ln w="0">
            <a:noFill/>
          </a:ln>
        </p:spPr>
      </p:pic>
      <p:sp>
        <p:nvSpPr>
          <p:cNvPr id="523" name="New shape"/>
          <p:cNvSpPr/>
          <p:nvPr/>
        </p:nvSpPr>
        <p:spPr>
          <a:xfrm>
            <a:off x="2601468" y="1751457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24" name="New shape"/>
          <p:cNvSpPr/>
          <p:nvPr/>
        </p:nvSpPr>
        <p:spPr>
          <a:xfrm>
            <a:off x="2612136" y="1705642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5" name="New picture"/>
          <p:cNvPicPr/>
          <p:nvPr/>
        </p:nvPicPr>
        <p:blipFill>
          <a:blip r:embed="rId323"/>
          <a:srcRect/>
          <a:stretch>
            <a:fillRect/>
          </a:stretch>
        </p:blipFill>
        <p:spPr>
          <a:xfrm>
            <a:off x="2668714" y="1719453"/>
            <a:ext cx="48863" cy="103727"/>
          </a:xfrm>
          <a:prstGeom prst="rect"/>
          <a:ln w="0">
            <a:noFill/>
          </a:ln>
        </p:spPr>
      </p:pic>
      <p:pic>
        <p:nvPicPr>
          <p:cNvPr id="526" name="New picture"/>
          <p:cNvPicPr/>
          <p:nvPr/>
        </p:nvPicPr>
        <p:blipFill>
          <a:blip r:embed="rId324"/>
          <a:srcRect/>
          <a:stretch>
            <a:fillRect/>
          </a:stretch>
        </p:blipFill>
        <p:spPr>
          <a:xfrm>
            <a:off x="2728246" y="1740789"/>
            <a:ext cx="65627" cy="82391"/>
          </a:xfrm>
          <a:prstGeom prst="rect"/>
          <a:ln w="0">
            <a:noFill/>
          </a:ln>
        </p:spPr>
      </p:pic>
      <p:sp>
        <p:nvSpPr>
          <p:cNvPr id="527" name="New shape"/>
          <p:cNvSpPr/>
          <p:nvPr/>
        </p:nvSpPr>
        <p:spPr>
          <a:xfrm>
            <a:off x="2741962" y="1781937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8" name="New picture"/>
          <p:cNvPicPr/>
          <p:nvPr/>
        </p:nvPicPr>
        <p:blipFill>
          <a:blip r:embed="rId325"/>
          <a:srcRect/>
          <a:stretch>
            <a:fillRect/>
          </a:stretch>
        </p:blipFill>
        <p:spPr>
          <a:xfrm>
            <a:off x="2816828" y="1740789"/>
            <a:ext cx="70199" cy="80867"/>
          </a:xfrm>
          <a:prstGeom prst="rect"/>
          <a:ln w="0">
            <a:noFill/>
          </a:ln>
        </p:spPr>
      </p:pic>
      <p:pic>
        <p:nvPicPr>
          <p:cNvPr id="529" name="New picture"/>
          <p:cNvPicPr/>
          <p:nvPr/>
        </p:nvPicPr>
        <p:blipFill>
          <a:blip r:embed="rId326"/>
          <a:srcRect/>
          <a:stretch>
            <a:fillRect/>
          </a:stretch>
        </p:blipFill>
        <p:spPr>
          <a:xfrm>
            <a:off x="2900839" y="1719453"/>
            <a:ext cx="47244" cy="103727"/>
          </a:xfrm>
          <a:prstGeom prst="rect"/>
          <a:ln w="0">
            <a:noFill/>
          </a:ln>
        </p:spPr>
      </p:pic>
      <p:pic>
        <p:nvPicPr>
          <p:cNvPr id="530" name="New picture"/>
          <p:cNvPicPr/>
          <p:nvPr/>
        </p:nvPicPr>
        <p:blipFill>
          <a:blip r:embed="rId327"/>
          <a:srcRect/>
          <a:stretch>
            <a:fillRect/>
          </a:stretch>
        </p:blipFill>
        <p:spPr>
          <a:xfrm>
            <a:off x="3004661" y="1743742"/>
            <a:ext cx="70199" cy="79343"/>
          </a:xfrm>
          <a:prstGeom prst="rect"/>
          <a:ln w="0">
            <a:noFill/>
          </a:ln>
        </p:spPr>
      </p:pic>
      <p:pic>
        <p:nvPicPr>
          <p:cNvPr id="531" name="New picture"/>
          <p:cNvPicPr/>
          <p:nvPr/>
        </p:nvPicPr>
        <p:blipFill>
          <a:blip r:embed="rId328"/>
          <a:srcRect/>
          <a:stretch>
            <a:fillRect/>
          </a:stretch>
        </p:blipFill>
        <p:spPr>
          <a:xfrm>
            <a:off x="3088577" y="1719453"/>
            <a:ext cx="48863" cy="103727"/>
          </a:xfrm>
          <a:prstGeom prst="rect"/>
          <a:ln w="0">
            <a:noFill/>
          </a:ln>
        </p:spPr>
      </p:pic>
      <p:sp>
        <p:nvSpPr>
          <p:cNvPr id="532" name="New shape"/>
          <p:cNvSpPr/>
          <p:nvPr/>
        </p:nvSpPr>
        <p:spPr>
          <a:xfrm>
            <a:off x="3154299" y="174383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3" name="New picture"/>
          <p:cNvPicPr/>
          <p:nvPr/>
        </p:nvPicPr>
        <p:blipFill>
          <a:blip r:embed="rId329"/>
          <a:srcRect/>
          <a:stretch>
            <a:fillRect/>
          </a:stretch>
        </p:blipFill>
        <p:spPr>
          <a:xfrm>
            <a:off x="3152775" y="1708690"/>
            <a:ext cx="16764" cy="16764"/>
          </a:xfrm>
          <a:prstGeom prst="rect"/>
          <a:ln w="0">
            <a:noFill/>
          </a:ln>
        </p:spPr>
      </p:pic>
      <p:sp>
        <p:nvSpPr>
          <p:cNvPr id="534" name="New shape"/>
          <p:cNvSpPr/>
          <p:nvPr/>
        </p:nvSpPr>
        <p:spPr>
          <a:xfrm>
            <a:off x="3194304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35" name="New shape"/>
          <p:cNvSpPr/>
          <p:nvPr/>
        </p:nvSpPr>
        <p:spPr>
          <a:xfrm>
            <a:off x="3233738" y="174383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6" name="New picture"/>
          <p:cNvPicPr/>
          <p:nvPr/>
        </p:nvPicPr>
        <p:blipFill>
          <a:blip r:embed="rId330"/>
          <a:srcRect/>
          <a:stretch>
            <a:fillRect/>
          </a:stretch>
        </p:blipFill>
        <p:spPr>
          <a:xfrm>
            <a:off x="3232214" y="1708785"/>
            <a:ext cx="16859" cy="16764"/>
          </a:xfrm>
          <a:prstGeom prst="rect"/>
          <a:ln w="0">
            <a:noFill/>
          </a:ln>
        </p:spPr>
      </p:pic>
      <p:pic>
        <p:nvPicPr>
          <p:cNvPr id="537" name="New picture"/>
          <p:cNvPicPr/>
          <p:nvPr/>
        </p:nvPicPr>
        <p:blipFill>
          <a:blip r:embed="rId331"/>
          <a:srcRect/>
          <a:stretch>
            <a:fillRect/>
          </a:stretch>
        </p:blipFill>
        <p:spPr>
          <a:xfrm>
            <a:off x="3264217" y="1740789"/>
            <a:ext cx="58007" cy="82391"/>
          </a:xfrm>
          <a:prstGeom prst="rect"/>
          <a:ln w="0">
            <a:noFill/>
          </a:ln>
        </p:spPr>
      </p:pic>
      <p:pic>
        <p:nvPicPr>
          <p:cNvPr id="538" name="New picture"/>
          <p:cNvPicPr/>
          <p:nvPr/>
        </p:nvPicPr>
        <p:blipFill>
          <a:blip r:embed="rId332"/>
          <a:srcRect/>
          <a:stretch>
            <a:fillRect/>
          </a:stretch>
        </p:blipFill>
        <p:spPr>
          <a:xfrm>
            <a:off x="3335941" y="1740694"/>
            <a:ext cx="70295" cy="82391"/>
          </a:xfrm>
          <a:prstGeom prst="rect"/>
          <a:ln w="0">
            <a:noFill/>
          </a:ln>
        </p:spPr>
      </p:pic>
      <p:sp>
        <p:nvSpPr>
          <p:cNvPr id="539" name="New shape"/>
          <p:cNvSpPr/>
          <p:nvPr/>
        </p:nvSpPr>
        <p:spPr>
          <a:xfrm>
            <a:off x="3348132" y="175136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40" name="New shape"/>
          <p:cNvSpPr/>
          <p:nvPr/>
        </p:nvSpPr>
        <p:spPr>
          <a:xfrm>
            <a:off x="3358896" y="1705546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1" name="New picture"/>
          <p:cNvPicPr/>
          <p:nvPr/>
        </p:nvPicPr>
        <p:blipFill>
          <a:blip r:embed="rId333"/>
          <a:srcRect/>
          <a:stretch>
            <a:fillRect/>
          </a:stretch>
        </p:blipFill>
        <p:spPr>
          <a:xfrm>
            <a:off x="3461194" y="1713262"/>
            <a:ext cx="74866" cy="109918"/>
          </a:xfrm>
          <a:prstGeom prst="rect"/>
          <a:ln w="0">
            <a:noFill/>
          </a:ln>
        </p:spPr>
      </p:pic>
      <p:sp>
        <p:nvSpPr>
          <p:cNvPr id="542" name="New shape"/>
          <p:cNvSpPr/>
          <p:nvPr/>
        </p:nvSpPr>
        <p:spPr>
          <a:xfrm>
            <a:off x="3474910" y="175145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3" name="New picture"/>
          <p:cNvPicPr/>
          <p:nvPr/>
        </p:nvPicPr>
        <p:blipFill>
          <a:blip r:embed="rId334"/>
          <a:srcRect/>
          <a:stretch>
            <a:fillRect/>
          </a:stretch>
        </p:blipFill>
        <p:spPr>
          <a:xfrm>
            <a:off x="3555873" y="1740694"/>
            <a:ext cx="65627" cy="82391"/>
          </a:xfrm>
          <a:prstGeom prst="rect"/>
          <a:ln w="0">
            <a:noFill/>
          </a:ln>
        </p:spPr>
      </p:pic>
      <p:sp>
        <p:nvSpPr>
          <p:cNvPr id="544" name="New shape"/>
          <p:cNvSpPr/>
          <p:nvPr/>
        </p:nvSpPr>
        <p:spPr>
          <a:xfrm>
            <a:off x="3568065" y="1781842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5" name="New picture"/>
          <p:cNvPicPr/>
          <p:nvPr/>
        </p:nvPicPr>
        <p:blipFill>
          <a:blip r:embed="rId335"/>
          <a:srcRect/>
          <a:stretch>
            <a:fillRect/>
          </a:stretch>
        </p:blipFill>
        <p:spPr>
          <a:xfrm>
            <a:off x="3644455" y="1740694"/>
            <a:ext cx="70295" cy="80962"/>
          </a:xfrm>
          <a:prstGeom prst="rect"/>
          <a:ln w="0">
            <a:noFill/>
          </a:ln>
        </p:spPr>
      </p:pic>
      <p:pic>
        <p:nvPicPr>
          <p:cNvPr id="546" name="New picture"/>
          <p:cNvPicPr/>
          <p:nvPr/>
        </p:nvPicPr>
        <p:blipFill>
          <a:blip r:embed="rId336"/>
          <a:srcRect/>
          <a:stretch>
            <a:fillRect/>
          </a:stretch>
        </p:blipFill>
        <p:spPr>
          <a:xfrm>
            <a:off x="3729990" y="1740789"/>
            <a:ext cx="58007" cy="82486"/>
          </a:xfrm>
          <a:prstGeom prst="rect"/>
          <a:ln w="0">
            <a:noFill/>
          </a:ln>
        </p:spPr>
      </p:pic>
      <p:sp>
        <p:nvSpPr>
          <p:cNvPr id="547" name="New shape"/>
          <p:cNvSpPr/>
          <p:nvPr/>
        </p:nvSpPr>
        <p:spPr>
          <a:xfrm>
            <a:off x="3846576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8" name="New picture"/>
          <p:cNvPicPr/>
          <p:nvPr/>
        </p:nvPicPr>
        <p:blipFill>
          <a:blip r:embed="rId337"/>
          <a:srcRect/>
          <a:stretch>
            <a:fillRect/>
          </a:stretch>
        </p:blipFill>
        <p:spPr>
          <a:xfrm>
            <a:off x="3879628" y="1740789"/>
            <a:ext cx="65627" cy="82391"/>
          </a:xfrm>
          <a:prstGeom prst="rect"/>
          <a:ln w="0">
            <a:noFill/>
          </a:ln>
        </p:spPr>
      </p:pic>
      <p:sp>
        <p:nvSpPr>
          <p:cNvPr id="549" name="New shape"/>
          <p:cNvSpPr/>
          <p:nvPr/>
        </p:nvSpPr>
        <p:spPr>
          <a:xfrm>
            <a:off x="3893343" y="1781937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0" name="New picture"/>
          <p:cNvPicPr/>
          <p:nvPr/>
        </p:nvPicPr>
        <p:blipFill>
          <a:blip r:embed="rId338"/>
          <a:srcRect/>
          <a:stretch>
            <a:fillRect/>
          </a:stretch>
        </p:blipFill>
        <p:spPr>
          <a:xfrm>
            <a:off x="4007929" y="1740789"/>
            <a:ext cx="76295" cy="117443"/>
          </a:xfrm>
          <a:prstGeom prst="rect"/>
          <a:ln w="0">
            <a:noFill/>
          </a:ln>
        </p:spPr>
      </p:pic>
      <p:sp>
        <p:nvSpPr>
          <p:cNvPr id="551" name="New shape"/>
          <p:cNvSpPr/>
          <p:nvPr/>
        </p:nvSpPr>
        <p:spPr>
          <a:xfrm>
            <a:off x="4021645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52" name="New shape"/>
          <p:cNvSpPr/>
          <p:nvPr/>
        </p:nvSpPr>
        <p:spPr>
          <a:xfrm>
            <a:off x="4104132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3" name="New picture"/>
          <p:cNvPicPr/>
          <p:nvPr/>
        </p:nvPicPr>
        <p:blipFill>
          <a:blip r:embed="rId339"/>
          <a:srcRect/>
          <a:stretch>
            <a:fillRect/>
          </a:stretch>
        </p:blipFill>
        <p:spPr>
          <a:xfrm>
            <a:off x="4142232" y="1743742"/>
            <a:ext cx="70295" cy="79438"/>
          </a:xfrm>
          <a:prstGeom prst="rect"/>
          <a:ln w="0">
            <a:noFill/>
          </a:ln>
        </p:spPr>
      </p:pic>
      <p:pic>
        <p:nvPicPr>
          <p:cNvPr id="554" name="New picture"/>
          <p:cNvPicPr/>
          <p:nvPr/>
        </p:nvPicPr>
        <p:blipFill>
          <a:blip r:embed="rId340"/>
          <a:srcRect/>
          <a:stretch>
            <a:fillRect/>
          </a:stretch>
        </p:blipFill>
        <p:spPr>
          <a:xfrm>
            <a:off x="4237006" y="1740694"/>
            <a:ext cx="74771" cy="117539"/>
          </a:xfrm>
          <a:prstGeom prst="rect"/>
          <a:ln w="0">
            <a:noFill/>
          </a:ln>
        </p:spPr>
      </p:pic>
      <p:sp>
        <p:nvSpPr>
          <p:cNvPr id="555" name="New shape"/>
          <p:cNvSpPr/>
          <p:nvPr/>
        </p:nvSpPr>
        <p:spPr>
          <a:xfrm>
            <a:off x="4250722" y="1751362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6" name="New picture"/>
          <p:cNvPicPr/>
          <p:nvPr/>
        </p:nvPicPr>
        <p:blipFill>
          <a:blip r:embed="rId341"/>
          <a:srcRect/>
          <a:stretch>
            <a:fillRect/>
          </a:stretch>
        </p:blipFill>
        <p:spPr>
          <a:xfrm>
            <a:off x="4327017" y="1740789"/>
            <a:ext cx="65627" cy="82391"/>
          </a:xfrm>
          <a:prstGeom prst="rect"/>
          <a:ln w="0">
            <a:noFill/>
          </a:ln>
        </p:spPr>
      </p:pic>
      <p:sp>
        <p:nvSpPr>
          <p:cNvPr id="557" name="New shape"/>
          <p:cNvSpPr/>
          <p:nvPr/>
        </p:nvSpPr>
        <p:spPr>
          <a:xfrm>
            <a:off x="4339209" y="1781937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8" name="New picture"/>
          <p:cNvPicPr/>
          <p:nvPr/>
        </p:nvPicPr>
        <p:blipFill>
          <a:blip r:embed="rId342"/>
          <a:srcRect/>
          <a:stretch>
            <a:fillRect/>
          </a:stretch>
        </p:blipFill>
        <p:spPr>
          <a:xfrm>
            <a:off x="4415599" y="1740789"/>
            <a:ext cx="42767" cy="80867"/>
          </a:xfrm>
          <a:prstGeom prst="rect"/>
          <a:ln w="0">
            <a:noFill/>
          </a:ln>
        </p:spPr>
      </p:pic>
      <p:pic>
        <p:nvPicPr>
          <p:cNvPr id="559" name="New picture"/>
          <p:cNvPicPr/>
          <p:nvPr/>
        </p:nvPicPr>
        <p:blipFill>
          <a:blip r:embed="rId343"/>
          <a:srcRect/>
          <a:stretch>
            <a:fillRect/>
          </a:stretch>
        </p:blipFill>
        <p:spPr>
          <a:xfrm>
            <a:off x="4461319" y="1719453"/>
            <a:ext cx="48863" cy="103727"/>
          </a:xfrm>
          <a:prstGeom prst="rect"/>
          <a:ln w="0">
            <a:noFill/>
          </a:ln>
        </p:spPr>
      </p:pic>
      <p:pic>
        <p:nvPicPr>
          <p:cNvPr id="560" name="New picture"/>
          <p:cNvPicPr/>
          <p:nvPr/>
        </p:nvPicPr>
        <p:blipFill>
          <a:blip r:embed="rId344"/>
          <a:srcRect/>
          <a:stretch>
            <a:fillRect/>
          </a:stretch>
        </p:blipFill>
        <p:spPr>
          <a:xfrm>
            <a:off x="4562189" y="1713262"/>
            <a:ext cx="74771" cy="109918"/>
          </a:xfrm>
          <a:prstGeom prst="rect"/>
          <a:ln w="0">
            <a:noFill/>
          </a:ln>
        </p:spPr>
      </p:pic>
      <p:sp>
        <p:nvSpPr>
          <p:cNvPr id="561" name="New shape"/>
          <p:cNvSpPr/>
          <p:nvPr/>
        </p:nvSpPr>
        <p:spPr>
          <a:xfrm>
            <a:off x="4574381" y="175145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2" name="New picture"/>
          <p:cNvPicPr/>
          <p:nvPr/>
        </p:nvPicPr>
        <p:blipFill>
          <a:blip r:embed="rId345"/>
          <a:srcRect/>
          <a:stretch>
            <a:fillRect/>
          </a:stretch>
        </p:blipFill>
        <p:spPr>
          <a:xfrm>
            <a:off x="4656772" y="1740694"/>
            <a:ext cx="70295" cy="82391"/>
          </a:xfrm>
          <a:prstGeom prst="rect"/>
          <a:ln w="0">
            <a:noFill/>
          </a:ln>
        </p:spPr>
      </p:pic>
      <p:sp>
        <p:nvSpPr>
          <p:cNvPr id="563" name="New shape"/>
          <p:cNvSpPr/>
          <p:nvPr/>
        </p:nvSpPr>
        <p:spPr>
          <a:xfrm>
            <a:off x="4669059" y="175136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4" name="New picture"/>
          <p:cNvPicPr/>
          <p:nvPr/>
        </p:nvPicPr>
        <p:blipFill>
          <a:blip r:embed="rId346"/>
          <a:srcRect/>
          <a:stretch>
            <a:fillRect/>
          </a:stretch>
        </p:blipFill>
        <p:spPr>
          <a:xfrm>
            <a:off x="4739260" y="1740694"/>
            <a:ext cx="58102" cy="82486"/>
          </a:xfrm>
          <a:prstGeom prst="rect"/>
          <a:ln w="0">
            <a:noFill/>
          </a:ln>
        </p:spPr>
      </p:pic>
      <p:pic>
        <p:nvPicPr>
          <p:cNvPr id="565" name="New picture"/>
          <p:cNvPicPr/>
          <p:nvPr/>
        </p:nvPicPr>
        <p:blipFill>
          <a:blip r:embed="rId347"/>
          <a:srcRect/>
          <a:stretch>
            <a:fillRect/>
          </a:stretch>
        </p:blipFill>
        <p:spPr>
          <a:xfrm>
            <a:off x="4850797" y="1740694"/>
            <a:ext cx="70199" cy="82391"/>
          </a:xfrm>
          <a:prstGeom prst="rect"/>
          <a:ln w="0">
            <a:noFill/>
          </a:ln>
        </p:spPr>
      </p:pic>
      <p:sp>
        <p:nvSpPr>
          <p:cNvPr id="566" name="New shape"/>
          <p:cNvSpPr/>
          <p:nvPr/>
        </p:nvSpPr>
        <p:spPr>
          <a:xfrm>
            <a:off x="4862988" y="175136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7" name="New picture"/>
          <p:cNvPicPr/>
          <p:nvPr/>
        </p:nvPicPr>
        <p:blipFill>
          <a:blip r:embed="rId348"/>
          <a:srcRect/>
          <a:stretch>
            <a:fillRect/>
          </a:stretch>
        </p:blipFill>
        <p:spPr>
          <a:xfrm>
            <a:off x="4927187" y="1743837"/>
            <a:ext cx="76295" cy="77819"/>
          </a:xfrm>
          <a:prstGeom prst="rect"/>
          <a:ln w="0">
            <a:noFill/>
          </a:ln>
        </p:spPr>
      </p:pic>
      <p:pic>
        <p:nvPicPr>
          <p:cNvPr id="568" name="New picture"/>
          <p:cNvPicPr/>
          <p:nvPr/>
        </p:nvPicPr>
        <p:blipFill>
          <a:blip r:embed="rId349"/>
          <a:srcRect/>
          <a:stretch>
            <a:fillRect/>
          </a:stretch>
        </p:blipFill>
        <p:spPr>
          <a:xfrm>
            <a:off x="5009578" y="1740694"/>
            <a:ext cx="70295" cy="82391"/>
          </a:xfrm>
          <a:prstGeom prst="rect"/>
          <a:ln w="0">
            <a:noFill/>
          </a:ln>
        </p:spPr>
      </p:pic>
      <p:sp>
        <p:nvSpPr>
          <p:cNvPr id="569" name="New shape"/>
          <p:cNvSpPr/>
          <p:nvPr/>
        </p:nvSpPr>
        <p:spPr>
          <a:xfrm>
            <a:off x="5021866" y="175136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0" name="New picture"/>
          <p:cNvPicPr/>
          <p:nvPr/>
        </p:nvPicPr>
        <p:blipFill>
          <a:blip r:embed="rId350"/>
          <a:srcRect/>
          <a:stretch>
            <a:fillRect/>
          </a:stretch>
        </p:blipFill>
        <p:spPr>
          <a:xfrm>
            <a:off x="5099685" y="1740789"/>
            <a:ext cx="122110" cy="80867"/>
          </a:xfrm>
          <a:prstGeom prst="rect"/>
          <a:ln w="0">
            <a:noFill/>
          </a:ln>
        </p:spPr>
      </p:pic>
      <p:pic>
        <p:nvPicPr>
          <p:cNvPr id="571" name="New picture"/>
          <p:cNvPicPr/>
          <p:nvPr/>
        </p:nvPicPr>
        <p:blipFill>
          <a:blip r:embed="rId351"/>
          <a:srcRect/>
          <a:stretch>
            <a:fillRect/>
          </a:stretch>
        </p:blipFill>
        <p:spPr>
          <a:xfrm>
            <a:off x="5244751" y="1740789"/>
            <a:ext cx="76391" cy="117443"/>
          </a:xfrm>
          <a:prstGeom prst="rect"/>
          <a:ln w="0">
            <a:noFill/>
          </a:ln>
        </p:spPr>
      </p:pic>
      <p:sp>
        <p:nvSpPr>
          <p:cNvPr id="572" name="New shape"/>
          <p:cNvSpPr/>
          <p:nvPr/>
        </p:nvSpPr>
        <p:spPr>
          <a:xfrm>
            <a:off x="5259991" y="175145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3" name="New shape"/>
          <p:cNvSpPr/>
          <p:nvPr/>
        </p:nvSpPr>
        <p:spPr>
          <a:xfrm>
            <a:off x="5341620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4" name="New picture"/>
          <p:cNvPicPr/>
          <p:nvPr/>
        </p:nvPicPr>
        <p:blipFill>
          <a:blip r:embed="rId352"/>
          <a:srcRect/>
          <a:stretch>
            <a:fillRect/>
          </a:stretch>
        </p:blipFill>
        <p:spPr>
          <a:xfrm>
            <a:off x="5376101" y="1740694"/>
            <a:ext cx="70199" cy="82391"/>
          </a:xfrm>
          <a:prstGeom prst="rect"/>
          <a:ln w="0">
            <a:noFill/>
          </a:ln>
        </p:spPr>
      </p:pic>
      <p:sp>
        <p:nvSpPr>
          <p:cNvPr id="575" name="New shape"/>
          <p:cNvSpPr/>
          <p:nvPr/>
        </p:nvSpPr>
        <p:spPr>
          <a:xfrm>
            <a:off x="5388292" y="175136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6" name="New picture"/>
          <p:cNvPicPr/>
          <p:nvPr/>
        </p:nvPicPr>
        <p:blipFill>
          <a:blip r:embed="rId353"/>
          <a:srcRect/>
          <a:stretch>
            <a:fillRect/>
          </a:stretch>
        </p:blipFill>
        <p:spPr>
          <a:xfrm>
            <a:off x="5458587" y="1740789"/>
            <a:ext cx="58007" cy="82391"/>
          </a:xfrm>
          <a:prstGeom prst="rect"/>
          <a:ln w="0">
            <a:noFill/>
          </a:ln>
        </p:spPr>
      </p:pic>
      <p:pic>
        <p:nvPicPr>
          <p:cNvPr id="577" name="New picture"/>
          <p:cNvPicPr/>
          <p:nvPr/>
        </p:nvPicPr>
        <p:blipFill>
          <a:blip r:embed="rId354"/>
          <a:srcRect/>
          <a:stretch>
            <a:fillRect/>
          </a:stretch>
        </p:blipFill>
        <p:spPr>
          <a:xfrm>
            <a:off x="5530310" y="1804798"/>
            <a:ext cx="21336" cy="42767"/>
          </a:xfrm>
          <a:prstGeom prst="rect"/>
          <a:ln w="0">
            <a:noFill/>
          </a:ln>
        </p:spPr>
      </p:pic>
      <p:sp>
        <p:nvSpPr>
          <p:cNvPr id="578" name="New shape"/>
          <p:cNvSpPr/>
          <p:nvPr/>
        </p:nvSpPr>
        <p:spPr>
          <a:xfrm>
            <a:off x="5617370" y="1743837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9" name="New picture"/>
          <p:cNvPicPr/>
          <p:nvPr/>
        </p:nvPicPr>
        <p:blipFill>
          <a:blip r:embed="rId355"/>
          <a:srcRect/>
          <a:stretch>
            <a:fillRect/>
          </a:stretch>
        </p:blipFill>
        <p:spPr>
          <a:xfrm>
            <a:off x="5614321" y="1708690"/>
            <a:ext cx="16764" cy="16859"/>
          </a:xfrm>
          <a:prstGeom prst="rect"/>
          <a:ln w="0">
            <a:noFill/>
          </a:ln>
        </p:spPr>
      </p:pic>
      <p:sp>
        <p:nvSpPr>
          <p:cNvPr id="580" name="New shape"/>
          <p:cNvSpPr/>
          <p:nvPr/>
        </p:nvSpPr>
        <p:spPr>
          <a:xfrm>
            <a:off x="5655564" y="171297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1" name="New picture"/>
          <p:cNvPicPr/>
          <p:nvPr/>
        </p:nvPicPr>
        <p:blipFill>
          <a:blip r:embed="rId356"/>
          <a:srcRect/>
          <a:stretch>
            <a:fillRect/>
          </a:stretch>
        </p:blipFill>
        <p:spPr>
          <a:xfrm>
            <a:off x="5730431" y="1740694"/>
            <a:ext cx="70199" cy="82391"/>
          </a:xfrm>
          <a:prstGeom prst="rect"/>
          <a:ln w="0">
            <a:noFill/>
          </a:ln>
        </p:spPr>
      </p:pic>
      <p:sp>
        <p:nvSpPr>
          <p:cNvPr id="582" name="New shape"/>
          <p:cNvSpPr/>
          <p:nvPr/>
        </p:nvSpPr>
        <p:spPr>
          <a:xfrm>
            <a:off x="5742622" y="1751362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3" name="New picture"/>
          <p:cNvPicPr/>
          <p:nvPr/>
        </p:nvPicPr>
        <p:blipFill>
          <a:blip r:embed="rId357"/>
          <a:srcRect/>
          <a:stretch>
            <a:fillRect/>
          </a:stretch>
        </p:blipFill>
        <p:spPr>
          <a:xfrm>
            <a:off x="5812822" y="1740789"/>
            <a:ext cx="58007" cy="82391"/>
          </a:xfrm>
          <a:prstGeom prst="rect"/>
          <a:ln w="0">
            <a:noFill/>
          </a:ln>
        </p:spPr>
      </p:pic>
      <p:pic>
        <p:nvPicPr>
          <p:cNvPr id="584" name="New picture"/>
          <p:cNvPicPr/>
          <p:nvPr/>
        </p:nvPicPr>
        <p:blipFill>
          <a:blip r:embed="rId358"/>
          <a:srcRect/>
          <a:stretch>
            <a:fillRect/>
          </a:stretch>
        </p:blipFill>
        <p:spPr>
          <a:xfrm>
            <a:off x="5878448" y="1719453"/>
            <a:ext cx="47339" cy="103727"/>
          </a:xfrm>
          <a:prstGeom prst="rect"/>
          <a:ln w="0">
            <a:noFill/>
          </a:ln>
        </p:spPr>
      </p:pic>
      <p:pic>
        <p:nvPicPr>
          <p:cNvPr id="585" name="New picture"/>
          <p:cNvPicPr/>
          <p:nvPr/>
        </p:nvPicPr>
        <p:blipFill>
          <a:blip r:embed="rId359"/>
          <a:srcRect/>
          <a:stretch>
            <a:fillRect/>
          </a:stretch>
        </p:blipFill>
        <p:spPr>
          <a:xfrm>
            <a:off x="681990" y="1969674"/>
            <a:ext cx="42767" cy="80867"/>
          </a:xfrm>
          <a:prstGeom prst="rect"/>
          <a:ln w="0">
            <a:noFill/>
          </a:ln>
        </p:spPr>
      </p:pic>
      <p:pic>
        <p:nvPicPr>
          <p:cNvPr id="586" name="New picture"/>
          <p:cNvPicPr/>
          <p:nvPr/>
        </p:nvPicPr>
        <p:blipFill>
          <a:blip r:embed="rId360"/>
          <a:srcRect/>
          <a:stretch>
            <a:fillRect/>
          </a:stretch>
        </p:blipFill>
        <p:spPr>
          <a:xfrm>
            <a:off x="730853" y="1969770"/>
            <a:ext cx="71818" cy="82391"/>
          </a:xfrm>
          <a:prstGeom prst="rect"/>
          <a:ln w="0">
            <a:noFill/>
          </a:ln>
        </p:spPr>
      </p:pic>
      <p:sp>
        <p:nvSpPr>
          <p:cNvPr id="587" name="New shape"/>
          <p:cNvSpPr/>
          <p:nvPr/>
        </p:nvSpPr>
        <p:spPr>
          <a:xfrm>
            <a:off x="744665" y="198043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8" name="New picture"/>
          <p:cNvPicPr/>
          <p:nvPr/>
        </p:nvPicPr>
        <p:blipFill>
          <a:blip r:embed="rId361"/>
          <a:srcRect/>
          <a:stretch>
            <a:fillRect/>
          </a:stretch>
        </p:blipFill>
        <p:spPr>
          <a:xfrm>
            <a:off x="817912" y="1969675"/>
            <a:ext cx="64199" cy="82486"/>
          </a:xfrm>
          <a:prstGeom prst="rect"/>
          <a:ln w="0">
            <a:noFill/>
          </a:ln>
        </p:spPr>
      </p:pic>
      <p:pic>
        <p:nvPicPr>
          <p:cNvPr id="589" name="New picture"/>
          <p:cNvPicPr/>
          <p:nvPr/>
        </p:nvPicPr>
        <p:blipFill>
          <a:blip r:embed="rId362"/>
          <a:srcRect/>
          <a:stretch>
            <a:fillRect/>
          </a:stretch>
        </p:blipFill>
        <p:spPr>
          <a:xfrm>
            <a:off x="891254" y="1969675"/>
            <a:ext cx="79343" cy="82391"/>
          </a:xfrm>
          <a:prstGeom prst="rect"/>
          <a:ln w="0">
            <a:noFill/>
          </a:ln>
        </p:spPr>
      </p:pic>
      <p:sp>
        <p:nvSpPr>
          <p:cNvPr id="590" name="New shape"/>
          <p:cNvSpPr/>
          <p:nvPr/>
        </p:nvSpPr>
        <p:spPr>
          <a:xfrm>
            <a:off x="904970" y="198034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1" name="New picture"/>
          <p:cNvPicPr/>
          <p:nvPr/>
        </p:nvPicPr>
        <p:blipFill>
          <a:blip r:embed="rId363"/>
          <a:srcRect/>
          <a:stretch>
            <a:fillRect/>
          </a:stretch>
        </p:blipFill>
        <p:spPr>
          <a:xfrm>
            <a:off x="990505" y="1969674"/>
            <a:ext cx="120682" cy="80867"/>
          </a:xfrm>
          <a:prstGeom prst="rect"/>
          <a:ln w="0">
            <a:noFill/>
          </a:ln>
        </p:spPr>
      </p:pic>
      <p:pic>
        <p:nvPicPr>
          <p:cNvPr id="592" name="New picture"/>
          <p:cNvPicPr/>
          <p:nvPr/>
        </p:nvPicPr>
        <p:blipFill>
          <a:blip r:embed="rId364"/>
          <a:srcRect/>
          <a:stretch>
            <a:fillRect/>
          </a:stretch>
        </p:blipFill>
        <p:spPr>
          <a:xfrm>
            <a:off x="1135571" y="1969579"/>
            <a:ext cx="120587" cy="80867"/>
          </a:xfrm>
          <a:prstGeom prst="rect"/>
          <a:ln w="0">
            <a:noFill/>
          </a:ln>
        </p:spPr>
      </p:pic>
      <p:pic>
        <p:nvPicPr>
          <p:cNvPr id="593" name="New picture"/>
          <p:cNvPicPr/>
          <p:nvPr/>
        </p:nvPicPr>
        <p:blipFill>
          <a:blip r:embed="rId365"/>
          <a:srcRect/>
          <a:stretch>
            <a:fillRect/>
          </a:stretch>
        </p:blipFill>
        <p:spPr>
          <a:xfrm>
            <a:off x="1272921" y="1969675"/>
            <a:ext cx="65627" cy="82391"/>
          </a:xfrm>
          <a:prstGeom prst="rect"/>
          <a:ln w="0">
            <a:noFill/>
          </a:ln>
        </p:spPr>
      </p:pic>
      <p:sp>
        <p:nvSpPr>
          <p:cNvPr id="594" name="New shape"/>
          <p:cNvSpPr/>
          <p:nvPr/>
        </p:nvSpPr>
        <p:spPr>
          <a:xfrm>
            <a:off x="1286637" y="2010823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5" name="New picture"/>
          <p:cNvPicPr/>
          <p:nvPr/>
        </p:nvPicPr>
        <p:blipFill>
          <a:blip r:embed="rId366"/>
          <a:srcRect/>
          <a:stretch>
            <a:fillRect/>
          </a:stretch>
        </p:blipFill>
        <p:spPr>
          <a:xfrm>
            <a:off x="1361504" y="1969674"/>
            <a:ext cx="70295" cy="80867"/>
          </a:xfrm>
          <a:prstGeom prst="rect"/>
          <a:ln w="0">
            <a:noFill/>
          </a:ln>
        </p:spPr>
      </p:pic>
      <p:pic>
        <p:nvPicPr>
          <p:cNvPr id="596" name="New picture"/>
          <p:cNvPicPr/>
          <p:nvPr/>
        </p:nvPicPr>
        <p:blipFill>
          <a:blip r:embed="rId367"/>
          <a:srcRect/>
          <a:stretch>
            <a:fillRect/>
          </a:stretch>
        </p:blipFill>
        <p:spPr>
          <a:xfrm>
            <a:off x="1451705" y="1942242"/>
            <a:ext cx="74771" cy="109823"/>
          </a:xfrm>
          <a:prstGeom prst="rect"/>
          <a:ln w="0">
            <a:noFill/>
          </a:ln>
        </p:spPr>
      </p:pic>
      <p:sp>
        <p:nvSpPr>
          <p:cNvPr id="597" name="New shape"/>
          <p:cNvSpPr/>
          <p:nvPr/>
        </p:nvSpPr>
        <p:spPr>
          <a:xfrm>
            <a:off x="1465421" y="198034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8" name="New picture"/>
          <p:cNvPicPr/>
          <p:nvPr/>
        </p:nvPicPr>
        <p:blipFill>
          <a:blip r:embed="rId368"/>
          <a:srcRect/>
          <a:stretch>
            <a:fillRect/>
          </a:stretch>
        </p:blipFill>
        <p:spPr>
          <a:xfrm>
            <a:off x="1546384" y="1969675"/>
            <a:ext cx="71723" cy="82391"/>
          </a:xfrm>
          <a:prstGeom prst="rect"/>
          <a:ln w="0">
            <a:noFill/>
          </a:ln>
        </p:spPr>
      </p:pic>
      <p:sp>
        <p:nvSpPr>
          <p:cNvPr id="599" name="New shape"/>
          <p:cNvSpPr/>
          <p:nvPr/>
        </p:nvSpPr>
        <p:spPr>
          <a:xfrm>
            <a:off x="1560100" y="198034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00" name="New shape"/>
          <p:cNvSpPr/>
          <p:nvPr/>
        </p:nvSpPr>
        <p:spPr>
          <a:xfrm>
            <a:off x="1569244" y="1934623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1" name="New picture"/>
          <p:cNvPicPr/>
          <p:nvPr/>
        </p:nvPicPr>
        <p:blipFill>
          <a:blip r:embed="rId369"/>
          <a:srcRect/>
          <a:stretch>
            <a:fillRect/>
          </a:stretch>
        </p:blipFill>
        <p:spPr>
          <a:xfrm>
            <a:off x="1672971" y="1942147"/>
            <a:ext cx="74867" cy="109918"/>
          </a:xfrm>
          <a:prstGeom prst="rect"/>
          <a:ln w="0">
            <a:noFill/>
          </a:ln>
        </p:spPr>
      </p:pic>
      <p:sp>
        <p:nvSpPr>
          <p:cNvPr id="602" name="New shape"/>
          <p:cNvSpPr/>
          <p:nvPr/>
        </p:nvSpPr>
        <p:spPr>
          <a:xfrm>
            <a:off x="1686687" y="198034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03" name="New shape"/>
          <p:cNvSpPr/>
          <p:nvPr/>
        </p:nvSpPr>
        <p:spPr>
          <a:xfrm>
            <a:off x="1769269" y="1942147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4" name="New picture"/>
          <p:cNvPicPr/>
          <p:nvPr/>
        </p:nvPicPr>
        <p:blipFill>
          <a:blip r:embed="rId370"/>
          <a:srcRect/>
          <a:stretch>
            <a:fillRect/>
          </a:stretch>
        </p:blipFill>
        <p:spPr>
          <a:xfrm>
            <a:off x="1798225" y="1969675"/>
            <a:ext cx="65723" cy="82486"/>
          </a:xfrm>
          <a:prstGeom prst="rect"/>
          <a:ln w="0">
            <a:noFill/>
          </a:ln>
        </p:spPr>
      </p:pic>
      <p:sp>
        <p:nvSpPr>
          <p:cNvPr id="605" name="New shape"/>
          <p:cNvSpPr/>
          <p:nvPr/>
        </p:nvSpPr>
        <p:spPr>
          <a:xfrm>
            <a:off x="1810417" y="2010918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6" name="New picture"/>
          <p:cNvPicPr/>
          <p:nvPr/>
        </p:nvPicPr>
        <p:blipFill>
          <a:blip r:embed="rId371"/>
          <a:srcRect/>
          <a:stretch>
            <a:fillRect/>
          </a:stretch>
        </p:blipFill>
        <p:spPr>
          <a:xfrm>
            <a:off x="1871567" y="1972722"/>
            <a:ext cx="73247" cy="77819"/>
          </a:xfrm>
          <a:prstGeom prst="rect"/>
          <a:ln w="0">
            <a:noFill/>
          </a:ln>
        </p:spPr>
      </p:pic>
      <p:pic>
        <p:nvPicPr>
          <p:cNvPr id="607" name="New picture"/>
          <p:cNvPicPr/>
          <p:nvPr/>
        </p:nvPicPr>
        <p:blipFill>
          <a:blip r:embed="rId372"/>
          <a:srcRect/>
          <a:stretch>
            <a:fillRect/>
          </a:stretch>
        </p:blipFill>
        <p:spPr>
          <a:xfrm>
            <a:off x="1952530" y="1969675"/>
            <a:ext cx="77819" cy="82391"/>
          </a:xfrm>
          <a:prstGeom prst="rect"/>
          <a:ln w="0">
            <a:noFill/>
          </a:ln>
        </p:spPr>
      </p:pic>
      <p:sp>
        <p:nvSpPr>
          <p:cNvPr id="608" name="New shape"/>
          <p:cNvSpPr/>
          <p:nvPr/>
        </p:nvSpPr>
        <p:spPr>
          <a:xfrm>
            <a:off x="1966246" y="198034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09" name="New shape"/>
          <p:cNvSpPr/>
          <p:nvPr/>
        </p:nvSpPr>
        <p:spPr>
          <a:xfrm>
            <a:off x="2051780" y="1972627"/>
            <a:ext cx="12192" cy="7791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0" name="New picture"/>
          <p:cNvPicPr/>
          <p:nvPr/>
        </p:nvPicPr>
        <p:blipFill>
          <a:blip r:embed="rId373"/>
          <a:srcRect/>
          <a:stretch>
            <a:fillRect/>
          </a:stretch>
        </p:blipFill>
        <p:spPr>
          <a:xfrm>
            <a:off x="2048732" y="1937575"/>
            <a:ext cx="16764" cy="16764"/>
          </a:xfrm>
          <a:prstGeom prst="rect"/>
          <a:ln w="0">
            <a:noFill/>
          </a:ln>
        </p:spPr>
      </p:pic>
      <p:pic>
        <p:nvPicPr>
          <p:cNvPr id="611" name="New picture"/>
          <p:cNvPicPr/>
          <p:nvPr/>
        </p:nvPicPr>
        <p:blipFill>
          <a:blip r:embed="rId374"/>
          <a:srcRect/>
          <a:stretch>
            <a:fillRect/>
          </a:stretch>
        </p:blipFill>
        <p:spPr>
          <a:xfrm>
            <a:off x="2089880" y="1969674"/>
            <a:ext cx="42767" cy="80867"/>
          </a:xfrm>
          <a:prstGeom prst="rect"/>
          <a:ln w="0">
            <a:noFill/>
          </a:ln>
        </p:spPr>
      </p:pic>
      <p:pic>
        <p:nvPicPr>
          <p:cNvPr id="612" name="New picture"/>
          <p:cNvPicPr/>
          <p:nvPr/>
        </p:nvPicPr>
        <p:blipFill>
          <a:blip r:embed="rId375"/>
          <a:srcRect/>
          <a:stretch>
            <a:fillRect/>
          </a:stretch>
        </p:blipFill>
        <p:spPr>
          <a:xfrm>
            <a:off x="2179987" y="1942147"/>
            <a:ext cx="76390" cy="109918"/>
          </a:xfrm>
          <a:prstGeom prst="rect"/>
          <a:ln w="0">
            <a:noFill/>
          </a:ln>
        </p:spPr>
      </p:pic>
      <p:sp>
        <p:nvSpPr>
          <p:cNvPr id="613" name="New shape"/>
          <p:cNvSpPr/>
          <p:nvPr/>
        </p:nvSpPr>
        <p:spPr>
          <a:xfrm>
            <a:off x="2193798" y="198034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4" name="New picture"/>
          <p:cNvPicPr/>
          <p:nvPr/>
        </p:nvPicPr>
        <p:blipFill>
          <a:blip r:embed="rId376"/>
          <a:srcRect/>
          <a:stretch>
            <a:fillRect/>
          </a:stretch>
        </p:blipFill>
        <p:spPr>
          <a:xfrm>
            <a:off x="2274665" y="1969770"/>
            <a:ext cx="71818" cy="82391"/>
          </a:xfrm>
          <a:prstGeom prst="rect"/>
          <a:ln w="0">
            <a:noFill/>
          </a:ln>
        </p:spPr>
      </p:pic>
      <p:sp>
        <p:nvSpPr>
          <p:cNvPr id="615" name="New shape"/>
          <p:cNvSpPr/>
          <p:nvPr/>
        </p:nvSpPr>
        <p:spPr>
          <a:xfrm>
            <a:off x="2288477" y="198043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6" name="New picture"/>
          <p:cNvPicPr/>
          <p:nvPr/>
        </p:nvPicPr>
        <p:blipFill>
          <a:blip r:embed="rId377"/>
          <a:srcRect/>
          <a:stretch>
            <a:fillRect/>
          </a:stretch>
        </p:blipFill>
        <p:spPr>
          <a:xfrm>
            <a:off x="2358675" y="1969675"/>
            <a:ext cx="56483" cy="82391"/>
          </a:xfrm>
          <a:prstGeom prst="rect"/>
          <a:ln w="0">
            <a:noFill/>
          </a:ln>
        </p:spPr>
      </p:pic>
      <p:pic>
        <p:nvPicPr>
          <p:cNvPr id="617" name="New picture"/>
          <p:cNvPicPr/>
          <p:nvPr/>
        </p:nvPicPr>
        <p:blipFill>
          <a:blip r:embed="rId378"/>
          <a:srcRect/>
          <a:stretch>
            <a:fillRect/>
          </a:stretch>
        </p:blipFill>
        <p:spPr>
          <a:xfrm>
            <a:off x="2468594" y="1969675"/>
            <a:ext cx="64199" cy="82391"/>
          </a:xfrm>
          <a:prstGeom prst="rect"/>
          <a:ln w="0">
            <a:noFill/>
          </a:ln>
        </p:spPr>
      </p:pic>
      <p:pic>
        <p:nvPicPr>
          <p:cNvPr id="618" name="New picture"/>
          <p:cNvPicPr/>
          <p:nvPr/>
        </p:nvPicPr>
        <p:blipFill>
          <a:blip r:embed="rId379"/>
          <a:srcRect/>
          <a:stretch>
            <a:fillRect/>
          </a:stretch>
        </p:blipFill>
        <p:spPr>
          <a:xfrm>
            <a:off x="2543461" y="1969580"/>
            <a:ext cx="77914" cy="82486"/>
          </a:xfrm>
          <a:prstGeom prst="rect"/>
          <a:ln w="0">
            <a:noFill/>
          </a:ln>
        </p:spPr>
      </p:pic>
      <p:sp>
        <p:nvSpPr>
          <p:cNvPr id="619" name="New shape"/>
          <p:cNvSpPr/>
          <p:nvPr/>
        </p:nvSpPr>
        <p:spPr>
          <a:xfrm>
            <a:off x="2557177" y="1980343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0" name="New picture"/>
          <p:cNvPicPr/>
          <p:nvPr/>
        </p:nvPicPr>
        <p:blipFill>
          <a:blip r:embed="rId380"/>
          <a:srcRect/>
          <a:stretch>
            <a:fillRect/>
          </a:stretch>
        </p:blipFill>
        <p:spPr>
          <a:xfrm>
            <a:off x="2641187" y="1969674"/>
            <a:ext cx="70199" cy="80867"/>
          </a:xfrm>
          <a:prstGeom prst="rect"/>
          <a:ln w="0">
            <a:noFill/>
          </a:ln>
        </p:spPr>
      </p:pic>
      <p:pic>
        <p:nvPicPr>
          <p:cNvPr id="621" name="New picture"/>
          <p:cNvPicPr/>
          <p:nvPr/>
        </p:nvPicPr>
        <p:blipFill>
          <a:blip r:embed="rId381"/>
          <a:srcRect/>
          <a:stretch>
            <a:fillRect/>
          </a:stretch>
        </p:blipFill>
        <p:spPr>
          <a:xfrm>
            <a:off x="2735866" y="1969674"/>
            <a:ext cx="68675" cy="80867"/>
          </a:xfrm>
          <a:prstGeom prst="rect"/>
          <a:ln w="0">
            <a:noFill/>
          </a:ln>
        </p:spPr>
      </p:pic>
      <p:pic>
        <p:nvPicPr>
          <p:cNvPr id="622" name="New picture"/>
          <p:cNvPicPr/>
          <p:nvPr/>
        </p:nvPicPr>
        <p:blipFill>
          <a:blip r:embed="rId382"/>
          <a:srcRect/>
          <a:stretch>
            <a:fillRect/>
          </a:stretch>
        </p:blipFill>
        <p:spPr>
          <a:xfrm>
            <a:off x="2822924" y="1969675"/>
            <a:ext cx="65723" cy="82486"/>
          </a:xfrm>
          <a:prstGeom prst="rect"/>
          <a:ln w="0">
            <a:noFill/>
          </a:ln>
        </p:spPr>
      </p:pic>
      <p:sp>
        <p:nvSpPr>
          <p:cNvPr id="623" name="New shape"/>
          <p:cNvSpPr/>
          <p:nvPr/>
        </p:nvSpPr>
        <p:spPr>
          <a:xfrm>
            <a:off x="2835211" y="2010918"/>
            <a:ext cx="39624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24" name="New shape"/>
          <p:cNvSpPr/>
          <p:nvPr/>
        </p:nvSpPr>
        <p:spPr>
          <a:xfrm>
            <a:off x="2913030" y="1972722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5" name="New picture"/>
          <p:cNvPicPr/>
          <p:nvPr/>
        </p:nvPicPr>
        <p:blipFill>
          <a:blip r:embed="rId383"/>
          <a:srcRect/>
          <a:stretch>
            <a:fillRect/>
          </a:stretch>
        </p:blipFill>
        <p:spPr>
          <a:xfrm>
            <a:off x="2911411" y="1937670"/>
            <a:ext cx="16859" cy="16764"/>
          </a:xfrm>
          <a:prstGeom prst="rect"/>
          <a:ln w="0">
            <a:noFill/>
          </a:ln>
        </p:spPr>
      </p:pic>
      <p:pic>
        <p:nvPicPr>
          <p:cNvPr id="626" name="New picture"/>
          <p:cNvPicPr/>
          <p:nvPr/>
        </p:nvPicPr>
        <p:blipFill>
          <a:blip r:embed="rId384"/>
          <a:srcRect/>
          <a:stretch>
            <a:fillRect/>
          </a:stretch>
        </p:blipFill>
        <p:spPr>
          <a:xfrm>
            <a:off x="2941987" y="1969675"/>
            <a:ext cx="58007" cy="82391"/>
          </a:xfrm>
          <a:prstGeom prst="rect"/>
          <a:ln w="0">
            <a:noFill/>
          </a:ln>
        </p:spPr>
      </p:pic>
      <p:pic>
        <p:nvPicPr>
          <p:cNvPr id="627" name="New picture"/>
          <p:cNvPicPr/>
          <p:nvPr/>
        </p:nvPicPr>
        <p:blipFill>
          <a:blip r:embed="rId385"/>
          <a:srcRect/>
          <a:stretch>
            <a:fillRect/>
          </a:stretch>
        </p:blipFill>
        <p:spPr>
          <a:xfrm>
            <a:off x="3010757" y="1969675"/>
            <a:ext cx="58007" cy="82391"/>
          </a:xfrm>
          <a:prstGeom prst="rect"/>
          <a:ln w="0">
            <a:noFill/>
          </a:ln>
        </p:spPr>
      </p:pic>
      <p:pic>
        <p:nvPicPr>
          <p:cNvPr id="628" name="New picture"/>
          <p:cNvPicPr/>
          <p:nvPr/>
        </p:nvPicPr>
        <p:blipFill>
          <a:blip r:embed="rId386"/>
          <a:srcRect/>
          <a:stretch>
            <a:fillRect/>
          </a:stretch>
        </p:blipFill>
        <p:spPr>
          <a:xfrm>
            <a:off x="3080957" y="1969675"/>
            <a:ext cx="65627" cy="82391"/>
          </a:xfrm>
          <a:prstGeom prst="rect"/>
          <a:ln w="0">
            <a:noFill/>
          </a:ln>
        </p:spPr>
      </p:pic>
      <p:sp>
        <p:nvSpPr>
          <p:cNvPr id="629" name="New shape"/>
          <p:cNvSpPr/>
          <p:nvPr/>
        </p:nvSpPr>
        <p:spPr>
          <a:xfrm>
            <a:off x="3094672" y="2010823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0" name="New picture"/>
          <p:cNvPicPr/>
          <p:nvPr/>
        </p:nvPicPr>
        <p:blipFill>
          <a:blip r:embed="rId387"/>
          <a:srcRect/>
          <a:stretch>
            <a:fillRect/>
          </a:stretch>
        </p:blipFill>
        <p:spPr>
          <a:xfrm>
            <a:off x="3169539" y="1969674"/>
            <a:ext cx="70199" cy="80867"/>
          </a:xfrm>
          <a:prstGeom prst="rect"/>
          <a:ln w="0">
            <a:noFill/>
          </a:ln>
        </p:spPr>
      </p:pic>
      <p:pic>
        <p:nvPicPr>
          <p:cNvPr id="631" name="New picture"/>
          <p:cNvPicPr/>
          <p:nvPr/>
        </p:nvPicPr>
        <p:blipFill>
          <a:blip r:embed="rId388"/>
          <a:srcRect/>
          <a:stretch>
            <a:fillRect/>
          </a:stretch>
        </p:blipFill>
        <p:spPr>
          <a:xfrm>
            <a:off x="3259646" y="1969675"/>
            <a:ext cx="64103" cy="82486"/>
          </a:xfrm>
          <a:prstGeom prst="rect"/>
          <a:ln w="0">
            <a:noFill/>
          </a:ln>
        </p:spPr>
      </p:pic>
      <p:pic>
        <p:nvPicPr>
          <p:cNvPr id="632" name="New picture"/>
          <p:cNvPicPr/>
          <p:nvPr/>
        </p:nvPicPr>
        <p:blipFill>
          <a:blip r:embed="rId389"/>
          <a:srcRect/>
          <a:stretch>
            <a:fillRect/>
          </a:stretch>
        </p:blipFill>
        <p:spPr>
          <a:xfrm>
            <a:off x="3334513" y="1969675"/>
            <a:ext cx="70199" cy="82486"/>
          </a:xfrm>
          <a:prstGeom prst="rect"/>
          <a:ln w="0">
            <a:noFill/>
          </a:ln>
        </p:spPr>
      </p:pic>
      <p:sp>
        <p:nvSpPr>
          <p:cNvPr id="633" name="New shape"/>
          <p:cNvSpPr/>
          <p:nvPr/>
        </p:nvSpPr>
        <p:spPr>
          <a:xfrm>
            <a:off x="3346704" y="198034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4" name="New picture"/>
          <p:cNvPicPr/>
          <p:nvPr/>
        </p:nvPicPr>
        <p:blipFill>
          <a:blip r:embed="rId390"/>
          <a:srcRect/>
          <a:stretch>
            <a:fillRect/>
          </a:stretch>
        </p:blipFill>
        <p:spPr>
          <a:xfrm>
            <a:off x="3416903" y="1969675"/>
            <a:ext cx="58007" cy="82391"/>
          </a:xfrm>
          <a:prstGeom prst="rect"/>
          <a:ln w="0">
            <a:noFill/>
          </a:ln>
        </p:spPr>
      </p:pic>
      <p:pic>
        <p:nvPicPr>
          <p:cNvPr id="635" name="New picture"/>
          <p:cNvPicPr/>
          <p:nvPr/>
        </p:nvPicPr>
        <p:blipFill>
          <a:blip r:embed="rId391"/>
          <a:srcRect/>
          <a:stretch>
            <a:fillRect/>
          </a:stretch>
        </p:blipFill>
        <p:spPr>
          <a:xfrm>
            <a:off x="3526821" y="1969770"/>
            <a:ext cx="71818" cy="82391"/>
          </a:xfrm>
          <a:prstGeom prst="rect"/>
          <a:ln w="0">
            <a:noFill/>
          </a:ln>
        </p:spPr>
      </p:pic>
      <p:sp>
        <p:nvSpPr>
          <p:cNvPr id="636" name="New shape"/>
          <p:cNvSpPr/>
          <p:nvPr/>
        </p:nvSpPr>
        <p:spPr>
          <a:xfrm>
            <a:off x="3540633" y="198043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7" name="New picture"/>
          <p:cNvPicPr/>
          <p:nvPr/>
        </p:nvPicPr>
        <p:blipFill>
          <a:blip r:embed="rId392"/>
          <a:srcRect/>
          <a:stretch>
            <a:fillRect/>
          </a:stretch>
        </p:blipFill>
        <p:spPr>
          <a:xfrm>
            <a:off x="3618452" y="1969579"/>
            <a:ext cx="70295" cy="80962"/>
          </a:xfrm>
          <a:prstGeom prst="rect"/>
          <a:ln w="0">
            <a:noFill/>
          </a:ln>
        </p:spPr>
      </p:pic>
      <p:sp>
        <p:nvSpPr>
          <p:cNvPr id="638" name="New shape"/>
          <p:cNvSpPr/>
          <p:nvPr/>
        </p:nvSpPr>
        <p:spPr>
          <a:xfrm>
            <a:off x="3753612" y="194157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9" name="New picture"/>
          <p:cNvPicPr/>
          <p:nvPr/>
        </p:nvPicPr>
        <p:blipFill>
          <a:blip r:embed="rId393"/>
          <a:srcRect/>
          <a:stretch>
            <a:fillRect/>
          </a:stretch>
        </p:blipFill>
        <p:spPr>
          <a:xfrm>
            <a:off x="3786473" y="1969675"/>
            <a:ext cx="65722" cy="82486"/>
          </a:xfrm>
          <a:prstGeom prst="rect"/>
          <a:ln w="0">
            <a:noFill/>
          </a:ln>
        </p:spPr>
      </p:pic>
      <p:sp>
        <p:nvSpPr>
          <p:cNvPr id="640" name="New shape"/>
          <p:cNvSpPr/>
          <p:nvPr/>
        </p:nvSpPr>
        <p:spPr>
          <a:xfrm>
            <a:off x="3798760" y="2010918"/>
            <a:ext cx="39624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1" name="New picture"/>
          <p:cNvPicPr/>
          <p:nvPr/>
        </p:nvPicPr>
        <p:blipFill>
          <a:blip r:embed="rId394"/>
          <a:srcRect/>
          <a:stretch>
            <a:fillRect/>
          </a:stretch>
        </p:blipFill>
        <p:spPr>
          <a:xfrm>
            <a:off x="3914680" y="1969674"/>
            <a:ext cx="120682" cy="80867"/>
          </a:xfrm>
          <a:prstGeom prst="rect"/>
          <a:ln w="0">
            <a:noFill/>
          </a:ln>
        </p:spPr>
      </p:pic>
      <p:pic>
        <p:nvPicPr>
          <p:cNvPr id="642" name="New picture"/>
          <p:cNvPicPr/>
          <p:nvPr/>
        </p:nvPicPr>
        <p:blipFill>
          <a:blip r:embed="rId395"/>
          <a:srcRect/>
          <a:stretch>
            <a:fillRect/>
          </a:stretch>
        </p:blipFill>
        <p:spPr>
          <a:xfrm>
            <a:off x="4052126" y="1969675"/>
            <a:ext cx="65722" cy="82391"/>
          </a:xfrm>
          <a:prstGeom prst="rect"/>
          <a:ln w="0">
            <a:noFill/>
          </a:ln>
        </p:spPr>
      </p:pic>
      <p:sp>
        <p:nvSpPr>
          <p:cNvPr id="643" name="New shape"/>
          <p:cNvSpPr/>
          <p:nvPr/>
        </p:nvSpPr>
        <p:spPr>
          <a:xfrm>
            <a:off x="4065937" y="2010823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4" name="New picture"/>
          <p:cNvPicPr/>
          <p:nvPr/>
        </p:nvPicPr>
        <p:blipFill>
          <a:blip r:embed="rId396"/>
          <a:srcRect/>
          <a:stretch>
            <a:fillRect/>
          </a:stretch>
        </p:blipFill>
        <p:spPr>
          <a:xfrm>
            <a:off x="4131659" y="1948339"/>
            <a:ext cx="47339" cy="103727"/>
          </a:xfrm>
          <a:prstGeom prst="rect"/>
          <a:ln w="0">
            <a:noFill/>
          </a:ln>
        </p:spPr>
      </p:pic>
      <p:sp>
        <p:nvSpPr>
          <p:cNvPr id="645" name="New shape"/>
          <p:cNvSpPr/>
          <p:nvPr/>
        </p:nvSpPr>
        <p:spPr>
          <a:xfrm>
            <a:off x="4197191" y="1972722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6" name="New picture"/>
          <p:cNvPicPr/>
          <p:nvPr/>
        </p:nvPicPr>
        <p:blipFill>
          <a:blip r:embed="rId397"/>
          <a:srcRect/>
          <a:stretch>
            <a:fillRect/>
          </a:stretch>
        </p:blipFill>
        <p:spPr>
          <a:xfrm>
            <a:off x="4194143" y="1937575"/>
            <a:ext cx="18383" cy="16859"/>
          </a:xfrm>
          <a:prstGeom prst="rect"/>
          <a:ln w="0">
            <a:noFill/>
          </a:ln>
        </p:spPr>
      </p:pic>
      <p:pic>
        <p:nvPicPr>
          <p:cNvPr id="647" name="New picture"/>
          <p:cNvPicPr/>
          <p:nvPr/>
        </p:nvPicPr>
        <p:blipFill>
          <a:blip r:embed="rId398"/>
          <a:srcRect/>
          <a:stretch>
            <a:fillRect/>
          </a:stretch>
        </p:blipFill>
        <p:spPr>
          <a:xfrm>
            <a:off x="4230814" y="1969675"/>
            <a:ext cx="71818" cy="82391"/>
          </a:xfrm>
          <a:prstGeom prst="rect"/>
          <a:ln w="0">
            <a:noFill/>
          </a:ln>
        </p:spPr>
      </p:pic>
      <p:sp>
        <p:nvSpPr>
          <p:cNvPr id="648" name="New shape"/>
          <p:cNvSpPr/>
          <p:nvPr/>
        </p:nvSpPr>
        <p:spPr>
          <a:xfrm>
            <a:off x="4243006" y="198034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49" name="New shape"/>
          <p:cNvSpPr/>
          <p:nvPr/>
        </p:nvSpPr>
        <p:spPr>
          <a:xfrm>
            <a:off x="4250627" y="1934528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0" name="New picture"/>
          <p:cNvPicPr/>
          <p:nvPr/>
        </p:nvPicPr>
        <p:blipFill>
          <a:blip r:embed="rId399"/>
          <a:srcRect/>
          <a:stretch>
            <a:fillRect/>
          </a:stretch>
        </p:blipFill>
        <p:spPr>
          <a:xfrm>
            <a:off x="4320921" y="1969674"/>
            <a:ext cx="42767" cy="80867"/>
          </a:xfrm>
          <a:prstGeom prst="rect"/>
          <a:ln w="0">
            <a:noFill/>
          </a:ln>
        </p:spPr>
      </p:pic>
      <p:pic>
        <p:nvPicPr>
          <p:cNvPr id="651" name="New picture"/>
          <p:cNvPicPr/>
          <p:nvPr/>
        </p:nvPicPr>
        <p:blipFill>
          <a:blip r:embed="rId400"/>
          <a:srcRect/>
          <a:stretch>
            <a:fillRect/>
          </a:stretch>
        </p:blipFill>
        <p:spPr>
          <a:xfrm>
            <a:off x="4369688" y="1969675"/>
            <a:ext cx="71818" cy="82391"/>
          </a:xfrm>
          <a:prstGeom prst="rect"/>
          <a:ln w="0">
            <a:noFill/>
          </a:ln>
        </p:spPr>
      </p:pic>
      <p:sp>
        <p:nvSpPr>
          <p:cNvPr id="652" name="New shape"/>
          <p:cNvSpPr/>
          <p:nvPr/>
        </p:nvSpPr>
        <p:spPr>
          <a:xfrm>
            <a:off x="4383405" y="198034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3" name="New picture"/>
          <p:cNvPicPr/>
          <p:nvPr/>
        </p:nvPicPr>
        <p:blipFill>
          <a:blip r:embed="rId401"/>
          <a:srcRect/>
          <a:stretch>
            <a:fillRect/>
          </a:stretch>
        </p:blipFill>
        <p:spPr>
          <a:xfrm>
            <a:off x="4458367" y="2033778"/>
            <a:ext cx="16764" cy="18383"/>
          </a:xfrm>
          <a:prstGeom prst="rect"/>
          <a:ln w="0">
            <a:noFill/>
          </a:ln>
        </p:spPr>
      </p:pic>
      <p:pic>
        <p:nvPicPr>
          <p:cNvPr id="654" name="New picture"/>
          <p:cNvPicPr/>
          <p:nvPr/>
        </p:nvPicPr>
        <p:blipFill>
          <a:blip r:embed="rId402"/>
          <a:srcRect/>
          <a:stretch>
            <a:fillRect/>
          </a:stretch>
        </p:blipFill>
        <p:spPr>
          <a:xfrm>
            <a:off x="689610" y="2320671"/>
            <a:ext cx="132874" cy="225838"/>
          </a:xfrm>
          <a:prstGeom prst="rect"/>
          <a:ln w="0">
            <a:noFill/>
          </a:ln>
        </p:spPr>
      </p:pic>
      <p:sp>
        <p:nvSpPr>
          <p:cNvPr id="655" name="New shape"/>
          <p:cNvSpPr/>
          <p:nvPr/>
        </p:nvSpPr>
        <p:spPr>
          <a:xfrm>
            <a:off x="854583" y="2505265"/>
            <a:ext cx="39719" cy="4124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56" name="New shape"/>
          <p:cNvSpPr/>
          <p:nvPr/>
        </p:nvSpPr>
        <p:spPr>
          <a:xfrm>
            <a:off x="982980" y="2564892"/>
            <a:ext cx="5628132" cy="2895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7" name="New picture"/>
          <p:cNvPicPr/>
          <p:nvPr/>
        </p:nvPicPr>
        <p:blipFill>
          <a:blip r:embed="rId403"/>
          <a:srcRect/>
          <a:stretch>
            <a:fillRect/>
          </a:stretch>
        </p:blipFill>
        <p:spPr>
          <a:xfrm>
            <a:off x="1002697" y="2403062"/>
            <a:ext cx="42767" cy="109918"/>
          </a:xfrm>
          <a:prstGeom prst="rect"/>
          <a:ln w="0">
            <a:noFill/>
          </a:ln>
        </p:spPr>
      </p:pic>
      <p:pic>
        <p:nvPicPr>
          <p:cNvPr id="658" name="New picture"/>
          <p:cNvPicPr/>
          <p:nvPr/>
        </p:nvPicPr>
        <p:blipFill>
          <a:blip r:embed="rId404"/>
          <a:srcRect/>
          <a:stretch>
            <a:fillRect/>
          </a:stretch>
        </p:blipFill>
        <p:spPr>
          <a:xfrm>
            <a:off x="1063752" y="2403062"/>
            <a:ext cx="42767" cy="109918"/>
          </a:xfrm>
          <a:prstGeom prst="rect"/>
          <a:ln w="0">
            <a:noFill/>
          </a:ln>
        </p:spPr>
      </p:pic>
      <p:pic>
        <p:nvPicPr>
          <p:cNvPr id="659" name="New picture"/>
          <p:cNvPicPr/>
          <p:nvPr/>
        </p:nvPicPr>
        <p:blipFill>
          <a:blip r:embed="rId405"/>
          <a:srcRect/>
          <a:stretch>
            <a:fillRect/>
          </a:stretch>
        </p:blipFill>
        <p:spPr>
          <a:xfrm>
            <a:off x="1210342" y="2320671"/>
            <a:ext cx="180213" cy="225838"/>
          </a:xfrm>
          <a:prstGeom prst="rect"/>
          <a:ln w="0">
            <a:noFill/>
          </a:ln>
        </p:spPr>
      </p:pic>
      <p:sp>
        <p:nvSpPr>
          <p:cNvPr id="660" name="New shape"/>
          <p:cNvSpPr/>
          <p:nvPr/>
        </p:nvSpPr>
        <p:spPr>
          <a:xfrm>
            <a:off x="1251585" y="2358771"/>
            <a:ext cx="97726" cy="14801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1" name="New picture"/>
          <p:cNvPicPr/>
          <p:nvPr/>
        </p:nvPicPr>
        <p:blipFill>
          <a:blip r:embed="rId406"/>
          <a:srcRect/>
          <a:stretch>
            <a:fillRect/>
          </a:stretch>
        </p:blipFill>
        <p:spPr>
          <a:xfrm>
            <a:off x="1402747" y="2370963"/>
            <a:ext cx="178689" cy="180118"/>
          </a:xfrm>
          <a:prstGeom prst="rect"/>
          <a:ln w="0">
            <a:noFill/>
          </a:ln>
        </p:spPr>
      </p:pic>
      <p:sp>
        <p:nvSpPr>
          <p:cNvPr id="662" name="New shape"/>
          <p:cNvSpPr/>
          <p:nvPr/>
        </p:nvSpPr>
        <p:spPr>
          <a:xfrm>
            <a:off x="1443990" y="2407634"/>
            <a:ext cx="99251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3" name="New picture"/>
          <p:cNvPicPr/>
          <p:nvPr/>
        </p:nvPicPr>
        <p:blipFill>
          <a:blip r:embed="rId407"/>
          <a:srcRect/>
          <a:stretch>
            <a:fillRect/>
          </a:stretch>
        </p:blipFill>
        <p:spPr>
          <a:xfrm>
            <a:off x="1593628" y="2320671"/>
            <a:ext cx="84011" cy="225838"/>
          </a:xfrm>
          <a:prstGeom prst="rect"/>
          <a:ln w="0">
            <a:noFill/>
          </a:ln>
        </p:spPr>
      </p:pic>
      <p:pic>
        <p:nvPicPr>
          <p:cNvPr id="664" name="New picture"/>
          <p:cNvPicPr/>
          <p:nvPr/>
        </p:nvPicPr>
        <p:blipFill>
          <a:blip r:embed="rId408"/>
          <a:srcRect/>
          <a:stretch>
            <a:fillRect/>
          </a:stretch>
        </p:blipFill>
        <p:spPr>
          <a:xfrm>
            <a:off x="1677638" y="2371058"/>
            <a:ext cx="178689" cy="180023"/>
          </a:xfrm>
          <a:prstGeom prst="rect"/>
          <a:ln w="0">
            <a:noFill/>
          </a:ln>
        </p:spPr>
      </p:pic>
      <p:sp>
        <p:nvSpPr>
          <p:cNvPr id="665" name="New shape"/>
          <p:cNvSpPr/>
          <p:nvPr/>
        </p:nvSpPr>
        <p:spPr>
          <a:xfrm>
            <a:off x="1717357" y="2407634"/>
            <a:ext cx="100774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6" name="New picture"/>
          <p:cNvPicPr/>
          <p:nvPr/>
        </p:nvPicPr>
        <p:blipFill>
          <a:blip r:embed="rId409"/>
          <a:srcRect/>
          <a:stretch>
            <a:fillRect/>
          </a:stretch>
        </p:blipFill>
        <p:spPr>
          <a:xfrm>
            <a:off x="1955578" y="2320671"/>
            <a:ext cx="236696" cy="225838"/>
          </a:xfrm>
          <a:prstGeom prst="rect"/>
          <a:ln w="0">
            <a:noFill/>
          </a:ln>
        </p:spPr>
      </p:pic>
      <p:sp>
        <p:nvSpPr>
          <p:cNvPr id="667" name="New shape"/>
          <p:cNvSpPr/>
          <p:nvPr/>
        </p:nvSpPr>
        <p:spPr>
          <a:xfrm>
            <a:off x="2218182" y="2320671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68" name="New shape"/>
          <p:cNvSpPr/>
          <p:nvPr/>
        </p:nvSpPr>
        <p:spPr>
          <a:xfrm>
            <a:off x="2218182" y="2377154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9" name="New picture"/>
          <p:cNvPicPr/>
          <p:nvPr/>
        </p:nvPicPr>
        <p:blipFill>
          <a:blip r:embed="rId410"/>
          <a:srcRect/>
          <a:stretch>
            <a:fillRect/>
          </a:stretch>
        </p:blipFill>
        <p:spPr>
          <a:xfrm>
            <a:off x="2282381" y="2370963"/>
            <a:ext cx="151162" cy="175546"/>
          </a:xfrm>
          <a:prstGeom prst="rect"/>
          <a:ln w="0">
            <a:noFill/>
          </a:ln>
        </p:spPr>
      </p:pic>
      <p:sp>
        <p:nvSpPr>
          <p:cNvPr id="670" name="New shape"/>
          <p:cNvSpPr/>
          <p:nvPr/>
        </p:nvSpPr>
        <p:spPr>
          <a:xfrm>
            <a:off x="2456402" y="2320671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71" name="New shape"/>
          <p:cNvSpPr/>
          <p:nvPr/>
        </p:nvSpPr>
        <p:spPr>
          <a:xfrm>
            <a:off x="2456402" y="2377154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2" name="New picture"/>
          <p:cNvPicPr/>
          <p:nvPr/>
        </p:nvPicPr>
        <p:blipFill>
          <a:blip r:embed="rId411"/>
          <a:srcRect/>
          <a:stretch>
            <a:fillRect/>
          </a:stretch>
        </p:blipFill>
        <p:spPr>
          <a:xfrm>
            <a:off x="2519077" y="2370963"/>
            <a:ext cx="151162" cy="175546"/>
          </a:xfrm>
          <a:prstGeom prst="rect"/>
          <a:ln w="0">
            <a:noFill/>
          </a:ln>
        </p:spPr>
      </p:pic>
      <p:pic>
        <p:nvPicPr>
          <p:cNvPr id="673" name="New picture"/>
          <p:cNvPicPr/>
          <p:nvPr/>
        </p:nvPicPr>
        <p:blipFill>
          <a:blip r:embed="rId412"/>
          <a:srcRect/>
          <a:stretch>
            <a:fillRect/>
          </a:stretch>
        </p:blipFill>
        <p:spPr>
          <a:xfrm>
            <a:off x="2687003" y="2371059"/>
            <a:ext cx="180213" cy="244126"/>
          </a:xfrm>
          <a:prstGeom prst="rect"/>
          <a:ln w="0">
            <a:noFill/>
          </a:ln>
        </p:spPr>
      </p:pic>
      <p:sp>
        <p:nvSpPr>
          <p:cNvPr id="674" name="New shape"/>
          <p:cNvSpPr/>
          <p:nvPr/>
        </p:nvSpPr>
        <p:spPr>
          <a:xfrm>
            <a:off x="2726722" y="2407634"/>
            <a:ext cx="99250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75" name="New shape"/>
          <p:cNvSpPr/>
          <p:nvPr/>
        </p:nvSpPr>
        <p:spPr>
          <a:xfrm>
            <a:off x="2891599" y="2377154"/>
            <a:ext cx="3971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76" name="New shape"/>
          <p:cNvSpPr/>
          <p:nvPr/>
        </p:nvSpPr>
        <p:spPr>
          <a:xfrm>
            <a:off x="2891599" y="2505265"/>
            <a:ext cx="39719" cy="4124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7" name="New picture"/>
          <p:cNvPicPr/>
          <p:nvPr/>
        </p:nvPicPr>
        <p:blipFill>
          <a:blip r:embed="rId413"/>
          <a:srcRect/>
          <a:stretch>
            <a:fillRect/>
          </a:stretch>
        </p:blipFill>
        <p:spPr>
          <a:xfrm>
            <a:off x="3042761" y="2320671"/>
            <a:ext cx="145066" cy="225838"/>
          </a:xfrm>
          <a:prstGeom prst="rect"/>
          <a:ln w="0">
            <a:noFill/>
          </a:ln>
        </p:spPr>
      </p:pic>
      <p:sp>
        <p:nvSpPr>
          <p:cNvPr id="678" name="New shape"/>
          <p:cNvSpPr/>
          <p:nvPr/>
        </p:nvSpPr>
        <p:spPr>
          <a:xfrm>
            <a:off x="3084004" y="2358771"/>
            <a:ext cx="61055" cy="6257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9" name="New picture"/>
          <p:cNvPicPr/>
          <p:nvPr/>
        </p:nvPicPr>
        <p:blipFill>
          <a:blip r:embed="rId414"/>
          <a:srcRect/>
          <a:stretch>
            <a:fillRect/>
          </a:stretch>
        </p:blipFill>
        <p:spPr>
          <a:xfrm>
            <a:off x="3201638" y="2370963"/>
            <a:ext cx="77819" cy="175546"/>
          </a:xfrm>
          <a:prstGeom prst="rect"/>
          <a:ln w="0">
            <a:noFill/>
          </a:ln>
        </p:spPr>
      </p:pic>
      <p:pic>
        <p:nvPicPr>
          <p:cNvPr id="680" name="New picture"/>
          <p:cNvPicPr/>
          <p:nvPr/>
        </p:nvPicPr>
        <p:blipFill>
          <a:blip r:embed="rId415"/>
          <a:srcRect/>
          <a:stretch>
            <a:fillRect/>
          </a:stretch>
        </p:blipFill>
        <p:spPr>
          <a:xfrm>
            <a:off x="3270314" y="2371058"/>
            <a:ext cx="178689" cy="180023"/>
          </a:xfrm>
          <a:prstGeom prst="rect"/>
          <a:ln w="0">
            <a:noFill/>
          </a:ln>
        </p:spPr>
      </p:pic>
      <p:sp>
        <p:nvSpPr>
          <p:cNvPr id="681" name="New shape"/>
          <p:cNvSpPr/>
          <p:nvPr/>
        </p:nvSpPr>
        <p:spPr>
          <a:xfrm>
            <a:off x="3311557" y="2407634"/>
            <a:ext cx="99251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2" name="New picture"/>
          <p:cNvPicPr/>
          <p:nvPr/>
        </p:nvPicPr>
        <p:blipFill>
          <a:blip r:embed="rId416"/>
          <a:srcRect/>
          <a:stretch>
            <a:fillRect/>
          </a:stretch>
        </p:blipFill>
        <p:spPr>
          <a:xfrm>
            <a:off x="3465766" y="2371058"/>
            <a:ext cx="174117" cy="180023"/>
          </a:xfrm>
          <a:prstGeom prst="rect"/>
          <a:ln w="0">
            <a:noFill/>
          </a:ln>
        </p:spPr>
      </p:pic>
      <p:pic>
        <p:nvPicPr>
          <p:cNvPr id="683" name="New picture"/>
          <p:cNvPicPr/>
          <p:nvPr/>
        </p:nvPicPr>
        <p:blipFill>
          <a:blip r:embed="rId417"/>
          <a:srcRect/>
          <a:stretch>
            <a:fillRect/>
          </a:stretch>
        </p:blipFill>
        <p:spPr>
          <a:xfrm>
            <a:off x="3645980" y="2320671"/>
            <a:ext cx="85534" cy="225838"/>
          </a:xfrm>
          <a:prstGeom prst="rect"/>
          <a:ln w="0">
            <a:noFill/>
          </a:ln>
        </p:spPr>
      </p:pic>
      <p:sp>
        <p:nvSpPr>
          <p:cNvPr id="684" name="New shape"/>
          <p:cNvSpPr/>
          <p:nvPr/>
        </p:nvSpPr>
        <p:spPr>
          <a:xfrm>
            <a:off x="3737610" y="2320671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85" name="New shape"/>
          <p:cNvSpPr/>
          <p:nvPr/>
        </p:nvSpPr>
        <p:spPr>
          <a:xfrm>
            <a:off x="3737610" y="2377154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6" name="New picture"/>
          <p:cNvPicPr/>
          <p:nvPr/>
        </p:nvPicPr>
        <p:blipFill>
          <a:blip r:embed="rId418"/>
          <a:srcRect/>
          <a:stretch>
            <a:fillRect/>
          </a:stretch>
        </p:blipFill>
        <p:spPr>
          <a:xfrm>
            <a:off x="3797236" y="2370963"/>
            <a:ext cx="175546" cy="180118"/>
          </a:xfrm>
          <a:prstGeom prst="rect"/>
          <a:ln w="0">
            <a:noFill/>
          </a:ln>
        </p:spPr>
      </p:pic>
      <p:pic>
        <p:nvPicPr>
          <p:cNvPr id="687" name="New picture"/>
          <p:cNvPicPr/>
          <p:nvPr/>
        </p:nvPicPr>
        <p:blipFill>
          <a:blip r:embed="rId419"/>
          <a:srcRect/>
          <a:stretch>
            <a:fillRect/>
          </a:stretch>
        </p:blipFill>
        <p:spPr>
          <a:xfrm>
            <a:off x="3980402" y="2370963"/>
            <a:ext cx="178689" cy="180118"/>
          </a:xfrm>
          <a:prstGeom prst="rect"/>
          <a:ln w="0">
            <a:noFill/>
          </a:ln>
        </p:spPr>
      </p:pic>
      <p:sp>
        <p:nvSpPr>
          <p:cNvPr id="688" name="New shape"/>
          <p:cNvSpPr/>
          <p:nvPr/>
        </p:nvSpPr>
        <p:spPr>
          <a:xfrm>
            <a:off x="4020121" y="2407634"/>
            <a:ext cx="100774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89" name="New shape"/>
          <p:cNvSpPr/>
          <p:nvPr/>
        </p:nvSpPr>
        <p:spPr>
          <a:xfrm>
            <a:off x="4180428" y="2320671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0" name="New picture"/>
          <p:cNvPicPr/>
          <p:nvPr/>
        </p:nvPicPr>
        <p:blipFill>
          <a:blip r:embed="rId420"/>
          <a:srcRect/>
          <a:stretch>
            <a:fillRect/>
          </a:stretch>
        </p:blipFill>
        <p:spPr>
          <a:xfrm>
            <a:off x="4322445" y="2320671"/>
            <a:ext cx="236696" cy="225838"/>
          </a:xfrm>
          <a:prstGeom prst="rect"/>
          <a:ln w="0">
            <a:noFill/>
          </a:ln>
        </p:spPr>
      </p:pic>
      <p:pic>
        <p:nvPicPr>
          <p:cNvPr id="691" name="New picture"/>
          <p:cNvPicPr/>
          <p:nvPr/>
        </p:nvPicPr>
        <p:blipFill>
          <a:blip r:embed="rId421"/>
          <a:srcRect/>
          <a:stretch>
            <a:fillRect/>
          </a:stretch>
        </p:blipFill>
        <p:spPr>
          <a:xfrm>
            <a:off x="4577429" y="2371058"/>
            <a:ext cx="178689" cy="180023"/>
          </a:xfrm>
          <a:prstGeom prst="rect"/>
          <a:ln w="0">
            <a:noFill/>
          </a:ln>
        </p:spPr>
      </p:pic>
      <p:sp>
        <p:nvSpPr>
          <p:cNvPr id="692" name="New shape"/>
          <p:cNvSpPr/>
          <p:nvPr/>
        </p:nvSpPr>
        <p:spPr>
          <a:xfrm>
            <a:off x="4617148" y="2407634"/>
            <a:ext cx="100774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3" name="New picture"/>
          <p:cNvPicPr/>
          <p:nvPr/>
        </p:nvPicPr>
        <p:blipFill>
          <a:blip r:embed="rId422"/>
          <a:srcRect/>
          <a:stretch>
            <a:fillRect/>
          </a:stretch>
        </p:blipFill>
        <p:spPr>
          <a:xfrm>
            <a:off x="4771358" y="2371058"/>
            <a:ext cx="175641" cy="180023"/>
          </a:xfrm>
          <a:prstGeom prst="rect"/>
          <a:ln w="0">
            <a:noFill/>
          </a:ln>
        </p:spPr>
      </p:pic>
      <p:pic>
        <p:nvPicPr>
          <p:cNvPr id="694" name="New picture"/>
          <p:cNvPicPr/>
          <p:nvPr/>
        </p:nvPicPr>
        <p:blipFill>
          <a:blip r:embed="rId423"/>
          <a:srcRect/>
          <a:stretch>
            <a:fillRect/>
          </a:stretch>
        </p:blipFill>
        <p:spPr>
          <a:xfrm>
            <a:off x="4963764" y="2320576"/>
            <a:ext cx="149638" cy="225933"/>
          </a:xfrm>
          <a:prstGeom prst="rect"/>
          <a:ln w="0">
            <a:noFill/>
          </a:ln>
        </p:spPr>
      </p:pic>
      <p:sp>
        <p:nvSpPr>
          <p:cNvPr id="695" name="New shape"/>
          <p:cNvSpPr/>
          <p:nvPr/>
        </p:nvSpPr>
        <p:spPr>
          <a:xfrm>
            <a:off x="5136356" y="2320671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6" name="New shape"/>
          <p:cNvSpPr/>
          <p:nvPr/>
        </p:nvSpPr>
        <p:spPr>
          <a:xfrm>
            <a:off x="5136356" y="2377154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7" name="New picture"/>
          <p:cNvPicPr/>
          <p:nvPr/>
        </p:nvPicPr>
        <p:blipFill>
          <a:blip r:embed="rId424"/>
          <a:srcRect/>
          <a:stretch>
            <a:fillRect/>
          </a:stretch>
        </p:blipFill>
        <p:spPr>
          <a:xfrm>
            <a:off x="5200459" y="2370963"/>
            <a:ext cx="151162" cy="175546"/>
          </a:xfrm>
          <a:prstGeom prst="rect"/>
          <a:ln w="0">
            <a:noFill/>
          </a:ln>
        </p:spPr>
      </p:pic>
      <p:pic>
        <p:nvPicPr>
          <p:cNvPr id="698" name="New picture"/>
          <p:cNvPicPr/>
          <p:nvPr/>
        </p:nvPicPr>
        <p:blipFill>
          <a:blip r:embed="rId425"/>
          <a:srcRect/>
          <a:stretch>
            <a:fillRect/>
          </a:stretch>
        </p:blipFill>
        <p:spPr>
          <a:xfrm>
            <a:off x="5366956" y="2371058"/>
            <a:ext cx="177070" cy="180023"/>
          </a:xfrm>
          <a:prstGeom prst="rect"/>
          <a:ln w="0">
            <a:noFill/>
          </a:ln>
        </p:spPr>
      </p:pic>
      <p:sp>
        <p:nvSpPr>
          <p:cNvPr id="699" name="New shape"/>
          <p:cNvSpPr/>
          <p:nvPr/>
        </p:nvSpPr>
        <p:spPr>
          <a:xfrm>
            <a:off x="5408200" y="2407634"/>
            <a:ext cx="94678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0" name="New picture"/>
          <p:cNvPicPr/>
          <p:nvPr/>
        </p:nvPicPr>
        <p:blipFill>
          <a:blip r:embed="rId426"/>
          <a:srcRect/>
          <a:stretch>
            <a:fillRect/>
          </a:stretch>
        </p:blipFill>
        <p:spPr>
          <a:xfrm>
            <a:off x="5641753" y="2320671"/>
            <a:ext cx="110014" cy="225838"/>
          </a:xfrm>
          <a:prstGeom prst="rect"/>
          <a:ln w="0">
            <a:noFill/>
          </a:ln>
        </p:spPr>
      </p:pic>
      <p:pic>
        <p:nvPicPr>
          <p:cNvPr id="701" name="New picture"/>
          <p:cNvPicPr/>
          <p:nvPr/>
        </p:nvPicPr>
        <p:blipFill>
          <a:blip r:embed="rId427"/>
          <a:srcRect/>
          <a:stretch>
            <a:fillRect/>
          </a:stretch>
        </p:blipFill>
        <p:spPr>
          <a:xfrm>
            <a:off x="5753290" y="2371058"/>
            <a:ext cx="177070" cy="180023"/>
          </a:xfrm>
          <a:prstGeom prst="rect"/>
          <a:ln w="0">
            <a:noFill/>
          </a:ln>
        </p:spPr>
      </p:pic>
      <p:sp>
        <p:nvSpPr>
          <p:cNvPr id="702" name="New shape"/>
          <p:cNvSpPr/>
          <p:nvPr/>
        </p:nvSpPr>
        <p:spPr>
          <a:xfrm>
            <a:off x="5796058" y="2407634"/>
            <a:ext cx="93154" cy="39719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3" name="New picture"/>
          <p:cNvPicPr/>
          <p:nvPr/>
        </p:nvPicPr>
        <p:blipFill>
          <a:blip r:embed="rId428"/>
          <a:srcRect/>
          <a:stretch>
            <a:fillRect/>
          </a:stretch>
        </p:blipFill>
        <p:spPr>
          <a:xfrm>
            <a:off x="5937980" y="2370963"/>
            <a:ext cx="178689" cy="180118"/>
          </a:xfrm>
          <a:prstGeom prst="rect"/>
          <a:ln w="0">
            <a:noFill/>
          </a:ln>
        </p:spPr>
      </p:pic>
      <p:sp>
        <p:nvSpPr>
          <p:cNvPr id="704" name="New shape"/>
          <p:cNvSpPr/>
          <p:nvPr/>
        </p:nvSpPr>
        <p:spPr>
          <a:xfrm>
            <a:off x="5979223" y="2407634"/>
            <a:ext cx="99251" cy="10687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5" name="New picture"/>
          <p:cNvPicPr/>
          <p:nvPr/>
        </p:nvPicPr>
        <p:blipFill>
          <a:blip r:embed="rId429"/>
          <a:srcRect/>
          <a:stretch>
            <a:fillRect/>
          </a:stretch>
        </p:blipFill>
        <p:spPr>
          <a:xfrm>
            <a:off x="6141148" y="2371058"/>
            <a:ext cx="77819" cy="175451"/>
          </a:xfrm>
          <a:prstGeom prst="rect"/>
          <a:ln w="0">
            <a:noFill/>
          </a:ln>
        </p:spPr>
      </p:pic>
      <p:pic>
        <p:nvPicPr>
          <p:cNvPr id="706" name="New picture"/>
          <p:cNvPicPr/>
          <p:nvPr/>
        </p:nvPicPr>
        <p:blipFill>
          <a:blip r:embed="rId430"/>
          <a:srcRect/>
          <a:stretch>
            <a:fillRect/>
          </a:stretch>
        </p:blipFill>
        <p:spPr>
          <a:xfrm>
            <a:off x="6228207" y="2370963"/>
            <a:ext cx="151162" cy="175546"/>
          </a:xfrm>
          <a:prstGeom prst="rect"/>
          <a:ln w="0">
            <a:noFill/>
          </a:ln>
        </p:spPr>
      </p:pic>
      <p:sp>
        <p:nvSpPr>
          <p:cNvPr id="707" name="New shape"/>
          <p:cNvSpPr/>
          <p:nvPr/>
        </p:nvSpPr>
        <p:spPr>
          <a:xfrm>
            <a:off x="6402229" y="2320671"/>
            <a:ext cx="39719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08" name="New shape"/>
          <p:cNvSpPr/>
          <p:nvPr/>
        </p:nvSpPr>
        <p:spPr>
          <a:xfrm>
            <a:off x="6402229" y="2377154"/>
            <a:ext cx="39719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9" name="New picture"/>
          <p:cNvPicPr/>
          <p:nvPr/>
        </p:nvPicPr>
        <p:blipFill>
          <a:blip r:embed="rId431"/>
          <a:srcRect/>
          <a:stretch>
            <a:fillRect/>
          </a:stretch>
        </p:blipFill>
        <p:spPr>
          <a:xfrm>
            <a:off x="6466331" y="2370963"/>
            <a:ext cx="149733" cy="175546"/>
          </a:xfrm>
          <a:prstGeom prst="rect"/>
          <a:ln w="0">
            <a:noFill/>
          </a:ln>
        </p:spPr>
      </p:pic>
      <p:pic>
        <p:nvPicPr>
          <p:cNvPr id="710" name="New picture"/>
          <p:cNvPicPr/>
          <p:nvPr/>
        </p:nvPicPr>
        <p:blipFill>
          <a:blip r:embed="rId432"/>
          <a:srcRect/>
          <a:stretch>
            <a:fillRect/>
          </a:stretch>
        </p:blipFill>
        <p:spPr>
          <a:xfrm>
            <a:off x="6632829" y="2371059"/>
            <a:ext cx="180213" cy="244126"/>
          </a:xfrm>
          <a:prstGeom prst="rect"/>
          <a:ln w="0">
            <a:noFill/>
          </a:ln>
        </p:spPr>
      </p:pic>
      <p:sp>
        <p:nvSpPr>
          <p:cNvPr id="711" name="New shape"/>
          <p:cNvSpPr/>
          <p:nvPr/>
        </p:nvSpPr>
        <p:spPr>
          <a:xfrm>
            <a:off x="6672549" y="2407634"/>
            <a:ext cx="99251" cy="106871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12" name="New shape"/>
          <p:cNvSpPr/>
          <p:nvPr/>
        </p:nvSpPr>
        <p:spPr>
          <a:xfrm>
            <a:off x="670560" y="2898648"/>
            <a:ext cx="6234685" cy="2895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3" name="New picture"/>
          <p:cNvPicPr/>
          <p:nvPr/>
        </p:nvPicPr>
        <p:blipFill>
          <a:blip r:embed="rId433"/>
          <a:srcRect/>
          <a:stretch>
            <a:fillRect/>
          </a:stretch>
        </p:blipFill>
        <p:spPr>
          <a:xfrm>
            <a:off x="672846" y="2654903"/>
            <a:ext cx="125254" cy="225838"/>
          </a:xfrm>
          <a:prstGeom prst="rect"/>
          <a:ln w="0">
            <a:noFill/>
          </a:ln>
        </p:spPr>
      </p:pic>
      <p:pic>
        <p:nvPicPr>
          <p:cNvPr id="714" name="New picture"/>
          <p:cNvPicPr/>
          <p:nvPr/>
        </p:nvPicPr>
        <p:blipFill>
          <a:blip r:embed="rId434"/>
          <a:srcRect/>
          <a:stretch>
            <a:fillRect/>
          </a:stretch>
        </p:blipFill>
        <p:spPr>
          <a:xfrm>
            <a:off x="784289" y="2705195"/>
            <a:ext cx="180213" cy="180118"/>
          </a:xfrm>
          <a:prstGeom prst="rect"/>
          <a:ln w="0">
            <a:noFill/>
          </a:ln>
        </p:spPr>
      </p:pic>
      <p:sp>
        <p:nvSpPr>
          <p:cNvPr id="715" name="New shape"/>
          <p:cNvSpPr/>
          <p:nvPr/>
        </p:nvSpPr>
        <p:spPr>
          <a:xfrm>
            <a:off x="825532" y="2741867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6" name="New picture"/>
          <p:cNvPicPr/>
          <p:nvPr/>
        </p:nvPicPr>
        <p:blipFill>
          <a:blip r:embed="rId435"/>
          <a:srcRect/>
          <a:stretch>
            <a:fillRect/>
          </a:stretch>
        </p:blipFill>
        <p:spPr>
          <a:xfrm>
            <a:off x="970598" y="2705195"/>
            <a:ext cx="180213" cy="180118"/>
          </a:xfrm>
          <a:prstGeom prst="rect"/>
          <a:ln w="0">
            <a:noFill/>
          </a:ln>
        </p:spPr>
      </p:pic>
      <p:sp>
        <p:nvSpPr>
          <p:cNvPr id="717" name="New shape"/>
          <p:cNvSpPr/>
          <p:nvPr/>
        </p:nvSpPr>
        <p:spPr>
          <a:xfrm>
            <a:off x="1010317" y="2741867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18" name="New shape"/>
          <p:cNvSpPr/>
          <p:nvPr/>
        </p:nvSpPr>
        <p:spPr>
          <a:xfrm>
            <a:off x="1164526" y="2654903"/>
            <a:ext cx="41243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9" name="New picture"/>
          <p:cNvPicPr/>
          <p:nvPr/>
        </p:nvPicPr>
        <p:blipFill>
          <a:blip r:embed="rId436"/>
          <a:srcRect/>
          <a:stretch>
            <a:fillRect/>
          </a:stretch>
        </p:blipFill>
        <p:spPr>
          <a:xfrm>
            <a:off x="1217962" y="2705195"/>
            <a:ext cx="123730" cy="180118"/>
          </a:xfrm>
          <a:prstGeom prst="rect"/>
          <a:ln w="0">
            <a:noFill/>
          </a:ln>
        </p:spPr>
      </p:pic>
      <p:pic>
        <p:nvPicPr>
          <p:cNvPr id="720" name="New picture"/>
          <p:cNvPicPr/>
          <p:nvPr/>
        </p:nvPicPr>
        <p:blipFill>
          <a:blip r:embed="rId437"/>
          <a:srcRect/>
          <a:stretch>
            <a:fillRect/>
          </a:stretch>
        </p:blipFill>
        <p:spPr>
          <a:xfrm>
            <a:off x="1421035" y="2705196"/>
            <a:ext cx="178689" cy="180118"/>
          </a:xfrm>
          <a:prstGeom prst="rect"/>
          <a:ln w="0">
            <a:noFill/>
          </a:ln>
        </p:spPr>
      </p:pic>
      <p:sp>
        <p:nvSpPr>
          <p:cNvPr id="721" name="New shape"/>
          <p:cNvSpPr/>
          <p:nvPr/>
        </p:nvSpPr>
        <p:spPr>
          <a:xfrm>
            <a:off x="1462278" y="2741867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2" name="New picture"/>
          <p:cNvPicPr/>
          <p:nvPr/>
        </p:nvPicPr>
        <p:blipFill>
          <a:blip r:embed="rId438"/>
          <a:srcRect/>
          <a:stretch>
            <a:fillRect/>
          </a:stretch>
        </p:blipFill>
        <p:spPr>
          <a:xfrm>
            <a:off x="1621155" y="2705195"/>
            <a:ext cx="151162" cy="175546"/>
          </a:xfrm>
          <a:prstGeom prst="rect"/>
          <a:ln w="0">
            <a:noFill/>
          </a:ln>
        </p:spPr>
      </p:pic>
      <p:pic>
        <p:nvPicPr>
          <p:cNvPr id="723" name="New picture"/>
          <p:cNvPicPr/>
          <p:nvPr/>
        </p:nvPicPr>
        <p:blipFill>
          <a:blip r:embed="rId439"/>
          <a:srcRect/>
          <a:stretch>
            <a:fillRect/>
          </a:stretch>
        </p:blipFill>
        <p:spPr>
          <a:xfrm>
            <a:off x="1789081" y="2654903"/>
            <a:ext cx="178689" cy="230410"/>
          </a:xfrm>
          <a:prstGeom prst="rect"/>
          <a:ln w="0">
            <a:noFill/>
          </a:ln>
        </p:spPr>
      </p:pic>
      <p:sp>
        <p:nvSpPr>
          <p:cNvPr id="724" name="New shape"/>
          <p:cNvSpPr/>
          <p:nvPr/>
        </p:nvSpPr>
        <p:spPr>
          <a:xfrm>
            <a:off x="1830324" y="2741867"/>
            <a:ext cx="99250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5" name="New picture"/>
          <p:cNvPicPr/>
          <p:nvPr/>
        </p:nvPicPr>
        <p:blipFill>
          <a:blip r:embed="rId440"/>
          <a:srcRect/>
          <a:stretch>
            <a:fillRect/>
          </a:stretch>
        </p:blipFill>
        <p:spPr>
          <a:xfrm>
            <a:off x="2048732" y="2654903"/>
            <a:ext cx="125158" cy="225838"/>
          </a:xfrm>
          <a:prstGeom prst="rect"/>
          <a:ln w="0">
            <a:noFill/>
          </a:ln>
        </p:spPr>
      </p:pic>
      <p:pic>
        <p:nvPicPr>
          <p:cNvPr id="726" name="New picture"/>
          <p:cNvPicPr/>
          <p:nvPr/>
        </p:nvPicPr>
        <p:blipFill>
          <a:blip r:embed="rId441"/>
          <a:srcRect/>
          <a:stretch>
            <a:fillRect/>
          </a:stretch>
        </p:blipFill>
        <p:spPr>
          <a:xfrm>
            <a:off x="2163223" y="2705195"/>
            <a:ext cx="175641" cy="180118"/>
          </a:xfrm>
          <a:prstGeom prst="rect"/>
          <a:ln w="0">
            <a:noFill/>
          </a:ln>
        </p:spPr>
      </p:pic>
      <p:sp>
        <p:nvSpPr>
          <p:cNvPr id="727" name="New shape"/>
          <p:cNvSpPr/>
          <p:nvPr/>
        </p:nvSpPr>
        <p:spPr>
          <a:xfrm>
            <a:off x="2204466" y="2741866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8" name="New picture"/>
          <p:cNvPicPr/>
          <p:nvPr/>
        </p:nvPicPr>
        <p:blipFill>
          <a:blip r:embed="rId442"/>
          <a:srcRect/>
          <a:stretch>
            <a:fillRect/>
          </a:stretch>
        </p:blipFill>
        <p:spPr>
          <a:xfrm>
            <a:off x="2351056" y="2705195"/>
            <a:ext cx="174117" cy="180118"/>
          </a:xfrm>
          <a:prstGeom prst="rect"/>
          <a:ln w="0">
            <a:noFill/>
          </a:ln>
        </p:spPr>
      </p:pic>
      <p:pic>
        <p:nvPicPr>
          <p:cNvPr id="729" name="New picture"/>
          <p:cNvPicPr/>
          <p:nvPr/>
        </p:nvPicPr>
        <p:blipFill>
          <a:blip r:embed="rId443"/>
          <a:srcRect/>
          <a:stretch>
            <a:fillRect/>
          </a:stretch>
        </p:blipFill>
        <p:spPr>
          <a:xfrm>
            <a:off x="2541937" y="2654903"/>
            <a:ext cx="149638" cy="225838"/>
          </a:xfrm>
          <a:prstGeom prst="rect"/>
          <a:ln w="0">
            <a:noFill/>
          </a:ln>
        </p:spPr>
      </p:pic>
      <p:pic>
        <p:nvPicPr>
          <p:cNvPr id="730" name="New picture"/>
          <p:cNvPicPr/>
          <p:nvPr/>
        </p:nvPicPr>
        <p:blipFill>
          <a:blip r:embed="rId444"/>
          <a:srcRect/>
          <a:stretch>
            <a:fillRect/>
          </a:stretch>
        </p:blipFill>
        <p:spPr>
          <a:xfrm>
            <a:off x="2714530" y="2705195"/>
            <a:ext cx="151162" cy="175546"/>
          </a:xfrm>
          <a:prstGeom prst="rect"/>
          <a:ln w="0">
            <a:noFill/>
          </a:ln>
        </p:spPr>
      </p:pic>
      <p:sp>
        <p:nvSpPr>
          <p:cNvPr id="731" name="New shape"/>
          <p:cNvSpPr/>
          <p:nvPr/>
        </p:nvSpPr>
        <p:spPr>
          <a:xfrm>
            <a:off x="2888552" y="2654903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32" name="New shape"/>
          <p:cNvSpPr/>
          <p:nvPr/>
        </p:nvSpPr>
        <p:spPr>
          <a:xfrm>
            <a:off x="2888552" y="2711386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3" name="New picture"/>
          <p:cNvPicPr/>
          <p:nvPr/>
        </p:nvPicPr>
        <p:blipFill>
          <a:blip r:embed="rId445"/>
          <a:srcRect/>
          <a:stretch>
            <a:fillRect/>
          </a:stretch>
        </p:blipFill>
        <p:spPr>
          <a:xfrm>
            <a:off x="2945035" y="2705195"/>
            <a:ext cx="178689" cy="232029"/>
          </a:xfrm>
          <a:prstGeom prst="rect"/>
          <a:ln w="0">
            <a:noFill/>
          </a:ln>
        </p:spPr>
      </p:pic>
      <p:sp>
        <p:nvSpPr>
          <p:cNvPr id="734" name="New shape"/>
          <p:cNvSpPr/>
          <p:nvPr/>
        </p:nvSpPr>
        <p:spPr>
          <a:xfrm>
            <a:off x="2986278" y="2741866"/>
            <a:ext cx="97726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5" name="New picture"/>
          <p:cNvPicPr/>
          <p:nvPr/>
        </p:nvPicPr>
        <p:blipFill>
          <a:blip r:embed="rId446"/>
          <a:srcRect/>
          <a:stretch>
            <a:fillRect/>
          </a:stretch>
        </p:blipFill>
        <p:spPr>
          <a:xfrm>
            <a:off x="3143536" y="2711291"/>
            <a:ext cx="151257" cy="174022"/>
          </a:xfrm>
          <a:prstGeom prst="rect"/>
          <a:ln w="0">
            <a:noFill/>
          </a:ln>
        </p:spPr>
      </p:pic>
      <p:pic>
        <p:nvPicPr>
          <p:cNvPr id="736" name="New picture"/>
          <p:cNvPicPr/>
          <p:nvPr/>
        </p:nvPicPr>
        <p:blipFill>
          <a:blip r:embed="rId447"/>
          <a:srcRect/>
          <a:stretch>
            <a:fillRect/>
          </a:stretch>
        </p:blipFill>
        <p:spPr>
          <a:xfrm>
            <a:off x="3311558" y="2705195"/>
            <a:ext cx="177165" cy="180118"/>
          </a:xfrm>
          <a:prstGeom prst="rect"/>
          <a:ln w="0">
            <a:noFill/>
          </a:ln>
        </p:spPr>
      </p:pic>
      <p:sp>
        <p:nvSpPr>
          <p:cNvPr id="737" name="New shape"/>
          <p:cNvSpPr/>
          <p:nvPr/>
        </p:nvSpPr>
        <p:spPr>
          <a:xfrm>
            <a:off x="3352801" y="2741866"/>
            <a:ext cx="93154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8" name="New picture"/>
          <p:cNvPicPr/>
          <p:nvPr/>
        </p:nvPicPr>
        <p:blipFill>
          <a:blip r:embed="rId448"/>
          <a:srcRect/>
          <a:stretch>
            <a:fillRect/>
          </a:stretch>
        </p:blipFill>
        <p:spPr>
          <a:xfrm>
            <a:off x="3493294" y="2705195"/>
            <a:ext cx="122110" cy="180118"/>
          </a:xfrm>
          <a:prstGeom prst="rect"/>
          <a:ln w="0">
            <a:noFill/>
          </a:ln>
        </p:spPr>
      </p:pic>
      <p:pic>
        <p:nvPicPr>
          <p:cNvPr id="739" name="New picture"/>
          <p:cNvPicPr/>
          <p:nvPr/>
        </p:nvPicPr>
        <p:blipFill>
          <a:blip r:embed="rId449"/>
          <a:srcRect/>
          <a:stretch>
            <a:fillRect/>
          </a:stretch>
        </p:blipFill>
        <p:spPr>
          <a:xfrm>
            <a:off x="3707035" y="2737295"/>
            <a:ext cx="42767" cy="109823"/>
          </a:xfrm>
          <a:prstGeom prst="rect"/>
          <a:ln w="0">
            <a:noFill/>
          </a:ln>
        </p:spPr>
      </p:pic>
      <p:pic>
        <p:nvPicPr>
          <p:cNvPr id="740" name="New picture"/>
          <p:cNvPicPr/>
          <p:nvPr/>
        </p:nvPicPr>
        <p:blipFill>
          <a:blip r:embed="rId450"/>
          <a:srcRect/>
          <a:stretch>
            <a:fillRect/>
          </a:stretch>
        </p:blipFill>
        <p:spPr>
          <a:xfrm>
            <a:off x="3768090" y="2737295"/>
            <a:ext cx="42767" cy="109823"/>
          </a:xfrm>
          <a:prstGeom prst="rect"/>
          <a:ln w="0">
            <a:noFill/>
          </a:ln>
        </p:spPr>
      </p:pic>
      <p:pic>
        <p:nvPicPr>
          <p:cNvPr id="741" name="New picture"/>
          <p:cNvPicPr/>
          <p:nvPr/>
        </p:nvPicPr>
        <p:blipFill>
          <a:blip r:embed="rId451"/>
          <a:srcRect/>
          <a:stretch>
            <a:fillRect/>
          </a:stretch>
        </p:blipFill>
        <p:spPr>
          <a:xfrm>
            <a:off x="3910108" y="2705195"/>
            <a:ext cx="177165" cy="232029"/>
          </a:xfrm>
          <a:prstGeom prst="rect"/>
          <a:ln w="0">
            <a:noFill/>
          </a:ln>
        </p:spPr>
      </p:pic>
      <p:sp>
        <p:nvSpPr>
          <p:cNvPr id="742" name="New shape"/>
          <p:cNvSpPr/>
          <p:nvPr/>
        </p:nvSpPr>
        <p:spPr>
          <a:xfrm>
            <a:off x="3948303" y="2741866"/>
            <a:ext cx="97727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3" name="New picture"/>
          <p:cNvPicPr/>
          <p:nvPr/>
        </p:nvPicPr>
        <p:blipFill>
          <a:blip r:embed="rId452"/>
          <a:srcRect/>
          <a:stretch>
            <a:fillRect/>
          </a:stretch>
        </p:blipFill>
        <p:spPr>
          <a:xfrm>
            <a:off x="4094988" y="2705196"/>
            <a:ext cx="180118" cy="180118"/>
          </a:xfrm>
          <a:prstGeom prst="rect"/>
          <a:ln w="0">
            <a:noFill/>
          </a:ln>
        </p:spPr>
      </p:pic>
      <p:sp>
        <p:nvSpPr>
          <p:cNvPr id="744" name="New shape"/>
          <p:cNvSpPr/>
          <p:nvPr/>
        </p:nvSpPr>
        <p:spPr>
          <a:xfrm>
            <a:off x="4136231" y="2741867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5" name="New picture"/>
          <p:cNvPicPr/>
          <p:nvPr/>
        </p:nvPicPr>
        <p:blipFill>
          <a:blip r:embed="rId453"/>
          <a:srcRect/>
          <a:stretch>
            <a:fillRect/>
          </a:stretch>
        </p:blipFill>
        <p:spPr>
          <a:xfrm>
            <a:off x="4297966" y="2705195"/>
            <a:ext cx="77915" cy="175546"/>
          </a:xfrm>
          <a:prstGeom prst="rect"/>
          <a:ln w="0">
            <a:noFill/>
          </a:ln>
        </p:spPr>
      </p:pic>
      <p:sp>
        <p:nvSpPr>
          <p:cNvPr id="746" name="New shape"/>
          <p:cNvSpPr/>
          <p:nvPr/>
        </p:nvSpPr>
        <p:spPr>
          <a:xfrm>
            <a:off x="4465986" y="2654903"/>
            <a:ext cx="41244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7" name="New picture"/>
          <p:cNvPicPr/>
          <p:nvPr/>
        </p:nvPicPr>
        <p:blipFill>
          <a:blip r:embed="rId454"/>
          <a:srcRect/>
          <a:stretch>
            <a:fillRect/>
          </a:stretch>
        </p:blipFill>
        <p:spPr>
          <a:xfrm>
            <a:off x="4527042" y="2705196"/>
            <a:ext cx="178689" cy="180118"/>
          </a:xfrm>
          <a:prstGeom prst="rect"/>
          <a:ln w="0">
            <a:noFill/>
          </a:ln>
        </p:spPr>
      </p:pic>
      <p:sp>
        <p:nvSpPr>
          <p:cNvPr id="748" name="New shape"/>
          <p:cNvSpPr/>
          <p:nvPr/>
        </p:nvSpPr>
        <p:spPr>
          <a:xfrm>
            <a:off x="4568285" y="2741867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9" name="New picture"/>
          <p:cNvPicPr/>
          <p:nvPr/>
        </p:nvPicPr>
        <p:blipFill>
          <a:blip r:embed="rId455"/>
          <a:srcRect/>
          <a:stretch>
            <a:fillRect/>
          </a:stretch>
        </p:blipFill>
        <p:spPr>
          <a:xfrm>
            <a:off x="4727163" y="2705195"/>
            <a:ext cx="151162" cy="175546"/>
          </a:xfrm>
          <a:prstGeom prst="rect"/>
          <a:ln w="0">
            <a:noFill/>
          </a:ln>
        </p:spPr>
      </p:pic>
      <p:pic>
        <p:nvPicPr>
          <p:cNvPr id="750" name="New picture"/>
          <p:cNvPicPr/>
          <p:nvPr/>
        </p:nvPicPr>
        <p:blipFill>
          <a:blip r:embed="rId456"/>
          <a:srcRect/>
          <a:stretch>
            <a:fillRect/>
          </a:stretch>
        </p:blipFill>
        <p:spPr>
          <a:xfrm>
            <a:off x="4982146" y="2654903"/>
            <a:ext cx="164878" cy="225838"/>
          </a:xfrm>
          <a:prstGeom prst="rect"/>
          <a:ln w="0">
            <a:noFill/>
          </a:ln>
        </p:spPr>
      </p:pic>
      <p:sp>
        <p:nvSpPr>
          <p:cNvPr id="751" name="New shape"/>
          <p:cNvSpPr/>
          <p:nvPr/>
        </p:nvSpPr>
        <p:spPr>
          <a:xfrm>
            <a:off x="5180648" y="2839498"/>
            <a:ext cx="41243" cy="41243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2" name="New picture"/>
          <p:cNvPicPr/>
          <p:nvPr/>
        </p:nvPicPr>
        <p:blipFill>
          <a:blip r:embed="rId457"/>
          <a:srcRect/>
          <a:stretch>
            <a:fillRect/>
          </a:stretch>
        </p:blipFill>
        <p:spPr>
          <a:xfrm>
            <a:off x="5313521" y="2654903"/>
            <a:ext cx="271749" cy="225838"/>
          </a:xfrm>
          <a:prstGeom prst="rect"/>
          <a:ln w="0">
            <a:noFill/>
          </a:ln>
        </p:spPr>
      </p:pic>
      <p:sp>
        <p:nvSpPr>
          <p:cNvPr id="753" name="New shape"/>
          <p:cNvSpPr/>
          <p:nvPr/>
        </p:nvSpPr>
        <p:spPr>
          <a:xfrm>
            <a:off x="5589842" y="2654903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54" name="New shape"/>
          <p:cNvSpPr/>
          <p:nvPr/>
        </p:nvSpPr>
        <p:spPr>
          <a:xfrm>
            <a:off x="5589842" y="2711386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5" name="New picture"/>
          <p:cNvPicPr/>
          <p:nvPr/>
        </p:nvPicPr>
        <p:blipFill>
          <a:blip r:embed="rId458"/>
          <a:srcRect/>
          <a:stretch>
            <a:fillRect/>
          </a:stretch>
        </p:blipFill>
        <p:spPr>
          <a:xfrm>
            <a:off x="5644896" y="2654903"/>
            <a:ext cx="84010" cy="225838"/>
          </a:xfrm>
          <a:prstGeom prst="rect"/>
          <a:ln w="0">
            <a:noFill/>
          </a:ln>
        </p:spPr>
      </p:pic>
      <p:pic>
        <p:nvPicPr>
          <p:cNvPr id="756" name="New picture"/>
          <p:cNvPicPr/>
          <p:nvPr/>
        </p:nvPicPr>
        <p:blipFill>
          <a:blip r:embed="rId459"/>
          <a:srcRect/>
          <a:stretch>
            <a:fillRect/>
          </a:stretch>
        </p:blipFill>
        <p:spPr>
          <a:xfrm>
            <a:off x="5725763" y="2654903"/>
            <a:ext cx="85534" cy="225838"/>
          </a:xfrm>
          <a:prstGeom prst="rect"/>
          <a:ln w="0">
            <a:noFill/>
          </a:ln>
        </p:spPr>
      </p:pic>
      <p:pic>
        <p:nvPicPr>
          <p:cNvPr id="757" name="New picture"/>
          <p:cNvPicPr/>
          <p:nvPr/>
        </p:nvPicPr>
        <p:blipFill>
          <a:blip r:embed="rId460"/>
          <a:srcRect/>
          <a:stretch>
            <a:fillRect/>
          </a:stretch>
        </p:blipFill>
        <p:spPr>
          <a:xfrm>
            <a:off x="5811298" y="2705195"/>
            <a:ext cx="177165" cy="180118"/>
          </a:xfrm>
          <a:prstGeom prst="rect"/>
          <a:ln w="0">
            <a:noFill/>
          </a:ln>
        </p:spPr>
      </p:pic>
      <p:sp>
        <p:nvSpPr>
          <p:cNvPr id="758" name="New shape"/>
          <p:cNvSpPr/>
          <p:nvPr/>
        </p:nvSpPr>
        <p:spPr>
          <a:xfrm>
            <a:off x="5852541" y="2741866"/>
            <a:ext cx="94678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9" name="New picture"/>
          <p:cNvPicPr/>
          <p:nvPr/>
        </p:nvPicPr>
        <p:blipFill>
          <a:blip r:embed="rId461"/>
          <a:srcRect/>
          <a:stretch>
            <a:fillRect/>
          </a:stretch>
        </p:blipFill>
        <p:spPr>
          <a:xfrm>
            <a:off x="6003703" y="2705195"/>
            <a:ext cx="151162" cy="175546"/>
          </a:xfrm>
          <a:prstGeom prst="rect"/>
          <a:ln w="0">
            <a:noFill/>
          </a:ln>
        </p:spPr>
      </p:pic>
      <p:pic>
        <p:nvPicPr>
          <p:cNvPr id="760" name="New picture"/>
          <p:cNvPicPr/>
          <p:nvPr/>
        </p:nvPicPr>
        <p:blipFill>
          <a:blip r:embed="rId462"/>
          <a:srcRect/>
          <a:stretch>
            <a:fillRect/>
          </a:stretch>
        </p:blipFill>
        <p:spPr>
          <a:xfrm>
            <a:off x="6183916" y="2839498"/>
            <a:ext cx="39624" cy="83915"/>
          </a:xfrm>
          <a:prstGeom prst="rect"/>
          <a:ln w="0">
            <a:noFill/>
          </a:ln>
        </p:spPr>
      </p:pic>
      <p:pic>
        <p:nvPicPr>
          <p:cNvPr id="761" name="New picture"/>
          <p:cNvPicPr/>
          <p:nvPr/>
        </p:nvPicPr>
        <p:blipFill>
          <a:blip r:embed="rId463"/>
          <a:srcRect/>
          <a:stretch>
            <a:fillRect/>
          </a:stretch>
        </p:blipFill>
        <p:spPr>
          <a:xfrm>
            <a:off x="6333458" y="2654903"/>
            <a:ext cx="120682" cy="225838"/>
          </a:xfrm>
          <a:prstGeom prst="rect"/>
          <a:ln w="0">
            <a:noFill/>
          </a:ln>
        </p:spPr>
      </p:pic>
      <p:sp>
        <p:nvSpPr>
          <p:cNvPr id="762" name="New shape"/>
          <p:cNvSpPr/>
          <p:nvPr/>
        </p:nvSpPr>
        <p:spPr>
          <a:xfrm>
            <a:off x="6478619" y="2654903"/>
            <a:ext cx="41243" cy="3657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63" name="New shape"/>
          <p:cNvSpPr/>
          <p:nvPr/>
        </p:nvSpPr>
        <p:spPr>
          <a:xfrm>
            <a:off x="6478619" y="2711386"/>
            <a:ext cx="41243" cy="16935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4" name="New picture"/>
          <p:cNvPicPr/>
          <p:nvPr/>
        </p:nvPicPr>
        <p:blipFill>
          <a:blip r:embed="rId464"/>
          <a:srcRect/>
          <a:stretch>
            <a:fillRect/>
          </a:stretch>
        </p:blipFill>
        <p:spPr>
          <a:xfrm>
            <a:off x="6541198" y="2654903"/>
            <a:ext cx="178689" cy="230410"/>
          </a:xfrm>
          <a:prstGeom prst="rect"/>
          <a:ln w="0">
            <a:noFill/>
          </a:ln>
        </p:spPr>
      </p:pic>
      <p:sp>
        <p:nvSpPr>
          <p:cNvPr id="765" name="New shape"/>
          <p:cNvSpPr/>
          <p:nvPr/>
        </p:nvSpPr>
        <p:spPr>
          <a:xfrm>
            <a:off x="6579394" y="2741867"/>
            <a:ext cx="99251" cy="1067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6" name="New picture"/>
          <p:cNvPicPr/>
          <p:nvPr/>
        </p:nvPicPr>
        <p:blipFill>
          <a:blip r:embed="rId465"/>
          <a:srcRect/>
          <a:stretch>
            <a:fillRect/>
          </a:stretch>
        </p:blipFill>
        <p:spPr>
          <a:xfrm>
            <a:off x="6727507" y="2705195"/>
            <a:ext cx="177165" cy="180118"/>
          </a:xfrm>
          <a:prstGeom prst="rect"/>
          <a:ln w="0">
            <a:noFill/>
          </a:ln>
        </p:spPr>
      </p:pic>
      <p:sp>
        <p:nvSpPr>
          <p:cNvPr id="767" name="New shape"/>
          <p:cNvSpPr/>
          <p:nvPr/>
        </p:nvSpPr>
        <p:spPr>
          <a:xfrm>
            <a:off x="6768750" y="2741866"/>
            <a:ext cx="9467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68" name="New shape"/>
          <p:cNvSpPr/>
          <p:nvPr/>
        </p:nvSpPr>
        <p:spPr>
          <a:xfrm>
            <a:off x="670560" y="3233928"/>
            <a:ext cx="2845308" cy="2895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9" name="New picture"/>
          <p:cNvPicPr/>
          <p:nvPr/>
        </p:nvPicPr>
        <p:blipFill>
          <a:blip r:embed="rId466"/>
          <a:srcRect/>
          <a:stretch>
            <a:fillRect/>
          </a:stretch>
        </p:blipFill>
        <p:spPr>
          <a:xfrm>
            <a:off x="689610" y="2987516"/>
            <a:ext cx="114586" cy="225838"/>
          </a:xfrm>
          <a:prstGeom prst="rect"/>
          <a:ln w="0">
            <a:noFill/>
          </a:ln>
        </p:spPr>
      </p:pic>
      <p:pic>
        <p:nvPicPr>
          <p:cNvPr id="770" name="New picture"/>
          <p:cNvPicPr/>
          <p:nvPr/>
        </p:nvPicPr>
        <p:blipFill>
          <a:blip r:embed="rId467"/>
          <a:srcRect/>
          <a:stretch>
            <a:fillRect/>
          </a:stretch>
        </p:blipFill>
        <p:spPr>
          <a:xfrm>
            <a:off x="827056" y="3037904"/>
            <a:ext cx="77819" cy="175451"/>
          </a:xfrm>
          <a:prstGeom prst="rect"/>
          <a:ln w="0">
            <a:noFill/>
          </a:ln>
        </p:spPr>
      </p:pic>
      <p:pic>
        <p:nvPicPr>
          <p:cNvPr id="771" name="New picture"/>
          <p:cNvPicPr/>
          <p:nvPr/>
        </p:nvPicPr>
        <p:blipFill>
          <a:blip r:embed="rId468"/>
          <a:srcRect/>
          <a:stretch>
            <a:fillRect/>
          </a:stretch>
        </p:blipFill>
        <p:spPr>
          <a:xfrm>
            <a:off x="895731" y="3037904"/>
            <a:ext cx="178689" cy="181546"/>
          </a:xfrm>
          <a:prstGeom prst="rect"/>
          <a:ln w="0">
            <a:noFill/>
          </a:ln>
        </p:spPr>
      </p:pic>
      <p:sp>
        <p:nvSpPr>
          <p:cNvPr id="772" name="New shape"/>
          <p:cNvSpPr/>
          <p:nvPr/>
        </p:nvSpPr>
        <p:spPr>
          <a:xfrm>
            <a:off x="935450" y="3076004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3" name="New picture"/>
          <p:cNvPicPr/>
          <p:nvPr/>
        </p:nvPicPr>
        <p:blipFill>
          <a:blip r:embed="rId469"/>
          <a:srcRect/>
          <a:stretch>
            <a:fillRect/>
          </a:stretch>
        </p:blipFill>
        <p:spPr>
          <a:xfrm>
            <a:off x="1095851" y="3037904"/>
            <a:ext cx="151162" cy="175451"/>
          </a:xfrm>
          <a:prstGeom prst="rect"/>
          <a:ln w="0">
            <a:noFill/>
          </a:ln>
        </p:spPr>
      </p:pic>
      <p:pic>
        <p:nvPicPr>
          <p:cNvPr id="774" name="New picture"/>
          <p:cNvPicPr/>
          <p:nvPr/>
        </p:nvPicPr>
        <p:blipFill>
          <a:blip r:embed="rId470"/>
          <a:srcRect/>
          <a:stretch>
            <a:fillRect/>
          </a:stretch>
        </p:blipFill>
        <p:spPr>
          <a:xfrm>
            <a:off x="1277588" y="2987516"/>
            <a:ext cx="149638" cy="225838"/>
          </a:xfrm>
          <a:prstGeom prst="rect"/>
          <a:ln w="0">
            <a:noFill/>
          </a:ln>
        </p:spPr>
      </p:pic>
      <p:pic>
        <p:nvPicPr>
          <p:cNvPr id="775" name="New picture"/>
          <p:cNvPicPr/>
          <p:nvPr/>
        </p:nvPicPr>
        <p:blipFill>
          <a:blip r:embed="rId471"/>
          <a:srcRect/>
          <a:stretch>
            <a:fillRect/>
          </a:stretch>
        </p:blipFill>
        <p:spPr>
          <a:xfrm>
            <a:off x="1506569" y="3037903"/>
            <a:ext cx="175641" cy="181642"/>
          </a:xfrm>
          <a:prstGeom prst="rect"/>
          <a:ln w="0">
            <a:noFill/>
          </a:ln>
        </p:spPr>
      </p:pic>
      <p:sp>
        <p:nvSpPr>
          <p:cNvPr id="776" name="New shape"/>
          <p:cNvSpPr/>
          <p:nvPr/>
        </p:nvSpPr>
        <p:spPr>
          <a:xfrm>
            <a:off x="1547812" y="3076098"/>
            <a:ext cx="93154" cy="38100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7" name="New picture"/>
          <p:cNvPicPr/>
          <p:nvPr/>
        </p:nvPicPr>
        <p:blipFill>
          <a:blip r:embed="rId472"/>
          <a:srcRect/>
          <a:stretch>
            <a:fillRect/>
          </a:stretch>
        </p:blipFill>
        <p:spPr>
          <a:xfrm>
            <a:off x="1688211" y="2987516"/>
            <a:ext cx="85535" cy="225838"/>
          </a:xfrm>
          <a:prstGeom prst="rect"/>
          <a:ln w="0">
            <a:noFill/>
          </a:ln>
        </p:spPr>
      </p:pic>
      <p:pic>
        <p:nvPicPr>
          <p:cNvPr id="778" name="New picture"/>
          <p:cNvPicPr/>
          <p:nvPr/>
        </p:nvPicPr>
        <p:blipFill>
          <a:blip r:embed="rId473"/>
          <a:srcRect/>
          <a:stretch>
            <a:fillRect/>
          </a:stretch>
        </p:blipFill>
        <p:spPr>
          <a:xfrm>
            <a:off x="1859375" y="2987516"/>
            <a:ext cx="236696" cy="225838"/>
          </a:xfrm>
          <a:prstGeom prst="rect"/>
          <a:ln w="0">
            <a:noFill/>
          </a:ln>
        </p:spPr>
      </p:pic>
      <p:pic>
        <p:nvPicPr>
          <p:cNvPr id="779" name="New picture"/>
          <p:cNvPicPr/>
          <p:nvPr/>
        </p:nvPicPr>
        <p:blipFill>
          <a:blip r:embed="rId474"/>
          <a:srcRect/>
          <a:stretch>
            <a:fillRect/>
          </a:stretch>
        </p:blipFill>
        <p:spPr>
          <a:xfrm>
            <a:off x="2114360" y="3037904"/>
            <a:ext cx="178689" cy="181546"/>
          </a:xfrm>
          <a:prstGeom prst="rect"/>
          <a:ln w="0">
            <a:noFill/>
          </a:ln>
        </p:spPr>
      </p:pic>
      <p:sp>
        <p:nvSpPr>
          <p:cNvPr id="780" name="New shape"/>
          <p:cNvSpPr/>
          <p:nvPr/>
        </p:nvSpPr>
        <p:spPr>
          <a:xfrm>
            <a:off x="2154079" y="3076004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1" name="New picture"/>
          <p:cNvPicPr/>
          <p:nvPr/>
        </p:nvPicPr>
        <p:blipFill>
          <a:blip r:embed="rId475"/>
          <a:srcRect/>
          <a:stretch>
            <a:fillRect/>
          </a:stretch>
        </p:blipFill>
        <p:spPr>
          <a:xfrm>
            <a:off x="2317433" y="3037904"/>
            <a:ext cx="76390" cy="175451"/>
          </a:xfrm>
          <a:prstGeom prst="rect"/>
          <a:ln w="0">
            <a:noFill/>
          </a:ln>
        </p:spPr>
      </p:pic>
      <p:pic>
        <p:nvPicPr>
          <p:cNvPr id="782" name="New picture"/>
          <p:cNvPicPr/>
          <p:nvPr/>
        </p:nvPicPr>
        <p:blipFill>
          <a:blip r:embed="rId476"/>
          <a:srcRect/>
          <a:stretch>
            <a:fillRect/>
          </a:stretch>
        </p:blipFill>
        <p:spPr>
          <a:xfrm>
            <a:off x="2410587" y="2987516"/>
            <a:ext cx="149638" cy="225838"/>
          </a:xfrm>
          <a:prstGeom prst="rect"/>
          <a:ln w="0">
            <a:noFill/>
          </a:ln>
        </p:spPr>
      </p:pic>
      <p:pic>
        <p:nvPicPr>
          <p:cNvPr id="783" name="New picture"/>
          <p:cNvPicPr/>
          <p:nvPr/>
        </p:nvPicPr>
        <p:blipFill>
          <a:blip r:embed="rId477"/>
          <a:srcRect/>
          <a:stretch>
            <a:fillRect/>
          </a:stretch>
        </p:blipFill>
        <p:spPr>
          <a:xfrm>
            <a:off x="2632043" y="2987516"/>
            <a:ext cx="221361" cy="225838"/>
          </a:xfrm>
          <a:prstGeom prst="rect"/>
          <a:ln w="0">
            <a:noFill/>
          </a:ln>
        </p:spPr>
      </p:pic>
      <p:sp>
        <p:nvSpPr>
          <p:cNvPr id="784" name="New shape"/>
          <p:cNvSpPr/>
          <p:nvPr/>
        </p:nvSpPr>
        <p:spPr>
          <a:xfrm>
            <a:off x="2716054" y="3047048"/>
            <a:ext cx="51911" cy="68675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85" name="New shape"/>
          <p:cNvSpPr/>
          <p:nvPr/>
        </p:nvSpPr>
        <p:spPr>
          <a:xfrm>
            <a:off x="2868740" y="3173730"/>
            <a:ext cx="39719" cy="39624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6" name="New picture"/>
          <p:cNvPicPr/>
          <p:nvPr/>
        </p:nvPicPr>
        <p:blipFill>
          <a:blip r:embed="rId478"/>
          <a:srcRect/>
          <a:stretch>
            <a:fillRect/>
          </a:stretch>
        </p:blipFill>
        <p:spPr>
          <a:xfrm>
            <a:off x="3019901" y="2987516"/>
            <a:ext cx="163354" cy="225838"/>
          </a:xfrm>
          <a:prstGeom prst="rect"/>
          <a:ln w="0">
            <a:noFill/>
          </a:ln>
        </p:spPr>
      </p:pic>
      <p:pic>
        <p:nvPicPr>
          <p:cNvPr id="787" name="New picture"/>
          <p:cNvPicPr/>
          <p:nvPr/>
        </p:nvPicPr>
        <p:blipFill>
          <a:blip r:embed="rId479"/>
          <a:srcRect/>
          <a:stretch>
            <a:fillRect/>
          </a:stretch>
        </p:blipFill>
        <p:spPr>
          <a:xfrm>
            <a:off x="3204687" y="3037904"/>
            <a:ext cx="178594" cy="181546"/>
          </a:xfrm>
          <a:prstGeom prst="rect"/>
          <a:ln w="0">
            <a:noFill/>
          </a:ln>
        </p:spPr>
      </p:pic>
      <p:sp>
        <p:nvSpPr>
          <p:cNvPr id="788" name="New shape"/>
          <p:cNvSpPr/>
          <p:nvPr/>
        </p:nvSpPr>
        <p:spPr>
          <a:xfrm>
            <a:off x="3244406" y="3076004"/>
            <a:ext cx="100774" cy="105346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89" name="New shape"/>
          <p:cNvSpPr/>
          <p:nvPr/>
        </p:nvSpPr>
        <p:spPr>
          <a:xfrm>
            <a:off x="3404712" y="2987516"/>
            <a:ext cx="39719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0" name="New shape"/>
          <p:cNvSpPr/>
          <p:nvPr/>
        </p:nvSpPr>
        <p:spPr>
          <a:xfrm>
            <a:off x="3467290" y="2987516"/>
            <a:ext cx="41244" cy="225838"/>
          </a:xfrm>
          <a:prstGeom prst="rect"/>
          <a:solidFill>
            <a:srgbClr val="032D6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1" name="New picture"/>
          <p:cNvPicPr/>
          <p:nvPr/>
        </p:nvPicPr>
        <p:blipFill>
          <a:blip r:embed="rId480"/>
          <a:srcRect/>
          <a:stretch>
            <a:fillRect/>
          </a:stretch>
        </p:blipFill>
        <p:spPr>
          <a:xfrm>
            <a:off x="668274" y="3485007"/>
            <a:ext cx="105347" cy="112967"/>
          </a:xfrm>
          <a:prstGeom prst="rect"/>
          <a:ln w="0">
            <a:noFill/>
          </a:ln>
        </p:spPr>
      </p:pic>
      <p:sp>
        <p:nvSpPr>
          <p:cNvPr id="792" name="New shape"/>
          <p:cNvSpPr/>
          <p:nvPr/>
        </p:nvSpPr>
        <p:spPr>
          <a:xfrm>
            <a:off x="671322" y="3486531"/>
            <a:ext cx="99250" cy="10991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3" name="New shape"/>
          <p:cNvSpPr/>
          <p:nvPr/>
        </p:nvSpPr>
        <p:spPr>
          <a:xfrm>
            <a:off x="698849" y="3500343"/>
            <a:ext cx="42672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4" name="New shape"/>
          <p:cNvSpPr/>
          <p:nvPr/>
        </p:nvSpPr>
        <p:spPr>
          <a:xfrm>
            <a:off x="695706" y="3492722"/>
            <a:ext cx="50482" cy="686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5" name="New shape"/>
          <p:cNvSpPr/>
          <p:nvPr/>
        </p:nvSpPr>
        <p:spPr>
          <a:xfrm>
            <a:off x="671322" y="3486531"/>
            <a:ext cx="99250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6" name="New shape"/>
          <p:cNvSpPr/>
          <p:nvPr/>
        </p:nvSpPr>
        <p:spPr>
          <a:xfrm>
            <a:off x="698849" y="3500343"/>
            <a:ext cx="42672" cy="579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7" name="New picture"/>
          <p:cNvPicPr/>
          <p:nvPr/>
        </p:nvPicPr>
        <p:blipFill>
          <a:blip r:embed="rId481"/>
          <a:srcRect/>
          <a:stretch>
            <a:fillRect/>
          </a:stretch>
        </p:blipFill>
        <p:spPr>
          <a:xfrm>
            <a:off x="779716" y="3515486"/>
            <a:ext cx="74867" cy="83915"/>
          </a:xfrm>
          <a:prstGeom prst="rect"/>
          <a:ln w="0">
            <a:noFill/>
          </a:ln>
        </p:spPr>
      </p:pic>
      <p:sp>
        <p:nvSpPr>
          <p:cNvPr id="798" name="New shape"/>
          <p:cNvSpPr/>
          <p:nvPr/>
        </p:nvSpPr>
        <p:spPr>
          <a:xfrm>
            <a:off x="782764" y="3517011"/>
            <a:ext cx="7029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9" name="New shape"/>
          <p:cNvSpPr/>
          <p:nvPr/>
        </p:nvSpPr>
        <p:spPr>
          <a:xfrm>
            <a:off x="782764" y="3517011"/>
            <a:ext cx="70294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0" name="New picture"/>
          <p:cNvPicPr/>
          <p:nvPr/>
        </p:nvPicPr>
        <p:blipFill>
          <a:blip r:embed="rId482"/>
          <a:srcRect/>
          <a:stretch>
            <a:fillRect/>
          </a:stretch>
        </p:blipFill>
        <p:spPr>
          <a:xfrm>
            <a:off x="863727" y="3491198"/>
            <a:ext cx="53435" cy="108300"/>
          </a:xfrm>
          <a:prstGeom prst="rect"/>
          <a:ln w="0">
            <a:noFill/>
          </a:ln>
        </p:spPr>
      </p:pic>
      <p:sp>
        <p:nvSpPr>
          <p:cNvPr id="801" name="New shape"/>
          <p:cNvSpPr/>
          <p:nvPr/>
        </p:nvSpPr>
        <p:spPr>
          <a:xfrm>
            <a:off x="866775" y="3494246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02" name="New shape"/>
          <p:cNvSpPr/>
          <p:nvPr/>
        </p:nvSpPr>
        <p:spPr>
          <a:xfrm>
            <a:off x="866775" y="3494246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3" name="New picture"/>
          <p:cNvPicPr/>
          <p:nvPr/>
        </p:nvPicPr>
        <p:blipFill>
          <a:blip r:embed="rId483"/>
          <a:srcRect/>
          <a:stretch>
            <a:fillRect/>
          </a:stretch>
        </p:blipFill>
        <p:spPr>
          <a:xfrm>
            <a:off x="921734" y="3512438"/>
            <a:ext cx="76390" cy="86963"/>
          </a:xfrm>
          <a:prstGeom prst="rect"/>
          <a:ln w="0">
            <a:noFill/>
          </a:ln>
        </p:spPr>
      </p:pic>
      <p:sp>
        <p:nvSpPr>
          <p:cNvPr id="804" name="New shape"/>
          <p:cNvSpPr/>
          <p:nvPr/>
        </p:nvSpPr>
        <p:spPr>
          <a:xfrm>
            <a:off x="927830" y="3518535"/>
            <a:ext cx="67246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05" name="New shape"/>
          <p:cNvSpPr/>
          <p:nvPr/>
        </p:nvSpPr>
        <p:spPr>
          <a:xfrm>
            <a:off x="938593" y="3527679"/>
            <a:ext cx="44196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06" name="New shape"/>
          <p:cNvSpPr/>
          <p:nvPr/>
        </p:nvSpPr>
        <p:spPr>
          <a:xfrm>
            <a:off x="935450" y="3523107"/>
            <a:ext cx="50482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07" name="New shape"/>
          <p:cNvSpPr/>
          <p:nvPr/>
        </p:nvSpPr>
        <p:spPr>
          <a:xfrm>
            <a:off x="924782" y="3515486"/>
            <a:ext cx="71818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08" name="New shape"/>
          <p:cNvSpPr/>
          <p:nvPr/>
        </p:nvSpPr>
        <p:spPr>
          <a:xfrm>
            <a:off x="938593" y="3524631"/>
            <a:ext cx="44196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9" name="New picture"/>
          <p:cNvPicPr/>
          <p:nvPr/>
        </p:nvPicPr>
        <p:blipFill>
          <a:blip r:embed="rId484"/>
          <a:srcRect/>
          <a:stretch>
            <a:fillRect/>
          </a:stretch>
        </p:blipFill>
        <p:spPr>
          <a:xfrm>
            <a:off x="1013365" y="3515486"/>
            <a:ext cx="74866" cy="83915"/>
          </a:xfrm>
          <a:prstGeom prst="rect"/>
          <a:ln w="0">
            <a:noFill/>
          </a:ln>
        </p:spPr>
      </p:pic>
      <p:sp>
        <p:nvSpPr>
          <p:cNvPr id="810" name="New shape"/>
          <p:cNvSpPr/>
          <p:nvPr/>
        </p:nvSpPr>
        <p:spPr>
          <a:xfrm>
            <a:off x="1016413" y="3517011"/>
            <a:ext cx="6877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11" name="New shape"/>
          <p:cNvSpPr/>
          <p:nvPr/>
        </p:nvSpPr>
        <p:spPr>
          <a:xfrm>
            <a:off x="1016413" y="3517011"/>
            <a:ext cx="68771" cy="8086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2" name="New picture"/>
          <p:cNvPicPr/>
          <p:nvPr/>
        </p:nvPicPr>
        <p:blipFill>
          <a:blip r:embed="rId485"/>
          <a:srcRect/>
          <a:stretch>
            <a:fillRect/>
          </a:stretch>
        </p:blipFill>
        <p:spPr>
          <a:xfrm>
            <a:off x="1106519" y="3512534"/>
            <a:ext cx="48863" cy="85439"/>
          </a:xfrm>
          <a:prstGeom prst="rect"/>
          <a:ln w="0">
            <a:noFill/>
          </a:ln>
        </p:spPr>
      </p:pic>
      <p:sp>
        <p:nvSpPr>
          <p:cNvPr id="813" name="New shape"/>
          <p:cNvSpPr/>
          <p:nvPr/>
        </p:nvSpPr>
        <p:spPr>
          <a:xfrm>
            <a:off x="1109567" y="3515582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14" name="New shape"/>
          <p:cNvSpPr/>
          <p:nvPr/>
        </p:nvSpPr>
        <p:spPr>
          <a:xfrm>
            <a:off x="1109567" y="3515582"/>
            <a:ext cx="42767" cy="7934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5" name="New picture"/>
          <p:cNvPicPr/>
          <p:nvPr/>
        </p:nvPicPr>
        <p:blipFill>
          <a:blip r:embed="rId486"/>
          <a:srcRect/>
          <a:stretch>
            <a:fillRect/>
          </a:stretch>
        </p:blipFill>
        <p:spPr>
          <a:xfrm>
            <a:off x="1153859" y="3512534"/>
            <a:ext cx="64103" cy="86963"/>
          </a:xfrm>
          <a:prstGeom prst="rect"/>
          <a:ln w="0">
            <a:noFill/>
          </a:ln>
        </p:spPr>
      </p:pic>
      <p:sp>
        <p:nvSpPr>
          <p:cNvPr id="816" name="New shape"/>
          <p:cNvSpPr/>
          <p:nvPr/>
        </p:nvSpPr>
        <p:spPr>
          <a:xfrm>
            <a:off x="1156907" y="3518630"/>
            <a:ext cx="56483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17" name="New shape"/>
          <p:cNvSpPr/>
          <p:nvPr/>
        </p:nvSpPr>
        <p:spPr>
          <a:xfrm>
            <a:off x="1156907" y="3515582"/>
            <a:ext cx="58007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8" name="New picture"/>
          <p:cNvPicPr/>
          <p:nvPr/>
        </p:nvPicPr>
        <p:blipFill>
          <a:blip r:embed="rId487"/>
          <a:srcRect/>
          <a:stretch>
            <a:fillRect/>
          </a:stretch>
        </p:blipFill>
        <p:spPr>
          <a:xfrm>
            <a:off x="1269873" y="3576637"/>
            <a:ext cx="21431" cy="22860"/>
          </a:xfrm>
          <a:prstGeom prst="rect"/>
          <a:ln w="0">
            <a:noFill/>
          </a:ln>
        </p:spPr>
      </p:pic>
      <p:sp>
        <p:nvSpPr>
          <p:cNvPr id="819" name="New shape"/>
          <p:cNvSpPr/>
          <p:nvPr/>
        </p:nvSpPr>
        <p:spPr>
          <a:xfrm>
            <a:off x="1274540" y="3582733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0" name="New picture"/>
          <p:cNvPicPr/>
          <p:nvPr/>
        </p:nvPicPr>
        <p:blipFill>
          <a:blip r:embed="rId488"/>
          <a:srcRect/>
          <a:stretch>
            <a:fillRect/>
          </a:stretch>
        </p:blipFill>
        <p:spPr>
          <a:xfrm>
            <a:off x="1269873" y="3521678"/>
            <a:ext cx="22955" cy="21336"/>
          </a:xfrm>
          <a:prstGeom prst="rect"/>
          <a:ln w="0">
            <a:noFill/>
          </a:ln>
        </p:spPr>
      </p:pic>
      <p:sp>
        <p:nvSpPr>
          <p:cNvPr id="821" name="New shape"/>
          <p:cNvSpPr/>
          <p:nvPr/>
        </p:nvSpPr>
        <p:spPr>
          <a:xfrm>
            <a:off x="1274540" y="3526250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22" name="New shape"/>
          <p:cNvSpPr/>
          <p:nvPr/>
        </p:nvSpPr>
        <p:spPr>
          <a:xfrm>
            <a:off x="1272921" y="3579685"/>
            <a:ext cx="16859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23" name="New shape"/>
          <p:cNvSpPr/>
          <p:nvPr/>
        </p:nvSpPr>
        <p:spPr>
          <a:xfrm>
            <a:off x="1272921" y="3523202"/>
            <a:ext cx="16859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4" name="New picture"/>
          <p:cNvPicPr/>
          <p:nvPr/>
        </p:nvPicPr>
        <p:blipFill>
          <a:blip r:embed="rId489"/>
          <a:srcRect/>
          <a:stretch>
            <a:fillRect/>
          </a:stretch>
        </p:blipFill>
        <p:spPr>
          <a:xfrm>
            <a:off x="1349407" y="3486626"/>
            <a:ext cx="39719" cy="108299"/>
          </a:xfrm>
          <a:prstGeom prst="rect"/>
          <a:ln w="0">
            <a:noFill/>
          </a:ln>
        </p:spPr>
      </p:pic>
      <p:pic>
        <p:nvPicPr>
          <p:cNvPr id="825" name="New picture"/>
          <p:cNvPicPr/>
          <p:nvPr/>
        </p:nvPicPr>
        <p:blipFill>
          <a:blip r:embed="rId490"/>
          <a:srcRect/>
          <a:stretch>
            <a:fillRect/>
          </a:stretch>
        </p:blipFill>
        <p:spPr>
          <a:xfrm>
            <a:off x="1402747" y="3515582"/>
            <a:ext cx="67151" cy="82391"/>
          </a:xfrm>
          <a:prstGeom prst="rect"/>
          <a:ln w="0">
            <a:noFill/>
          </a:ln>
        </p:spPr>
      </p:pic>
      <p:sp>
        <p:nvSpPr>
          <p:cNvPr id="826" name="New shape"/>
          <p:cNvSpPr/>
          <p:nvPr/>
        </p:nvSpPr>
        <p:spPr>
          <a:xfrm>
            <a:off x="1416463" y="3556826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7" name="New picture"/>
          <p:cNvPicPr/>
          <p:nvPr/>
        </p:nvPicPr>
        <p:blipFill>
          <a:blip r:embed="rId491"/>
          <a:srcRect/>
          <a:stretch>
            <a:fillRect/>
          </a:stretch>
        </p:blipFill>
        <p:spPr>
          <a:xfrm>
            <a:off x="1492853" y="3515582"/>
            <a:ext cx="68675" cy="79343"/>
          </a:xfrm>
          <a:prstGeom prst="rect"/>
          <a:ln w="0">
            <a:noFill/>
          </a:ln>
        </p:spPr>
      </p:pic>
      <p:pic>
        <p:nvPicPr>
          <p:cNvPr id="828" name="New picture"/>
          <p:cNvPicPr/>
          <p:nvPr/>
        </p:nvPicPr>
        <p:blipFill>
          <a:blip r:embed="rId492"/>
          <a:srcRect/>
          <a:stretch>
            <a:fillRect/>
          </a:stretch>
        </p:blipFill>
        <p:spPr>
          <a:xfrm>
            <a:off x="1627251" y="3486531"/>
            <a:ext cx="85535" cy="108395"/>
          </a:xfrm>
          <a:prstGeom prst="rect"/>
          <a:ln w="0">
            <a:noFill/>
          </a:ln>
        </p:spPr>
      </p:pic>
      <p:pic>
        <p:nvPicPr>
          <p:cNvPr id="829" name="New picture"/>
          <p:cNvPicPr/>
          <p:nvPr/>
        </p:nvPicPr>
        <p:blipFill>
          <a:blip r:embed="rId493"/>
          <a:srcRect/>
          <a:stretch>
            <a:fillRect/>
          </a:stretch>
        </p:blipFill>
        <p:spPr>
          <a:xfrm>
            <a:off x="1738693" y="3579685"/>
            <a:ext cx="16859" cy="16764"/>
          </a:xfrm>
          <a:prstGeom prst="rect"/>
          <a:ln w="0">
            <a:noFill/>
          </a:ln>
        </p:spPr>
      </p:pic>
      <p:pic>
        <p:nvPicPr>
          <p:cNvPr id="830" name="New picture"/>
          <p:cNvPicPr/>
          <p:nvPr/>
        </p:nvPicPr>
        <p:blipFill>
          <a:blip r:embed="rId494"/>
          <a:srcRect/>
          <a:stretch>
            <a:fillRect/>
          </a:stretch>
        </p:blipFill>
        <p:spPr>
          <a:xfrm>
            <a:off x="1808988" y="3486531"/>
            <a:ext cx="146590" cy="108395"/>
          </a:xfrm>
          <a:prstGeom prst="rect"/>
          <a:ln w="0">
            <a:noFill/>
          </a:ln>
        </p:spPr>
      </p:pic>
      <p:sp>
        <p:nvSpPr>
          <p:cNvPr id="831" name="New shape"/>
          <p:cNvSpPr/>
          <p:nvPr/>
        </p:nvSpPr>
        <p:spPr>
          <a:xfrm>
            <a:off x="1970818" y="3517106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2" name="New picture"/>
          <p:cNvPicPr/>
          <p:nvPr/>
        </p:nvPicPr>
        <p:blipFill>
          <a:blip r:embed="rId495"/>
          <a:srcRect/>
          <a:stretch>
            <a:fillRect/>
          </a:stretch>
        </p:blipFill>
        <p:spPr>
          <a:xfrm>
            <a:off x="1969294" y="3483483"/>
            <a:ext cx="16764" cy="15335"/>
          </a:xfrm>
          <a:prstGeom prst="rect"/>
          <a:ln w="0">
            <a:noFill/>
          </a:ln>
        </p:spPr>
      </p:pic>
      <p:pic>
        <p:nvPicPr>
          <p:cNvPr id="833" name="New picture"/>
          <p:cNvPicPr/>
          <p:nvPr/>
        </p:nvPicPr>
        <p:blipFill>
          <a:blip r:embed="rId496"/>
          <a:srcRect/>
          <a:stretch>
            <a:fillRect/>
          </a:stretch>
        </p:blipFill>
        <p:spPr>
          <a:xfrm>
            <a:off x="1999869" y="3494151"/>
            <a:ext cx="47339" cy="103822"/>
          </a:xfrm>
          <a:prstGeom prst="rect"/>
          <a:ln w="0">
            <a:noFill/>
          </a:ln>
        </p:spPr>
      </p:pic>
      <p:pic>
        <p:nvPicPr>
          <p:cNvPr id="834" name="New picture"/>
          <p:cNvPicPr/>
          <p:nvPr/>
        </p:nvPicPr>
        <p:blipFill>
          <a:blip r:embed="rId497"/>
          <a:srcRect/>
          <a:stretch>
            <a:fillRect/>
          </a:stretch>
        </p:blipFill>
        <p:spPr>
          <a:xfrm>
            <a:off x="2053304" y="3494151"/>
            <a:ext cx="48863" cy="103822"/>
          </a:xfrm>
          <a:prstGeom prst="rect"/>
          <a:ln w="0">
            <a:noFill/>
          </a:ln>
        </p:spPr>
      </p:pic>
      <p:pic>
        <p:nvPicPr>
          <p:cNvPr id="835" name="New picture"/>
          <p:cNvPicPr/>
          <p:nvPr/>
        </p:nvPicPr>
        <p:blipFill>
          <a:blip r:embed="rId498"/>
          <a:srcRect/>
          <a:stretch>
            <a:fillRect/>
          </a:stretch>
        </p:blipFill>
        <p:spPr>
          <a:xfrm>
            <a:off x="2112740" y="3515582"/>
            <a:ext cx="70295" cy="82391"/>
          </a:xfrm>
          <a:prstGeom prst="rect"/>
          <a:ln w="0">
            <a:noFill/>
          </a:ln>
        </p:spPr>
      </p:pic>
      <p:sp>
        <p:nvSpPr>
          <p:cNvPr id="836" name="New shape"/>
          <p:cNvSpPr/>
          <p:nvPr/>
        </p:nvSpPr>
        <p:spPr>
          <a:xfrm>
            <a:off x="2124932" y="352472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7" name="New picture"/>
          <p:cNvPicPr/>
          <p:nvPr/>
        </p:nvPicPr>
        <p:blipFill>
          <a:blip r:embed="rId499"/>
          <a:srcRect/>
          <a:stretch>
            <a:fillRect/>
          </a:stretch>
        </p:blipFill>
        <p:spPr>
          <a:xfrm>
            <a:off x="2202942" y="3515582"/>
            <a:ext cx="70294" cy="79343"/>
          </a:xfrm>
          <a:prstGeom prst="rect"/>
          <a:ln w="0">
            <a:noFill/>
          </a:ln>
        </p:spPr>
      </p:pic>
      <p:pic>
        <p:nvPicPr>
          <p:cNvPr id="838" name="New picture"/>
          <p:cNvPicPr/>
          <p:nvPr/>
        </p:nvPicPr>
        <p:blipFill>
          <a:blip r:embed="rId500"/>
          <a:srcRect/>
          <a:stretch>
            <a:fillRect/>
          </a:stretch>
        </p:blipFill>
        <p:spPr>
          <a:xfrm>
            <a:off x="2292953" y="3579590"/>
            <a:ext cx="21431" cy="42767"/>
          </a:xfrm>
          <a:prstGeom prst="rect"/>
          <a:ln w="0">
            <a:noFill/>
          </a:ln>
        </p:spPr>
      </p:pic>
      <p:pic>
        <p:nvPicPr>
          <p:cNvPr id="839" name="New picture"/>
          <p:cNvPicPr/>
          <p:nvPr/>
        </p:nvPicPr>
        <p:blipFill>
          <a:blip r:embed="rId501"/>
          <a:srcRect/>
          <a:stretch>
            <a:fillRect/>
          </a:stretch>
        </p:blipFill>
        <p:spPr>
          <a:xfrm>
            <a:off x="2380107" y="3486531"/>
            <a:ext cx="67151" cy="108395"/>
          </a:xfrm>
          <a:prstGeom prst="rect"/>
          <a:ln w="0">
            <a:noFill/>
          </a:ln>
        </p:spPr>
      </p:pic>
      <p:sp>
        <p:nvSpPr>
          <p:cNvPr id="840" name="New shape"/>
          <p:cNvSpPr/>
          <p:nvPr/>
        </p:nvSpPr>
        <p:spPr>
          <a:xfrm>
            <a:off x="2465641" y="3517011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1" name="New picture"/>
          <p:cNvPicPr/>
          <p:nvPr/>
        </p:nvPicPr>
        <p:blipFill>
          <a:blip r:embed="rId502"/>
          <a:srcRect/>
          <a:stretch>
            <a:fillRect/>
          </a:stretch>
        </p:blipFill>
        <p:spPr>
          <a:xfrm>
            <a:off x="2464118" y="3483483"/>
            <a:ext cx="16764" cy="15240"/>
          </a:xfrm>
          <a:prstGeom prst="rect"/>
          <a:ln w="0">
            <a:noFill/>
          </a:ln>
        </p:spPr>
      </p:pic>
      <p:pic>
        <p:nvPicPr>
          <p:cNvPr id="842" name="New picture"/>
          <p:cNvPicPr/>
          <p:nvPr/>
        </p:nvPicPr>
        <p:blipFill>
          <a:blip r:embed="rId503"/>
          <a:srcRect/>
          <a:stretch>
            <a:fillRect/>
          </a:stretch>
        </p:blipFill>
        <p:spPr>
          <a:xfrm>
            <a:off x="2505361" y="3486531"/>
            <a:ext cx="73247" cy="111347"/>
          </a:xfrm>
          <a:prstGeom prst="rect"/>
          <a:ln w="0">
            <a:noFill/>
          </a:ln>
        </p:spPr>
      </p:pic>
      <p:sp>
        <p:nvSpPr>
          <p:cNvPr id="843" name="New shape"/>
          <p:cNvSpPr/>
          <p:nvPr/>
        </p:nvSpPr>
        <p:spPr>
          <a:xfrm>
            <a:off x="2517553" y="352615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4" name="New picture"/>
          <p:cNvPicPr/>
          <p:nvPr/>
        </p:nvPicPr>
        <p:blipFill>
          <a:blip r:embed="rId504"/>
          <a:srcRect/>
          <a:stretch>
            <a:fillRect/>
          </a:stretch>
        </p:blipFill>
        <p:spPr>
          <a:xfrm>
            <a:off x="2595277" y="3515487"/>
            <a:ext cx="70295" cy="82487"/>
          </a:xfrm>
          <a:prstGeom prst="rect"/>
          <a:ln w="0">
            <a:noFill/>
          </a:ln>
        </p:spPr>
      </p:pic>
      <p:sp>
        <p:nvSpPr>
          <p:cNvPr id="845" name="New shape"/>
          <p:cNvSpPr/>
          <p:nvPr/>
        </p:nvSpPr>
        <p:spPr>
          <a:xfrm>
            <a:off x="2607469" y="352463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6" name="New picture"/>
          <p:cNvPicPr/>
          <p:nvPr/>
        </p:nvPicPr>
        <p:blipFill>
          <a:blip r:embed="rId505"/>
          <a:srcRect/>
          <a:stretch>
            <a:fillRect/>
          </a:stretch>
        </p:blipFill>
        <p:spPr>
          <a:xfrm>
            <a:off x="2726722" y="3486531"/>
            <a:ext cx="65627" cy="108395"/>
          </a:xfrm>
          <a:prstGeom prst="rect"/>
          <a:ln w="0">
            <a:noFill/>
          </a:ln>
        </p:spPr>
      </p:pic>
      <p:pic>
        <p:nvPicPr>
          <p:cNvPr id="847" name="New picture"/>
          <p:cNvPicPr/>
          <p:nvPr/>
        </p:nvPicPr>
        <p:blipFill>
          <a:blip r:embed="rId506"/>
          <a:srcRect/>
          <a:stretch>
            <a:fillRect/>
          </a:stretch>
        </p:blipFill>
        <p:spPr>
          <a:xfrm>
            <a:off x="2801493" y="3515582"/>
            <a:ext cx="42767" cy="79343"/>
          </a:xfrm>
          <a:prstGeom prst="rect"/>
          <a:ln w="0">
            <a:noFill/>
          </a:ln>
        </p:spPr>
      </p:pic>
      <p:pic>
        <p:nvPicPr>
          <p:cNvPr id="848" name="New picture"/>
          <p:cNvPicPr/>
          <p:nvPr/>
        </p:nvPicPr>
        <p:blipFill>
          <a:blip r:embed="rId507"/>
          <a:srcRect/>
          <a:stretch>
            <a:fillRect/>
          </a:stretch>
        </p:blipFill>
        <p:spPr>
          <a:xfrm>
            <a:off x="2848832" y="3515582"/>
            <a:ext cx="65627" cy="82391"/>
          </a:xfrm>
          <a:prstGeom prst="rect"/>
          <a:ln w="0">
            <a:noFill/>
          </a:ln>
        </p:spPr>
      </p:pic>
      <p:sp>
        <p:nvSpPr>
          <p:cNvPr id="849" name="New shape"/>
          <p:cNvSpPr/>
          <p:nvPr/>
        </p:nvSpPr>
        <p:spPr>
          <a:xfrm>
            <a:off x="2861024" y="3556826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0" name="New picture"/>
          <p:cNvPicPr/>
          <p:nvPr/>
        </p:nvPicPr>
        <p:blipFill>
          <a:blip r:embed="rId508"/>
          <a:srcRect/>
          <a:stretch>
            <a:fillRect/>
          </a:stretch>
        </p:blipFill>
        <p:spPr>
          <a:xfrm>
            <a:off x="2937415" y="3515582"/>
            <a:ext cx="70294" cy="79343"/>
          </a:xfrm>
          <a:prstGeom prst="rect"/>
          <a:ln w="0">
            <a:noFill/>
          </a:ln>
        </p:spPr>
      </p:pic>
      <p:pic>
        <p:nvPicPr>
          <p:cNvPr id="851" name="New picture"/>
          <p:cNvPicPr/>
          <p:nvPr/>
        </p:nvPicPr>
        <p:blipFill>
          <a:blip r:embed="rId509"/>
          <a:srcRect/>
          <a:stretch>
            <a:fillRect/>
          </a:stretch>
        </p:blipFill>
        <p:spPr>
          <a:xfrm>
            <a:off x="3032093" y="3486531"/>
            <a:ext cx="67151" cy="108395"/>
          </a:xfrm>
          <a:prstGeom prst="rect"/>
          <a:ln w="0">
            <a:noFill/>
          </a:ln>
        </p:spPr>
      </p:pic>
      <p:pic>
        <p:nvPicPr>
          <p:cNvPr id="852" name="New picture"/>
          <p:cNvPicPr/>
          <p:nvPr/>
        </p:nvPicPr>
        <p:blipFill>
          <a:blip r:embed="rId510"/>
          <a:srcRect/>
          <a:stretch>
            <a:fillRect/>
          </a:stretch>
        </p:blipFill>
        <p:spPr>
          <a:xfrm>
            <a:off x="3148203" y="3515487"/>
            <a:ext cx="70199" cy="82487"/>
          </a:xfrm>
          <a:prstGeom prst="rect"/>
          <a:ln w="0">
            <a:noFill/>
          </a:ln>
        </p:spPr>
      </p:pic>
      <p:sp>
        <p:nvSpPr>
          <p:cNvPr id="853" name="New shape"/>
          <p:cNvSpPr/>
          <p:nvPr/>
        </p:nvSpPr>
        <p:spPr>
          <a:xfrm>
            <a:off x="3160395" y="352463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4" name="New picture"/>
          <p:cNvPicPr/>
          <p:nvPr/>
        </p:nvPicPr>
        <p:blipFill>
          <a:blip r:embed="rId511"/>
          <a:srcRect/>
          <a:stretch>
            <a:fillRect/>
          </a:stretch>
        </p:blipFill>
        <p:spPr>
          <a:xfrm>
            <a:off x="3227546" y="3494246"/>
            <a:ext cx="47339" cy="103727"/>
          </a:xfrm>
          <a:prstGeom prst="rect"/>
          <a:ln w="0">
            <a:noFill/>
          </a:ln>
        </p:spPr>
      </p:pic>
      <p:pic>
        <p:nvPicPr>
          <p:cNvPr id="855" name="New picture"/>
          <p:cNvPicPr/>
          <p:nvPr/>
        </p:nvPicPr>
        <p:blipFill>
          <a:blip r:embed="rId512"/>
          <a:srcRect/>
          <a:stretch>
            <a:fillRect/>
          </a:stretch>
        </p:blipFill>
        <p:spPr>
          <a:xfrm>
            <a:off x="3332988" y="3486627"/>
            <a:ext cx="114491" cy="108299"/>
          </a:xfrm>
          <a:prstGeom prst="rect"/>
          <a:ln w="0">
            <a:noFill/>
          </a:ln>
        </p:spPr>
      </p:pic>
      <p:pic>
        <p:nvPicPr>
          <p:cNvPr id="856" name="New picture"/>
          <p:cNvPicPr/>
          <p:nvPr/>
        </p:nvPicPr>
        <p:blipFill>
          <a:blip r:embed="rId513"/>
          <a:srcRect/>
          <a:stretch>
            <a:fillRect/>
          </a:stretch>
        </p:blipFill>
        <p:spPr>
          <a:xfrm>
            <a:off x="3467290" y="3515582"/>
            <a:ext cx="65722" cy="82391"/>
          </a:xfrm>
          <a:prstGeom prst="rect"/>
          <a:ln w="0">
            <a:noFill/>
          </a:ln>
        </p:spPr>
      </p:pic>
      <p:sp>
        <p:nvSpPr>
          <p:cNvPr id="857" name="New shape"/>
          <p:cNvSpPr/>
          <p:nvPr/>
        </p:nvSpPr>
        <p:spPr>
          <a:xfrm>
            <a:off x="3481101" y="3556730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8" name="New picture"/>
          <p:cNvPicPr/>
          <p:nvPr/>
        </p:nvPicPr>
        <p:blipFill>
          <a:blip r:embed="rId514"/>
          <a:srcRect/>
          <a:stretch>
            <a:fillRect/>
          </a:stretch>
        </p:blipFill>
        <p:spPr>
          <a:xfrm>
            <a:off x="3555873" y="3515582"/>
            <a:ext cx="42767" cy="79343"/>
          </a:xfrm>
          <a:prstGeom prst="rect"/>
          <a:ln w="0">
            <a:noFill/>
          </a:ln>
        </p:spPr>
      </p:pic>
      <p:pic>
        <p:nvPicPr>
          <p:cNvPr id="859" name="New picture"/>
          <p:cNvPicPr/>
          <p:nvPr/>
        </p:nvPicPr>
        <p:blipFill>
          <a:blip r:embed="rId515"/>
          <a:srcRect/>
          <a:stretch>
            <a:fillRect/>
          </a:stretch>
        </p:blipFill>
        <p:spPr>
          <a:xfrm>
            <a:off x="3613880" y="3486531"/>
            <a:ext cx="67247" cy="108395"/>
          </a:xfrm>
          <a:prstGeom prst="rect"/>
          <a:ln w="0">
            <a:noFill/>
          </a:ln>
        </p:spPr>
      </p:pic>
      <p:pic>
        <p:nvPicPr>
          <p:cNvPr id="860" name="New picture"/>
          <p:cNvPicPr/>
          <p:nvPr/>
        </p:nvPicPr>
        <p:blipFill>
          <a:blip r:embed="rId516"/>
          <a:srcRect/>
          <a:stretch>
            <a:fillRect/>
          </a:stretch>
        </p:blipFill>
        <p:spPr>
          <a:xfrm>
            <a:off x="3720751" y="3486531"/>
            <a:ext cx="99251" cy="108394"/>
          </a:xfrm>
          <a:prstGeom prst="rect"/>
          <a:ln w="0">
            <a:noFill/>
          </a:ln>
        </p:spPr>
      </p:pic>
      <p:sp>
        <p:nvSpPr>
          <p:cNvPr id="861" name="New shape"/>
          <p:cNvSpPr/>
          <p:nvPr/>
        </p:nvSpPr>
        <p:spPr>
          <a:xfrm>
            <a:off x="3749801" y="3500343"/>
            <a:ext cx="42768" cy="579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2" name="New picture"/>
          <p:cNvPicPr/>
          <p:nvPr/>
        </p:nvPicPr>
        <p:blipFill>
          <a:blip r:embed="rId517"/>
          <a:srcRect/>
          <a:stretch>
            <a:fillRect/>
          </a:stretch>
        </p:blipFill>
        <p:spPr>
          <a:xfrm>
            <a:off x="3833812" y="3579685"/>
            <a:ext cx="16764" cy="16764"/>
          </a:xfrm>
          <a:prstGeom prst="rect"/>
          <a:ln w="0">
            <a:noFill/>
          </a:ln>
        </p:spPr>
      </p:pic>
      <p:pic>
        <p:nvPicPr>
          <p:cNvPr id="863" name="New picture"/>
          <p:cNvPicPr/>
          <p:nvPr/>
        </p:nvPicPr>
        <p:blipFill>
          <a:blip r:embed="rId518"/>
          <a:srcRect/>
          <a:stretch>
            <a:fillRect/>
          </a:stretch>
        </p:blipFill>
        <p:spPr>
          <a:xfrm>
            <a:off x="3916204" y="3486627"/>
            <a:ext cx="85534" cy="108299"/>
          </a:xfrm>
          <a:prstGeom prst="rect"/>
          <a:ln w="0">
            <a:noFill/>
          </a:ln>
        </p:spPr>
      </p:pic>
      <p:pic>
        <p:nvPicPr>
          <p:cNvPr id="864" name="New picture"/>
          <p:cNvPicPr/>
          <p:nvPr/>
        </p:nvPicPr>
        <p:blipFill>
          <a:blip r:embed="rId519"/>
          <a:srcRect/>
          <a:stretch>
            <a:fillRect/>
          </a:stretch>
        </p:blipFill>
        <p:spPr>
          <a:xfrm>
            <a:off x="4021646" y="3515582"/>
            <a:ext cx="65722" cy="82391"/>
          </a:xfrm>
          <a:prstGeom prst="rect"/>
          <a:ln w="0">
            <a:noFill/>
          </a:ln>
        </p:spPr>
      </p:pic>
      <p:sp>
        <p:nvSpPr>
          <p:cNvPr id="865" name="New shape"/>
          <p:cNvSpPr/>
          <p:nvPr/>
        </p:nvSpPr>
        <p:spPr>
          <a:xfrm>
            <a:off x="4035457" y="3556730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66" name="New shape"/>
          <p:cNvSpPr/>
          <p:nvPr/>
        </p:nvSpPr>
        <p:spPr>
          <a:xfrm>
            <a:off x="4111752" y="34869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67" name="New shape"/>
          <p:cNvSpPr/>
          <p:nvPr/>
        </p:nvSpPr>
        <p:spPr>
          <a:xfrm>
            <a:off x="4151376" y="34869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8" name="New picture"/>
          <p:cNvPicPr/>
          <p:nvPr/>
        </p:nvPicPr>
        <p:blipFill>
          <a:blip r:embed="rId520"/>
          <a:srcRect/>
          <a:stretch>
            <a:fillRect/>
          </a:stretch>
        </p:blipFill>
        <p:spPr>
          <a:xfrm>
            <a:off x="671322" y="3710940"/>
            <a:ext cx="80962" cy="118967"/>
          </a:xfrm>
          <a:prstGeom prst="rect"/>
          <a:ln w="0">
            <a:noFill/>
          </a:ln>
        </p:spPr>
      </p:pic>
      <p:sp>
        <p:nvSpPr>
          <p:cNvPr id="869" name="New shape"/>
          <p:cNvSpPr/>
          <p:nvPr/>
        </p:nvSpPr>
        <p:spPr>
          <a:xfrm>
            <a:off x="674370" y="3715512"/>
            <a:ext cx="73343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0" name="New shape"/>
          <p:cNvSpPr/>
          <p:nvPr/>
        </p:nvSpPr>
        <p:spPr>
          <a:xfrm>
            <a:off x="674370" y="3713988"/>
            <a:ext cx="74867" cy="1128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1" name="New picture"/>
          <p:cNvPicPr/>
          <p:nvPr/>
        </p:nvPicPr>
        <p:blipFill>
          <a:blip r:embed="rId521"/>
          <a:srcRect/>
          <a:stretch>
            <a:fillRect/>
          </a:stretch>
        </p:blipFill>
        <p:spPr>
          <a:xfrm>
            <a:off x="767525" y="3744468"/>
            <a:ext cx="16764" cy="82391"/>
          </a:xfrm>
          <a:prstGeom prst="rect"/>
          <a:ln w="0">
            <a:noFill/>
          </a:ln>
        </p:spPr>
      </p:pic>
      <p:sp>
        <p:nvSpPr>
          <p:cNvPr id="872" name="New shape"/>
          <p:cNvSpPr/>
          <p:nvPr/>
        </p:nvSpPr>
        <p:spPr>
          <a:xfrm>
            <a:off x="769049" y="374599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3" name="New picture"/>
          <p:cNvPicPr/>
          <p:nvPr/>
        </p:nvPicPr>
        <p:blipFill>
          <a:blip r:embed="rId522"/>
          <a:srcRect/>
          <a:stretch>
            <a:fillRect/>
          </a:stretch>
        </p:blipFill>
        <p:spPr>
          <a:xfrm>
            <a:off x="764477" y="3709416"/>
            <a:ext cx="21336" cy="21336"/>
          </a:xfrm>
          <a:prstGeom prst="rect"/>
          <a:ln w="0">
            <a:noFill/>
          </a:ln>
        </p:spPr>
      </p:pic>
      <p:sp>
        <p:nvSpPr>
          <p:cNvPr id="874" name="New shape"/>
          <p:cNvSpPr/>
          <p:nvPr/>
        </p:nvSpPr>
        <p:spPr>
          <a:xfrm>
            <a:off x="769049" y="3713988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5" name="New shape"/>
          <p:cNvSpPr/>
          <p:nvPr/>
        </p:nvSpPr>
        <p:spPr>
          <a:xfrm>
            <a:off x="769049" y="3745992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6" name="New shape"/>
          <p:cNvSpPr/>
          <p:nvPr/>
        </p:nvSpPr>
        <p:spPr>
          <a:xfrm>
            <a:off x="767525" y="3712464"/>
            <a:ext cx="16764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7" name="New picture"/>
          <p:cNvPicPr/>
          <p:nvPr/>
        </p:nvPicPr>
        <p:blipFill>
          <a:blip r:embed="rId523"/>
          <a:srcRect/>
          <a:stretch>
            <a:fillRect/>
          </a:stretch>
        </p:blipFill>
        <p:spPr>
          <a:xfrm>
            <a:off x="795052" y="3720083"/>
            <a:ext cx="53435" cy="108300"/>
          </a:xfrm>
          <a:prstGeom prst="rect"/>
          <a:ln w="0">
            <a:noFill/>
          </a:ln>
        </p:spPr>
      </p:pic>
      <p:sp>
        <p:nvSpPr>
          <p:cNvPr id="878" name="New shape"/>
          <p:cNvSpPr/>
          <p:nvPr/>
        </p:nvSpPr>
        <p:spPr>
          <a:xfrm>
            <a:off x="798100" y="3723132"/>
            <a:ext cx="47339" cy="1022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9" name="New shape"/>
          <p:cNvSpPr/>
          <p:nvPr/>
        </p:nvSpPr>
        <p:spPr>
          <a:xfrm>
            <a:off x="798100" y="3723132"/>
            <a:ext cx="47339" cy="1037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0" name="New picture"/>
          <p:cNvPicPr/>
          <p:nvPr/>
        </p:nvPicPr>
        <p:blipFill>
          <a:blip r:embed="rId524"/>
          <a:srcRect/>
          <a:stretch>
            <a:fillRect/>
          </a:stretch>
        </p:blipFill>
        <p:spPr>
          <a:xfrm>
            <a:off x="853059" y="3741420"/>
            <a:ext cx="76295" cy="86963"/>
          </a:xfrm>
          <a:prstGeom prst="rect"/>
          <a:ln w="0">
            <a:noFill/>
          </a:ln>
        </p:spPr>
      </p:pic>
      <p:sp>
        <p:nvSpPr>
          <p:cNvPr id="881" name="New shape"/>
          <p:cNvSpPr/>
          <p:nvPr/>
        </p:nvSpPr>
        <p:spPr>
          <a:xfrm>
            <a:off x="857631" y="3747516"/>
            <a:ext cx="68675" cy="762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82" name="New shape"/>
          <p:cNvSpPr/>
          <p:nvPr/>
        </p:nvSpPr>
        <p:spPr>
          <a:xfrm>
            <a:off x="868299" y="3756660"/>
            <a:ext cx="45815" cy="229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83" name="New shape"/>
          <p:cNvSpPr/>
          <p:nvPr/>
        </p:nvSpPr>
        <p:spPr>
          <a:xfrm>
            <a:off x="866775" y="3752088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84" name="New shape"/>
          <p:cNvSpPr/>
          <p:nvPr/>
        </p:nvSpPr>
        <p:spPr>
          <a:xfrm>
            <a:off x="856107" y="3744468"/>
            <a:ext cx="70199" cy="8239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85" name="New shape"/>
          <p:cNvSpPr/>
          <p:nvPr/>
        </p:nvSpPr>
        <p:spPr>
          <a:xfrm>
            <a:off x="868299" y="3753612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6" name="New picture"/>
          <p:cNvPicPr/>
          <p:nvPr/>
        </p:nvPicPr>
        <p:blipFill>
          <a:blip r:embed="rId525"/>
          <a:srcRect/>
          <a:stretch>
            <a:fillRect/>
          </a:stretch>
        </p:blipFill>
        <p:spPr>
          <a:xfrm>
            <a:off x="984313" y="3805523"/>
            <a:ext cx="21431" cy="22860"/>
          </a:xfrm>
          <a:prstGeom prst="rect"/>
          <a:ln w="0">
            <a:noFill/>
          </a:ln>
        </p:spPr>
      </p:pic>
      <p:sp>
        <p:nvSpPr>
          <p:cNvPr id="887" name="New shape"/>
          <p:cNvSpPr/>
          <p:nvPr/>
        </p:nvSpPr>
        <p:spPr>
          <a:xfrm>
            <a:off x="988981" y="3811619"/>
            <a:ext cx="12192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8" name="New picture"/>
          <p:cNvPicPr/>
          <p:nvPr/>
        </p:nvPicPr>
        <p:blipFill>
          <a:blip r:embed="rId526"/>
          <a:srcRect/>
          <a:stretch>
            <a:fillRect/>
          </a:stretch>
        </p:blipFill>
        <p:spPr>
          <a:xfrm>
            <a:off x="984313" y="3750564"/>
            <a:ext cx="21431" cy="21431"/>
          </a:xfrm>
          <a:prstGeom prst="rect"/>
          <a:ln w="0">
            <a:noFill/>
          </a:ln>
        </p:spPr>
      </p:pic>
      <p:sp>
        <p:nvSpPr>
          <p:cNvPr id="889" name="New shape"/>
          <p:cNvSpPr/>
          <p:nvPr/>
        </p:nvSpPr>
        <p:spPr>
          <a:xfrm>
            <a:off x="988981" y="3755136"/>
            <a:ext cx="12192" cy="1219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90" name="New shape"/>
          <p:cNvSpPr/>
          <p:nvPr/>
        </p:nvSpPr>
        <p:spPr>
          <a:xfrm>
            <a:off x="985933" y="3808571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91" name="New shape"/>
          <p:cNvSpPr/>
          <p:nvPr/>
        </p:nvSpPr>
        <p:spPr>
          <a:xfrm>
            <a:off x="985933" y="3752088"/>
            <a:ext cx="16764" cy="167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92" name="New shape"/>
          <p:cNvSpPr/>
          <p:nvPr/>
        </p:nvSpPr>
        <p:spPr>
          <a:xfrm>
            <a:off x="1054608" y="3832860"/>
            <a:ext cx="580644" cy="10668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3" name="New picture"/>
          <p:cNvPicPr/>
          <p:nvPr/>
        </p:nvPicPr>
        <p:blipFill>
          <a:blip r:embed="rId527"/>
          <a:srcRect/>
          <a:stretch>
            <a:fillRect/>
          </a:stretch>
        </p:blipFill>
        <p:spPr>
          <a:xfrm>
            <a:off x="1056227" y="3715512"/>
            <a:ext cx="99250" cy="108299"/>
          </a:xfrm>
          <a:prstGeom prst="rect"/>
          <a:ln w="0">
            <a:noFill/>
          </a:ln>
        </p:spPr>
      </p:pic>
      <p:sp>
        <p:nvSpPr>
          <p:cNvPr id="894" name="New shape"/>
          <p:cNvSpPr/>
          <p:nvPr/>
        </p:nvSpPr>
        <p:spPr>
          <a:xfrm>
            <a:off x="1083659" y="3729228"/>
            <a:ext cx="42767" cy="58007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5" name="New picture"/>
          <p:cNvPicPr/>
          <p:nvPr/>
        </p:nvPicPr>
        <p:blipFill>
          <a:blip r:embed="rId528"/>
          <a:srcRect/>
          <a:stretch>
            <a:fillRect/>
          </a:stretch>
        </p:blipFill>
        <p:spPr>
          <a:xfrm>
            <a:off x="1167574" y="3744468"/>
            <a:ext cx="120682" cy="79343"/>
          </a:xfrm>
          <a:prstGeom prst="rect"/>
          <a:ln w="0">
            <a:noFill/>
          </a:ln>
        </p:spPr>
      </p:pic>
      <p:pic>
        <p:nvPicPr>
          <p:cNvPr id="896" name="New picture"/>
          <p:cNvPicPr/>
          <p:nvPr/>
        </p:nvPicPr>
        <p:blipFill>
          <a:blip r:embed="rId529"/>
          <a:srcRect/>
          <a:stretch>
            <a:fillRect/>
          </a:stretch>
        </p:blipFill>
        <p:spPr>
          <a:xfrm>
            <a:off x="1306544" y="3744468"/>
            <a:ext cx="65723" cy="82391"/>
          </a:xfrm>
          <a:prstGeom prst="rect"/>
          <a:ln w="0">
            <a:noFill/>
          </a:ln>
        </p:spPr>
      </p:pic>
      <p:sp>
        <p:nvSpPr>
          <p:cNvPr id="897" name="New shape"/>
          <p:cNvSpPr/>
          <p:nvPr/>
        </p:nvSpPr>
        <p:spPr>
          <a:xfrm>
            <a:off x="1318736" y="3785711"/>
            <a:ext cx="39719" cy="30480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8" name="New picture"/>
          <p:cNvPicPr/>
          <p:nvPr/>
        </p:nvPicPr>
        <p:blipFill>
          <a:blip r:embed="rId530"/>
          <a:srcRect/>
          <a:stretch>
            <a:fillRect/>
          </a:stretch>
        </p:blipFill>
        <p:spPr>
          <a:xfrm>
            <a:off x="1387507" y="3745992"/>
            <a:ext cx="59531" cy="77819"/>
          </a:xfrm>
          <a:prstGeom prst="rect"/>
          <a:ln w="0">
            <a:noFill/>
          </a:ln>
        </p:spPr>
      </p:pic>
      <p:pic>
        <p:nvPicPr>
          <p:cNvPr id="899" name="New picture"/>
          <p:cNvPicPr/>
          <p:nvPr/>
        </p:nvPicPr>
        <p:blipFill>
          <a:blip r:embed="rId531"/>
          <a:srcRect/>
          <a:stretch>
            <a:fillRect/>
          </a:stretch>
        </p:blipFill>
        <p:spPr>
          <a:xfrm>
            <a:off x="1454658" y="3744468"/>
            <a:ext cx="77915" cy="82391"/>
          </a:xfrm>
          <a:prstGeom prst="rect"/>
          <a:ln w="0">
            <a:noFill/>
          </a:ln>
        </p:spPr>
      </p:pic>
      <p:sp>
        <p:nvSpPr>
          <p:cNvPr id="900" name="New shape"/>
          <p:cNvSpPr/>
          <p:nvPr/>
        </p:nvSpPr>
        <p:spPr>
          <a:xfrm>
            <a:off x="1468469" y="3755136"/>
            <a:ext cx="50387" cy="61055"/>
          </a:xfrm>
          <a:prstGeom prst="rect"/>
          <a:solidFill>
            <a:srgbClr val="0A5B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1" name="New picture"/>
          <p:cNvPicPr/>
          <p:nvPr/>
        </p:nvPicPr>
        <p:blipFill>
          <a:blip r:embed="rId532"/>
          <a:srcRect/>
          <a:stretch>
            <a:fillRect/>
          </a:stretch>
        </p:blipFill>
        <p:spPr>
          <a:xfrm>
            <a:off x="1552384" y="3744468"/>
            <a:ext cx="70295" cy="79343"/>
          </a:xfrm>
          <a:prstGeom prst="rect"/>
          <a:ln w="0">
            <a:noFill/>
          </a:ln>
        </p:spPr>
      </p:pic>
      <p:pic>
        <p:nvPicPr>
          <p:cNvPr id="902" name="New picture"/>
          <p:cNvPicPr/>
          <p:nvPr/>
        </p:nvPicPr>
        <p:blipFill>
          <a:blip r:embed="rId533"/>
          <a:srcRect/>
          <a:stretch>
            <a:fillRect/>
          </a:stretch>
        </p:blipFill>
        <p:spPr>
          <a:xfrm>
            <a:off x="678942" y="4096893"/>
            <a:ext cx="38195" cy="108395"/>
          </a:xfrm>
          <a:prstGeom prst="rect"/>
          <a:ln w="0">
            <a:noFill/>
          </a:ln>
        </p:spPr>
      </p:pic>
      <p:pic>
        <p:nvPicPr>
          <p:cNvPr id="903" name="New picture"/>
          <p:cNvPicPr/>
          <p:nvPr/>
        </p:nvPicPr>
        <p:blipFill>
          <a:blip r:embed="rId534"/>
          <a:srcRect/>
          <a:stretch>
            <a:fillRect/>
          </a:stretch>
        </p:blipFill>
        <p:spPr>
          <a:xfrm>
            <a:off x="732377" y="4125944"/>
            <a:ext cx="64103" cy="82391"/>
          </a:xfrm>
          <a:prstGeom prst="rect"/>
          <a:ln w="0">
            <a:noFill/>
          </a:ln>
        </p:spPr>
      </p:pic>
      <p:sp>
        <p:nvSpPr>
          <p:cNvPr id="904" name="New shape"/>
          <p:cNvSpPr/>
          <p:nvPr/>
        </p:nvSpPr>
        <p:spPr>
          <a:xfrm>
            <a:off x="814864" y="41274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5" name="New picture"/>
          <p:cNvPicPr/>
          <p:nvPr/>
        </p:nvPicPr>
        <p:blipFill>
          <a:blip r:embed="rId535"/>
          <a:srcRect/>
          <a:stretch>
            <a:fillRect/>
          </a:stretch>
        </p:blipFill>
        <p:spPr>
          <a:xfrm>
            <a:off x="813340" y="4093941"/>
            <a:ext cx="16764" cy="15240"/>
          </a:xfrm>
          <a:prstGeom prst="rect"/>
          <a:ln w="0">
            <a:noFill/>
          </a:ln>
        </p:spPr>
      </p:pic>
      <p:pic>
        <p:nvPicPr>
          <p:cNvPr id="906" name="New picture"/>
          <p:cNvPicPr/>
          <p:nvPr/>
        </p:nvPicPr>
        <p:blipFill>
          <a:blip r:embed="rId536"/>
          <a:srcRect/>
          <a:stretch>
            <a:fillRect/>
          </a:stretch>
        </p:blipFill>
        <p:spPr>
          <a:xfrm>
            <a:off x="850011" y="4190048"/>
            <a:ext cx="21336" cy="42767"/>
          </a:xfrm>
          <a:prstGeom prst="rect"/>
          <a:ln w="0">
            <a:noFill/>
          </a:ln>
        </p:spPr>
      </p:pic>
      <p:sp>
        <p:nvSpPr>
          <p:cNvPr id="907" name="New shape"/>
          <p:cNvSpPr/>
          <p:nvPr/>
        </p:nvSpPr>
        <p:spPr>
          <a:xfrm>
            <a:off x="935736" y="40965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8" name="New picture"/>
          <p:cNvPicPr/>
          <p:nvPr/>
        </p:nvPicPr>
        <p:blipFill>
          <a:blip r:embed="rId537"/>
          <a:srcRect/>
          <a:stretch>
            <a:fillRect/>
          </a:stretch>
        </p:blipFill>
        <p:spPr>
          <a:xfrm>
            <a:off x="969074" y="4125944"/>
            <a:ext cx="71818" cy="82391"/>
          </a:xfrm>
          <a:prstGeom prst="rect"/>
          <a:ln w="0">
            <a:noFill/>
          </a:ln>
        </p:spPr>
      </p:pic>
      <p:sp>
        <p:nvSpPr>
          <p:cNvPr id="909" name="New shape"/>
          <p:cNvSpPr/>
          <p:nvPr/>
        </p:nvSpPr>
        <p:spPr>
          <a:xfrm>
            <a:off x="982790" y="413508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0" name="New picture"/>
          <p:cNvPicPr/>
          <p:nvPr/>
        </p:nvPicPr>
        <p:blipFill>
          <a:blip r:embed="rId538"/>
          <a:srcRect/>
          <a:stretch>
            <a:fillRect/>
          </a:stretch>
        </p:blipFill>
        <p:spPr>
          <a:xfrm>
            <a:off x="1053084" y="4125945"/>
            <a:ext cx="56483" cy="82486"/>
          </a:xfrm>
          <a:prstGeom prst="rect"/>
          <a:ln w="0">
            <a:noFill/>
          </a:ln>
        </p:spPr>
      </p:pic>
      <p:pic>
        <p:nvPicPr>
          <p:cNvPr id="911" name="New picture"/>
          <p:cNvPicPr/>
          <p:nvPr/>
        </p:nvPicPr>
        <p:blipFill>
          <a:blip r:embed="rId539"/>
          <a:srcRect/>
          <a:stretch>
            <a:fillRect/>
          </a:stretch>
        </p:blipFill>
        <p:spPr>
          <a:xfrm>
            <a:off x="1163002" y="4125944"/>
            <a:ext cx="65723" cy="82486"/>
          </a:xfrm>
          <a:prstGeom prst="rect"/>
          <a:ln w="0">
            <a:noFill/>
          </a:ln>
        </p:spPr>
      </p:pic>
      <p:sp>
        <p:nvSpPr>
          <p:cNvPr id="912" name="New shape"/>
          <p:cNvSpPr/>
          <p:nvPr/>
        </p:nvSpPr>
        <p:spPr>
          <a:xfrm>
            <a:off x="1175194" y="4167188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3" name="New picture"/>
          <p:cNvPicPr/>
          <p:nvPr/>
        </p:nvPicPr>
        <p:blipFill>
          <a:blip r:embed="rId540"/>
          <a:srcRect/>
          <a:stretch>
            <a:fillRect/>
          </a:stretch>
        </p:blipFill>
        <p:spPr>
          <a:xfrm>
            <a:off x="1251585" y="4127468"/>
            <a:ext cx="68771" cy="80867"/>
          </a:xfrm>
          <a:prstGeom prst="rect"/>
          <a:ln w="0">
            <a:noFill/>
          </a:ln>
        </p:spPr>
      </p:pic>
      <p:pic>
        <p:nvPicPr>
          <p:cNvPr id="914" name="New picture"/>
          <p:cNvPicPr/>
          <p:nvPr/>
        </p:nvPicPr>
        <p:blipFill>
          <a:blip r:embed="rId541"/>
          <a:srcRect/>
          <a:stretch>
            <a:fillRect/>
          </a:stretch>
        </p:blipFill>
        <p:spPr>
          <a:xfrm>
            <a:off x="1335595" y="4104513"/>
            <a:ext cx="47339" cy="103822"/>
          </a:xfrm>
          <a:prstGeom prst="rect"/>
          <a:ln w="0">
            <a:noFill/>
          </a:ln>
        </p:spPr>
      </p:pic>
      <p:pic>
        <p:nvPicPr>
          <p:cNvPr id="915" name="New picture"/>
          <p:cNvPicPr/>
          <p:nvPr/>
        </p:nvPicPr>
        <p:blipFill>
          <a:blip r:embed="rId542"/>
          <a:srcRect/>
          <a:stretch>
            <a:fillRect/>
          </a:stretch>
        </p:blipFill>
        <p:spPr>
          <a:xfrm>
            <a:off x="1393603" y="4125944"/>
            <a:ext cx="71723" cy="82391"/>
          </a:xfrm>
          <a:prstGeom prst="rect"/>
          <a:ln w="0">
            <a:noFill/>
          </a:ln>
        </p:spPr>
      </p:pic>
      <p:sp>
        <p:nvSpPr>
          <p:cNvPr id="916" name="New shape"/>
          <p:cNvSpPr/>
          <p:nvPr/>
        </p:nvSpPr>
        <p:spPr>
          <a:xfrm>
            <a:off x="1405795" y="41350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7" name="New picture"/>
          <p:cNvPicPr/>
          <p:nvPr/>
        </p:nvPicPr>
        <p:blipFill>
          <a:blip r:embed="rId543"/>
          <a:srcRect/>
          <a:stretch>
            <a:fillRect/>
          </a:stretch>
        </p:blipFill>
        <p:spPr>
          <a:xfrm>
            <a:off x="1483709" y="4127468"/>
            <a:ext cx="70199" cy="80867"/>
          </a:xfrm>
          <a:prstGeom prst="rect"/>
          <a:ln w="0">
            <a:noFill/>
          </a:ln>
        </p:spPr>
      </p:pic>
      <p:pic>
        <p:nvPicPr>
          <p:cNvPr id="918" name="New picture"/>
          <p:cNvPicPr/>
          <p:nvPr/>
        </p:nvPicPr>
        <p:blipFill>
          <a:blip r:embed="rId544"/>
          <a:srcRect/>
          <a:stretch>
            <a:fillRect/>
          </a:stretch>
        </p:blipFill>
        <p:spPr>
          <a:xfrm>
            <a:off x="1578388" y="4125944"/>
            <a:ext cx="42767" cy="79343"/>
          </a:xfrm>
          <a:prstGeom prst="rect"/>
          <a:ln w="0">
            <a:noFill/>
          </a:ln>
        </p:spPr>
      </p:pic>
      <p:pic>
        <p:nvPicPr>
          <p:cNvPr id="919" name="New picture"/>
          <p:cNvPicPr/>
          <p:nvPr/>
        </p:nvPicPr>
        <p:blipFill>
          <a:blip r:embed="rId545"/>
          <a:srcRect/>
          <a:stretch>
            <a:fillRect/>
          </a:stretch>
        </p:blipFill>
        <p:spPr>
          <a:xfrm>
            <a:off x="1625727" y="4125944"/>
            <a:ext cx="58007" cy="82391"/>
          </a:xfrm>
          <a:prstGeom prst="rect"/>
          <a:ln w="0">
            <a:noFill/>
          </a:ln>
        </p:spPr>
      </p:pic>
      <p:pic>
        <p:nvPicPr>
          <p:cNvPr id="920" name="New picture"/>
          <p:cNvPicPr/>
          <p:nvPr/>
        </p:nvPicPr>
        <p:blipFill>
          <a:blip r:embed="rId546"/>
          <a:srcRect/>
          <a:stretch>
            <a:fillRect/>
          </a:stretch>
        </p:blipFill>
        <p:spPr>
          <a:xfrm>
            <a:off x="1732597" y="4125944"/>
            <a:ext cx="58007" cy="82391"/>
          </a:xfrm>
          <a:prstGeom prst="rect"/>
          <a:ln w="0">
            <a:noFill/>
          </a:ln>
        </p:spPr>
      </p:pic>
      <p:pic>
        <p:nvPicPr>
          <p:cNvPr id="921" name="New picture"/>
          <p:cNvPicPr/>
          <p:nvPr/>
        </p:nvPicPr>
        <p:blipFill>
          <a:blip r:embed="rId547"/>
          <a:srcRect/>
          <a:stretch>
            <a:fillRect/>
          </a:stretch>
        </p:blipFill>
        <p:spPr>
          <a:xfrm>
            <a:off x="1804321" y="4125944"/>
            <a:ext cx="71818" cy="82487"/>
          </a:xfrm>
          <a:prstGeom prst="rect"/>
          <a:ln w="0">
            <a:noFill/>
          </a:ln>
        </p:spPr>
      </p:pic>
      <p:sp>
        <p:nvSpPr>
          <p:cNvPr id="922" name="New shape"/>
          <p:cNvSpPr/>
          <p:nvPr/>
        </p:nvSpPr>
        <p:spPr>
          <a:xfrm>
            <a:off x="1818037" y="41350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3" name="New picture"/>
          <p:cNvPicPr/>
          <p:nvPr/>
        </p:nvPicPr>
        <p:blipFill>
          <a:blip r:embed="rId548"/>
          <a:srcRect/>
          <a:stretch>
            <a:fillRect/>
          </a:stretch>
        </p:blipFill>
        <p:spPr>
          <a:xfrm>
            <a:off x="1925002" y="4095465"/>
            <a:ext cx="53435" cy="109823"/>
          </a:xfrm>
          <a:prstGeom prst="rect"/>
          <a:ln w="0">
            <a:noFill/>
          </a:ln>
        </p:spPr>
      </p:pic>
      <p:pic>
        <p:nvPicPr>
          <p:cNvPr id="924" name="New picture"/>
          <p:cNvPicPr/>
          <p:nvPr/>
        </p:nvPicPr>
        <p:blipFill>
          <a:blip r:embed="rId549"/>
          <a:srcRect/>
          <a:stretch>
            <a:fillRect/>
          </a:stretch>
        </p:blipFill>
        <p:spPr>
          <a:xfrm>
            <a:off x="1981486" y="4126040"/>
            <a:ext cx="77914" cy="82391"/>
          </a:xfrm>
          <a:prstGeom prst="rect"/>
          <a:ln w="0">
            <a:noFill/>
          </a:ln>
        </p:spPr>
      </p:pic>
      <p:sp>
        <p:nvSpPr>
          <p:cNvPr id="925" name="New shape"/>
          <p:cNvSpPr/>
          <p:nvPr/>
        </p:nvSpPr>
        <p:spPr>
          <a:xfrm>
            <a:off x="1995297" y="413670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6" name="New picture"/>
          <p:cNvPicPr/>
          <p:nvPr/>
        </p:nvPicPr>
        <p:blipFill>
          <a:blip r:embed="rId550"/>
          <a:srcRect/>
          <a:stretch>
            <a:fillRect/>
          </a:stretch>
        </p:blipFill>
        <p:spPr>
          <a:xfrm>
            <a:off x="2074736" y="4125944"/>
            <a:ext cx="64103" cy="82391"/>
          </a:xfrm>
          <a:prstGeom prst="rect"/>
          <a:ln w="0">
            <a:noFill/>
          </a:ln>
        </p:spPr>
      </p:pic>
      <p:pic>
        <p:nvPicPr>
          <p:cNvPr id="927" name="New picture"/>
          <p:cNvPicPr/>
          <p:nvPr/>
        </p:nvPicPr>
        <p:blipFill>
          <a:blip r:embed="rId551"/>
          <a:srcRect/>
          <a:stretch>
            <a:fillRect/>
          </a:stretch>
        </p:blipFill>
        <p:spPr>
          <a:xfrm>
            <a:off x="2151031" y="4125944"/>
            <a:ext cx="65627" cy="82391"/>
          </a:xfrm>
          <a:prstGeom prst="rect"/>
          <a:ln w="0">
            <a:noFill/>
          </a:ln>
        </p:spPr>
      </p:pic>
      <p:sp>
        <p:nvSpPr>
          <p:cNvPr id="928" name="New shape"/>
          <p:cNvSpPr/>
          <p:nvPr/>
        </p:nvSpPr>
        <p:spPr>
          <a:xfrm>
            <a:off x="2163223" y="4167188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9" name="New shape"/>
          <p:cNvSpPr/>
          <p:nvPr/>
        </p:nvSpPr>
        <p:spPr>
          <a:xfrm>
            <a:off x="2241804" y="40965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30" name="New shape"/>
          <p:cNvSpPr/>
          <p:nvPr/>
        </p:nvSpPr>
        <p:spPr>
          <a:xfrm>
            <a:off x="2280857" y="41274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1" name="New picture"/>
          <p:cNvPicPr/>
          <p:nvPr/>
        </p:nvPicPr>
        <p:blipFill>
          <a:blip r:embed="rId552"/>
          <a:srcRect/>
          <a:stretch>
            <a:fillRect/>
          </a:stretch>
        </p:blipFill>
        <p:spPr>
          <a:xfrm>
            <a:off x="2277809" y="4093845"/>
            <a:ext cx="18288" cy="15335"/>
          </a:xfrm>
          <a:prstGeom prst="rect"/>
          <a:ln w="0">
            <a:noFill/>
          </a:ln>
        </p:spPr>
      </p:pic>
      <p:pic>
        <p:nvPicPr>
          <p:cNvPr id="932" name="New picture"/>
          <p:cNvPicPr/>
          <p:nvPr/>
        </p:nvPicPr>
        <p:blipFill>
          <a:blip r:embed="rId553"/>
          <a:srcRect/>
          <a:stretch>
            <a:fillRect/>
          </a:stretch>
        </p:blipFill>
        <p:spPr>
          <a:xfrm>
            <a:off x="2309812" y="4125944"/>
            <a:ext cx="58007" cy="82391"/>
          </a:xfrm>
          <a:prstGeom prst="rect"/>
          <a:ln w="0">
            <a:noFill/>
          </a:ln>
        </p:spPr>
      </p:pic>
      <p:pic>
        <p:nvPicPr>
          <p:cNvPr id="933" name="New picture"/>
          <p:cNvPicPr/>
          <p:nvPr/>
        </p:nvPicPr>
        <p:blipFill>
          <a:blip r:embed="rId554"/>
          <a:srcRect/>
          <a:stretch>
            <a:fillRect/>
          </a:stretch>
        </p:blipFill>
        <p:spPr>
          <a:xfrm>
            <a:off x="2381631" y="4126039"/>
            <a:ext cx="71723" cy="82391"/>
          </a:xfrm>
          <a:prstGeom prst="rect"/>
          <a:ln w="0">
            <a:noFill/>
          </a:ln>
        </p:spPr>
      </p:pic>
      <p:sp>
        <p:nvSpPr>
          <p:cNvPr id="934" name="New shape"/>
          <p:cNvSpPr/>
          <p:nvPr/>
        </p:nvSpPr>
        <p:spPr>
          <a:xfrm>
            <a:off x="2395347" y="413518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5" name="New picture"/>
          <p:cNvPicPr/>
          <p:nvPr/>
        </p:nvPicPr>
        <p:blipFill>
          <a:blip r:embed="rId555"/>
          <a:srcRect/>
          <a:stretch>
            <a:fillRect/>
          </a:stretch>
        </p:blipFill>
        <p:spPr>
          <a:xfrm>
            <a:off x="2473166" y="4125944"/>
            <a:ext cx="68770" cy="79343"/>
          </a:xfrm>
          <a:prstGeom prst="rect"/>
          <a:ln w="0">
            <a:noFill/>
          </a:ln>
        </p:spPr>
      </p:pic>
      <p:pic>
        <p:nvPicPr>
          <p:cNvPr id="936" name="New picture"/>
          <p:cNvPicPr/>
          <p:nvPr/>
        </p:nvPicPr>
        <p:blipFill>
          <a:blip r:embed="rId556"/>
          <a:srcRect/>
          <a:stretch>
            <a:fillRect/>
          </a:stretch>
        </p:blipFill>
        <p:spPr>
          <a:xfrm>
            <a:off x="2555653" y="4104608"/>
            <a:ext cx="48863" cy="103727"/>
          </a:xfrm>
          <a:prstGeom prst="rect"/>
          <a:ln w="0">
            <a:noFill/>
          </a:ln>
        </p:spPr>
      </p:pic>
      <p:pic>
        <p:nvPicPr>
          <p:cNvPr id="937" name="New picture"/>
          <p:cNvPicPr/>
          <p:nvPr/>
        </p:nvPicPr>
        <p:blipFill>
          <a:blip r:embed="rId557"/>
          <a:srcRect/>
          <a:stretch>
            <a:fillRect/>
          </a:stretch>
        </p:blipFill>
        <p:spPr>
          <a:xfrm>
            <a:off x="2651855" y="4125850"/>
            <a:ext cx="58007" cy="82487"/>
          </a:xfrm>
          <a:prstGeom prst="rect"/>
          <a:ln w="0">
            <a:noFill/>
          </a:ln>
        </p:spPr>
      </p:pic>
      <p:pic>
        <p:nvPicPr>
          <p:cNvPr id="938" name="New picture"/>
          <p:cNvPicPr/>
          <p:nvPr/>
        </p:nvPicPr>
        <p:blipFill>
          <a:blip r:embed="rId558"/>
          <a:srcRect/>
          <a:stretch>
            <a:fillRect/>
          </a:stretch>
        </p:blipFill>
        <p:spPr>
          <a:xfrm>
            <a:off x="2728246" y="4127563"/>
            <a:ext cx="68770" cy="80867"/>
          </a:xfrm>
          <a:prstGeom prst="rect"/>
          <a:ln w="0">
            <a:noFill/>
          </a:ln>
        </p:spPr>
      </p:pic>
      <p:pic>
        <p:nvPicPr>
          <p:cNvPr id="939" name="New picture"/>
          <p:cNvPicPr/>
          <p:nvPr/>
        </p:nvPicPr>
        <p:blipFill>
          <a:blip r:embed="rId559"/>
          <a:srcRect/>
          <a:stretch>
            <a:fillRect/>
          </a:stretch>
        </p:blipFill>
        <p:spPr>
          <a:xfrm>
            <a:off x="2821305" y="4126040"/>
            <a:ext cx="42767" cy="79343"/>
          </a:xfrm>
          <a:prstGeom prst="rect"/>
          <a:ln w="0">
            <a:noFill/>
          </a:ln>
        </p:spPr>
      </p:pic>
      <p:sp>
        <p:nvSpPr>
          <p:cNvPr id="940" name="New shape"/>
          <p:cNvSpPr/>
          <p:nvPr/>
        </p:nvSpPr>
        <p:spPr>
          <a:xfrm>
            <a:off x="2916936" y="40965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1" name="New picture"/>
          <p:cNvPicPr/>
          <p:nvPr/>
        </p:nvPicPr>
        <p:blipFill>
          <a:blip r:embed="rId560"/>
          <a:srcRect/>
          <a:stretch>
            <a:fillRect/>
          </a:stretch>
        </p:blipFill>
        <p:spPr>
          <a:xfrm>
            <a:off x="2952750" y="4126039"/>
            <a:ext cx="70199" cy="82391"/>
          </a:xfrm>
          <a:prstGeom prst="rect"/>
          <a:ln w="0">
            <a:noFill/>
          </a:ln>
        </p:spPr>
      </p:pic>
      <p:sp>
        <p:nvSpPr>
          <p:cNvPr id="942" name="New shape"/>
          <p:cNvSpPr/>
          <p:nvPr/>
        </p:nvSpPr>
        <p:spPr>
          <a:xfrm>
            <a:off x="2964942" y="413518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3" name="New picture"/>
          <p:cNvPicPr/>
          <p:nvPr/>
        </p:nvPicPr>
        <p:blipFill>
          <a:blip r:embed="rId561"/>
          <a:srcRect/>
          <a:stretch>
            <a:fillRect/>
          </a:stretch>
        </p:blipFill>
        <p:spPr>
          <a:xfrm>
            <a:off x="3077908" y="4125944"/>
            <a:ext cx="64103" cy="82486"/>
          </a:xfrm>
          <a:prstGeom prst="rect"/>
          <a:ln w="0">
            <a:noFill/>
          </a:ln>
        </p:spPr>
      </p:pic>
      <p:pic>
        <p:nvPicPr>
          <p:cNvPr id="944" name="New picture"/>
          <p:cNvPicPr/>
          <p:nvPr/>
        </p:nvPicPr>
        <p:blipFill>
          <a:blip r:embed="rId562"/>
          <a:srcRect/>
          <a:stretch>
            <a:fillRect/>
          </a:stretch>
        </p:blipFill>
        <p:spPr>
          <a:xfrm>
            <a:off x="3152775" y="4125944"/>
            <a:ext cx="77819" cy="82486"/>
          </a:xfrm>
          <a:prstGeom prst="rect"/>
          <a:ln w="0">
            <a:noFill/>
          </a:ln>
        </p:spPr>
      </p:pic>
      <p:sp>
        <p:nvSpPr>
          <p:cNvPr id="945" name="New shape"/>
          <p:cNvSpPr/>
          <p:nvPr/>
        </p:nvSpPr>
        <p:spPr>
          <a:xfrm>
            <a:off x="3166491" y="4136708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6" name="New picture"/>
          <p:cNvPicPr/>
          <p:nvPr/>
        </p:nvPicPr>
        <p:blipFill>
          <a:blip r:embed="rId563"/>
          <a:srcRect/>
          <a:stretch>
            <a:fillRect/>
          </a:stretch>
        </p:blipFill>
        <p:spPr>
          <a:xfrm>
            <a:off x="3168015" y="4093940"/>
            <a:ext cx="48863" cy="24384"/>
          </a:xfrm>
          <a:prstGeom prst="rect"/>
          <a:ln w="0">
            <a:noFill/>
          </a:ln>
        </p:spPr>
      </p:pic>
      <p:pic>
        <p:nvPicPr>
          <p:cNvPr id="947" name="New picture"/>
          <p:cNvPicPr/>
          <p:nvPr/>
        </p:nvPicPr>
        <p:blipFill>
          <a:blip r:embed="rId564"/>
          <a:srcRect/>
          <a:stretch>
            <a:fillRect/>
          </a:stretch>
        </p:blipFill>
        <p:spPr>
          <a:xfrm>
            <a:off x="3239738" y="4104608"/>
            <a:ext cx="48863" cy="103727"/>
          </a:xfrm>
          <a:prstGeom prst="rect"/>
          <a:ln w="0">
            <a:noFill/>
          </a:ln>
        </p:spPr>
      </p:pic>
      <p:pic>
        <p:nvPicPr>
          <p:cNvPr id="948" name="New picture"/>
          <p:cNvPicPr/>
          <p:nvPr/>
        </p:nvPicPr>
        <p:blipFill>
          <a:blip r:embed="rId565"/>
          <a:srcRect/>
          <a:stretch>
            <a:fillRect/>
          </a:stretch>
        </p:blipFill>
        <p:spPr>
          <a:xfrm>
            <a:off x="3297841" y="4125944"/>
            <a:ext cx="71723" cy="82391"/>
          </a:xfrm>
          <a:prstGeom prst="rect"/>
          <a:ln w="0">
            <a:noFill/>
          </a:ln>
        </p:spPr>
      </p:pic>
      <p:sp>
        <p:nvSpPr>
          <p:cNvPr id="949" name="New shape"/>
          <p:cNvSpPr/>
          <p:nvPr/>
        </p:nvSpPr>
        <p:spPr>
          <a:xfrm>
            <a:off x="3311557" y="41350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50" name="New shape"/>
          <p:cNvSpPr/>
          <p:nvPr/>
        </p:nvSpPr>
        <p:spPr>
          <a:xfrm>
            <a:off x="3320701" y="4090892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1" name="New picture"/>
          <p:cNvPicPr/>
          <p:nvPr/>
        </p:nvPicPr>
        <p:blipFill>
          <a:blip r:embed="rId566"/>
          <a:srcRect/>
          <a:stretch>
            <a:fillRect/>
          </a:stretch>
        </p:blipFill>
        <p:spPr>
          <a:xfrm>
            <a:off x="3418427" y="4104608"/>
            <a:ext cx="48863" cy="103727"/>
          </a:xfrm>
          <a:prstGeom prst="rect"/>
          <a:ln w="0">
            <a:noFill/>
          </a:ln>
        </p:spPr>
      </p:pic>
      <p:pic>
        <p:nvPicPr>
          <p:cNvPr id="952" name="New picture"/>
          <p:cNvPicPr/>
          <p:nvPr/>
        </p:nvPicPr>
        <p:blipFill>
          <a:blip r:embed="rId567"/>
          <a:srcRect/>
          <a:stretch>
            <a:fillRect/>
          </a:stretch>
        </p:blipFill>
        <p:spPr>
          <a:xfrm>
            <a:off x="3476530" y="4126039"/>
            <a:ext cx="71723" cy="82391"/>
          </a:xfrm>
          <a:prstGeom prst="rect"/>
          <a:ln w="0">
            <a:noFill/>
          </a:ln>
        </p:spPr>
      </p:pic>
      <p:sp>
        <p:nvSpPr>
          <p:cNvPr id="953" name="New shape"/>
          <p:cNvSpPr/>
          <p:nvPr/>
        </p:nvSpPr>
        <p:spPr>
          <a:xfrm>
            <a:off x="3490245" y="413518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4" name="New picture"/>
          <p:cNvPicPr/>
          <p:nvPr/>
        </p:nvPicPr>
        <p:blipFill>
          <a:blip r:embed="rId568"/>
          <a:srcRect/>
          <a:stretch>
            <a:fillRect/>
          </a:stretch>
        </p:blipFill>
        <p:spPr>
          <a:xfrm>
            <a:off x="3563493" y="4125944"/>
            <a:ext cx="64103" cy="82391"/>
          </a:xfrm>
          <a:prstGeom prst="rect"/>
          <a:ln w="0">
            <a:noFill/>
          </a:ln>
        </p:spPr>
      </p:pic>
      <p:pic>
        <p:nvPicPr>
          <p:cNvPr id="955" name="New picture"/>
          <p:cNvPicPr/>
          <p:nvPr/>
        </p:nvPicPr>
        <p:blipFill>
          <a:blip r:embed="rId569"/>
          <a:srcRect/>
          <a:stretch>
            <a:fillRect/>
          </a:stretch>
        </p:blipFill>
        <p:spPr>
          <a:xfrm>
            <a:off x="3645980" y="4096989"/>
            <a:ext cx="68675" cy="108395"/>
          </a:xfrm>
          <a:prstGeom prst="rect"/>
          <a:ln w="0">
            <a:noFill/>
          </a:ln>
        </p:spPr>
      </p:pic>
      <p:pic>
        <p:nvPicPr>
          <p:cNvPr id="956" name="New picture"/>
          <p:cNvPicPr/>
          <p:nvPr/>
        </p:nvPicPr>
        <p:blipFill>
          <a:blip r:embed="rId570"/>
          <a:srcRect/>
          <a:stretch>
            <a:fillRect/>
          </a:stretch>
        </p:blipFill>
        <p:spPr>
          <a:xfrm>
            <a:off x="3739134" y="4125944"/>
            <a:ext cx="68771" cy="79343"/>
          </a:xfrm>
          <a:prstGeom prst="rect"/>
          <a:ln w="0">
            <a:noFill/>
          </a:ln>
        </p:spPr>
      </p:pic>
      <p:sp>
        <p:nvSpPr>
          <p:cNvPr id="957" name="New shape"/>
          <p:cNvSpPr/>
          <p:nvPr/>
        </p:nvSpPr>
        <p:spPr>
          <a:xfrm>
            <a:off x="3833813" y="41274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8" name="New picture"/>
          <p:cNvPicPr/>
          <p:nvPr/>
        </p:nvPicPr>
        <p:blipFill>
          <a:blip r:embed="rId571"/>
          <a:srcRect/>
          <a:stretch>
            <a:fillRect/>
          </a:stretch>
        </p:blipFill>
        <p:spPr>
          <a:xfrm>
            <a:off x="3832289" y="4093941"/>
            <a:ext cx="16764" cy="15240"/>
          </a:xfrm>
          <a:prstGeom prst="rect"/>
          <a:ln w="0">
            <a:noFill/>
          </a:ln>
        </p:spPr>
      </p:pic>
      <p:pic>
        <p:nvPicPr>
          <p:cNvPr id="959" name="New picture"/>
          <p:cNvPicPr/>
          <p:nvPr/>
        </p:nvPicPr>
        <p:blipFill>
          <a:blip r:embed="rId572"/>
          <a:srcRect/>
          <a:stretch>
            <a:fillRect/>
          </a:stretch>
        </p:blipFill>
        <p:spPr>
          <a:xfrm>
            <a:off x="3867341" y="4125944"/>
            <a:ext cx="74866" cy="117539"/>
          </a:xfrm>
          <a:prstGeom prst="rect"/>
          <a:ln w="0">
            <a:noFill/>
          </a:ln>
        </p:spPr>
      </p:pic>
      <p:sp>
        <p:nvSpPr>
          <p:cNvPr id="960" name="New shape"/>
          <p:cNvSpPr/>
          <p:nvPr/>
        </p:nvSpPr>
        <p:spPr>
          <a:xfrm>
            <a:off x="3881151" y="4136708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1" name="New picture"/>
          <p:cNvPicPr/>
          <p:nvPr/>
        </p:nvPicPr>
        <p:blipFill>
          <a:blip r:embed="rId573"/>
          <a:srcRect/>
          <a:stretch>
            <a:fillRect/>
          </a:stretch>
        </p:blipFill>
        <p:spPr>
          <a:xfrm>
            <a:off x="3968210" y="4127563"/>
            <a:ext cx="68675" cy="80867"/>
          </a:xfrm>
          <a:prstGeom prst="rect"/>
          <a:ln w="0">
            <a:noFill/>
          </a:ln>
        </p:spPr>
      </p:pic>
      <p:pic>
        <p:nvPicPr>
          <p:cNvPr id="962" name="New picture"/>
          <p:cNvPicPr/>
          <p:nvPr/>
        </p:nvPicPr>
        <p:blipFill>
          <a:blip r:embed="rId574"/>
          <a:srcRect/>
          <a:stretch>
            <a:fillRect/>
          </a:stretch>
        </p:blipFill>
        <p:spPr>
          <a:xfrm>
            <a:off x="4056793" y="4126039"/>
            <a:ext cx="71723" cy="82391"/>
          </a:xfrm>
          <a:prstGeom prst="rect"/>
          <a:ln w="0">
            <a:noFill/>
          </a:ln>
        </p:spPr>
      </p:pic>
      <p:sp>
        <p:nvSpPr>
          <p:cNvPr id="963" name="New shape"/>
          <p:cNvSpPr/>
          <p:nvPr/>
        </p:nvSpPr>
        <p:spPr>
          <a:xfrm>
            <a:off x="4070509" y="4135183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4" name="New picture"/>
          <p:cNvPicPr/>
          <p:nvPr/>
        </p:nvPicPr>
        <p:blipFill>
          <a:blip r:embed="rId575"/>
          <a:srcRect/>
          <a:stretch>
            <a:fillRect/>
          </a:stretch>
        </p:blipFill>
        <p:spPr>
          <a:xfrm>
            <a:off x="4183475" y="4096989"/>
            <a:ext cx="74866" cy="111347"/>
          </a:xfrm>
          <a:prstGeom prst="rect"/>
          <a:ln w="0">
            <a:noFill/>
          </a:ln>
        </p:spPr>
      </p:pic>
      <p:sp>
        <p:nvSpPr>
          <p:cNvPr id="965" name="New shape"/>
          <p:cNvSpPr/>
          <p:nvPr/>
        </p:nvSpPr>
        <p:spPr>
          <a:xfrm>
            <a:off x="4197286" y="413661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6" name="New picture"/>
          <p:cNvPicPr/>
          <p:nvPr/>
        </p:nvPicPr>
        <p:blipFill>
          <a:blip r:embed="rId576"/>
          <a:srcRect/>
          <a:stretch>
            <a:fillRect/>
          </a:stretch>
        </p:blipFill>
        <p:spPr>
          <a:xfrm>
            <a:off x="4282725" y="4127468"/>
            <a:ext cx="70295" cy="80962"/>
          </a:xfrm>
          <a:prstGeom prst="rect"/>
          <a:ln w="0">
            <a:noFill/>
          </a:ln>
        </p:spPr>
      </p:pic>
      <p:pic>
        <p:nvPicPr>
          <p:cNvPr id="967" name="New picture"/>
          <p:cNvPicPr/>
          <p:nvPr/>
        </p:nvPicPr>
        <p:blipFill>
          <a:blip r:embed="rId577"/>
          <a:srcRect/>
          <a:stretch>
            <a:fillRect/>
          </a:stretch>
        </p:blipFill>
        <p:spPr>
          <a:xfrm>
            <a:off x="4415599" y="4126040"/>
            <a:ext cx="122206" cy="79343"/>
          </a:xfrm>
          <a:prstGeom prst="rect"/>
          <a:ln w="0">
            <a:noFill/>
          </a:ln>
        </p:spPr>
      </p:pic>
      <p:pic>
        <p:nvPicPr>
          <p:cNvPr id="968" name="New picture"/>
          <p:cNvPicPr/>
          <p:nvPr/>
        </p:nvPicPr>
        <p:blipFill>
          <a:blip r:embed="rId578"/>
          <a:srcRect/>
          <a:stretch>
            <a:fillRect/>
          </a:stretch>
        </p:blipFill>
        <p:spPr>
          <a:xfrm>
            <a:off x="4554569" y="4125944"/>
            <a:ext cx="65627" cy="82391"/>
          </a:xfrm>
          <a:prstGeom prst="rect"/>
          <a:ln w="0">
            <a:noFill/>
          </a:ln>
        </p:spPr>
      </p:pic>
      <p:sp>
        <p:nvSpPr>
          <p:cNvPr id="969" name="New shape"/>
          <p:cNvSpPr/>
          <p:nvPr/>
        </p:nvSpPr>
        <p:spPr>
          <a:xfrm>
            <a:off x="4568285" y="416709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0" name="New picture"/>
          <p:cNvPicPr/>
          <p:nvPr/>
        </p:nvPicPr>
        <p:blipFill>
          <a:blip r:embed="rId579"/>
          <a:srcRect/>
          <a:stretch>
            <a:fillRect/>
          </a:stretch>
        </p:blipFill>
        <p:spPr>
          <a:xfrm>
            <a:off x="4638484" y="4125944"/>
            <a:ext cx="64103" cy="82486"/>
          </a:xfrm>
          <a:prstGeom prst="rect"/>
          <a:ln w="0">
            <a:noFill/>
          </a:ln>
        </p:spPr>
      </p:pic>
      <p:pic>
        <p:nvPicPr>
          <p:cNvPr id="971" name="New picture"/>
          <p:cNvPicPr/>
          <p:nvPr/>
        </p:nvPicPr>
        <p:blipFill>
          <a:blip r:embed="rId580"/>
          <a:srcRect/>
          <a:stretch>
            <a:fillRect/>
          </a:stretch>
        </p:blipFill>
        <p:spPr>
          <a:xfrm>
            <a:off x="4720972" y="4096989"/>
            <a:ext cx="68675" cy="108395"/>
          </a:xfrm>
          <a:prstGeom prst="rect"/>
          <a:ln w="0">
            <a:noFill/>
          </a:ln>
        </p:spPr>
      </p:pic>
      <p:sp>
        <p:nvSpPr>
          <p:cNvPr id="972" name="New shape"/>
          <p:cNvSpPr/>
          <p:nvPr/>
        </p:nvSpPr>
        <p:spPr>
          <a:xfrm>
            <a:off x="4815649" y="4127373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3" name="New picture"/>
          <p:cNvPicPr/>
          <p:nvPr/>
        </p:nvPicPr>
        <p:blipFill>
          <a:blip r:embed="rId581"/>
          <a:srcRect/>
          <a:stretch>
            <a:fillRect/>
          </a:stretch>
        </p:blipFill>
        <p:spPr>
          <a:xfrm>
            <a:off x="4814126" y="4093845"/>
            <a:ext cx="16764" cy="15240"/>
          </a:xfrm>
          <a:prstGeom prst="rect"/>
          <a:ln w="0">
            <a:noFill/>
          </a:ln>
        </p:spPr>
      </p:pic>
      <p:pic>
        <p:nvPicPr>
          <p:cNvPr id="974" name="New picture"/>
          <p:cNvPicPr/>
          <p:nvPr/>
        </p:nvPicPr>
        <p:blipFill>
          <a:blip r:embed="rId582"/>
          <a:srcRect/>
          <a:stretch>
            <a:fillRect/>
          </a:stretch>
        </p:blipFill>
        <p:spPr>
          <a:xfrm>
            <a:off x="4853845" y="4126040"/>
            <a:ext cx="70295" cy="79343"/>
          </a:xfrm>
          <a:prstGeom prst="rect"/>
          <a:ln w="0">
            <a:noFill/>
          </a:ln>
        </p:spPr>
      </p:pic>
      <p:pic>
        <p:nvPicPr>
          <p:cNvPr id="975" name="New picture"/>
          <p:cNvPicPr/>
          <p:nvPr/>
        </p:nvPicPr>
        <p:blipFill>
          <a:blip r:embed="rId583"/>
          <a:srcRect/>
          <a:stretch>
            <a:fillRect/>
          </a:stretch>
        </p:blipFill>
        <p:spPr>
          <a:xfrm>
            <a:off x="4943856" y="4125944"/>
            <a:ext cx="70295" cy="82391"/>
          </a:xfrm>
          <a:prstGeom prst="rect"/>
          <a:ln w="0">
            <a:noFill/>
          </a:ln>
        </p:spPr>
      </p:pic>
      <p:sp>
        <p:nvSpPr>
          <p:cNvPr id="976" name="New shape"/>
          <p:cNvSpPr/>
          <p:nvPr/>
        </p:nvSpPr>
        <p:spPr>
          <a:xfrm>
            <a:off x="4956048" y="41350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77" name="New shape"/>
          <p:cNvSpPr/>
          <p:nvPr/>
        </p:nvSpPr>
        <p:spPr>
          <a:xfrm>
            <a:off x="5074920" y="40965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8" name="New picture"/>
          <p:cNvPicPr/>
          <p:nvPr/>
        </p:nvPicPr>
        <p:blipFill>
          <a:blip r:embed="rId584"/>
          <a:srcRect/>
          <a:stretch>
            <a:fillRect/>
          </a:stretch>
        </p:blipFill>
        <p:spPr>
          <a:xfrm>
            <a:off x="5108829" y="4126039"/>
            <a:ext cx="71818" cy="82391"/>
          </a:xfrm>
          <a:prstGeom prst="rect"/>
          <a:ln w="0">
            <a:noFill/>
          </a:ln>
        </p:spPr>
      </p:pic>
      <p:sp>
        <p:nvSpPr>
          <p:cNvPr id="979" name="New shape"/>
          <p:cNvSpPr/>
          <p:nvPr/>
        </p:nvSpPr>
        <p:spPr>
          <a:xfrm>
            <a:off x="5122640" y="413518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0" name="New picture"/>
          <p:cNvPicPr/>
          <p:nvPr/>
        </p:nvPicPr>
        <p:blipFill>
          <a:blip r:embed="rId585"/>
          <a:srcRect/>
          <a:stretch>
            <a:fillRect/>
          </a:stretch>
        </p:blipFill>
        <p:spPr>
          <a:xfrm>
            <a:off x="5194364" y="4125944"/>
            <a:ext cx="65627" cy="82391"/>
          </a:xfrm>
          <a:prstGeom prst="rect"/>
          <a:ln w="0">
            <a:noFill/>
          </a:ln>
        </p:spPr>
      </p:pic>
      <p:sp>
        <p:nvSpPr>
          <p:cNvPr id="981" name="New shape"/>
          <p:cNvSpPr/>
          <p:nvPr/>
        </p:nvSpPr>
        <p:spPr>
          <a:xfrm>
            <a:off x="5208079" y="416709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2" name="New picture"/>
          <p:cNvPicPr/>
          <p:nvPr/>
        </p:nvPicPr>
        <p:blipFill>
          <a:blip r:embed="rId586"/>
          <a:srcRect/>
          <a:stretch>
            <a:fillRect/>
          </a:stretch>
        </p:blipFill>
        <p:spPr>
          <a:xfrm>
            <a:off x="5282850" y="4126040"/>
            <a:ext cx="42767" cy="79343"/>
          </a:xfrm>
          <a:prstGeom prst="rect"/>
          <a:ln w="0">
            <a:noFill/>
          </a:ln>
        </p:spPr>
      </p:pic>
      <p:pic>
        <p:nvPicPr>
          <p:cNvPr id="983" name="New picture"/>
          <p:cNvPicPr/>
          <p:nvPr/>
        </p:nvPicPr>
        <p:blipFill>
          <a:blip r:embed="rId587"/>
          <a:srcRect/>
          <a:stretch>
            <a:fillRect/>
          </a:stretch>
        </p:blipFill>
        <p:spPr>
          <a:xfrm>
            <a:off x="5339429" y="4125944"/>
            <a:ext cx="68675" cy="79439"/>
          </a:xfrm>
          <a:prstGeom prst="rect"/>
          <a:ln w="0">
            <a:noFill/>
          </a:ln>
        </p:spPr>
      </p:pic>
      <p:sp>
        <p:nvSpPr>
          <p:cNvPr id="984" name="New shape"/>
          <p:cNvSpPr/>
          <p:nvPr/>
        </p:nvSpPr>
        <p:spPr>
          <a:xfrm>
            <a:off x="5434109" y="412746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5" name="New picture"/>
          <p:cNvPicPr/>
          <p:nvPr/>
        </p:nvPicPr>
        <p:blipFill>
          <a:blip r:embed="rId588"/>
          <a:srcRect/>
          <a:stretch>
            <a:fillRect/>
          </a:stretch>
        </p:blipFill>
        <p:spPr>
          <a:xfrm>
            <a:off x="5432584" y="4093941"/>
            <a:ext cx="16764" cy="15240"/>
          </a:xfrm>
          <a:prstGeom prst="rect"/>
          <a:ln w="0">
            <a:noFill/>
          </a:ln>
        </p:spPr>
      </p:pic>
      <p:pic>
        <p:nvPicPr>
          <p:cNvPr id="986" name="New picture"/>
          <p:cNvPicPr/>
          <p:nvPr/>
        </p:nvPicPr>
        <p:blipFill>
          <a:blip r:embed="rId589"/>
          <a:srcRect/>
          <a:stretch>
            <a:fillRect/>
          </a:stretch>
        </p:blipFill>
        <p:spPr>
          <a:xfrm>
            <a:off x="5472303" y="4126040"/>
            <a:ext cx="70295" cy="79343"/>
          </a:xfrm>
          <a:prstGeom prst="rect"/>
          <a:ln w="0">
            <a:noFill/>
          </a:ln>
        </p:spPr>
      </p:pic>
      <p:pic>
        <p:nvPicPr>
          <p:cNvPr id="987" name="New picture"/>
          <p:cNvPicPr/>
          <p:nvPr/>
        </p:nvPicPr>
        <p:blipFill>
          <a:blip r:embed="rId590"/>
          <a:srcRect/>
          <a:stretch>
            <a:fillRect/>
          </a:stretch>
        </p:blipFill>
        <p:spPr>
          <a:xfrm>
            <a:off x="5557838" y="4126039"/>
            <a:ext cx="77915" cy="118967"/>
          </a:xfrm>
          <a:prstGeom prst="rect"/>
          <a:ln w="0">
            <a:noFill/>
          </a:ln>
        </p:spPr>
      </p:pic>
      <p:sp>
        <p:nvSpPr>
          <p:cNvPr id="988" name="New shape"/>
          <p:cNvSpPr/>
          <p:nvPr/>
        </p:nvSpPr>
        <p:spPr>
          <a:xfrm>
            <a:off x="5574602" y="4135183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9" name="New shape"/>
          <p:cNvSpPr/>
          <p:nvPr/>
        </p:nvSpPr>
        <p:spPr>
          <a:xfrm>
            <a:off x="5570029" y="4205382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0" name="New picture"/>
          <p:cNvPicPr/>
          <p:nvPr/>
        </p:nvPicPr>
        <p:blipFill>
          <a:blip r:embed="rId591"/>
          <a:srcRect/>
          <a:stretch>
            <a:fillRect/>
          </a:stretch>
        </p:blipFill>
        <p:spPr>
          <a:xfrm>
            <a:off x="5686140" y="4126039"/>
            <a:ext cx="71723" cy="82391"/>
          </a:xfrm>
          <a:prstGeom prst="rect"/>
          <a:ln w="0">
            <a:noFill/>
          </a:ln>
        </p:spPr>
      </p:pic>
      <p:sp>
        <p:nvSpPr>
          <p:cNvPr id="991" name="New shape"/>
          <p:cNvSpPr/>
          <p:nvPr/>
        </p:nvSpPr>
        <p:spPr>
          <a:xfrm>
            <a:off x="5699855" y="413518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2" name="New picture"/>
          <p:cNvPicPr/>
          <p:nvPr/>
        </p:nvPicPr>
        <p:blipFill>
          <a:blip r:embed="rId592"/>
          <a:srcRect/>
          <a:stretch>
            <a:fillRect/>
          </a:stretch>
        </p:blipFill>
        <p:spPr>
          <a:xfrm>
            <a:off x="5767101" y="4104513"/>
            <a:ext cx="47339" cy="103822"/>
          </a:xfrm>
          <a:prstGeom prst="rect"/>
          <a:ln w="0">
            <a:noFill/>
          </a:ln>
        </p:spPr>
      </p:pic>
      <p:pic>
        <p:nvPicPr>
          <p:cNvPr id="993" name="New picture"/>
          <p:cNvPicPr/>
          <p:nvPr/>
        </p:nvPicPr>
        <p:blipFill>
          <a:blip r:embed="rId593"/>
          <a:srcRect/>
          <a:stretch>
            <a:fillRect/>
          </a:stretch>
        </p:blipFill>
        <p:spPr>
          <a:xfrm>
            <a:off x="5861685" y="4125944"/>
            <a:ext cx="58007" cy="82391"/>
          </a:xfrm>
          <a:prstGeom prst="rect"/>
          <a:ln w="0">
            <a:noFill/>
          </a:ln>
        </p:spPr>
      </p:pic>
      <p:pic>
        <p:nvPicPr>
          <p:cNvPr id="994" name="New picture"/>
          <p:cNvPicPr/>
          <p:nvPr/>
        </p:nvPicPr>
        <p:blipFill>
          <a:blip r:embed="rId594"/>
          <a:srcRect/>
          <a:stretch>
            <a:fillRect/>
          </a:stretch>
        </p:blipFill>
        <p:spPr>
          <a:xfrm>
            <a:off x="5938076" y="4127468"/>
            <a:ext cx="70199" cy="80962"/>
          </a:xfrm>
          <a:prstGeom prst="rect"/>
          <a:ln w="0">
            <a:noFill/>
          </a:ln>
        </p:spPr>
      </p:pic>
      <p:pic>
        <p:nvPicPr>
          <p:cNvPr id="995" name="New picture"/>
          <p:cNvPicPr/>
          <p:nvPr/>
        </p:nvPicPr>
        <p:blipFill>
          <a:blip r:embed="rId595"/>
          <a:srcRect/>
          <a:stretch>
            <a:fillRect/>
          </a:stretch>
        </p:blipFill>
        <p:spPr>
          <a:xfrm>
            <a:off x="6032754" y="4126040"/>
            <a:ext cx="42672" cy="79343"/>
          </a:xfrm>
          <a:prstGeom prst="rect"/>
          <a:ln w="0">
            <a:noFill/>
          </a:ln>
        </p:spPr>
      </p:pic>
      <p:sp>
        <p:nvSpPr>
          <p:cNvPr id="996" name="New shape"/>
          <p:cNvSpPr/>
          <p:nvPr/>
        </p:nvSpPr>
        <p:spPr>
          <a:xfrm>
            <a:off x="6129528" y="4096512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7" name="New picture"/>
          <p:cNvPicPr/>
          <p:nvPr/>
        </p:nvPicPr>
        <p:blipFill>
          <a:blip r:embed="rId596"/>
          <a:srcRect/>
          <a:stretch>
            <a:fillRect/>
          </a:stretch>
        </p:blipFill>
        <p:spPr>
          <a:xfrm>
            <a:off x="6160960" y="4125944"/>
            <a:ext cx="67247" cy="82486"/>
          </a:xfrm>
          <a:prstGeom prst="rect"/>
          <a:ln w="0">
            <a:noFill/>
          </a:ln>
        </p:spPr>
      </p:pic>
      <p:sp>
        <p:nvSpPr>
          <p:cNvPr id="998" name="New shape"/>
          <p:cNvSpPr/>
          <p:nvPr/>
        </p:nvSpPr>
        <p:spPr>
          <a:xfrm>
            <a:off x="6174676" y="4167188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9" name="New picture"/>
          <p:cNvPicPr/>
          <p:nvPr/>
        </p:nvPicPr>
        <p:blipFill>
          <a:blip r:embed="rId597"/>
          <a:srcRect/>
          <a:stretch>
            <a:fillRect/>
          </a:stretch>
        </p:blipFill>
        <p:spPr>
          <a:xfrm>
            <a:off x="6290787" y="4125944"/>
            <a:ext cx="120682" cy="79343"/>
          </a:xfrm>
          <a:prstGeom prst="rect"/>
          <a:ln w="0">
            <a:noFill/>
          </a:ln>
        </p:spPr>
      </p:pic>
      <p:pic>
        <p:nvPicPr>
          <p:cNvPr id="1000" name="New picture"/>
          <p:cNvPicPr/>
          <p:nvPr/>
        </p:nvPicPr>
        <p:blipFill>
          <a:blip r:embed="rId598"/>
          <a:srcRect/>
          <a:stretch>
            <a:fillRect/>
          </a:stretch>
        </p:blipFill>
        <p:spPr>
          <a:xfrm>
            <a:off x="6428232" y="4125944"/>
            <a:ext cx="65627" cy="82486"/>
          </a:xfrm>
          <a:prstGeom prst="rect"/>
          <a:ln w="0">
            <a:noFill/>
          </a:ln>
        </p:spPr>
      </p:pic>
      <p:sp>
        <p:nvSpPr>
          <p:cNvPr id="1001" name="New shape"/>
          <p:cNvSpPr/>
          <p:nvPr/>
        </p:nvSpPr>
        <p:spPr>
          <a:xfrm>
            <a:off x="6441948" y="4167188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2" name="New picture"/>
          <p:cNvPicPr/>
          <p:nvPr/>
        </p:nvPicPr>
        <p:blipFill>
          <a:blip r:embed="rId599"/>
          <a:srcRect/>
          <a:stretch>
            <a:fillRect/>
          </a:stretch>
        </p:blipFill>
        <p:spPr>
          <a:xfrm>
            <a:off x="6516720" y="4126040"/>
            <a:ext cx="70294" cy="79343"/>
          </a:xfrm>
          <a:prstGeom prst="rect"/>
          <a:ln w="0">
            <a:noFill/>
          </a:ln>
        </p:spPr>
      </p:pic>
      <p:sp>
        <p:nvSpPr>
          <p:cNvPr id="1003" name="New shape"/>
          <p:cNvSpPr/>
          <p:nvPr/>
        </p:nvSpPr>
        <p:spPr>
          <a:xfrm>
            <a:off x="6613017" y="412746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4" name="New picture"/>
          <p:cNvPicPr/>
          <p:nvPr/>
        </p:nvPicPr>
        <p:blipFill>
          <a:blip r:embed="rId600"/>
          <a:srcRect/>
          <a:stretch>
            <a:fillRect/>
          </a:stretch>
        </p:blipFill>
        <p:spPr>
          <a:xfrm>
            <a:off x="6609969" y="4093845"/>
            <a:ext cx="18288" cy="15335"/>
          </a:xfrm>
          <a:prstGeom prst="rect"/>
          <a:ln w="0">
            <a:noFill/>
          </a:ln>
        </p:spPr>
      </p:pic>
      <p:pic>
        <p:nvPicPr>
          <p:cNvPr id="1005" name="New picture"/>
          <p:cNvPicPr/>
          <p:nvPr/>
        </p:nvPicPr>
        <p:blipFill>
          <a:blip r:embed="rId601"/>
          <a:srcRect/>
          <a:stretch>
            <a:fillRect/>
          </a:stretch>
        </p:blipFill>
        <p:spPr>
          <a:xfrm>
            <a:off x="6646545" y="4125944"/>
            <a:ext cx="71818" cy="82487"/>
          </a:xfrm>
          <a:prstGeom prst="rect"/>
          <a:ln w="0">
            <a:noFill/>
          </a:ln>
        </p:spPr>
      </p:pic>
      <p:sp>
        <p:nvSpPr>
          <p:cNvPr id="1006" name="New shape"/>
          <p:cNvSpPr/>
          <p:nvPr/>
        </p:nvSpPr>
        <p:spPr>
          <a:xfrm>
            <a:off x="6658832" y="4135088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07" name="New shape"/>
          <p:cNvSpPr/>
          <p:nvPr/>
        </p:nvSpPr>
        <p:spPr>
          <a:xfrm>
            <a:off x="6666452" y="4090892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8" name="New picture"/>
          <p:cNvPicPr/>
          <p:nvPr/>
        </p:nvPicPr>
        <p:blipFill>
          <a:blip r:embed="rId602"/>
          <a:srcRect/>
          <a:stretch>
            <a:fillRect/>
          </a:stretch>
        </p:blipFill>
        <p:spPr>
          <a:xfrm>
            <a:off x="6736652" y="4126040"/>
            <a:ext cx="42767" cy="79343"/>
          </a:xfrm>
          <a:prstGeom prst="rect"/>
          <a:ln w="0">
            <a:noFill/>
          </a:ln>
        </p:spPr>
      </p:pic>
      <p:pic>
        <p:nvPicPr>
          <p:cNvPr id="1009" name="New picture"/>
          <p:cNvPicPr/>
          <p:nvPr/>
        </p:nvPicPr>
        <p:blipFill>
          <a:blip r:embed="rId603"/>
          <a:srcRect/>
          <a:stretch>
            <a:fillRect/>
          </a:stretch>
        </p:blipFill>
        <p:spPr>
          <a:xfrm>
            <a:off x="6785515" y="4126039"/>
            <a:ext cx="71819" cy="82391"/>
          </a:xfrm>
          <a:prstGeom prst="rect"/>
          <a:ln w="0">
            <a:noFill/>
          </a:ln>
        </p:spPr>
      </p:pic>
      <p:sp>
        <p:nvSpPr>
          <p:cNvPr id="1010" name="New shape"/>
          <p:cNvSpPr/>
          <p:nvPr/>
        </p:nvSpPr>
        <p:spPr>
          <a:xfrm>
            <a:off x="6799326" y="4135183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1" name="New picture"/>
          <p:cNvPicPr/>
          <p:nvPr/>
        </p:nvPicPr>
        <p:blipFill>
          <a:blip r:embed="rId604"/>
          <a:srcRect/>
          <a:stretch>
            <a:fillRect/>
          </a:stretch>
        </p:blipFill>
        <p:spPr>
          <a:xfrm>
            <a:off x="677418" y="4325874"/>
            <a:ext cx="76390" cy="111442"/>
          </a:xfrm>
          <a:prstGeom prst="rect"/>
          <a:ln w="0">
            <a:noFill/>
          </a:ln>
        </p:spPr>
      </p:pic>
      <p:sp>
        <p:nvSpPr>
          <p:cNvPr id="1012" name="New shape"/>
          <p:cNvSpPr/>
          <p:nvPr/>
        </p:nvSpPr>
        <p:spPr>
          <a:xfrm>
            <a:off x="691134" y="4365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3" name="New picture"/>
          <p:cNvPicPr/>
          <p:nvPr/>
        </p:nvPicPr>
        <p:blipFill>
          <a:blip r:embed="rId605"/>
          <a:srcRect/>
          <a:stretch>
            <a:fillRect/>
          </a:stretch>
        </p:blipFill>
        <p:spPr>
          <a:xfrm>
            <a:off x="773620" y="4354830"/>
            <a:ext cx="70294" cy="82391"/>
          </a:xfrm>
          <a:prstGeom prst="rect"/>
          <a:ln w="0">
            <a:noFill/>
          </a:ln>
        </p:spPr>
      </p:pic>
      <p:sp>
        <p:nvSpPr>
          <p:cNvPr id="1014" name="New shape"/>
          <p:cNvSpPr/>
          <p:nvPr/>
        </p:nvSpPr>
        <p:spPr>
          <a:xfrm>
            <a:off x="785812" y="436397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5" name="New picture"/>
          <p:cNvPicPr/>
          <p:nvPr/>
        </p:nvPicPr>
        <p:blipFill>
          <a:blip r:embed="rId606"/>
          <a:srcRect/>
          <a:stretch>
            <a:fillRect/>
          </a:stretch>
        </p:blipFill>
        <p:spPr>
          <a:xfrm>
            <a:off x="898874" y="4354925"/>
            <a:ext cx="64103" cy="82391"/>
          </a:xfrm>
          <a:prstGeom prst="rect"/>
          <a:ln w="0">
            <a:noFill/>
          </a:ln>
        </p:spPr>
      </p:pic>
      <p:pic>
        <p:nvPicPr>
          <p:cNvPr id="1016" name="New picture"/>
          <p:cNvPicPr/>
          <p:nvPr/>
        </p:nvPicPr>
        <p:blipFill>
          <a:blip r:embed="rId607"/>
          <a:srcRect/>
          <a:stretch>
            <a:fillRect/>
          </a:stretch>
        </p:blipFill>
        <p:spPr>
          <a:xfrm>
            <a:off x="973645" y="4354830"/>
            <a:ext cx="77915" cy="82391"/>
          </a:xfrm>
          <a:prstGeom prst="rect"/>
          <a:ln w="0">
            <a:noFill/>
          </a:ln>
        </p:spPr>
      </p:pic>
      <p:sp>
        <p:nvSpPr>
          <p:cNvPr id="1017" name="New shape"/>
          <p:cNvSpPr/>
          <p:nvPr/>
        </p:nvSpPr>
        <p:spPr>
          <a:xfrm>
            <a:off x="987457" y="436549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18" name="New shape"/>
          <p:cNvSpPr/>
          <p:nvPr/>
        </p:nvSpPr>
        <p:spPr>
          <a:xfrm>
            <a:off x="1072896" y="43266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19" name="New shape"/>
          <p:cNvSpPr/>
          <p:nvPr/>
        </p:nvSpPr>
        <p:spPr>
          <a:xfrm>
            <a:off x="1112520" y="43266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0" name="New picture"/>
          <p:cNvPicPr/>
          <p:nvPr/>
        </p:nvPicPr>
        <p:blipFill>
          <a:blip r:embed="rId608"/>
          <a:srcRect/>
          <a:stretch>
            <a:fillRect/>
          </a:stretch>
        </p:blipFill>
        <p:spPr>
          <a:xfrm>
            <a:off x="1146239" y="4354830"/>
            <a:ext cx="71723" cy="82391"/>
          </a:xfrm>
          <a:prstGeom prst="rect"/>
          <a:ln w="0">
            <a:noFill/>
          </a:ln>
        </p:spPr>
      </p:pic>
      <p:sp>
        <p:nvSpPr>
          <p:cNvPr id="1021" name="New shape"/>
          <p:cNvSpPr/>
          <p:nvPr/>
        </p:nvSpPr>
        <p:spPr>
          <a:xfrm>
            <a:off x="1158431" y="436397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2" name="New picture"/>
          <p:cNvPicPr/>
          <p:nvPr/>
        </p:nvPicPr>
        <p:blipFill>
          <a:blip r:embed="rId609"/>
          <a:srcRect/>
          <a:stretch>
            <a:fillRect/>
          </a:stretch>
        </p:blipFill>
        <p:spPr>
          <a:xfrm>
            <a:off x="1233202" y="4354925"/>
            <a:ext cx="64199" cy="82486"/>
          </a:xfrm>
          <a:prstGeom prst="rect"/>
          <a:ln w="0">
            <a:noFill/>
          </a:ln>
        </p:spPr>
      </p:pic>
      <p:pic>
        <p:nvPicPr>
          <p:cNvPr id="1023" name="New picture"/>
          <p:cNvPicPr/>
          <p:nvPr/>
        </p:nvPicPr>
        <p:blipFill>
          <a:blip r:embed="rId610"/>
          <a:srcRect/>
          <a:stretch>
            <a:fillRect/>
          </a:stretch>
        </p:blipFill>
        <p:spPr>
          <a:xfrm>
            <a:off x="1306544" y="4333589"/>
            <a:ext cx="48863" cy="103822"/>
          </a:xfrm>
          <a:prstGeom prst="rect"/>
          <a:ln w="0">
            <a:noFill/>
          </a:ln>
        </p:spPr>
      </p:pic>
      <p:pic>
        <p:nvPicPr>
          <p:cNvPr id="1024" name="New picture"/>
          <p:cNvPicPr/>
          <p:nvPr/>
        </p:nvPicPr>
        <p:blipFill>
          <a:blip r:embed="rId611"/>
          <a:srcRect/>
          <a:stretch>
            <a:fillRect/>
          </a:stretch>
        </p:blipFill>
        <p:spPr>
          <a:xfrm>
            <a:off x="1366076" y="4354925"/>
            <a:ext cx="70295" cy="82391"/>
          </a:xfrm>
          <a:prstGeom prst="rect"/>
          <a:ln w="0">
            <a:noFill/>
          </a:ln>
        </p:spPr>
      </p:pic>
      <p:sp>
        <p:nvSpPr>
          <p:cNvPr id="1025" name="New shape"/>
          <p:cNvSpPr/>
          <p:nvPr/>
        </p:nvSpPr>
        <p:spPr>
          <a:xfrm>
            <a:off x="1378268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6" name="New picture"/>
          <p:cNvPicPr/>
          <p:nvPr/>
        </p:nvPicPr>
        <p:blipFill>
          <a:blip r:embed="rId612"/>
          <a:srcRect/>
          <a:stretch>
            <a:fillRect/>
          </a:stretch>
        </p:blipFill>
        <p:spPr>
          <a:xfrm>
            <a:off x="1456182" y="4354925"/>
            <a:ext cx="42767" cy="79343"/>
          </a:xfrm>
          <a:prstGeom prst="rect"/>
          <a:ln w="0">
            <a:noFill/>
          </a:ln>
        </p:spPr>
      </p:pic>
      <p:sp>
        <p:nvSpPr>
          <p:cNvPr id="1027" name="New shape"/>
          <p:cNvSpPr/>
          <p:nvPr/>
        </p:nvSpPr>
        <p:spPr>
          <a:xfrm>
            <a:off x="1552956" y="43266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8" name="New picture"/>
          <p:cNvPicPr/>
          <p:nvPr/>
        </p:nvPicPr>
        <p:blipFill>
          <a:blip r:embed="rId613"/>
          <a:srcRect/>
          <a:stretch>
            <a:fillRect/>
          </a:stretch>
        </p:blipFill>
        <p:spPr>
          <a:xfrm>
            <a:off x="1586008" y="4354925"/>
            <a:ext cx="71818" cy="82391"/>
          </a:xfrm>
          <a:prstGeom prst="rect"/>
          <a:ln w="0">
            <a:noFill/>
          </a:ln>
        </p:spPr>
      </p:pic>
      <p:sp>
        <p:nvSpPr>
          <p:cNvPr id="1029" name="New shape"/>
          <p:cNvSpPr/>
          <p:nvPr/>
        </p:nvSpPr>
        <p:spPr>
          <a:xfrm>
            <a:off x="1599724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0" name="New picture"/>
          <p:cNvPicPr/>
          <p:nvPr/>
        </p:nvPicPr>
        <p:blipFill>
          <a:blip r:embed="rId614"/>
          <a:srcRect/>
          <a:stretch>
            <a:fillRect/>
          </a:stretch>
        </p:blipFill>
        <p:spPr>
          <a:xfrm>
            <a:off x="1669923" y="4354925"/>
            <a:ext cx="56579" cy="82391"/>
          </a:xfrm>
          <a:prstGeom prst="rect"/>
          <a:ln w="0">
            <a:noFill/>
          </a:ln>
        </p:spPr>
      </p:pic>
      <p:pic>
        <p:nvPicPr>
          <p:cNvPr id="1031" name="New picture"/>
          <p:cNvPicPr/>
          <p:nvPr/>
        </p:nvPicPr>
        <p:blipFill>
          <a:blip r:embed="rId615"/>
          <a:srcRect/>
          <a:stretch>
            <a:fillRect/>
          </a:stretch>
        </p:blipFill>
        <p:spPr>
          <a:xfrm>
            <a:off x="1779937" y="4325874"/>
            <a:ext cx="76390" cy="111442"/>
          </a:xfrm>
          <a:prstGeom prst="rect"/>
          <a:ln w="0">
            <a:noFill/>
          </a:ln>
        </p:spPr>
      </p:pic>
      <p:sp>
        <p:nvSpPr>
          <p:cNvPr id="1032" name="New shape"/>
          <p:cNvSpPr/>
          <p:nvPr/>
        </p:nvSpPr>
        <p:spPr>
          <a:xfrm>
            <a:off x="1793653" y="4365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3" name="New picture"/>
          <p:cNvPicPr/>
          <p:nvPr/>
        </p:nvPicPr>
        <p:blipFill>
          <a:blip r:embed="rId616"/>
          <a:srcRect/>
          <a:stretch>
            <a:fillRect/>
          </a:stretch>
        </p:blipFill>
        <p:spPr>
          <a:xfrm>
            <a:off x="1874615" y="4354925"/>
            <a:ext cx="79439" cy="82391"/>
          </a:xfrm>
          <a:prstGeom prst="rect"/>
          <a:ln w="0">
            <a:noFill/>
          </a:ln>
        </p:spPr>
      </p:pic>
      <p:sp>
        <p:nvSpPr>
          <p:cNvPr id="1034" name="New shape"/>
          <p:cNvSpPr/>
          <p:nvPr/>
        </p:nvSpPr>
        <p:spPr>
          <a:xfrm>
            <a:off x="1888331" y="436559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5" name="New picture"/>
          <p:cNvPicPr/>
          <p:nvPr/>
        </p:nvPicPr>
        <p:blipFill>
          <a:blip r:embed="rId617"/>
          <a:srcRect/>
          <a:stretch>
            <a:fillRect/>
          </a:stretch>
        </p:blipFill>
        <p:spPr>
          <a:xfrm>
            <a:off x="1973866" y="4354925"/>
            <a:ext cx="68675" cy="79343"/>
          </a:xfrm>
          <a:prstGeom prst="rect"/>
          <a:ln w="0">
            <a:noFill/>
          </a:ln>
        </p:spPr>
      </p:pic>
      <p:pic>
        <p:nvPicPr>
          <p:cNvPr id="1036" name="New picture"/>
          <p:cNvPicPr/>
          <p:nvPr/>
        </p:nvPicPr>
        <p:blipFill>
          <a:blip r:embed="rId618"/>
          <a:srcRect/>
          <a:stretch>
            <a:fillRect/>
          </a:stretch>
        </p:blipFill>
        <p:spPr>
          <a:xfrm>
            <a:off x="2067020" y="4354925"/>
            <a:ext cx="70294" cy="79343"/>
          </a:xfrm>
          <a:prstGeom prst="rect"/>
          <a:ln w="0">
            <a:noFill/>
          </a:ln>
        </p:spPr>
      </p:pic>
      <p:pic>
        <p:nvPicPr>
          <p:cNvPr id="1037" name="New picture"/>
          <p:cNvPicPr/>
          <p:nvPr/>
        </p:nvPicPr>
        <p:blipFill>
          <a:blip r:embed="rId619"/>
          <a:srcRect/>
          <a:stretch>
            <a:fillRect/>
          </a:stretch>
        </p:blipFill>
        <p:spPr>
          <a:xfrm>
            <a:off x="2157127" y="4354925"/>
            <a:ext cx="70199" cy="82391"/>
          </a:xfrm>
          <a:prstGeom prst="rect"/>
          <a:ln w="0">
            <a:noFill/>
          </a:ln>
        </p:spPr>
      </p:pic>
      <p:sp>
        <p:nvSpPr>
          <p:cNvPr id="1038" name="New shape"/>
          <p:cNvSpPr/>
          <p:nvPr/>
        </p:nvSpPr>
        <p:spPr>
          <a:xfrm>
            <a:off x="2169319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39" name="New shape"/>
          <p:cNvSpPr/>
          <p:nvPr/>
        </p:nvSpPr>
        <p:spPr>
          <a:xfrm>
            <a:off x="2179987" y="4319778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0" name="New picture"/>
          <p:cNvPicPr/>
          <p:nvPr/>
        </p:nvPicPr>
        <p:blipFill>
          <a:blip r:embed="rId620"/>
          <a:srcRect/>
          <a:stretch>
            <a:fillRect/>
          </a:stretch>
        </p:blipFill>
        <p:spPr>
          <a:xfrm>
            <a:off x="2242661" y="4354925"/>
            <a:ext cx="71723" cy="82391"/>
          </a:xfrm>
          <a:prstGeom prst="rect"/>
          <a:ln w="0">
            <a:noFill/>
          </a:ln>
        </p:spPr>
      </p:pic>
      <p:sp>
        <p:nvSpPr>
          <p:cNvPr id="1041" name="New shape"/>
          <p:cNvSpPr/>
          <p:nvPr/>
        </p:nvSpPr>
        <p:spPr>
          <a:xfrm>
            <a:off x="2256377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2" name="New picture"/>
          <p:cNvPicPr/>
          <p:nvPr/>
        </p:nvPicPr>
        <p:blipFill>
          <a:blip r:embed="rId621"/>
          <a:srcRect/>
          <a:stretch>
            <a:fillRect/>
          </a:stretch>
        </p:blipFill>
        <p:spPr>
          <a:xfrm>
            <a:off x="2325148" y="4354925"/>
            <a:ext cx="58007" cy="82391"/>
          </a:xfrm>
          <a:prstGeom prst="rect"/>
          <a:ln w="0">
            <a:noFill/>
          </a:ln>
        </p:spPr>
      </p:pic>
      <p:pic>
        <p:nvPicPr>
          <p:cNvPr id="1043" name="New picture"/>
          <p:cNvPicPr/>
          <p:nvPr/>
        </p:nvPicPr>
        <p:blipFill>
          <a:blip r:embed="rId622"/>
          <a:srcRect/>
          <a:stretch>
            <a:fillRect/>
          </a:stretch>
        </p:blipFill>
        <p:spPr>
          <a:xfrm>
            <a:off x="2436495" y="4325969"/>
            <a:ext cx="74867" cy="111347"/>
          </a:xfrm>
          <a:prstGeom prst="rect"/>
          <a:ln w="0">
            <a:noFill/>
          </a:ln>
        </p:spPr>
      </p:pic>
      <p:sp>
        <p:nvSpPr>
          <p:cNvPr id="1044" name="New shape"/>
          <p:cNvSpPr/>
          <p:nvPr/>
        </p:nvSpPr>
        <p:spPr>
          <a:xfrm>
            <a:off x="2450306" y="4365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5" name="New picture"/>
          <p:cNvPicPr/>
          <p:nvPr/>
        </p:nvPicPr>
        <p:blipFill>
          <a:blip r:embed="rId623"/>
          <a:srcRect/>
          <a:stretch>
            <a:fillRect/>
          </a:stretch>
        </p:blipFill>
        <p:spPr>
          <a:xfrm>
            <a:off x="2531173" y="4354925"/>
            <a:ext cx="77914" cy="82391"/>
          </a:xfrm>
          <a:prstGeom prst="rect"/>
          <a:ln w="0">
            <a:noFill/>
          </a:ln>
        </p:spPr>
      </p:pic>
      <p:sp>
        <p:nvSpPr>
          <p:cNvPr id="1046" name="New shape"/>
          <p:cNvSpPr/>
          <p:nvPr/>
        </p:nvSpPr>
        <p:spPr>
          <a:xfrm>
            <a:off x="2544985" y="436559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7" name="New picture"/>
          <p:cNvPicPr/>
          <p:nvPr/>
        </p:nvPicPr>
        <p:blipFill>
          <a:blip r:embed="rId624"/>
          <a:srcRect/>
          <a:stretch>
            <a:fillRect/>
          </a:stretch>
        </p:blipFill>
        <p:spPr>
          <a:xfrm>
            <a:off x="2628900" y="4354925"/>
            <a:ext cx="70295" cy="79343"/>
          </a:xfrm>
          <a:prstGeom prst="rect"/>
          <a:ln w="0">
            <a:noFill/>
          </a:ln>
        </p:spPr>
      </p:pic>
      <p:pic>
        <p:nvPicPr>
          <p:cNvPr id="1048" name="New picture"/>
          <p:cNvPicPr/>
          <p:nvPr/>
        </p:nvPicPr>
        <p:blipFill>
          <a:blip r:embed="rId625"/>
          <a:srcRect/>
          <a:stretch>
            <a:fillRect/>
          </a:stretch>
        </p:blipFill>
        <p:spPr>
          <a:xfrm>
            <a:off x="2713006" y="4333494"/>
            <a:ext cx="47339" cy="103822"/>
          </a:xfrm>
          <a:prstGeom prst="rect"/>
          <a:ln w="0">
            <a:noFill/>
          </a:ln>
        </p:spPr>
      </p:pic>
      <p:pic>
        <p:nvPicPr>
          <p:cNvPr id="1049" name="New picture"/>
          <p:cNvPicPr/>
          <p:nvPr/>
        </p:nvPicPr>
        <p:blipFill>
          <a:blip r:embed="rId626"/>
          <a:srcRect/>
          <a:stretch>
            <a:fillRect/>
          </a:stretch>
        </p:blipFill>
        <p:spPr>
          <a:xfrm>
            <a:off x="2806065" y="4356449"/>
            <a:ext cx="71723" cy="77819"/>
          </a:xfrm>
          <a:prstGeom prst="rect"/>
          <a:ln w="0">
            <a:noFill/>
          </a:ln>
        </p:spPr>
      </p:pic>
      <p:pic>
        <p:nvPicPr>
          <p:cNvPr id="1050" name="New picture"/>
          <p:cNvPicPr/>
          <p:nvPr/>
        </p:nvPicPr>
        <p:blipFill>
          <a:blip r:embed="rId627"/>
          <a:srcRect/>
          <a:stretch>
            <a:fillRect/>
          </a:stretch>
        </p:blipFill>
        <p:spPr>
          <a:xfrm>
            <a:off x="2885503" y="4354830"/>
            <a:ext cx="77914" cy="82486"/>
          </a:xfrm>
          <a:prstGeom prst="rect"/>
          <a:ln w="0">
            <a:noFill/>
          </a:ln>
        </p:spPr>
      </p:pic>
      <p:sp>
        <p:nvSpPr>
          <p:cNvPr id="1051" name="New shape"/>
          <p:cNvSpPr/>
          <p:nvPr/>
        </p:nvSpPr>
        <p:spPr>
          <a:xfrm>
            <a:off x="2899220" y="4365593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2" name="New picture"/>
          <p:cNvPicPr/>
          <p:nvPr/>
        </p:nvPicPr>
        <p:blipFill>
          <a:blip r:embed="rId628"/>
          <a:srcRect/>
          <a:stretch>
            <a:fillRect/>
          </a:stretch>
        </p:blipFill>
        <p:spPr>
          <a:xfrm>
            <a:off x="2984754" y="4356449"/>
            <a:ext cx="68675" cy="80867"/>
          </a:xfrm>
          <a:prstGeom prst="rect"/>
          <a:ln w="0">
            <a:noFill/>
          </a:ln>
        </p:spPr>
      </p:pic>
      <p:pic>
        <p:nvPicPr>
          <p:cNvPr id="1053" name="New picture"/>
          <p:cNvPicPr/>
          <p:nvPr/>
        </p:nvPicPr>
        <p:blipFill>
          <a:blip r:embed="rId629"/>
          <a:srcRect/>
          <a:stretch>
            <a:fillRect/>
          </a:stretch>
        </p:blipFill>
        <p:spPr>
          <a:xfrm>
            <a:off x="3067241" y="4354925"/>
            <a:ext cx="58007" cy="82486"/>
          </a:xfrm>
          <a:prstGeom prst="rect"/>
          <a:ln w="0">
            <a:noFill/>
          </a:ln>
        </p:spPr>
      </p:pic>
      <p:pic>
        <p:nvPicPr>
          <p:cNvPr id="1054" name="New picture"/>
          <p:cNvPicPr/>
          <p:nvPr/>
        </p:nvPicPr>
        <p:blipFill>
          <a:blip r:embed="rId630"/>
          <a:srcRect/>
          <a:stretch>
            <a:fillRect/>
          </a:stretch>
        </p:blipFill>
        <p:spPr>
          <a:xfrm>
            <a:off x="3177159" y="4354830"/>
            <a:ext cx="65627" cy="82391"/>
          </a:xfrm>
          <a:prstGeom prst="rect"/>
          <a:ln w="0">
            <a:noFill/>
          </a:ln>
        </p:spPr>
      </p:pic>
      <p:sp>
        <p:nvSpPr>
          <p:cNvPr id="1055" name="New shape"/>
          <p:cNvSpPr/>
          <p:nvPr/>
        </p:nvSpPr>
        <p:spPr>
          <a:xfrm>
            <a:off x="3190875" y="4395978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6" name="New picture"/>
          <p:cNvPicPr/>
          <p:nvPr/>
        </p:nvPicPr>
        <p:blipFill>
          <a:blip r:embed="rId631"/>
          <a:srcRect/>
          <a:stretch>
            <a:fillRect/>
          </a:stretch>
        </p:blipFill>
        <p:spPr>
          <a:xfrm>
            <a:off x="3250501" y="4356449"/>
            <a:ext cx="73247" cy="77819"/>
          </a:xfrm>
          <a:prstGeom prst="rect"/>
          <a:ln w="0">
            <a:noFill/>
          </a:ln>
        </p:spPr>
      </p:pic>
      <p:pic>
        <p:nvPicPr>
          <p:cNvPr id="1057" name="New picture"/>
          <p:cNvPicPr/>
          <p:nvPr/>
        </p:nvPicPr>
        <p:blipFill>
          <a:blip r:embed="rId632"/>
          <a:srcRect/>
          <a:stretch>
            <a:fillRect/>
          </a:stretch>
        </p:blipFill>
        <p:spPr>
          <a:xfrm>
            <a:off x="3331369" y="4354925"/>
            <a:ext cx="71818" cy="82391"/>
          </a:xfrm>
          <a:prstGeom prst="rect"/>
          <a:ln w="0">
            <a:noFill/>
          </a:ln>
        </p:spPr>
      </p:pic>
      <p:sp>
        <p:nvSpPr>
          <p:cNvPr id="1058" name="New shape"/>
          <p:cNvSpPr/>
          <p:nvPr/>
        </p:nvSpPr>
        <p:spPr>
          <a:xfrm>
            <a:off x="3345180" y="436406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9" name="New picture"/>
          <p:cNvPicPr/>
          <p:nvPr/>
        </p:nvPicPr>
        <p:blipFill>
          <a:blip r:embed="rId633"/>
          <a:srcRect/>
          <a:stretch>
            <a:fillRect/>
          </a:stretch>
        </p:blipFill>
        <p:spPr>
          <a:xfrm>
            <a:off x="3413855" y="4356449"/>
            <a:ext cx="59531" cy="77819"/>
          </a:xfrm>
          <a:prstGeom prst="rect"/>
          <a:ln w="0">
            <a:noFill/>
          </a:ln>
        </p:spPr>
      </p:pic>
      <p:pic>
        <p:nvPicPr>
          <p:cNvPr id="1060" name="New picture"/>
          <p:cNvPicPr/>
          <p:nvPr/>
        </p:nvPicPr>
        <p:blipFill>
          <a:blip r:embed="rId634"/>
          <a:srcRect/>
          <a:stretch>
            <a:fillRect/>
          </a:stretch>
        </p:blipFill>
        <p:spPr>
          <a:xfrm>
            <a:off x="3531394" y="4325874"/>
            <a:ext cx="73342" cy="111442"/>
          </a:xfrm>
          <a:prstGeom prst="rect"/>
          <a:ln w="0">
            <a:noFill/>
          </a:ln>
        </p:spPr>
      </p:pic>
      <p:sp>
        <p:nvSpPr>
          <p:cNvPr id="1061" name="New shape"/>
          <p:cNvSpPr/>
          <p:nvPr/>
        </p:nvSpPr>
        <p:spPr>
          <a:xfrm>
            <a:off x="3543681" y="4365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2" name="New picture"/>
          <p:cNvPicPr/>
          <p:nvPr/>
        </p:nvPicPr>
        <p:blipFill>
          <a:blip r:embed="rId635"/>
          <a:srcRect/>
          <a:stretch>
            <a:fillRect/>
          </a:stretch>
        </p:blipFill>
        <p:spPr>
          <a:xfrm>
            <a:off x="3619976" y="4354830"/>
            <a:ext cx="71818" cy="82391"/>
          </a:xfrm>
          <a:prstGeom prst="rect"/>
          <a:ln w="0">
            <a:noFill/>
          </a:ln>
        </p:spPr>
      </p:pic>
      <p:sp>
        <p:nvSpPr>
          <p:cNvPr id="1063" name="New shape"/>
          <p:cNvSpPr/>
          <p:nvPr/>
        </p:nvSpPr>
        <p:spPr>
          <a:xfrm>
            <a:off x="3633692" y="4363974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4" name="New picture"/>
          <p:cNvPicPr/>
          <p:nvPr/>
        </p:nvPicPr>
        <p:blipFill>
          <a:blip r:embed="rId636"/>
          <a:srcRect/>
          <a:stretch>
            <a:fillRect/>
          </a:stretch>
        </p:blipFill>
        <p:spPr>
          <a:xfrm>
            <a:off x="3702368" y="4354925"/>
            <a:ext cx="58102" cy="82391"/>
          </a:xfrm>
          <a:prstGeom prst="rect"/>
          <a:ln w="0">
            <a:noFill/>
          </a:ln>
        </p:spPr>
      </p:pic>
      <p:pic>
        <p:nvPicPr>
          <p:cNvPr id="1065" name="New picture"/>
          <p:cNvPicPr/>
          <p:nvPr/>
        </p:nvPicPr>
        <p:blipFill>
          <a:blip r:embed="rId637"/>
          <a:srcRect/>
          <a:stretch>
            <a:fillRect/>
          </a:stretch>
        </p:blipFill>
        <p:spPr>
          <a:xfrm>
            <a:off x="3774186" y="4354830"/>
            <a:ext cx="77915" cy="82486"/>
          </a:xfrm>
          <a:prstGeom prst="rect"/>
          <a:ln w="0">
            <a:noFill/>
          </a:ln>
        </p:spPr>
      </p:pic>
      <p:sp>
        <p:nvSpPr>
          <p:cNvPr id="1066" name="New shape"/>
          <p:cNvSpPr/>
          <p:nvPr/>
        </p:nvSpPr>
        <p:spPr>
          <a:xfrm>
            <a:off x="3787902" y="4365593"/>
            <a:ext cx="5200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67" name="New shape"/>
          <p:cNvSpPr/>
          <p:nvPr/>
        </p:nvSpPr>
        <p:spPr>
          <a:xfrm>
            <a:off x="3873532" y="435644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8" name="New picture"/>
          <p:cNvPicPr/>
          <p:nvPr/>
        </p:nvPicPr>
        <p:blipFill>
          <a:blip r:embed="rId638"/>
          <a:srcRect/>
          <a:stretch>
            <a:fillRect/>
          </a:stretch>
        </p:blipFill>
        <p:spPr>
          <a:xfrm>
            <a:off x="3872007" y="4322826"/>
            <a:ext cx="16764" cy="15335"/>
          </a:xfrm>
          <a:prstGeom prst="rect"/>
          <a:ln w="0">
            <a:noFill/>
          </a:ln>
        </p:spPr>
      </p:pic>
      <p:pic>
        <p:nvPicPr>
          <p:cNvPr id="1069" name="New picture"/>
          <p:cNvPicPr/>
          <p:nvPr/>
        </p:nvPicPr>
        <p:blipFill>
          <a:blip r:embed="rId639"/>
          <a:srcRect/>
          <a:stretch>
            <a:fillRect/>
          </a:stretch>
        </p:blipFill>
        <p:spPr>
          <a:xfrm>
            <a:off x="3911632" y="4354925"/>
            <a:ext cx="70295" cy="79343"/>
          </a:xfrm>
          <a:prstGeom prst="rect"/>
          <a:ln w="0">
            <a:noFill/>
          </a:ln>
        </p:spPr>
      </p:pic>
      <p:pic>
        <p:nvPicPr>
          <p:cNvPr id="1070" name="New picture"/>
          <p:cNvPicPr/>
          <p:nvPr/>
        </p:nvPicPr>
        <p:blipFill>
          <a:blip r:embed="rId640"/>
          <a:srcRect/>
          <a:stretch>
            <a:fillRect/>
          </a:stretch>
        </p:blipFill>
        <p:spPr>
          <a:xfrm>
            <a:off x="4039934" y="4354925"/>
            <a:ext cx="65627" cy="82391"/>
          </a:xfrm>
          <a:prstGeom prst="rect"/>
          <a:ln w="0">
            <a:noFill/>
          </a:ln>
        </p:spPr>
      </p:pic>
      <p:sp>
        <p:nvSpPr>
          <p:cNvPr id="1071" name="New shape"/>
          <p:cNvSpPr/>
          <p:nvPr/>
        </p:nvSpPr>
        <p:spPr>
          <a:xfrm>
            <a:off x="4053649" y="439607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72" name="New shape"/>
          <p:cNvSpPr/>
          <p:nvPr/>
        </p:nvSpPr>
        <p:spPr>
          <a:xfrm>
            <a:off x="4058222" y="4319777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3" name="New picture"/>
          <p:cNvPicPr/>
          <p:nvPr/>
        </p:nvPicPr>
        <p:blipFill>
          <a:blip r:embed="rId641"/>
          <a:srcRect/>
          <a:stretch>
            <a:fillRect/>
          </a:stretch>
        </p:blipFill>
        <p:spPr>
          <a:xfrm>
            <a:off x="4168140" y="4354830"/>
            <a:ext cx="76391" cy="117539"/>
          </a:xfrm>
          <a:prstGeom prst="rect"/>
          <a:ln w="0">
            <a:noFill/>
          </a:ln>
        </p:spPr>
      </p:pic>
      <p:sp>
        <p:nvSpPr>
          <p:cNvPr id="1074" name="New shape"/>
          <p:cNvSpPr/>
          <p:nvPr/>
        </p:nvSpPr>
        <p:spPr>
          <a:xfrm>
            <a:off x="4181856" y="4365498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5" name="New picture"/>
          <p:cNvPicPr/>
          <p:nvPr/>
        </p:nvPicPr>
        <p:blipFill>
          <a:blip r:embed="rId642"/>
          <a:srcRect/>
          <a:stretch>
            <a:fillRect/>
          </a:stretch>
        </p:blipFill>
        <p:spPr>
          <a:xfrm>
            <a:off x="4258342" y="4354830"/>
            <a:ext cx="65627" cy="82391"/>
          </a:xfrm>
          <a:prstGeom prst="rect"/>
          <a:ln w="0">
            <a:noFill/>
          </a:ln>
        </p:spPr>
      </p:pic>
      <p:sp>
        <p:nvSpPr>
          <p:cNvPr id="1076" name="New shape"/>
          <p:cNvSpPr/>
          <p:nvPr/>
        </p:nvSpPr>
        <p:spPr>
          <a:xfrm>
            <a:off x="4272057" y="4395978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77" name="New picture"/>
          <p:cNvPicPr/>
          <p:nvPr/>
        </p:nvPicPr>
        <p:blipFill>
          <a:blip r:embed="rId643"/>
          <a:srcRect/>
          <a:stretch>
            <a:fillRect/>
          </a:stretch>
        </p:blipFill>
        <p:spPr>
          <a:xfrm>
            <a:off x="4346734" y="4354925"/>
            <a:ext cx="42767" cy="79343"/>
          </a:xfrm>
          <a:prstGeom prst="rect"/>
          <a:ln w="0">
            <a:noFill/>
          </a:ln>
        </p:spPr>
      </p:pic>
      <p:pic>
        <p:nvPicPr>
          <p:cNvPr id="1078" name="New picture"/>
          <p:cNvPicPr/>
          <p:nvPr/>
        </p:nvPicPr>
        <p:blipFill>
          <a:blip r:embed="rId644"/>
          <a:srcRect/>
          <a:stretch>
            <a:fillRect/>
          </a:stretch>
        </p:blipFill>
        <p:spPr>
          <a:xfrm>
            <a:off x="4394168" y="4333494"/>
            <a:ext cx="47339" cy="103822"/>
          </a:xfrm>
          <a:prstGeom prst="rect"/>
          <a:ln w="0">
            <a:noFill/>
          </a:ln>
        </p:spPr>
      </p:pic>
      <p:sp>
        <p:nvSpPr>
          <p:cNvPr id="1079" name="New shape"/>
          <p:cNvSpPr/>
          <p:nvPr/>
        </p:nvSpPr>
        <p:spPr>
          <a:xfrm>
            <a:off x="4459795" y="4356354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0" name="New picture"/>
          <p:cNvPicPr/>
          <p:nvPr/>
        </p:nvPicPr>
        <p:blipFill>
          <a:blip r:embed="rId645"/>
          <a:srcRect/>
          <a:stretch>
            <a:fillRect/>
          </a:stretch>
        </p:blipFill>
        <p:spPr>
          <a:xfrm>
            <a:off x="4456747" y="4322826"/>
            <a:ext cx="16859" cy="15240"/>
          </a:xfrm>
          <a:prstGeom prst="rect"/>
          <a:ln w="0">
            <a:noFill/>
          </a:ln>
        </p:spPr>
      </p:pic>
      <p:pic>
        <p:nvPicPr>
          <p:cNvPr id="1081" name="New picture"/>
          <p:cNvPicPr/>
          <p:nvPr/>
        </p:nvPicPr>
        <p:blipFill>
          <a:blip r:embed="rId646"/>
          <a:srcRect/>
          <a:stretch>
            <a:fillRect/>
          </a:stretch>
        </p:blipFill>
        <p:spPr>
          <a:xfrm>
            <a:off x="4498086" y="4354830"/>
            <a:ext cx="42767" cy="79343"/>
          </a:xfrm>
          <a:prstGeom prst="rect"/>
          <a:ln w="0">
            <a:noFill/>
          </a:ln>
        </p:spPr>
      </p:pic>
      <p:pic>
        <p:nvPicPr>
          <p:cNvPr id="1082" name="New picture"/>
          <p:cNvPicPr/>
          <p:nvPr/>
        </p:nvPicPr>
        <p:blipFill>
          <a:blip r:embed="rId647"/>
          <a:srcRect/>
          <a:stretch>
            <a:fillRect/>
          </a:stretch>
        </p:blipFill>
        <p:spPr>
          <a:xfrm>
            <a:off x="4588097" y="4325969"/>
            <a:ext cx="76391" cy="111347"/>
          </a:xfrm>
          <a:prstGeom prst="rect"/>
          <a:ln w="0">
            <a:noFill/>
          </a:ln>
        </p:spPr>
      </p:pic>
      <p:sp>
        <p:nvSpPr>
          <p:cNvPr id="1083" name="New shape"/>
          <p:cNvSpPr/>
          <p:nvPr/>
        </p:nvSpPr>
        <p:spPr>
          <a:xfrm>
            <a:off x="4601909" y="4365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4" name="New picture"/>
          <p:cNvPicPr/>
          <p:nvPr/>
        </p:nvPicPr>
        <p:blipFill>
          <a:blip r:embed="rId648"/>
          <a:srcRect/>
          <a:stretch>
            <a:fillRect/>
          </a:stretch>
        </p:blipFill>
        <p:spPr>
          <a:xfrm>
            <a:off x="4682775" y="4354925"/>
            <a:ext cx="71818" cy="82391"/>
          </a:xfrm>
          <a:prstGeom prst="rect"/>
          <a:ln w="0">
            <a:noFill/>
          </a:ln>
        </p:spPr>
      </p:pic>
      <p:sp>
        <p:nvSpPr>
          <p:cNvPr id="1085" name="New shape"/>
          <p:cNvSpPr/>
          <p:nvPr/>
        </p:nvSpPr>
        <p:spPr>
          <a:xfrm>
            <a:off x="4696492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6" name="New picture"/>
          <p:cNvPicPr/>
          <p:nvPr/>
        </p:nvPicPr>
        <p:blipFill>
          <a:blip r:embed="rId649"/>
          <a:srcRect/>
          <a:stretch>
            <a:fillRect/>
          </a:stretch>
        </p:blipFill>
        <p:spPr>
          <a:xfrm>
            <a:off x="4803457" y="4333589"/>
            <a:ext cx="48863" cy="103822"/>
          </a:xfrm>
          <a:prstGeom prst="rect"/>
          <a:ln w="0">
            <a:noFill/>
          </a:ln>
        </p:spPr>
      </p:pic>
      <p:pic>
        <p:nvPicPr>
          <p:cNvPr id="1087" name="New picture"/>
          <p:cNvPicPr/>
          <p:nvPr/>
        </p:nvPicPr>
        <p:blipFill>
          <a:blip r:embed="rId650"/>
          <a:srcRect/>
          <a:stretch>
            <a:fillRect/>
          </a:stretch>
        </p:blipFill>
        <p:spPr>
          <a:xfrm>
            <a:off x="4861465" y="4354925"/>
            <a:ext cx="71818" cy="82391"/>
          </a:xfrm>
          <a:prstGeom prst="rect"/>
          <a:ln w="0">
            <a:noFill/>
          </a:ln>
        </p:spPr>
      </p:pic>
      <p:sp>
        <p:nvSpPr>
          <p:cNvPr id="1088" name="New shape"/>
          <p:cNvSpPr/>
          <p:nvPr/>
        </p:nvSpPr>
        <p:spPr>
          <a:xfrm>
            <a:off x="4875181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9" name="New picture"/>
          <p:cNvPicPr/>
          <p:nvPr/>
        </p:nvPicPr>
        <p:blipFill>
          <a:blip r:embed="rId651"/>
          <a:srcRect/>
          <a:stretch>
            <a:fillRect/>
          </a:stretch>
        </p:blipFill>
        <p:spPr>
          <a:xfrm>
            <a:off x="4948523" y="4354925"/>
            <a:ext cx="64198" cy="82391"/>
          </a:xfrm>
          <a:prstGeom prst="rect"/>
          <a:ln w="0">
            <a:noFill/>
          </a:ln>
        </p:spPr>
      </p:pic>
      <p:pic>
        <p:nvPicPr>
          <p:cNvPr id="1090" name="New picture"/>
          <p:cNvPicPr/>
          <p:nvPr/>
        </p:nvPicPr>
        <p:blipFill>
          <a:blip r:embed="rId652"/>
          <a:srcRect/>
          <a:stretch>
            <a:fillRect/>
          </a:stretch>
        </p:blipFill>
        <p:spPr>
          <a:xfrm>
            <a:off x="5031010" y="4325874"/>
            <a:ext cx="68675" cy="108395"/>
          </a:xfrm>
          <a:prstGeom prst="rect"/>
          <a:ln w="0">
            <a:noFill/>
          </a:ln>
        </p:spPr>
      </p:pic>
      <p:pic>
        <p:nvPicPr>
          <p:cNvPr id="1091" name="New picture"/>
          <p:cNvPicPr/>
          <p:nvPr/>
        </p:nvPicPr>
        <p:blipFill>
          <a:blip r:embed="rId653"/>
          <a:srcRect/>
          <a:stretch>
            <a:fillRect/>
          </a:stretch>
        </p:blipFill>
        <p:spPr>
          <a:xfrm>
            <a:off x="5124164" y="4354925"/>
            <a:ext cx="70295" cy="79343"/>
          </a:xfrm>
          <a:prstGeom prst="rect"/>
          <a:ln w="0">
            <a:noFill/>
          </a:ln>
        </p:spPr>
      </p:pic>
      <p:sp>
        <p:nvSpPr>
          <p:cNvPr id="1092" name="New shape"/>
          <p:cNvSpPr/>
          <p:nvPr/>
        </p:nvSpPr>
        <p:spPr>
          <a:xfrm>
            <a:off x="5218843" y="435644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3" name="New picture"/>
          <p:cNvPicPr/>
          <p:nvPr/>
        </p:nvPicPr>
        <p:blipFill>
          <a:blip r:embed="rId654"/>
          <a:srcRect/>
          <a:stretch>
            <a:fillRect/>
          </a:stretch>
        </p:blipFill>
        <p:spPr>
          <a:xfrm>
            <a:off x="5217318" y="4322826"/>
            <a:ext cx="16764" cy="15335"/>
          </a:xfrm>
          <a:prstGeom prst="rect"/>
          <a:ln w="0">
            <a:noFill/>
          </a:ln>
        </p:spPr>
      </p:pic>
      <p:pic>
        <p:nvPicPr>
          <p:cNvPr id="1094" name="New picture"/>
          <p:cNvPicPr/>
          <p:nvPr/>
        </p:nvPicPr>
        <p:blipFill>
          <a:blip r:embed="rId655"/>
          <a:srcRect/>
          <a:stretch>
            <a:fillRect/>
          </a:stretch>
        </p:blipFill>
        <p:spPr>
          <a:xfrm>
            <a:off x="5253894" y="4354925"/>
            <a:ext cx="73342" cy="117443"/>
          </a:xfrm>
          <a:prstGeom prst="rect"/>
          <a:ln w="0">
            <a:noFill/>
          </a:ln>
        </p:spPr>
      </p:pic>
      <p:sp>
        <p:nvSpPr>
          <p:cNvPr id="1095" name="New shape"/>
          <p:cNvSpPr/>
          <p:nvPr/>
        </p:nvSpPr>
        <p:spPr>
          <a:xfrm>
            <a:off x="5266182" y="436559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6" name="New picture"/>
          <p:cNvPicPr/>
          <p:nvPr/>
        </p:nvPicPr>
        <p:blipFill>
          <a:blip r:embed="rId656"/>
          <a:srcRect/>
          <a:stretch>
            <a:fillRect/>
          </a:stretch>
        </p:blipFill>
        <p:spPr>
          <a:xfrm>
            <a:off x="5353145" y="4356449"/>
            <a:ext cx="68771" cy="80867"/>
          </a:xfrm>
          <a:prstGeom prst="rect"/>
          <a:ln w="0">
            <a:noFill/>
          </a:ln>
        </p:spPr>
      </p:pic>
      <p:pic>
        <p:nvPicPr>
          <p:cNvPr id="1097" name="New picture"/>
          <p:cNvPicPr/>
          <p:nvPr/>
        </p:nvPicPr>
        <p:blipFill>
          <a:blip r:embed="rId657"/>
          <a:srcRect/>
          <a:stretch>
            <a:fillRect/>
          </a:stretch>
        </p:blipFill>
        <p:spPr>
          <a:xfrm>
            <a:off x="5441728" y="4354925"/>
            <a:ext cx="71818" cy="82391"/>
          </a:xfrm>
          <a:prstGeom prst="rect"/>
          <a:ln w="0">
            <a:noFill/>
          </a:ln>
        </p:spPr>
      </p:pic>
      <p:sp>
        <p:nvSpPr>
          <p:cNvPr id="1098" name="New shape"/>
          <p:cNvSpPr/>
          <p:nvPr/>
        </p:nvSpPr>
        <p:spPr>
          <a:xfrm>
            <a:off x="5455443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9" name="New picture"/>
          <p:cNvPicPr/>
          <p:nvPr/>
        </p:nvPicPr>
        <p:blipFill>
          <a:blip r:embed="rId658"/>
          <a:srcRect/>
          <a:stretch>
            <a:fillRect/>
          </a:stretch>
        </p:blipFill>
        <p:spPr>
          <a:xfrm>
            <a:off x="5525738" y="4354925"/>
            <a:ext cx="56483" cy="82391"/>
          </a:xfrm>
          <a:prstGeom prst="rect"/>
          <a:ln w="0">
            <a:noFill/>
          </a:ln>
        </p:spPr>
      </p:pic>
      <p:pic>
        <p:nvPicPr>
          <p:cNvPr id="1100" name="New picture"/>
          <p:cNvPicPr/>
          <p:nvPr/>
        </p:nvPicPr>
        <p:blipFill>
          <a:blip r:embed="rId659"/>
          <a:srcRect/>
          <a:stretch>
            <a:fillRect/>
          </a:stretch>
        </p:blipFill>
        <p:spPr>
          <a:xfrm>
            <a:off x="5635657" y="4325969"/>
            <a:ext cx="76391" cy="111347"/>
          </a:xfrm>
          <a:prstGeom prst="rect"/>
          <a:ln w="0">
            <a:noFill/>
          </a:ln>
        </p:spPr>
      </p:pic>
      <p:sp>
        <p:nvSpPr>
          <p:cNvPr id="1101" name="New shape"/>
          <p:cNvSpPr/>
          <p:nvPr/>
        </p:nvSpPr>
        <p:spPr>
          <a:xfrm>
            <a:off x="5649468" y="4365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2" name="New picture"/>
          <p:cNvPicPr/>
          <p:nvPr/>
        </p:nvPicPr>
        <p:blipFill>
          <a:blip r:embed="rId660"/>
          <a:srcRect/>
          <a:stretch>
            <a:fillRect/>
          </a:stretch>
        </p:blipFill>
        <p:spPr>
          <a:xfrm>
            <a:off x="5730335" y="4354925"/>
            <a:ext cx="71818" cy="82391"/>
          </a:xfrm>
          <a:prstGeom prst="rect"/>
          <a:ln w="0">
            <a:noFill/>
          </a:ln>
        </p:spPr>
      </p:pic>
      <p:sp>
        <p:nvSpPr>
          <p:cNvPr id="1103" name="New shape"/>
          <p:cNvSpPr/>
          <p:nvPr/>
        </p:nvSpPr>
        <p:spPr>
          <a:xfrm>
            <a:off x="5744051" y="4364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4" name="New picture"/>
          <p:cNvPicPr/>
          <p:nvPr/>
        </p:nvPicPr>
        <p:blipFill>
          <a:blip r:embed="rId661"/>
          <a:srcRect/>
          <a:stretch>
            <a:fillRect/>
          </a:stretch>
        </p:blipFill>
        <p:spPr>
          <a:xfrm>
            <a:off x="5857018" y="4325874"/>
            <a:ext cx="74866" cy="111442"/>
          </a:xfrm>
          <a:prstGeom prst="rect"/>
          <a:ln w="0">
            <a:noFill/>
          </a:ln>
        </p:spPr>
      </p:pic>
      <p:sp>
        <p:nvSpPr>
          <p:cNvPr id="1105" name="New shape"/>
          <p:cNvSpPr/>
          <p:nvPr/>
        </p:nvSpPr>
        <p:spPr>
          <a:xfrm>
            <a:off x="5870734" y="4365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6" name="New picture"/>
          <p:cNvPicPr/>
          <p:nvPr/>
        </p:nvPicPr>
        <p:blipFill>
          <a:blip r:embed="rId662"/>
          <a:srcRect/>
          <a:stretch>
            <a:fillRect/>
          </a:stretch>
        </p:blipFill>
        <p:spPr>
          <a:xfrm>
            <a:off x="5950268" y="4354925"/>
            <a:ext cx="67151" cy="82391"/>
          </a:xfrm>
          <a:prstGeom prst="rect"/>
          <a:ln w="0">
            <a:noFill/>
          </a:ln>
        </p:spPr>
      </p:pic>
      <p:sp>
        <p:nvSpPr>
          <p:cNvPr id="1107" name="New shape"/>
          <p:cNvSpPr/>
          <p:nvPr/>
        </p:nvSpPr>
        <p:spPr>
          <a:xfrm>
            <a:off x="5963984" y="439607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08" name="New picture"/>
          <p:cNvPicPr/>
          <p:nvPr/>
        </p:nvPicPr>
        <p:blipFill>
          <a:blip r:embed="rId663"/>
          <a:srcRect/>
          <a:stretch>
            <a:fillRect/>
          </a:stretch>
        </p:blipFill>
        <p:spPr>
          <a:xfrm>
            <a:off x="6029706" y="4333494"/>
            <a:ext cx="47339" cy="103822"/>
          </a:xfrm>
          <a:prstGeom prst="rect"/>
          <a:ln w="0">
            <a:noFill/>
          </a:ln>
        </p:spPr>
      </p:pic>
      <p:pic>
        <p:nvPicPr>
          <p:cNvPr id="1109" name="New picture"/>
          <p:cNvPicPr/>
          <p:nvPr/>
        </p:nvPicPr>
        <p:blipFill>
          <a:blip r:embed="rId664"/>
          <a:srcRect/>
          <a:stretch>
            <a:fillRect/>
          </a:stretch>
        </p:blipFill>
        <p:spPr>
          <a:xfrm>
            <a:off x="6087713" y="4354830"/>
            <a:ext cx="67247" cy="82391"/>
          </a:xfrm>
          <a:prstGeom prst="rect"/>
          <a:ln w="0">
            <a:noFill/>
          </a:ln>
        </p:spPr>
      </p:pic>
      <p:sp>
        <p:nvSpPr>
          <p:cNvPr id="1110" name="New shape"/>
          <p:cNvSpPr/>
          <p:nvPr/>
        </p:nvSpPr>
        <p:spPr>
          <a:xfrm>
            <a:off x="6101524" y="4395978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1" name="New picture"/>
          <p:cNvPicPr/>
          <p:nvPr/>
        </p:nvPicPr>
        <p:blipFill>
          <a:blip r:embed="rId665"/>
          <a:srcRect/>
          <a:stretch>
            <a:fillRect/>
          </a:stretch>
        </p:blipFill>
        <p:spPr>
          <a:xfrm>
            <a:off x="6217444" y="4354830"/>
            <a:ext cx="120682" cy="79343"/>
          </a:xfrm>
          <a:prstGeom prst="rect"/>
          <a:ln w="0">
            <a:noFill/>
          </a:ln>
        </p:spPr>
      </p:pic>
      <p:sp>
        <p:nvSpPr>
          <p:cNvPr id="1112" name="New shape"/>
          <p:cNvSpPr/>
          <p:nvPr/>
        </p:nvSpPr>
        <p:spPr>
          <a:xfrm>
            <a:off x="6364129" y="4356449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3" name="New picture"/>
          <p:cNvPicPr/>
          <p:nvPr/>
        </p:nvPicPr>
        <p:blipFill>
          <a:blip r:embed="rId666"/>
          <a:srcRect/>
          <a:stretch>
            <a:fillRect/>
          </a:stretch>
        </p:blipFill>
        <p:spPr>
          <a:xfrm>
            <a:off x="6360985" y="4322826"/>
            <a:ext cx="16859" cy="15240"/>
          </a:xfrm>
          <a:prstGeom prst="rect"/>
          <a:ln w="0">
            <a:noFill/>
          </a:ln>
        </p:spPr>
      </p:pic>
      <p:pic>
        <p:nvPicPr>
          <p:cNvPr id="1114" name="New picture"/>
          <p:cNvPicPr/>
          <p:nvPr/>
        </p:nvPicPr>
        <p:blipFill>
          <a:blip r:embed="rId667"/>
          <a:srcRect/>
          <a:stretch>
            <a:fillRect/>
          </a:stretch>
        </p:blipFill>
        <p:spPr>
          <a:xfrm>
            <a:off x="6402229" y="4354925"/>
            <a:ext cx="68771" cy="79343"/>
          </a:xfrm>
          <a:prstGeom prst="rect"/>
          <a:ln w="0">
            <a:noFill/>
          </a:ln>
        </p:spPr>
      </p:pic>
      <p:sp>
        <p:nvSpPr>
          <p:cNvPr id="1115" name="New shape"/>
          <p:cNvSpPr/>
          <p:nvPr/>
        </p:nvSpPr>
        <p:spPr>
          <a:xfrm>
            <a:off x="6496907" y="4356354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6" name="New picture"/>
          <p:cNvPicPr/>
          <p:nvPr/>
        </p:nvPicPr>
        <p:blipFill>
          <a:blip r:embed="rId668"/>
          <a:srcRect/>
          <a:stretch>
            <a:fillRect/>
          </a:stretch>
        </p:blipFill>
        <p:spPr>
          <a:xfrm>
            <a:off x="6495383" y="4322826"/>
            <a:ext cx="16764" cy="15240"/>
          </a:xfrm>
          <a:prstGeom prst="rect"/>
          <a:ln w="0">
            <a:noFill/>
          </a:ln>
        </p:spPr>
      </p:pic>
      <p:pic>
        <p:nvPicPr>
          <p:cNvPr id="1117" name="New picture"/>
          <p:cNvPicPr/>
          <p:nvPr/>
        </p:nvPicPr>
        <p:blipFill>
          <a:blip r:embed="rId669"/>
          <a:srcRect/>
          <a:stretch>
            <a:fillRect/>
          </a:stretch>
        </p:blipFill>
        <p:spPr>
          <a:xfrm>
            <a:off x="6535103" y="4354925"/>
            <a:ext cx="70294" cy="79343"/>
          </a:xfrm>
          <a:prstGeom prst="rect"/>
          <a:ln w="0">
            <a:noFill/>
          </a:ln>
        </p:spPr>
      </p:pic>
      <p:pic>
        <p:nvPicPr>
          <p:cNvPr id="1118" name="New picture"/>
          <p:cNvPicPr/>
          <p:nvPr/>
        </p:nvPicPr>
        <p:blipFill>
          <a:blip r:embed="rId670"/>
          <a:srcRect/>
          <a:stretch>
            <a:fillRect/>
          </a:stretch>
        </p:blipFill>
        <p:spPr>
          <a:xfrm>
            <a:off x="6620638" y="4354925"/>
            <a:ext cx="77819" cy="118967"/>
          </a:xfrm>
          <a:prstGeom prst="rect"/>
          <a:ln w="0">
            <a:noFill/>
          </a:ln>
        </p:spPr>
      </p:pic>
      <p:sp>
        <p:nvSpPr>
          <p:cNvPr id="1119" name="New shape"/>
          <p:cNvSpPr/>
          <p:nvPr/>
        </p:nvSpPr>
        <p:spPr>
          <a:xfrm>
            <a:off x="6637401" y="4364069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20" name="New shape"/>
          <p:cNvSpPr/>
          <p:nvPr/>
        </p:nvSpPr>
        <p:spPr>
          <a:xfrm>
            <a:off x="6632829" y="4434268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1" name="New picture"/>
          <p:cNvPicPr/>
          <p:nvPr/>
        </p:nvPicPr>
        <p:blipFill>
          <a:blip r:embed="rId671"/>
          <a:srcRect/>
          <a:stretch>
            <a:fillRect/>
          </a:stretch>
        </p:blipFill>
        <p:spPr>
          <a:xfrm>
            <a:off x="674370" y="4583811"/>
            <a:ext cx="58007" cy="82391"/>
          </a:xfrm>
          <a:prstGeom prst="rect"/>
          <a:ln w="0">
            <a:noFill/>
          </a:ln>
        </p:spPr>
      </p:pic>
      <p:pic>
        <p:nvPicPr>
          <p:cNvPr id="1122" name="New picture"/>
          <p:cNvPicPr/>
          <p:nvPr/>
        </p:nvPicPr>
        <p:blipFill>
          <a:blip r:embed="rId672"/>
          <a:srcRect/>
          <a:stretch>
            <a:fillRect/>
          </a:stretch>
        </p:blipFill>
        <p:spPr>
          <a:xfrm>
            <a:off x="750761" y="4583811"/>
            <a:ext cx="74771" cy="117539"/>
          </a:xfrm>
          <a:prstGeom prst="rect"/>
          <a:ln w="0">
            <a:noFill/>
          </a:ln>
        </p:spPr>
      </p:pic>
      <p:sp>
        <p:nvSpPr>
          <p:cNvPr id="1123" name="New shape"/>
          <p:cNvSpPr/>
          <p:nvPr/>
        </p:nvSpPr>
        <p:spPr>
          <a:xfrm>
            <a:off x="764477" y="459447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4" name="New picture"/>
          <p:cNvPicPr/>
          <p:nvPr/>
        </p:nvPicPr>
        <p:blipFill>
          <a:blip r:embed="rId673"/>
          <a:srcRect/>
          <a:stretch>
            <a:fillRect/>
          </a:stretch>
        </p:blipFill>
        <p:spPr>
          <a:xfrm>
            <a:off x="840867" y="4583811"/>
            <a:ext cx="71723" cy="82391"/>
          </a:xfrm>
          <a:prstGeom prst="rect"/>
          <a:ln w="0">
            <a:noFill/>
          </a:ln>
        </p:spPr>
      </p:pic>
      <p:sp>
        <p:nvSpPr>
          <p:cNvPr id="1125" name="New shape"/>
          <p:cNvSpPr/>
          <p:nvPr/>
        </p:nvSpPr>
        <p:spPr>
          <a:xfrm>
            <a:off x="854583" y="459295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26" name="New shape"/>
          <p:cNvSpPr/>
          <p:nvPr/>
        </p:nvSpPr>
        <p:spPr>
          <a:xfrm>
            <a:off x="863727" y="4548664"/>
            <a:ext cx="32099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7" name="New picture"/>
          <p:cNvPicPr/>
          <p:nvPr/>
        </p:nvPicPr>
        <p:blipFill>
          <a:blip r:embed="rId674"/>
          <a:srcRect/>
          <a:stretch>
            <a:fillRect/>
          </a:stretch>
        </p:blipFill>
        <p:spPr>
          <a:xfrm>
            <a:off x="927926" y="4583811"/>
            <a:ext cx="64103" cy="82391"/>
          </a:xfrm>
          <a:prstGeom prst="rect"/>
          <a:ln w="0">
            <a:noFill/>
          </a:ln>
        </p:spPr>
      </p:pic>
      <p:sp>
        <p:nvSpPr>
          <p:cNvPr id="1128" name="New shape"/>
          <p:cNvSpPr/>
          <p:nvPr/>
        </p:nvSpPr>
        <p:spPr>
          <a:xfrm>
            <a:off x="1010317" y="4585335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29" name="New picture"/>
          <p:cNvPicPr/>
          <p:nvPr/>
        </p:nvPicPr>
        <p:blipFill>
          <a:blip r:embed="rId675"/>
          <a:srcRect/>
          <a:stretch>
            <a:fillRect/>
          </a:stretch>
        </p:blipFill>
        <p:spPr>
          <a:xfrm>
            <a:off x="1007269" y="4551711"/>
            <a:ext cx="18288" cy="15335"/>
          </a:xfrm>
          <a:prstGeom prst="rect"/>
          <a:ln w="0">
            <a:noFill/>
          </a:ln>
        </p:spPr>
      </p:pic>
      <p:pic>
        <p:nvPicPr>
          <p:cNvPr id="1130" name="New picture"/>
          <p:cNvPicPr/>
          <p:nvPr/>
        </p:nvPicPr>
        <p:blipFill>
          <a:blip r:embed="rId676"/>
          <a:srcRect/>
          <a:stretch>
            <a:fillRect/>
          </a:stretch>
        </p:blipFill>
        <p:spPr>
          <a:xfrm>
            <a:off x="1037844" y="4553236"/>
            <a:ext cx="53435" cy="109823"/>
          </a:xfrm>
          <a:prstGeom prst="rect"/>
          <a:ln w="0">
            <a:noFill/>
          </a:ln>
        </p:spPr>
      </p:pic>
      <p:sp>
        <p:nvSpPr>
          <p:cNvPr id="1131" name="New shape"/>
          <p:cNvSpPr/>
          <p:nvPr/>
        </p:nvSpPr>
        <p:spPr>
          <a:xfrm>
            <a:off x="1100423" y="4585335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2" name="New picture"/>
          <p:cNvPicPr/>
          <p:nvPr/>
        </p:nvPicPr>
        <p:blipFill>
          <a:blip r:embed="rId677"/>
          <a:srcRect/>
          <a:stretch>
            <a:fillRect/>
          </a:stretch>
        </p:blipFill>
        <p:spPr>
          <a:xfrm>
            <a:off x="1097375" y="4551711"/>
            <a:ext cx="18288" cy="15335"/>
          </a:xfrm>
          <a:prstGeom prst="rect"/>
          <a:ln w="0">
            <a:noFill/>
          </a:ln>
        </p:spPr>
      </p:pic>
      <p:pic>
        <p:nvPicPr>
          <p:cNvPr id="1133" name="New picture"/>
          <p:cNvPicPr/>
          <p:nvPr/>
        </p:nvPicPr>
        <p:blipFill>
          <a:blip r:embed="rId678"/>
          <a:srcRect/>
          <a:stretch>
            <a:fillRect/>
          </a:stretch>
        </p:blipFill>
        <p:spPr>
          <a:xfrm>
            <a:off x="1133951" y="4583716"/>
            <a:ext cx="74866" cy="117539"/>
          </a:xfrm>
          <a:prstGeom prst="rect"/>
          <a:ln w="0">
            <a:noFill/>
          </a:ln>
        </p:spPr>
      </p:pic>
      <p:sp>
        <p:nvSpPr>
          <p:cNvPr id="1134" name="New shape"/>
          <p:cNvSpPr/>
          <p:nvPr/>
        </p:nvSpPr>
        <p:spPr>
          <a:xfrm>
            <a:off x="1147762" y="4594479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5" name="New picture"/>
          <p:cNvPicPr/>
          <p:nvPr/>
        </p:nvPicPr>
        <p:blipFill>
          <a:blip r:embed="rId679"/>
          <a:srcRect/>
          <a:stretch>
            <a:fillRect/>
          </a:stretch>
        </p:blipFill>
        <p:spPr>
          <a:xfrm>
            <a:off x="1233297" y="4585335"/>
            <a:ext cx="70199" cy="80962"/>
          </a:xfrm>
          <a:prstGeom prst="rect"/>
          <a:ln w="0">
            <a:noFill/>
          </a:ln>
        </p:spPr>
      </p:pic>
      <p:pic>
        <p:nvPicPr>
          <p:cNvPr id="1136" name="New picture"/>
          <p:cNvPicPr/>
          <p:nvPr/>
        </p:nvPicPr>
        <p:blipFill>
          <a:blip r:embed="rId680"/>
          <a:srcRect/>
          <a:stretch>
            <a:fillRect/>
          </a:stretch>
        </p:blipFill>
        <p:spPr>
          <a:xfrm>
            <a:off x="1323404" y="4583811"/>
            <a:ext cx="70199" cy="82391"/>
          </a:xfrm>
          <a:prstGeom prst="rect"/>
          <a:ln w="0">
            <a:noFill/>
          </a:ln>
        </p:spPr>
      </p:pic>
      <p:sp>
        <p:nvSpPr>
          <p:cNvPr id="1137" name="New shape"/>
          <p:cNvSpPr/>
          <p:nvPr/>
        </p:nvSpPr>
        <p:spPr>
          <a:xfrm>
            <a:off x="1335596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38" name="New picture"/>
          <p:cNvPicPr/>
          <p:nvPr/>
        </p:nvPicPr>
        <p:blipFill>
          <a:blip r:embed="rId681"/>
          <a:srcRect/>
          <a:stretch>
            <a:fillRect/>
          </a:stretch>
        </p:blipFill>
        <p:spPr>
          <a:xfrm>
            <a:off x="1405699" y="4583811"/>
            <a:ext cx="58103" cy="82391"/>
          </a:xfrm>
          <a:prstGeom prst="rect"/>
          <a:ln w="0">
            <a:noFill/>
          </a:ln>
        </p:spPr>
      </p:pic>
      <p:pic>
        <p:nvPicPr>
          <p:cNvPr id="1139" name="New picture"/>
          <p:cNvPicPr/>
          <p:nvPr/>
        </p:nvPicPr>
        <p:blipFill>
          <a:blip r:embed="rId682"/>
          <a:srcRect/>
          <a:stretch>
            <a:fillRect/>
          </a:stretch>
        </p:blipFill>
        <p:spPr>
          <a:xfrm>
            <a:off x="1482185" y="4647914"/>
            <a:ext cx="16764" cy="16764"/>
          </a:xfrm>
          <a:prstGeom prst="rect"/>
          <a:ln w="0">
            <a:noFill/>
          </a:ln>
        </p:spPr>
      </p:pic>
      <p:pic>
        <p:nvPicPr>
          <p:cNvPr id="1140" name="New picture"/>
          <p:cNvPicPr/>
          <p:nvPr/>
        </p:nvPicPr>
        <p:blipFill>
          <a:blip r:embed="rId683"/>
          <a:srcRect/>
          <a:stretch>
            <a:fillRect/>
          </a:stretch>
        </p:blipFill>
        <p:spPr>
          <a:xfrm>
            <a:off x="1558576" y="4554760"/>
            <a:ext cx="39719" cy="108395"/>
          </a:xfrm>
          <a:prstGeom prst="rect"/>
          <a:ln w="0">
            <a:noFill/>
          </a:ln>
        </p:spPr>
      </p:pic>
      <p:sp>
        <p:nvSpPr>
          <p:cNvPr id="1141" name="New shape"/>
          <p:cNvSpPr/>
          <p:nvPr/>
        </p:nvSpPr>
        <p:spPr>
          <a:xfrm>
            <a:off x="1618488" y="45552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2" name="New picture"/>
          <p:cNvPicPr/>
          <p:nvPr/>
        </p:nvPicPr>
        <p:blipFill>
          <a:blip r:embed="rId684"/>
          <a:srcRect/>
          <a:stretch>
            <a:fillRect/>
          </a:stretch>
        </p:blipFill>
        <p:spPr>
          <a:xfrm>
            <a:off x="1648492" y="4583811"/>
            <a:ext cx="58102" cy="82391"/>
          </a:xfrm>
          <a:prstGeom prst="rect"/>
          <a:ln w="0">
            <a:noFill/>
          </a:ln>
        </p:spPr>
      </p:pic>
      <p:pic>
        <p:nvPicPr>
          <p:cNvPr id="1143" name="New picture"/>
          <p:cNvPicPr/>
          <p:nvPr/>
        </p:nvPicPr>
        <p:blipFill>
          <a:blip r:embed="rId685"/>
          <a:srcRect/>
          <a:stretch>
            <a:fillRect/>
          </a:stretch>
        </p:blipFill>
        <p:spPr>
          <a:xfrm>
            <a:off x="1758601" y="4583906"/>
            <a:ext cx="67151" cy="82391"/>
          </a:xfrm>
          <a:prstGeom prst="rect"/>
          <a:ln w="0">
            <a:noFill/>
          </a:ln>
        </p:spPr>
      </p:pic>
      <p:sp>
        <p:nvSpPr>
          <p:cNvPr id="1144" name="New shape"/>
          <p:cNvSpPr/>
          <p:nvPr/>
        </p:nvSpPr>
        <p:spPr>
          <a:xfrm>
            <a:off x="1772317" y="462505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5" name="New picture"/>
          <p:cNvPicPr/>
          <p:nvPr/>
        </p:nvPicPr>
        <p:blipFill>
          <a:blip r:embed="rId686"/>
          <a:srcRect/>
          <a:stretch>
            <a:fillRect/>
          </a:stretch>
        </p:blipFill>
        <p:spPr>
          <a:xfrm>
            <a:off x="1850231" y="4554759"/>
            <a:ext cx="73247" cy="111442"/>
          </a:xfrm>
          <a:prstGeom prst="rect"/>
          <a:ln w="0">
            <a:noFill/>
          </a:ln>
        </p:spPr>
      </p:pic>
      <p:sp>
        <p:nvSpPr>
          <p:cNvPr id="1146" name="New shape"/>
          <p:cNvSpPr/>
          <p:nvPr/>
        </p:nvSpPr>
        <p:spPr>
          <a:xfrm>
            <a:off x="1862424" y="459447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7" name="New picture"/>
          <p:cNvPicPr/>
          <p:nvPr/>
        </p:nvPicPr>
        <p:blipFill>
          <a:blip r:embed="rId687"/>
          <a:srcRect/>
          <a:stretch>
            <a:fillRect/>
          </a:stretch>
        </p:blipFill>
        <p:spPr>
          <a:xfrm>
            <a:off x="1938814" y="4583716"/>
            <a:ext cx="77819" cy="82391"/>
          </a:xfrm>
          <a:prstGeom prst="rect"/>
          <a:ln w="0">
            <a:noFill/>
          </a:ln>
        </p:spPr>
      </p:pic>
      <p:sp>
        <p:nvSpPr>
          <p:cNvPr id="1148" name="New shape"/>
          <p:cNvSpPr/>
          <p:nvPr/>
        </p:nvSpPr>
        <p:spPr>
          <a:xfrm>
            <a:off x="1952530" y="459438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9" name="New picture"/>
          <p:cNvPicPr/>
          <p:nvPr/>
        </p:nvPicPr>
        <p:blipFill>
          <a:blip r:embed="rId688"/>
          <a:srcRect/>
          <a:stretch>
            <a:fillRect/>
          </a:stretch>
        </p:blipFill>
        <p:spPr>
          <a:xfrm>
            <a:off x="2036445" y="4583811"/>
            <a:ext cx="42767" cy="79343"/>
          </a:xfrm>
          <a:prstGeom prst="rect"/>
          <a:ln w="0">
            <a:noFill/>
          </a:ln>
        </p:spPr>
      </p:pic>
      <p:pic>
        <p:nvPicPr>
          <p:cNvPr id="1150" name="New picture"/>
          <p:cNvPicPr/>
          <p:nvPr/>
        </p:nvPicPr>
        <p:blipFill>
          <a:blip r:embed="rId689"/>
          <a:srcRect/>
          <a:stretch>
            <a:fillRect/>
          </a:stretch>
        </p:blipFill>
        <p:spPr>
          <a:xfrm>
            <a:off x="2085308" y="4554759"/>
            <a:ext cx="74867" cy="111442"/>
          </a:xfrm>
          <a:prstGeom prst="rect"/>
          <a:ln w="0">
            <a:noFill/>
          </a:ln>
        </p:spPr>
      </p:pic>
      <p:sp>
        <p:nvSpPr>
          <p:cNvPr id="1151" name="New shape"/>
          <p:cNvSpPr/>
          <p:nvPr/>
        </p:nvSpPr>
        <p:spPr>
          <a:xfrm>
            <a:off x="2099024" y="459447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2" name="New picture"/>
          <p:cNvPicPr/>
          <p:nvPr/>
        </p:nvPicPr>
        <p:blipFill>
          <a:blip r:embed="rId690"/>
          <a:srcRect/>
          <a:stretch>
            <a:fillRect/>
          </a:stretch>
        </p:blipFill>
        <p:spPr>
          <a:xfrm>
            <a:off x="2180082" y="4583811"/>
            <a:ext cx="71723" cy="82391"/>
          </a:xfrm>
          <a:prstGeom prst="rect"/>
          <a:ln w="0">
            <a:noFill/>
          </a:ln>
        </p:spPr>
      </p:pic>
      <p:sp>
        <p:nvSpPr>
          <p:cNvPr id="1153" name="New shape"/>
          <p:cNvSpPr/>
          <p:nvPr/>
        </p:nvSpPr>
        <p:spPr>
          <a:xfrm>
            <a:off x="2193798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4" name="New picture"/>
          <p:cNvPicPr/>
          <p:nvPr/>
        </p:nvPicPr>
        <p:blipFill>
          <a:blip r:embed="rId691"/>
          <a:srcRect/>
          <a:stretch>
            <a:fillRect/>
          </a:stretch>
        </p:blipFill>
        <p:spPr>
          <a:xfrm>
            <a:off x="2271618" y="4583716"/>
            <a:ext cx="68770" cy="79343"/>
          </a:xfrm>
          <a:prstGeom prst="rect"/>
          <a:ln w="0">
            <a:noFill/>
          </a:ln>
        </p:spPr>
      </p:pic>
      <p:pic>
        <p:nvPicPr>
          <p:cNvPr id="1155" name="New picture"/>
          <p:cNvPicPr/>
          <p:nvPr/>
        </p:nvPicPr>
        <p:blipFill>
          <a:blip r:embed="rId692"/>
          <a:srcRect/>
          <a:stretch>
            <a:fillRect/>
          </a:stretch>
        </p:blipFill>
        <p:spPr>
          <a:xfrm>
            <a:off x="2354104" y="4562475"/>
            <a:ext cx="48863" cy="103727"/>
          </a:xfrm>
          <a:prstGeom prst="rect"/>
          <a:ln w="0">
            <a:noFill/>
          </a:ln>
        </p:spPr>
      </p:pic>
      <p:sp>
        <p:nvSpPr>
          <p:cNvPr id="1156" name="New shape"/>
          <p:cNvSpPr/>
          <p:nvPr/>
        </p:nvSpPr>
        <p:spPr>
          <a:xfrm>
            <a:off x="2459736" y="45552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7" name="New picture"/>
          <p:cNvPicPr/>
          <p:nvPr/>
        </p:nvPicPr>
        <p:blipFill>
          <a:blip r:embed="rId693"/>
          <a:srcRect/>
          <a:stretch>
            <a:fillRect/>
          </a:stretch>
        </p:blipFill>
        <p:spPr>
          <a:xfrm>
            <a:off x="2493073" y="4583811"/>
            <a:ext cx="71723" cy="82391"/>
          </a:xfrm>
          <a:prstGeom prst="rect"/>
          <a:ln w="0">
            <a:noFill/>
          </a:ln>
        </p:spPr>
      </p:pic>
      <p:sp>
        <p:nvSpPr>
          <p:cNvPr id="1158" name="New shape"/>
          <p:cNvSpPr/>
          <p:nvPr/>
        </p:nvSpPr>
        <p:spPr>
          <a:xfrm>
            <a:off x="2506789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59" name="New picture"/>
          <p:cNvPicPr/>
          <p:nvPr/>
        </p:nvPicPr>
        <p:blipFill>
          <a:blip r:embed="rId694"/>
          <a:srcRect/>
          <a:stretch>
            <a:fillRect/>
          </a:stretch>
        </p:blipFill>
        <p:spPr>
          <a:xfrm>
            <a:off x="2575560" y="4583811"/>
            <a:ext cx="58007" cy="82391"/>
          </a:xfrm>
          <a:prstGeom prst="rect"/>
          <a:ln w="0">
            <a:noFill/>
          </a:ln>
        </p:spPr>
      </p:pic>
      <p:pic>
        <p:nvPicPr>
          <p:cNvPr id="1160" name="New picture"/>
          <p:cNvPicPr/>
          <p:nvPr/>
        </p:nvPicPr>
        <p:blipFill>
          <a:blip r:embed="rId695"/>
          <a:srcRect/>
          <a:stretch>
            <a:fillRect/>
          </a:stretch>
        </p:blipFill>
        <p:spPr>
          <a:xfrm>
            <a:off x="2686907" y="4554855"/>
            <a:ext cx="74867" cy="111347"/>
          </a:xfrm>
          <a:prstGeom prst="rect"/>
          <a:ln w="0">
            <a:noFill/>
          </a:ln>
        </p:spPr>
      </p:pic>
      <p:sp>
        <p:nvSpPr>
          <p:cNvPr id="1161" name="New shape"/>
          <p:cNvSpPr/>
          <p:nvPr/>
        </p:nvSpPr>
        <p:spPr>
          <a:xfrm>
            <a:off x="2700719" y="459447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2" name="New picture"/>
          <p:cNvPicPr/>
          <p:nvPr/>
        </p:nvPicPr>
        <p:blipFill>
          <a:blip r:embed="rId696"/>
          <a:srcRect/>
          <a:stretch>
            <a:fillRect/>
          </a:stretch>
        </p:blipFill>
        <p:spPr>
          <a:xfrm>
            <a:off x="2781681" y="4583811"/>
            <a:ext cx="71723" cy="82391"/>
          </a:xfrm>
          <a:prstGeom prst="rect"/>
          <a:ln w="0">
            <a:noFill/>
          </a:ln>
        </p:spPr>
      </p:pic>
      <p:sp>
        <p:nvSpPr>
          <p:cNvPr id="1163" name="New shape"/>
          <p:cNvSpPr/>
          <p:nvPr/>
        </p:nvSpPr>
        <p:spPr>
          <a:xfrm>
            <a:off x="2795397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4" name="New shape"/>
          <p:cNvSpPr/>
          <p:nvPr/>
        </p:nvSpPr>
        <p:spPr>
          <a:xfrm>
            <a:off x="2806065" y="4548664"/>
            <a:ext cx="30575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5" name="New picture"/>
          <p:cNvPicPr/>
          <p:nvPr/>
        </p:nvPicPr>
        <p:blipFill>
          <a:blip r:embed="rId697"/>
          <a:srcRect/>
          <a:stretch>
            <a:fillRect/>
          </a:stretch>
        </p:blipFill>
        <p:spPr>
          <a:xfrm>
            <a:off x="2862644" y="4562380"/>
            <a:ext cx="47339" cy="103822"/>
          </a:xfrm>
          <a:prstGeom prst="rect"/>
          <a:ln w="0">
            <a:noFill/>
          </a:ln>
        </p:spPr>
      </p:pic>
      <p:pic>
        <p:nvPicPr>
          <p:cNvPr id="1166" name="New picture"/>
          <p:cNvPicPr/>
          <p:nvPr/>
        </p:nvPicPr>
        <p:blipFill>
          <a:blip r:embed="rId698"/>
          <a:srcRect/>
          <a:stretch>
            <a:fillRect/>
          </a:stretch>
        </p:blipFill>
        <p:spPr>
          <a:xfrm>
            <a:off x="2920651" y="4583811"/>
            <a:ext cx="67151" cy="82391"/>
          </a:xfrm>
          <a:prstGeom prst="rect"/>
          <a:ln w="0">
            <a:noFill/>
          </a:ln>
        </p:spPr>
      </p:pic>
      <p:sp>
        <p:nvSpPr>
          <p:cNvPr id="1167" name="New shape"/>
          <p:cNvSpPr/>
          <p:nvPr/>
        </p:nvSpPr>
        <p:spPr>
          <a:xfrm>
            <a:off x="2934367" y="462505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68" name="New shape"/>
          <p:cNvSpPr/>
          <p:nvPr/>
        </p:nvSpPr>
        <p:spPr>
          <a:xfrm>
            <a:off x="3012281" y="4585335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69" name="New picture"/>
          <p:cNvPicPr/>
          <p:nvPr/>
        </p:nvPicPr>
        <p:blipFill>
          <a:blip r:embed="rId699"/>
          <a:srcRect/>
          <a:stretch>
            <a:fillRect/>
          </a:stretch>
        </p:blipFill>
        <p:spPr>
          <a:xfrm>
            <a:off x="3009233" y="4551711"/>
            <a:ext cx="16764" cy="15335"/>
          </a:xfrm>
          <a:prstGeom prst="rect"/>
          <a:ln w="0">
            <a:noFill/>
          </a:ln>
        </p:spPr>
      </p:pic>
      <p:sp>
        <p:nvSpPr>
          <p:cNvPr id="1170" name="New shape"/>
          <p:cNvSpPr/>
          <p:nvPr/>
        </p:nvSpPr>
        <p:spPr>
          <a:xfrm>
            <a:off x="3051048" y="45552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1" name="New picture"/>
          <p:cNvPicPr/>
          <p:nvPr/>
        </p:nvPicPr>
        <p:blipFill>
          <a:blip r:embed="rId700"/>
          <a:srcRect/>
          <a:stretch>
            <a:fillRect/>
          </a:stretch>
        </p:blipFill>
        <p:spPr>
          <a:xfrm>
            <a:off x="3080861" y="4583811"/>
            <a:ext cx="58102" cy="82391"/>
          </a:xfrm>
          <a:prstGeom prst="rect"/>
          <a:ln w="0">
            <a:noFill/>
          </a:ln>
        </p:spPr>
      </p:pic>
      <p:pic>
        <p:nvPicPr>
          <p:cNvPr id="1172" name="New picture"/>
          <p:cNvPicPr/>
          <p:nvPr/>
        </p:nvPicPr>
        <p:blipFill>
          <a:blip r:embed="rId701"/>
          <a:srcRect/>
          <a:stretch>
            <a:fillRect/>
          </a:stretch>
        </p:blipFill>
        <p:spPr>
          <a:xfrm>
            <a:off x="3186303" y="4562475"/>
            <a:ext cx="48863" cy="103822"/>
          </a:xfrm>
          <a:prstGeom prst="rect"/>
          <a:ln w="0">
            <a:noFill/>
          </a:ln>
        </p:spPr>
      </p:pic>
      <p:pic>
        <p:nvPicPr>
          <p:cNvPr id="1173" name="New picture"/>
          <p:cNvPicPr/>
          <p:nvPr/>
        </p:nvPicPr>
        <p:blipFill>
          <a:blip r:embed="rId702"/>
          <a:srcRect/>
          <a:stretch>
            <a:fillRect/>
          </a:stretch>
        </p:blipFill>
        <p:spPr>
          <a:xfrm>
            <a:off x="3245930" y="4583811"/>
            <a:ext cx="70199" cy="82391"/>
          </a:xfrm>
          <a:prstGeom prst="rect"/>
          <a:ln w="0">
            <a:noFill/>
          </a:ln>
        </p:spPr>
      </p:pic>
      <p:sp>
        <p:nvSpPr>
          <p:cNvPr id="1174" name="New shape"/>
          <p:cNvSpPr/>
          <p:nvPr/>
        </p:nvSpPr>
        <p:spPr>
          <a:xfrm>
            <a:off x="3258121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5" name="New picture"/>
          <p:cNvPicPr/>
          <p:nvPr/>
        </p:nvPicPr>
        <p:blipFill>
          <a:blip r:embed="rId703"/>
          <a:srcRect/>
          <a:stretch>
            <a:fillRect/>
          </a:stretch>
        </p:blipFill>
        <p:spPr>
          <a:xfrm>
            <a:off x="3331369" y="4583811"/>
            <a:ext cx="64103" cy="82391"/>
          </a:xfrm>
          <a:prstGeom prst="rect"/>
          <a:ln w="0">
            <a:noFill/>
          </a:ln>
        </p:spPr>
      </p:pic>
      <p:pic>
        <p:nvPicPr>
          <p:cNvPr id="1176" name="New picture"/>
          <p:cNvPicPr/>
          <p:nvPr/>
        </p:nvPicPr>
        <p:blipFill>
          <a:blip r:embed="rId704"/>
          <a:srcRect/>
          <a:stretch>
            <a:fillRect/>
          </a:stretch>
        </p:blipFill>
        <p:spPr>
          <a:xfrm>
            <a:off x="3413855" y="4554760"/>
            <a:ext cx="68675" cy="108395"/>
          </a:xfrm>
          <a:prstGeom prst="rect"/>
          <a:ln w="0">
            <a:noFill/>
          </a:ln>
        </p:spPr>
      </p:pic>
      <p:pic>
        <p:nvPicPr>
          <p:cNvPr id="1177" name="New picture"/>
          <p:cNvPicPr/>
          <p:nvPr/>
        </p:nvPicPr>
        <p:blipFill>
          <a:blip r:embed="rId705"/>
          <a:srcRect/>
          <a:stretch>
            <a:fillRect/>
          </a:stretch>
        </p:blipFill>
        <p:spPr>
          <a:xfrm>
            <a:off x="3507010" y="4583811"/>
            <a:ext cx="70295" cy="79343"/>
          </a:xfrm>
          <a:prstGeom prst="rect"/>
          <a:ln w="0">
            <a:noFill/>
          </a:ln>
        </p:spPr>
      </p:pic>
      <p:sp>
        <p:nvSpPr>
          <p:cNvPr id="1178" name="New shape"/>
          <p:cNvSpPr/>
          <p:nvPr/>
        </p:nvSpPr>
        <p:spPr>
          <a:xfrm>
            <a:off x="3601689" y="4585335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9" name="New picture"/>
          <p:cNvPicPr/>
          <p:nvPr/>
        </p:nvPicPr>
        <p:blipFill>
          <a:blip r:embed="rId706"/>
          <a:srcRect/>
          <a:stretch>
            <a:fillRect/>
          </a:stretch>
        </p:blipFill>
        <p:spPr>
          <a:xfrm>
            <a:off x="3600164" y="4551711"/>
            <a:ext cx="16764" cy="15335"/>
          </a:xfrm>
          <a:prstGeom prst="rect"/>
          <a:ln w="0">
            <a:noFill/>
          </a:ln>
        </p:spPr>
      </p:pic>
      <p:pic>
        <p:nvPicPr>
          <p:cNvPr id="1180" name="New picture"/>
          <p:cNvPicPr/>
          <p:nvPr/>
        </p:nvPicPr>
        <p:blipFill>
          <a:blip r:embed="rId707"/>
          <a:srcRect/>
          <a:stretch>
            <a:fillRect/>
          </a:stretch>
        </p:blipFill>
        <p:spPr>
          <a:xfrm>
            <a:off x="3636836" y="4583811"/>
            <a:ext cx="73247" cy="117539"/>
          </a:xfrm>
          <a:prstGeom prst="rect"/>
          <a:ln w="0">
            <a:noFill/>
          </a:ln>
        </p:spPr>
      </p:pic>
      <p:sp>
        <p:nvSpPr>
          <p:cNvPr id="1181" name="New shape"/>
          <p:cNvSpPr/>
          <p:nvPr/>
        </p:nvSpPr>
        <p:spPr>
          <a:xfrm>
            <a:off x="3649028" y="4594479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2" name="New picture"/>
          <p:cNvPicPr/>
          <p:nvPr/>
        </p:nvPicPr>
        <p:blipFill>
          <a:blip r:embed="rId708"/>
          <a:srcRect/>
          <a:stretch>
            <a:fillRect/>
          </a:stretch>
        </p:blipFill>
        <p:spPr>
          <a:xfrm>
            <a:off x="3736086" y="4585335"/>
            <a:ext cx="68771" cy="80867"/>
          </a:xfrm>
          <a:prstGeom prst="rect"/>
          <a:ln w="0">
            <a:noFill/>
          </a:ln>
        </p:spPr>
      </p:pic>
      <p:pic>
        <p:nvPicPr>
          <p:cNvPr id="1183" name="New picture"/>
          <p:cNvPicPr/>
          <p:nvPr/>
        </p:nvPicPr>
        <p:blipFill>
          <a:blip r:embed="rId709"/>
          <a:srcRect/>
          <a:stretch>
            <a:fillRect/>
          </a:stretch>
        </p:blipFill>
        <p:spPr>
          <a:xfrm>
            <a:off x="3824669" y="4583811"/>
            <a:ext cx="71723" cy="82391"/>
          </a:xfrm>
          <a:prstGeom prst="rect"/>
          <a:ln w="0">
            <a:noFill/>
          </a:ln>
        </p:spPr>
      </p:pic>
      <p:sp>
        <p:nvSpPr>
          <p:cNvPr id="1184" name="New shape"/>
          <p:cNvSpPr/>
          <p:nvPr/>
        </p:nvSpPr>
        <p:spPr>
          <a:xfrm>
            <a:off x="3838384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5" name="New picture"/>
          <p:cNvPicPr/>
          <p:nvPr/>
        </p:nvPicPr>
        <p:blipFill>
          <a:blip r:embed="rId710"/>
          <a:srcRect/>
          <a:stretch>
            <a:fillRect/>
          </a:stretch>
        </p:blipFill>
        <p:spPr>
          <a:xfrm>
            <a:off x="3908584" y="4583811"/>
            <a:ext cx="56483" cy="82391"/>
          </a:xfrm>
          <a:prstGeom prst="rect"/>
          <a:ln w="0">
            <a:noFill/>
          </a:ln>
        </p:spPr>
      </p:pic>
      <p:pic>
        <p:nvPicPr>
          <p:cNvPr id="1186" name="New picture"/>
          <p:cNvPicPr/>
          <p:nvPr/>
        </p:nvPicPr>
        <p:blipFill>
          <a:blip r:embed="rId711"/>
          <a:srcRect/>
          <a:stretch>
            <a:fillRect/>
          </a:stretch>
        </p:blipFill>
        <p:spPr>
          <a:xfrm>
            <a:off x="4018502" y="4554855"/>
            <a:ext cx="76391" cy="111347"/>
          </a:xfrm>
          <a:prstGeom prst="rect"/>
          <a:ln w="0">
            <a:noFill/>
          </a:ln>
        </p:spPr>
      </p:pic>
      <p:sp>
        <p:nvSpPr>
          <p:cNvPr id="1187" name="New shape"/>
          <p:cNvSpPr/>
          <p:nvPr/>
        </p:nvSpPr>
        <p:spPr>
          <a:xfrm>
            <a:off x="4032314" y="4594479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88" name="New picture"/>
          <p:cNvPicPr/>
          <p:nvPr/>
        </p:nvPicPr>
        <p:blipFill>
          <a:blip r:embed="rId712"/>
          <a:srcRect/>
          <a:stretch>
            <a:fillRect/>
          </a:stretch>
        </p:blipFill>
        <p:spPr>
          <a:xfrm>
            <a:off x="4117848" y="4585335"/>
            <a:ext cx="70199" cy="80867"/>
          </a:xfrm>
          <a:prstGeom prst="rect"/>
          <a:ln w="0">
            <a:noFill/>
          </a:ln>
        </p:spPr>
      </p:pic>
      <p:pic>
        <p:nvPicPr>
          <p:cNvPr id="1189" name="New picture"/>
          <p:cNvPicPr/>
          <p:nvPr/>
        </p:nvPicPr>
        <p:blipFill>
          <a:blip r:embed="rId713"/>
          <a:srcRect/>
          <a:stretch>
            <a:fillRect/>
          </a:stretch>
        </p:blipFill>
        <p:spPr>
          <a:xfrm>
            <a:off x="4252246" y="4583811"/>
            <a:ext cx="120682" cy="79343"/>
          </a:xfrm>
          <a:prstGeom prst="rect"/>
          <a:ln w="0">
            <a:noFill/>
          </a:ln>
        </p:spPr>
      </p:pic>
      <p:pic>
        <p:nvPicPr>
          <p:cNvPr id="1190" name="New picture"/>
          <p:cNvPicPr/>
          <p:nvPr/>
        </p:nvPicPr>
        <p:blipFill>
          <a:blip r:embed="rId714"/>
          <a:srcRect/>
          <a:stretch>
            <a:fillRect/>
          </a:stretch>
        </p:blipFill>
        <p:spPr>
          <a:xfrm>
            <a:off x="4389596" y="4583811"/>
            <a:ext cx="67247" cy="82391"/>
          </a:xfrm>
          <a:prstGeom prst="rect"/>
          <a:ln w="0">
            <a:noFill/>
          </a:ln>
        </p:spPr>
      </p:pic>
      <p:sp>
        <p:nvSpPr>
          <p:cNvPr id="1191" name="New shape"/>
          <p:cNvSpPr/>
          <p:nvPr/>
        </p:nvSpPr>
        <p:spPr>
          <a:xfrm>
            <a:off x="4403408" y="4624959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2" name="New picture"/>
          <p:cNvPicPr/>
          <p:nvPr/>
        </p:nvPicPr>
        <p:blipFill>
          <a:blip r:embed="rId715"/>
          <a:srcRect/>
          <a:stretch>
            <a:fillRect/>
          </a:stretch>
        </p:blipFill>
        <p:spPr>
          <a:xfrm>
            <a:off x="4475131" y="4583811"/>
            <a:ext cx="64103" cy="82391"/>
          </a:xfrm>
          <a:prstGeom prst="rect"/>
          <a:ln w="0">
            <a:noFill/>
          </a:ln>
        </p:spPr>
      </p:pic>
      <p:pic>
        <p:nvPicPr>
          <p:cNvPr id="1193" name="New picture"/>
          <p:cNvPicPr/>
          <p:nvPr/>
        </p:nvPicPr>
        <p:blipFill>
          <a:blip r:embed="rId716"/>
          <a:srcRect/>
          <a:stretch>
            <a:fillRect/>
          </a:stretch>
        </p:blipFill>
        <p:spPr>
          <a:xfrm>
            <a:off x="4557617" y="4554760"/>
            <a:ext cx="68675" cy="108395"/>
          </a:xfrm>
          <a:prstGeom prst="rect"/>
          <a:ln w="0">
            <a:noFill/>
          </a:ln>
        </p:spPr>
      </p:pic>
      <p:sp>
        <p:nvSpPr>
          <p:cNvPr id="1194" name="New shape"/>
          <p:cNvSpPr/>
          <p:nvPr/>
        </p:nvSpPr>
        <p:spPr>
          <a:xfrm>
            <a:off x="4652296" y="4585335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5" name="New picture"/>
          <p:cNvPicPr/>
          <p:nvPr/>
        </p:nvPicPr>
        <p:blipFill>
          <a:blip r:embed="rId717"/>
          <a:srcRect/>
          <a:stretch>
            <a:fillRect/>
          </a:stretch>
        </p:blipFill>
        <p:spPr>
          <a:xfrm>
            <a:off x="4649153" y="4551712"/>
            <a:ext cx="16859" cy="15240"/>
          </a:xfrm>
          <a:prstGeom prst="rect"/>
          <a:ln w="0">
            <a:noFill/>
          </a:ln>
        </p:spPr>
      </p:pic>
      <p:pic>
        <p:nvPicPr>
          <p:cNvPr id="1196" name="New picture"/>
          <p:cNvPicPr/>
          <p:nvPr/>
        </p:nvPicPr>
        <p:blipFill>
          <a:blip r:embed="rId718"/>
          <a:srcRect/>
          <a:stretch>
            <a:fillRect/>
          </a:stretch>
        </p:blipFill>
        <p:spPr>
          <a:xfrm>
            <a:off x="4690491" y="4583811"/>
            <a:ext cx="68771" cy="79343"/>
          </a:xfrm>
          <a:prstGeom prst="rect"/>
          <a:ln w="0">
            <a:noFill/>
          </a:ln>
        </p:spPr>
      </p:pic>
      <p:pic>
        <p:nvPicPr>
          <p:cNvPr id="1197" name="New picture"/>
          <p:cNvPicPr/>
          <p:nvPr/>
        </p:nvPicPr>
        <p:blipFill>
          <a:blip r:embed="rId719"/>
          <a:srcRect/>
          <a:stretch>
            <a:fillRect/>
          </a:stretch>
        </p:blipFill>
        <p:spPr>
          <a:xfrm>
            <a:off x="4779073" y="4583811"/>
            <a:ext cx="71723" cy="82391"/>
          </a:xfrm>
          <a:prstGeom prst="rect"/>
          <a:ln w="0">
            <a:noFill/>
          </a:ln>
        </p:spPr>
      </p:pic>
      <p:sp>
        <p:nvSpPr>
          <p:cNvPr id="1198" name="New shape"/>
          <p:cNvSpPr/>
          <p:nvPr/>
        </p:nvSpPr>
        <p:spPr>
          <a:xfrm>
            <a:off x="4792789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99" name="New shape"/>
          <p:cNvSpPr/>
          <p:nvPr/>
        </p:nvSpPr>
        <p:spPr>
          <a:xfrm>
            <a:off x="4910328" y="45552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0" name="New picture"/>
          <p:cNvPicPr/>
          <p:nvPr/>
        </p:nvPicPr>
        <p:blipFill>
          <a:blip r:embed="rId720"/>
          <a:srcRect/>
          <a:stretch>
            <a:fillRect/>
          </a:stretch>
        </p:blipFill>
        <p:spPr>
          <a:xfrm>
            <a:off x="4945476" y="4583811"/>
            <a:ext cx="70199" cy="82391"/>
          </a:xfrm>
          <a:prstGeom prst="rect"/>
          <a:ln w="0">
            <a:noFill/>
          </a:ln>
        </p:spPr>
      </p:pic>
      <p:sp>
        <p:nvSpPr>
          <p:cNvPr id="1201" name="New shape"/>
          <p:cNvSpPr/>
          <p:nvPr/>
        </p:nvSpPr>
        <p:spPr>
          <a:xfrm>
            <a:off x="4957667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2" name="New picture"/>
          <p:cNvPicPr/>
          <p:nvPr/>
        </p:nvPicPr>
        <p:blipFill>
          <a:blip r:embed="rId721"/>
          <a:srcRect/>
          <a:stretch>
            <a:fillRect/>
          </a:stretch>
        </p:blipFill>
        <p:spPr>
          <a:xfrm>
            <a:off x="5029486" y="4583811"/>
            <a:ext cx="67151" cy="82391"/>
          </a:xfrm>
          <a:prstGeom prst="rect"/>
          <a:ln w="0">
            <a:noFill/>
          </a:ln>
        </p:spPr>
      </p:pic>
      <p:sp>
        <p:nvSpPr>
          <p:cNvPr id="1203" name="New shape"/>
          <p:cNvSpPr/>
          <p:nvPr/>
        </p:nvSpPr>
        <p:spPr>
          <a:xfrm>
            <a:off x="5043202" y="4624959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4" name="New picture"/>
          <p:cNvPicPr/>
          <p:nvPr/>
        </p:nvPicPr>
        <p:blipFill>
          <a:blip r:embed="rId722"/>
          <a:srcRect/>
          <a:stretch>
            <a:fillRect/>
          </a:stretch>
        </p:blipFill>
        <p:spPr>
          <a:xfrm>
            <a:off x="5119593" y="4583811"/>
            <a:ext cx="42767" cy="79343"/>
          </a:xfrm>
          <a:prstGeom prst="rect"/>
          <a:ln w="0">
            <a:noFill/>
          </a:ln>
        </p:spPr>
      </p:pic>
      <p:pic>
        <p:nvPicPr>
          <p:cNvPr id="1205" name="New picture"/>
          <p:cNvPicPr/>
          <p:nvPr/>
        </p:nvPicPr>
        <p:blipFill>
          <a:blip r:embed="rId723"/>
          <a:srcRect/>
          <a:stretch>
            <a:fillRect/>
          </a:stretch>
        </p:blipFill>
        <p:spPr>
          <a:xfrm>
            <a:off x="5174552" y="4583716"/>
            <a:ext cx="70295" cy="79439"/>
          </a:xfrm>
          <a:prstGeom prst="rect"/>
          <a:ln w="0">
            <a:noFill/>
          </a:ln>
        </p:spPr>
      </p:pic>
      <p:sp>
        <p:nvSpPr>
          <p:cNvPr id="1206" name="New shape"/>
          <p:cNvSpPr/>
          <p:nvPr/>
        </p:nvSpPr>
        <p:spPr>
          <a:xfrm>
            <a:off x="5270754" y="4585335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07" name="New picture"/>
          <p:cNvPicPr/>
          <p:nvPr/>
        </p:nvPicPr>
        <p:blipFill>
          <a:blip r:embed="rId724"/>
          <a:srcRect/>
          <a:stretch>
            <a:fillRect/>
          </a:stretch>
        </p:blipFill>
        <p:spPr>
          <a:xfrm>
            <a:off x="5267706" y="4551711"/>
            <a:ext cx="18288" cy="15335"/>
          </a:xfrm>
          <a:prstGeom prst="rect"/>
          <a:ln w="0">
            <a:noFill/>
          </a:ln>
        </p:spPr>
      </p:pic>
      <p:pic>
        <p:nvPicPr>
          <p:cNvPr id="1208" name="New picture"/>
          <p:cNvPicPr/>
          <p:nvPr/>
        </p:nvPicPr>
        <p:blipFill>
          <a:blip r:embed="rId725"/>
          <a:srcRect/>
          <a:stretch>
            <a:fillRect/>
          </a:stretch>
        </p:blipFill>
        <p:spPr>
          <a:xfrm>
            <a:off x="5308950" y="4583811"/>
            <a:ext cx="68675" cy="79343"/>
          </a:xfrm>
          <a:prstGeom prst="rect"/>
          <a:ln w="0">
            <a:noFill/>
          </a:ln>
        </p:spPr>
      </p:pic>
      <p:pic>
        <p:nvPicPr>
          <p:cNvPr id="1209" name="New picture"/>
          <p:cNvPicPr/>
          <p:nvPr/>
        </p:nvPicPr>
        <p:blipFill>
          <a:blip r:embed="rId726"/>
          <a:srcRect/>
          <a:stretch>
            <a:fillRect/>
          </a:stretch>
        </p:blipFill>
        <p:spPr>
          <a:xfrm>
            <a:off x="5392865" y="4583811"/>
            <a:ext cx="77819" cy="118967"/>
          </a:xfrm>
          <a:prstGeom prst="rect"/>
          <a:ln w="0">
            <a:noFill/>
          </a:ln>
        </p:spPr>
      </p:pic>
      <p:sp>
        <p:nvSpPr>
          <p:cNvPr id="1210" name="New shape"/>
          <p:cNvSpPr/>
          <p:nvPr/>
        </p:nvSpPr>
        <p:spPr>
          <a:xfrm>
            <a:off x="5409629" y="4592955"/>
            <a:ext cx="41243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11" name="New shape"/>
          <p:cNvSpPr/>
          <p:nvPr/>
        </p:nvSpPr>
        <p:spPr>
          <a:xfrm>
            <a:off x="5406580" y="4663154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2" name="New picture"/>
          <p:cNvPicPr/>
          <p:nvPr/>
        </p:nvPicPr>
        <p:blipFill>
          <a:blip r:embed="rId727"/>
          <a:srcRect/>
          <a:stretch>
            <a:fillRect/>
          </a:stretch>
        </p:blipFill>
        <p:spPr>
          <a:xfrm>
            <a:off x="5522691" y="4583811"/>
            <a:ext cx="70199" cy="82391"/>
          </a:xfrm>
          <a:prstGeom prst="rect"/>
          <a:ln w="0">
            <a:noFill/>
          </a:ln>
        </p:spPr>
      </p:pic>
      <p:sp>
        <p:nvSpPr>
          <p:cNvPr id="1213" name="New shape"/>
          <p:cNvSpPr/>
          <p:nvPr/>
        </p:nvSpPr>
        <p:spPr>
          <a:xfrm>
            <a:off x="5534882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4" name="New picture"/>
          <p:cNvPicPr/>
          <p:nvPr/>
        </p:nvPicPr>
        <p:blipFill>
          <a:blip r:embed="rId728"/>
          <a:srcRect/>
          <a:stretch>
            <a:fillRect/>
          </a:stretch>
        </p:blipFill>
        <p:spPr>
          <a:xfrm>
            <a:off x="5602129" y="4562380"/>
            <a:ext cx="47339" cy="103822"/>
          </a:xfrm>
          <a:prstGeom prst="rect"/>
          <a:ln w="0">
            <a:noFill/>
          </a:ln>
        </p:spPr>
      </p:pic>
      <p:pic>
        <p:nvPicPr>
          <p:cNvPr id="1215" name="New picture"/>
          <p:cNvPicPr/>
          <p:nvPr/>
        </p:nvPicPr>
        <p:blipFill>
          <a:blip r:embed="rId729"/>
          <a:srcRect/>
          <a:stretch>
            <a:fillRect/>
          </a:stretch>
        </p:blipFill>
        <p:spPr>
          <a:xfrm>
            <a:off x="5705856" y="4583716"/>
            <a:ext cx="76391" cy="117539"/>
          </a:xfrm>
          <a:prstGeom prst="rect"/>
          <a:ln w="0">
            <a:noFill/>
          </a:ln>
        </p:spPr>
      </p:pic>
      <p:sp>
        <p:nvSpPr>
          <p:cNvPr id="1216" name="New shape"/>
          <p:cNvSpPr/>
          <p:nvPr/>
        </p:nvSpPr>
        <p:spPr>
          <a:xfrm>
            <a:off x="5719572" y="4594384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17" name="New picture"/>
          <p:cNvPicPr/>
          <p:nvPr/>
        </p:nvPicPr>
        <p:blipFill>
          <a:blip r:embed="rId730"/>
          <a:srcRect/>
          <a:stretch>
            <a:fillRect/>
          </a:stretch>
        </p:blipFill>
        <p:spPr>
          <a:xfrm>
            <a:off x="5802154" y="4583811"/>
            <a:ext cx="42672" cy="79343"/>
          </a:xfrm>
          <a:prstGeom prst="rect"/>
          <a:ln w="0">
            <a:noFill/>
          </a:ln>
        </p:spPr>
      </p:pic>
      <p:pic>
        <p:nvPicPr>
          <p:cNvPr id="1218" name="New picture"/>
          <p:cNvPicPr/>
          <p:nvPr/>
        </p:nvPicPr>
        <p:blipFill>
          <a:blip r:embed="rId731"/>
          <a:srcRect/>
          <a:stretch>
            <a:fillRect/>
          </a:stretch>
        </p:blipFill>
        <p:spPr>
          <a:xfrm>
            <a:off x="5849398" y="4583811"/>
            <a:ext cx="71818" cy="82391"/>
          </a:xfrm>
          <a:prstGeom prst="rect"/>
          <a:ln w="0">
            <a:noFill/>
          </a:ln>
        </p:spPr>
      </p:pic>
      <p:sp>
        <p:nvSpPr>
          <p:cNvPr id="1219" name="New shape"/>
          <p:cNvSpPr/>
          <p:nvPr/>
        </p:nvSpPr>
        <p:spPr>
          <a:xfrm>
            <a:off x="5863113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20" name="New shape"/>
          <p:cNvSpPr/>
          <p:nvPr/>
        </p:nvSpPr>
        <p:spPr>
          <a:xfrm>
            <a:off x="5873877" y="4548663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1" name="New picture"/>
          <p:cNvPicPr/>
          <p:nvPr/>
        </p:nvPicPr>
        <p:blipFill>
          <a:blip r:embed="rId732"/>
          <a:srcRect/>
          <a:stretch>
            <a:fillRect/>
          </a:stretch>
        </p:blipFill>
        <p:spPr>
          <a:xfrm>
            <a:off x="5931980" y="4583811"/>
            <a:ext cx="58007" cy="82391"/>
          </a:xfrm>
          <a:prstGeom prst="rect"/>
          <a:ln w="0">
            <a:noFill/>
          </a:ln>
        </p:spPr>
      </p:pic>
      <p:pic>
        <p:nvPicPr>
          <p:cNvPr id="1222" name="New picture"/>
          <p:cNvPicPr/>
          <p:nvPr/>
        </p:nvPicPr>
        <p:blipFill>
          <a:blip r:embed="rId733"/>
          <a:srcRect/>
          <a:stretch>
            <a:fillRect/>
          </a:stretch>
        </p:blipFill>
        <p:spPr>
          <a:xfrm>
            <a:off x="6003703" y="4583811"/>
            <a:ext cx="71723" cy="82391"/>
          </a:xfrm>
          <a:prstGeom prst="rect"/>
          <a:ln w="0">
            <a:noFill/>
          </a:ln>
        </p:spPr>
      </p:pic>
      <p:sp>
        <p:nvSpPr>
          <p:cNvPr id="1223" name="New shape"/>
          <p:cNvSpPr/>
          <p:nvPr/>
        </p:nvSpPr>
        <p:spPr>
          <a:xfrm>
            <a:off x="6017419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4" name="New picture"/>
          <p:cNvPicPr/>
          <p:nvPr/>
        </p:nvPicPr>
        <p:blipFill>
          <a:blip r:embed="rId734"/>
          <a:srcRect/>
          <a:stretch>
            <a:fillRect/>
          </a:stretch>
        </p:blipFill>
        <p:spPr>
          <a:xfrm>
            <a:off x="6095333" y="4583716"/>
            <a:ext cx="68771" cy="79343"/>
          </a:xfrm>
          <a:prstGeom prst="rect"/>
          <a:ln w="0">
            <a:noFill/>
          </a:ln>
        </p:spPr>
      </p:pic>
      <p:pic>
        <p:nvPicPr>
          <p:cNvPr id="1225" name="New picture"/>
          <p:cNvPicPr/>
          <p:nvPr/>
        </p:nvPicPr>
        <p:blipFill>
          <a:blip r:embed="rId735"/>
          <a:srcRect/>
          <a:stretch>
            <a:fillRect/>
          </a:stretch>
        </p:blipFill>
        <p:spPr>
          <a:xfrm>
            <a:off x="6177819" y="4562380"/>
            <a:ext cx="48863" cy="103822"/>
          </a:xfrm>
          <a:prstGeom prst="rect"/>
          <a:ln w="0">
            <a:noFill/>
          </a:ln>
        </p:spPr>
      </p:pic>
      <p:pic>
        <p:nvPicPr>
          <p:cNvPr id="1226" name="New picture"/>
          <p:cNvPicPr/>
          <p:nvPr/>
        </p:nvPicPr>
        <p:blipFill>
          <a:blip r:embed="rId736"/>
          <a:srcRect/>
          <a:stretch>
            <a:fillRect/>
          </a:stretch>
        </p:blipFill>
        <p:spPr>
          <a:xfrm>
            <a:off x="6235828" y="4583811"/>
            <a:ext cx="71723" cy="82391"/>
          </a:xfrm>
          <a:prstGeom prst="rect"/>
          <a:ln w="0">
            <a:noFill/>
          </a:ln>
        </p:spPr>
      </p:pic>
      <p:sp>
        <p:nvSpPr>
          <p:cNvPr id="1227" name="New shape"/>
          <p:cNvSpPr/>
          <p:nvPr/>
        </p:nvSpPr>
        <p:spPr>
          <a:xfrm>
            <a:off x="6249543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8" name="New picture"/>
          <p:cNvPicPr/>
          <p:nvPr/>
        </p:nvPicPr>
        <p:blipFill>
          <a:blip r:embed="rId737"/>
          <a:srcRect/>
          <a:stretch>
            <a:fillRect/>
          </a:stretch>
        </p:blipFill>
        <p:spPr>
          <a:xfrm>
            <a:off x="6327457" y="4583716"/>
            <a:ext cx="68771" cy="79343"/>
          </a:xfrm>
          <a:prstGeom prst="rect"/>
          <a:ln w="0">
            <a:noFill/>
          </a:ln>
        </p:spPr>
      </p:pic>
      <p:pic>
        <p:nvPicPr>
          <p:cNvPr id="1229" name="New picture"/>
          <p:cNvPicPr/>
          <p:nvPr/>
        </p:nvPicPr>
        <p:blipFill>
          <a:blip r:embed="rId738"/>
          <a:srcRect/>
          <a:stretch>
            <a:fillRect/>
          </a:stretch>
        </p:blipFill>
        <p:spPr>
          <a:xfrm>
            <a:off x="6409848" y="4562475"/>
            <a:ext cx="48863" cy="103727"/>
          </a:xfrm>
          <a:prstGeom prst="rect"/>
          <a:ln w="0">
            <a:noFill/>
          </a:ln>
        </p:spPr>
      </p:pic>
      <p:sp>
        <p:nvSpPr>
          <p:cNvPr id="1230" name="New shape"/>
          <p:cNvSpPr/>
          <p:nvPr/>
        </p:nvSpPr>
        <p:spPr>
          <a:xfrm>
            <a:off x="6515100" y="45552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1" name="New picture"/>
          <p:cNvPicPr/>
          <p:nvPr/>
        </p:nvPicPr>
        <p:blipFill>
          <a:blip r:embed="rId739"/>
          <a:srcRect/>
          <a:stretch>
            <a:fillRect/>
          </a:stretch>
        </p:blipFill>
        <p:spPr>
          <a:xfrm>
            <a:off x="6548913" y="4583716"/>
            <a:ext cx="71724" cy="82487"/>
          </a:xfrm>
          <a:prstGeom prst="rect"/>
          <a:ln w="0">
            <a:noFill/>
          </a:ln>
        </p:spPr>
      </p:pic>
      <p:sp>
        <p:nvSpPr>
          <p:cNvPr id="1232" name="New shape"/>
          <p:cNvSpPr/>
          <p:nvPr/>
        </p:nvSpPr>
        <p:spPr>
          <a:xfrm>
            <a:off x="6562630" y="4592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3" name="New picture"/>
          <p:cNvPicPr/>
          <p:nvPr/>
        </p:nvPicPr>
        <p:blipFill>
          <a:blip r:embed="rId740"/>
          <a:srcRect/>
          <a:stretch>
            <a:fillRect/>
          </a:stretch>
        </p:blipFill>
        <p:spPr>
          <a:xfrm>
            <a:off x="6632829" y="4583811"/>
            <a:ext cx="56483" cy="82391"/>
          </a:xfrm>
          <a:prstGeom prst="rect"/>
          <a:ln w="0">
            <a:noFill/>
          </a:ln>
        </p:spPr>
      </p:pic>
      <p:pic>
        <p:nvPicPr>
          <p:cNvPr id="1234" name="New picture"/>
          <p:cNvPicPr/>
          <p:nvPr/>
        </p:nvPicPr>
        <p:blipFill>
          <a:blip r:embed="rId741"/>
          <a:srcRect/>
          <a:stretch>
            <a:fillRect/>
          </a:stretch>
        </p:blipFill>
        <p:spPr>
          <a:xfrm>
            <a:off x="681990" y="4812697"/>
            <a:ext cx="122206" cy="79343"/>
          </a:xfrm>
          <a:prstGeom prst="rect"/>
          <a:ln w="0">
            <a:noFill/>
          </a:ln>
        </p:spPr>
      </p:pic>
      <p:pic>
        <p:nvPicPr>
          <p:cNvPr id="1235" name="New picture"/>
          <p:cNvPicPr/>
          <p:nvPr/>
        </p:nvPicPr>
        <p:blipFill>
          <a:blip r:embed="rId742"/>
          <a:srcRect/>
          <a:stretch>
            <a:fillRect/>
          </a:stretch>
        </p:blipFill>
        <p:spPr>
          <a:xfrm>
            <a:off x="824008" y="4812792"/>
            <a:ext cx="70295" cy="82391"/>
          </a:xfrm>
          <a:prstGeom prst="rect"/>
          <a:ln w="0">
            <a:noFill/>
          </a:ln>
        </p:spPr>
      </p:pic>
      <p:sp>
        <p:nvSpPr>
          <p:cNvPr id="1236" name="New shape"/>
          <p:cNvSpPr/>
          <p:nvPr/>
        </p:nvSpPr>
        <p:spPr>
          <a:xfrm>
            <a:off x="836295" y="4821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37" name="New shape"/>
          <p:cNvSpPr/>
          <p:nvPr/>
        </p:nvSpPr>
        <p:spPr>
          <a:xfrm>
            <a:off x="846963" y="4777645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38" name="New picture"/>
          <p:cNvPicPr/>
          <p:nvPr/>
        </p:nvPicPr>
        <p:blipFill>
          <a:blip r:embed="rId743"/>
          <a:srcRect/>
          <a:stretch>
            <a:fillRect/>
          </a:stretch>
        </p:blipFill>
        <p:spPr>
          <a:xfrm>
            <a:off x="903446" y="4791361"/>
            <a:ext cx="47339" cy="103727"/>
          </a:xfrm>
          <a:prstGeom prst="rect"/>
          <a:ln w="0">
            <a:noFill/>
          </a:ln>
        </p:spPr>
      </p:pic>
      <p:pic>
        <p:nvPicPr>
          <p:cNvPr id="1239" name="New picture"/>
          <p:cNvPicPr/>
          <p:nvPr/>
        </p:nvPicPr>
        <p:blipFill>
          <a:blip r:embed="rId744"/>
          <a:srcRect/>
          <a:stretch>
            <a:fillRect/>
          </a:stretch>
        </p:blipFill>
        <p:spPr>
          <a:xfrm>
            <a:off x="969073" y="4783741"/>
            <a:ext cx="68771" cy="108299"/>
          </a:xfrm>
          <a:prstGeom prst="rect"/>
          <a:ln w="0">
            <a:noFill/>
          </a:ln>
        </p:spPr>
      </p:pic>
      <p:pic>
        <p:nvPicPr>
          <p:cNvPr id="1240" name="New picture"/>
          <p:cNvPicPr/>
          <p:nvPr/>
        </p:nvPicPr>
        <p:blipFill>
          <a:blip r:embed="rId745"/>
          <a:srcRect/>
          <a:stretch>
            <a:fillRect/>
          </a:stretch>
        </p:blipFill>
        <p:spPr>
          <a:xfrm>
            <a:off x="1057656" y="4812697"/>
            <a:ext cx="77915" cy="82391"/>
          </a:xfrm>
          <a:prstGeom prst="rect"/>
          <a:ln w="0">
            <a:noFill/>
          </a:ln>
        </p:spPr>
      </p:pic>
      <p:sp>
        <p:nvSpPr>
          <p:cNvPr id="1241" name="New shape"/>
          <p:cNvSpPr/>
          <p:nvPr/>
        </p:nvSpPr>
        <p:spPr>
          <a:xfrm>
            <a:off x="1071467" y="482336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2" name="New picture"/>
          <p:cNvPicPr/>
          <p:nvPr/>
        </p:nvPicPr>
        <p:blipFill>
          <a:blip r:embed="rId746"/>
          <a:srcRect/>
          <a:stretch>
            <a:fillRect/>
          </a:stretch>
        </p:blipFill>
        <p:spPr>
          <a:xfrm>
            <a:off x="1150811" y="4783645"/>
            <a:ext cx="74866" cy="111442"/>
          </a:xfrm>
          <a:prstGeom prst="rect"/>
          <a:ln w="0">
            <a:noFill/>
          </a:ln>
        </p:spPr>
      </p:pic>
      <p:sp>
        <p:nvSpPr>
          <p:cNvPr id="1243" name="New shape"/>
          <p:cNvSpPr/>
          <p:nvPr/>
        </p:nvSpPr>
        <p:spPr>
          <a:xfrm>
            <a:off x="1164622" y="482336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4" name="New picture"/>
          <p:cNvPicPr/>
          <p:nvPr/>
        </p:nvPicPr>
        <p:blipFill>
          <a:blip r:embed="rId747"/>
          <a:srcRect/>
          <a:stretch>
            <a:fillRect/>
          </a:stretch>
        </p:blipFill>
        <p:spPr>
          <a:xfrm>
            <a:off x="1245489" y="4812792"/>
            <a:ext cx="71723" cy="82391"/>
          </a:xfrm>
          <a:prstGeom prst="rect"/>
          <a:ln w="0">
            <a:noFill/>
          </a:ln>
        </p:spPr>
      </p:pic>
      <p:sp>
        <p:nvSpPr>
          <p:cNvPr id="1245" name="New shape"/>
          <p:cNvSpPr/>
          <p:nvPr/>
        </p:nvSpPr>
        <p:spPr>
          <a:xfrm>
            <a:off x="1259205" y="4821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6" name="New picture"/>
          <p:cNvPicPr/>
          <p:nvPr/>
        </p:nvPicPr>
        <p:blipFill>
          <a:blip r:embed="rId748"/>
          <a:srcRect/>
          <a:stretch>
            <a:fillRect/>
          </a:stretch>
        </p:blipFill>
        <p:spPr>
          <a:xfrm>
            <a:off x="1327976" y="4812696"/>
            <a:ext cx="58007" cy="82391"/>
          </a:xfrm>
          <a:prstGeom prst="rect"/>
          <a:ln w="0">
            <a:noFill/>
          </a:ln>
        </p:spPr>
      </p:pic>
      <p:pic>
        <p:nvPicPr>
          <p:cNvPr id="1247" name="New picture"/>
          <p:cNvPicPr/>
          <p:nvPr/>
        </p:nvPicPr>
        <p:blipFill>
          <a:blip r:embed="rId749"/>
          <a:srcRect/>
          <a:stretch>
            <a:fillRect/>
          </a:stretch>
        </p:blipFill>
        <p:spPr>
          <a:xfrm>
            <a:off x="1443990" y="4812792"/>
            <a:ext cx="74866" cy="117443"/>
          </a:xfrm>
          <a:prstGeom prst="rect"/>
          <a:ln w="0">
            <a:noFill/>
          </a:ln>
        </p:spPr>
      </p:pic>
      <p:sp>
        <p:nvSpPr>
          <p:cNvPr id="1248" name="New shape"/>
          <p:cNvSpPr/>
          <p:nvPr/>
        </p:nvSpPr>
        <p:spPr>
          <a:xfrm>
            <a:off x="1457706" y="48234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49" name="New picture"/>
          <p:cNvPicPr/>
          <p:nvPr/>
        </p:nvPicPr>
        <p:blipFill>
          <a:blip r:embed="rId750"/>
          <a:srcRect/>
          <a:stretch>
            <a:fillRect/>
          </a:stretch>
        </p:blipFill>
        <p:spPr>
          <a:xfrm>
            <a:off x="1534001" y="4812696"/>
            <a:ext cx="71818" cy="82391"/>
          </a:xfrm>
          <a:prstGeom prst="rect"/>
          <a:ln w="0">
            <a:noFill/>
          </a:ln>
        </p:spPr>
      </p:pic>
      <p:sp>
        <p:nvSpPr>
          <p:cNvPr id="1250" name="New shape"/>
          <p:cNvSpPr/>
          <p:nvPr/>
        </p:nvSpPr>
        <p:spPr>
          <a:xfrm>
            <a:off x="1547717" y="482184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1" name="New picture"/>
          <p:cNvPicPr/>
          <p:nvPr/>
        </p:nvPicPr>
        <p:blipFill>
          <a:blip r:embed="rId751"/>
          <a:srcRect/>
          <a:stretch>
            <a:fillRect/>
          </a:stretch>
        </p:blipFill>
        <p:spPr>
          <a:xfrm>
            <a:off x="1625727" y="4812697"/>
            <a:ext cx="42767" cy="79343"/>
          </a:xfrm>
          <a:prstGeom prst="rect"/>
          <a:ln w="0">
            <a:noFill/>
          </a:ln>
        </p:spPr>
      </p:pic>
      <p:pic>
        <p:nvPicPr>
          <p:cNvPr id="1252" name="New picture"/>
          <p:cNvPicPr/>
          <p:nvPr/>
        </p:nvPicPr>
        <p:blipFill>
          <a:blip r:embed="rId752"/>
          <a:srcRect/>
          <a:stretch>
            <a:fillRect/>
          </a:stretch>
        </p:blipFill>
        <p:spPr>
          <a:xfrm>
            <a:off x="1682210" y="4812697"/>
            <a:ext cx="120682" cy="79343"/>
          </a:xfrm>
          <a:prstGeom prst="rect"/>
          <a:ln w="0">
            <a:noFill/>
          </a:ln>
        </p:spPr>
      </p:pic>
      <p:pic>
        <p:nvPicPr>
          <p:cNvPr id="1253" name="New picture"/>
          <p:cNvPicPr/>
          <p:nvPr/>
        </p:nvPicPr>
        <p:blipFill>
          <a:blip r:embed="rId753"/>
          <a:srcRect/>
          <a:stretch>
            <a:fillRect/>
          </a:stretch>
        </p:blipFill>
        <p:spPr>
          <a:xfrm>
            <a:off x="1822609" y="4812697"/>
            <a:ext cx="70295" cy="82487"/>
          </a:xfrm>
          <a:prstGeom prst="rect"/>
          <a:ln w="0">
            <a:noFill/>
          </a:ln>
        </p:spPr>
      </p:pic>
      <p:sp>
        <p:nvSpPr>
          <p:cNvPr id="1254" name="New shape"/>
          <p:cNvSpPr/>
          <p:nvPr/>
        </p:nvSpPr>
        <p:spPr>
          <a:xfrm>
            <a:off x="1834801" y="4821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5" name="New picture"/>
          <p:cNvPicPr/>
          <p:nvPr/>
        </p:nvPicPr>
        <p:blipFill>
          <a:blip r:embed="rId754"/>
          <a:srcRect/>
          <a:stretch>
            <a:fillRect/>
          </a:stretch>
        </p:blipFill>
        <p:spPr>
          <a:xfrm>
            <a:off x="1902142" y="4791361"/>
            <a:ext cx="47339" cy="103727"/>
          </a:xfrm>
          <a:prstGeom prst="rect"/>
          <a:ln w="0">
            <a:noFill/>
          </a:ln>
        </p:spPr>
      </p:pic>
      <p:pic>
        <p:nvPicPr>
          <p:cNvPr id="1256" name="New picture"/>
          <p:cNvPicPr/>
          <p:nvPr/>
        </p:nvPicPr>
        <p:blipFill>
          <a:blip r:embed="rId755"/>
          <a:srcRect/>
          <a:stretch>
            <a:fillRect/>
          </a:stretch>
        </p:blipFill>
        <p:spPr>
          <a:xfrm>
            <a:off x="1957102" y="4791361"/>
            <a:ext cx="47339" cy="103727"/>
          </a:xfrm>
          <a:prstGeom prst="rect"/>
          <a:ln w="0">
            <a:noFill/>
          </a:ln>
        </p:spPr>
      </p:pic>
      <p:pic>
        <p:nvPicPr>
          <p:cNvPr id="1257" name="New picture"/>
          <p:cNvPicPr/>
          <p:nvPr/>
        </p:nvPicPr>
        <p:blipFill>
          <a:blip r:embed="rId756"/>
          <a:srcRect/>
          <a:stretch>
            <a:fillRect/>
          </a:stretch>
        </p:blipFill>
        <p:spPr>
          <a:xfrm>
            <a:off x="2016633" y="4812696"/>
            <a:ext cx="65627" cy="82391"/>
          </a:xfrm>
          <a:prstGeom prst="rect"/>
          <a:ln w="0">
            <a:noFill/>
          </a:ln>
        </p:spPr>
      </p:pic>
      <p:sp>
        <p:nvSpPr>
          <p:cNvPr id="1258" name="New shape"/>
          <p:cNvSpPr/>
          <p:nvPr/>
        </p:nvSpPr>
        <p:spPr>
          <a:xfrm>
            <a:off x="2028825" y="4853939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59" name="New picture"/>
          <p:cNvPicPr/>
          <p:nvPr/>
        </p:nvPicPr>
        <p:blipFill>
          <a:blip r:embed="rId757"/>
          <a:srcRect/>
          <a:stretch>
            <a:fillRect/>
          </a:stretch>
        </p:blipFill>
        <p:spPr>
          <a:xfrm>
            <a:off x="2105216" y="4812697"/>
            <a:ext cx="70294" cy="79343"/>
          </a:xfrm>
          <a:prstGeom prst="rect"/>
          <a:ln w="0">
            <a:noFill/>
          </a:ln>
        </p:spPr>
      </p:pic>
      <p:pic>
        <p:nvPicPr>
          <p:cNvPr id="1260" name="New picture"/>
          <p:cNvPicPr/>
          <p:nvPr/>
        </p:nvPicPr>
        <p:blipFill>
          <a:blip r:embed="rId758"/>
          <a:srcRect/>
          <a:stretch>
            <a:fillRect/>
          </a:stretch>
        </p:blipFill>
        <p:spPr>
          <a:xfrm>
            <a:off x="2187702" y="4791266"/>
            <a:ext cx="48863" cy="103822"/>
          </a:xfrm>
          <a:prstGeom prst="rect"/>
          <a:ln w="0">
            <a:noFill/>
          </a:ln>
        </p:spPr>
      </p:pic>
      <p:pic>
        <p:nvPicPr>
          <p:cNvPr id="1261" name="New picture"/>
          <p:cNvPicPr/>
          <p:nvPr/>
        </p:nvPicPr>
        <p:blipFill>
          <a:blip r:embed="rId759"/>
          <a:srcRect/>
          <a:stretch>
            <a:fillRect/>
          </a:stretch>
        </p:blipFill>
        <p:spPr>
          <a:xfrm>
            <a:off x="2288477" y="4783741"/>
            <a:ext cx="74771" cy="111347"/>
          </a:xfrm>
          <a:prstGeom prst="rect"/>
          <a:ln w="0">
            <a:noFill/>
          </a:ln>
        </p:spPr>
      </p:pic>
      <p:sp>
        <p:nvSpPr>
          <p:cNvPr id="1262" name="New shape"/>
          <p:cNvSpPr/>
          <p:nvPr/>
        </p:nvSpPr>
        <p:spPr>
          <a:xfrm>
            <a:off x="2300668" y="482336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3" name="New picture"/>
          <p:cNvPicPr/>
          <p:nvPr/>
        </p:nvPicPr>
        <p:blipFill>
          <a:blip r:embed="rId760"/>
          <a:srcRect/>
          <a:stretch>
            <a:fillRect/>
          </a:stretch>
        </p:blipFill>
        <p:spPr>
          <a:xfrm>
            <a:off x="2383060" y="4812697"/>
            <a:ext cx="70295" cy="82487"/>
          </a:xfrm>
          <a:prstGeom prst="rect"/>
          <a:ln w="0">
            <a:noFill/>
          </a:ln>
        </p:spPr>
      </p:pic>
      <p:sp>
        <p:nvSpPr>
          <p:cNvPr id="1264" name="New shape"/>
          <p:cNvSpPr/>
          <p:nvPr/>
        </p:nvSpPr>
        <p:spPr>
          <a:xfrm>
            <a:off x="2395252" y="48218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5" name="New picture"/>
          <p:cNvPicPr/>
          <p:nvPr/>
        </p:nvPicPr>
        <p:blipFill>
          <a:blip r:embed="rId761"/>
          <a:srcRect/>
          <a:stretch>
            <a:fillRect/>
          </a:stretch>
        </p:blipFill>
        <p:spPr>
          <a:xfrm>
            <a:off x="2508314" y="4812697"/>
            <a:ext cx="64199" cy="82391"/>
          </a:xfrm>
          <a:prstGeom prst="rect"/>
          <a:ln w="0">
            <a:noFill/>
          </a:ln>
        </p:spPr>
      </p:pic>
      <p:pic>
        <p:nvPicPr>
          <p:cNvPr id="1266" name="New picture"/>
          <p:cNvPicPr/>
          <p:nvPr/>
        </p:nvPicPr>
        <p:blipFill>
          <a:blip r:embed="rId762"/>
          <a:srcRect/>
          <a:stretch>
            <a:fillRect/>
          </a:stretch>
        </p:blipFill>
        <p:spPr>
          <a:xfrm>
            <a:off x="2583180" y="4812697"/>
            <a:ext cx="77819" cy="82391"/>
          </a:xfrm>
          <a:prstGeom prst="rect"/>
          <a:ln w="0">
            <a:noFill/>
          </a:ln>
        </p:spPr>
      </p:pic>
      <p:sp>
        <p:nvSpPr>
          <p:cNvPr id="1267" name="New shape"/>
          <p:cNvSpPr/>
          <p:nvPr/>
        </p:nvSpPr>
        <p:spPr>
          <a:xfrm>
            <a:off x="2596896" y="482336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68" name="New shape"/>
          <p:cNvSpPr/>
          <p:nvPr/>
        </p:nvSpPr>
        <p:spPr>
          <a:xfrm>
            <a:off x="2682240" y="47838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69" name="New shape"/>
          <p:cNvSpPr/>
          <p:nvPr/>
        </p:nvSpPr>
        <p:spPr>
          <a:xfrm>
            <a:off x="2721864" y="47838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0" name="New picture"/>
          <p:cNvPicPr/>
          <p:nvPr/>
        </p:nvPicPr>
        <p:blipFill>
          <a:blip r:embed="rId763"/>
          <a:srcRect/>
          <a:stretch>
            <a:fillRect/>
          </a:stretch>
        </p:blipFill>
        <p:spPr>
          <a:xfrm>
            <a:off x="2755773" y="4812792"/>
            <a:ext cx="71723" cy="82391"/>
          </a:xfrm>
          <a:prstGeom prst="rect"/>
          <a:ln w="0">
            <a:noFill/>
          </a:ln>
        </p:spPr>
      </p:pic>
      <p:sp>
        <p:nvSpPr>
          <p:cNvPr id="1271" name="New shape"/>
          <p:cNvSpPr/>
          <p:nvPr/>
        </p:nvSpPr>
        <p:spPr>
          <a:xfrm>
            <a:off x="2769489" y="4821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2" name="New picture"/>
          <p:cNvPicPr/>
          <p:nvPr/>
        </p:nvPicPr>
        <p:blipFill>
          <a:blip r:embed="rId764"/>
          <a:srcRect/>
          <a:stretch>
            <a:fillRect/>
          </a:stretch>
        </p:blipFill>
        <p:spPr>
          <a:xfrm>
            <a:off x="2842736" y="4812697"/>
            <a:ext cx="64103" cy="82391"/>
          </a:xfrm>
          <a:prstGeom prst="rect"/>
          <a:ln w="0">
            <a:noFill/>
          </a:ln>
        </p:spPr>
      </p:pic>
      <p:pic>
        <p:nvPicPr>
          <p:cNvPr id="1273" name="New picture"/>
          <p:cNvPicPr/>
          <p:nvPr/>
        </p:nvPicPr>
        <p:blipFill>
          <a:blip r:embed="rId765"/>
          <a:srcRect/>
          <a:stretch>
            <a:fillRect/>
          </a:stretch>
        </p:blipFill>
        <p:spPr>
          <a:xfrm>
            <a:off x="2917603" y="4791266"/>
            <a:ext cx="47339" cy="103822"/>
          </a:xfrm>
          <a:prstGeom prst="rect"/>
          <a:ln w="0">
            <a:noFill/>
          </a:ln>
        </p:spPr>
      </p:pic>
      <p:pic>
        <p:nvPicPr>
          <p:cNvPr id="1274" name="New picture"/>
          <p:cNvPicPr/>
          <p:nvPr/>
        </p:nvPicPr>
        <p:blipFill>
          <a:blip r:embed="rId766"/>
          <a:srcRect/>
          <a:stretch>
            <a:fillRect/>
          </a:stretch>
        </p:blipFill>
        <p:spPr>
          <a:xfrm>
            <a:off x="2975610" y="4812697"/>
            <a:ext cx="70199" cy="82487"/>
          </a:xfrm>
          <a:prstGeom prst="rect"/>
          <a:ln w="0">
            <a:noFill/>
          </a:ln>
        </p:spPr>
      </p:pic>
      <p:sp>
        <p:nvSpPr>
          <p:cNvPr id="1275" name="New shape"/>
          <p:cNvSpPr/>
          <p:nvPr/>
        </p:nvSpPr>
        <p:spPr>
          <a:xfrm>
            <a:off x="2987802" y="4821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6" name="New picture"/>
          <p:cNvPicPr/>
          <p:nvPr/>
        </p:nvPicPr>
        <p:blipFill>
          <a:blip r:embed="rId767"/>
          <a:srcRect/>
          <a:stretch>
            <a:fillRect/>
          </a:stretch>
        </p:blipFill>
        <p:spPr>
          <a:xfrm>
            <a:off x="3065716" y="4812697"/>
            <a:ext cx="42767" cy="79343"/>
          </a:xfrm>
          <a:prstGeom prst="rect"/>
          <a:ln w="0">
            <a:noFill/>
          </a:ln>
        </p:spPr>
      </p:pic>
      <p:pic>
        <p:nvPicPr>
          <p:cNvPr id="1277" name="New picture"/>
          <p:cNvPicPr/>
          <p:nvPr/>
        </p:nvPicPr>
        <p:blipFill>
          <a:blip r:embed="rId768"/>
          <a:srcRect/>
          <a:stretch>
            <a:fillRect/>
          </a:stretch>
        </p:blipFill>
        <p:spPr>
          <a:xfrm>
            <a:off x="3157347" y="4783741"/>
            <a:ext cx="74771" cy="111347"/>
          </a:xfrm>
          <a:prstGeom prst="rect"/>
          <a:ln w="0">
            <a:noFill/>
          </a:ln>
        </p:spPr>
      </p:pic>
      <p:sp>
        <p:nvSpPr>
          <p:cNvPr id="1278" name="New shape"/>
          <p:cNvSpPr/>
          <p:nvPr/>
        </p:nvSpPr>
        <p:spPr>
          <a:xfrm>
            <a:off x="3171063" y="482336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79" name="New picture"/>
          <p:cNvPicPr/>
          <p:nvPr/>
        </p:nvPicPr>
        <p:blipFill>
          <a:blip r:embed="rId769"/>
          <a:srcRect/>
          <a:stretch>
            <a:fillRect/>
          </a:stretch>
        </p:blipFill>
        <p:spPr>
          <a:xfrm>
            <a:off x="3252026" y="4812696"/>
            <a:ext cx="71723" cy="82391"/>
          </a:xfrm>
          <a:prstGeom prst="rect"/>
          <a:ln w="0">
            <a:noFill/>
          </a:ln>
        </p:spPr>
      </p:pic>
      <p:sp>
        <p:nvSpPr>
          <p:cNvPr id="1280" name="New shape"/>
          <p:cNvSpPr/>
          <p:nvPr/>
        </p:nvSpPr>
        <p:spPr>
          <a:xfrm>
            <a:off x="3265741" y="4821841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1" name="New picture"/>
          <p:cNvPicPr/>
          <p:nvPr/>
        </p:nvPicPr>
        <p:blipFill>
          <a:blip r:embed="rId770"/>
          <a:srcRect/>
          <a:stretch>
            <a:fillRect/>
          </a:stretch>
        </p:blipFill>
        <p:spPr>
          <a:xfrm>
            <a:off x="3334512" y="4812696"/>
            <a:ext cx="58007" cy="82391"/>
          </a:xfrm>
          <a:prstGeom prst="rect"/>
          <a:ln w="0">
            <a:noFill/>
          </a:ln>
        </p:spPr>
      </p:pic>
      <p:pic>
        <p:nvPicPr>
          <p:cNvPr id="1282" name="New picture"/>
          <p:cNvPicPr/>
          <p:nvPr/>
        </p:nvPicPr>
        <p:blipFill>
          <a:blip r:embed="rId771"/>
          <a:srcRect/>
          <a:stretch>
            <a:fillRect/>
          </a:stretch>
        </p:blipFill>
        <p:spPr>
          <a:xfrm>
            <a:off x="3445859" y="4783741"/>
            <a:ext cx="74866" cy="111442"/>
          </a:xfrm>
          <a:prstGeom prst="rect"/>
          <a:ln w="0">
            <a:noFill/>
          </a:ln>
        </p:spPr>
      </p:pic>
      <p:sp>
        <p:nvSpPr>
          <p:cNvPr id="1283" name="New shape"/>
          <p:cNvSpPr/>
          <p:nvPr/>
        </p:nvSpPr>
        <p:spPr>
          <a:xfrm>
            <a:off x="3459670" y="482346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4" name="New picture"/>
          <p:cNvPicPr/>
          <p:nvPr/>
        </p:nvPicPr>
        <p:blipFill>
          <a:blip r:embed="rId772"/>
          <a:srcRect/>
          <a:stretch>
            <a:fillRect/>
          </a:stretch>
        </p:blipFill>
        <p:spPr>
          <a:xfrm>
            <a:off x="3540538" y="4812697"/>
            <a:ext cx="77915" cy="82391"/>
          </a:xfrm>
          <a:prstGeom prst="rect"/>
          <a:ln w="0">
            <a:noFill/>
          </a:ln>
        </p:spPr>
      </p:pic>
      <p:sp>
        <p:nvSpPr>
          <p:cNvPr id="1285" name="New shape"/>
          <p:cNvSpPr/>
          <p:nvPr/>
        </p:nvSpPr>
        <p:spPr>
          <a:xfrm>
            <a:off x="3554254" y="482336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6" name="New picture"/>
          <p:cNvPicPr/>
          <p:nvPr/>
        </p:nvPicPr>
        <p:blipFill>
          <a:blip r:embed="rId773"/>
          <a:srcRect/>
          <a:stretch>
            <a:fillRect/>
          </a:stretch>
        </p:blipFill>
        <p:spPr>
          <a:xfrm>
            <a:off x="3638359" y="4812697"/>
            <a:ext cx="70295" cy="79343"/>
          </a:xfrm>
          <a:prstGeom prst="rect"/>
          <a:ln w="0">
            <a:noFill/>
          </a:ln>
        </p:spPr>
      </p:pic>
      <p:pic>
        <p:nvPicPr>
          <p:cNvPr id="1287" name="New picture"/>
          <p:cNvPicPr/>
          <p:nvPr/>
        </p:nvPicPr>
        <p:blipFill>
          <a:blip r:embed="rId774"/>
          <a:srcRect/>
          <a:stretch>
            <a:fillRect/>
          </a:stretch>
        </p:blipFill>
        <p:spPr>
          <a:xfrm>
            <a:off x="3733038" y="4812697"/>
            <a:ext cx="68771" cy="79343"/>
          </a:xfrm>
          <a:prstGeom prst="rect"/>
          <a:ln w="0">
            <a:noFill/>
          </a:ln>
        </p:spPr>
      </p:pic>
      <p:pic>
        <p:nvPicPr>
          <p:cNvPr id="1288" name="New picture"/>
          <p:cNvPicPr/>
          <p:nvPr/>
        </p:nvPicPr>
        <p:blipFill>
          <a:blip r:embed="rId775"/>
          <a:srcRect/>
          <a:stretch>
            <a:fillRect/>
          </a:stretch>
        </p:blipFill>
        <p:spPr>
          <a:xfrm>
            <a:off x="3821621" y="4812696"/>
            <a:ext cx="71723" cy="82391"/>
          </a:xfrm>
          <a:prstGeom prst="rect"/>
          <a:ln w="0">
            <a:noFill/>
          </a:ln>
        </p:spPr>
      </p:pic>
      <p:sp>
        <p:nvSpPr>
          <p:cNvPr id="1289" name="New shape"/>
          <p:cNvSpPr/>
          <p:nvPr/>
        </p:nvSpPr>
        <p:spPr>
          <a:xfrm>
            <a:off x="3835336" y="48218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90" name="New shape"/>
          <p:cNvSpPr/>
          <p:nvPr/>
        </p:nvSpPr>
        <p:spPr>
          <a:xfrm>
            <a:off x="3844481" y="4777645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1" name="New picture"/>
          <p:cNvPicPr/>
          <p:nvPr/>
        </p:nvPicPr>
        <p:blipFill>
          <a:blip r:embed="rId776"/>
          <a:srcRect/>
          <a:stretch>
            <a:fillRect/>
          </a:stretch>
        </p:blipFill>
        <p:spPr>
          <a:xfrm>
            <a:off x="3908584" y="4812697"/>
            <a:ext cx="70295" cy="82487"/>
          </a:xfrm>
          <a:prstGeom prst="rect"/>
          <a:ln w="0">
            <a:noFill/>
          </a:ln>
        </p:spPr>
      </p:pic>
      <p:sp>
        <p:nvSpPr>
          <p:cNvPr id="1292" name="New shape"/>
          <p:cNvSpPr/>
          <p:nvPr/>
        </p:nvSpPr>
        <p:spPr>
          <a:xfrm>
            <a:off x="3920775" y="48218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3" name="New picture"/>
          <p:cNvPicPr/>
          <p:nvPr/>
        </p:nvPicPr>
        <p:blipFill>
          <a:blip r:embed="rId777"/>
          <a:srcRect/>
          <a:stretch>
            <a:fillRect/>
          </a:stretch>
        </p:blipFill>
        <p:spPr>
          <a:xfrm>
            <a:off x="3990976" y="4812696"/>
            <a:ext cx="58102" cy="82391"/>
          </a:xfrm>
          <a:prstGeom prst="rect"/>
          <a:ln w="0">
            <a:noFill/>
          </a:ln>
        </p:spPr>
      </p:pic>
      <p:pic>
        <p:nvPicPr>
          <p:cNvPr id="1294" name="New picture"/>
          <p:cNvPicPr/>
          <p:nvPr/>
        </p:nvPicPr>
        <p:blipFill>
          <a:blip r:embed="rId778"/>
          <a:srcRect/>
          <a:stretch>
            <a:fillRect/>
          </a:stretch>
        </p:blipFill>
        <p:spPr>
          <a:xfrm>
            <a:off x="4102512" y="4812696"/>
            <a:ext cx="70295" cy="82391"/>
          </a:xfrm>
          <a:prstGeom prst="rect"/>
          <a:ln w="0">
            <a:noFill/>
          </a:ln>
        </p:spPr>
      </p:pic>
      <p:sp>
        <p:nvSpPr>
          <p:cNvPr id="1295" name="New shape"/>
          <p:cNvSpPr/>
          <p:nvPr/>
        </p:nvSpPr>
        <p:spPr>
          <a:xfrm>
            <a:off x="4114800" y="48218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6" name="New picture"/>
          <p:cNvPicPr/>
          <p:nvPr/>
        </p:nvPicPr>
        <p:blipFill>
          <a:blip r:embed="rId779"/>
          <a:srcRect/>
          <a:stretch>
            <a:fillRect/>
          </a:stretch>
        </p:blipFill>
        <p:spPr>
          <a:xfrm>
            <a:off x="4181951" y="4791266"/>
            <a:ext cx="47339" cy="103822"/>
          </a:xfrm>
          <a:prstGeom prst="rect"/>
          <a:ln w="0">
            <a:noFill/>
          </a:ln>
        </p:spPr>
      </p:pic>
      <p:sp>
        <p:nvSpPr>
          <p:cNvPr id="1297" name="New shape"/>
          <p:cNvSpPr/>
          <p:nvPr/>
        </p:nvSpPr>
        <p:spPr>
          <a:xfrm>
            <a:off x="4287012" y="47838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98" name="New picture"/>
          <p:cNvPicPr/>
          <p:nvPr/>
        </p:nvPicPr>
        <p:blipFill>
          <a:blip r:embed="rId780"/>
          <a:srcRect/>
          <a:stretch>
            <a:fillRect/>
          </a:stretch>
        </p:blipFill>
        <p:spPr>
          <a:xfrm>
            <a:off x="4320922" y="4812696"/>
            <a:ext cx="65627" cy="82391"/>
          </a:xfrm>
          <a:prstGeom prst="rect"/>
          <a:ln w="0">
            <a:noFill/>
          </a:ln>
        </p:spPr>
      </p:pic>
      <p:sp>
        <p:nvSpPr>
          <p:cNvPr id="1299" name="New shape"/>
          <p:cNvSpPr/>
          <p:nvPr/>
        </p:nvSpPr>
        <p:spPr>
          <a:xfrm>
            <a:off x="4333113" y="4853939"/>
            <a:ext cx="39719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0" name="New picture"/>
          <p:cNvPicPr/>
          <p:nvPr/>
        </p:nvPicPr>
        <p:blipFill>
          <a:blip r:embed="rId781"/>
          <a:srcRect/>
          <a:stretch>
            <a:fillRect/>
          </a:stretch>
        </p:blipFill>
        <p:spPr>
          <a:xfrm>
            <a:off x="4449223" y="4812602"/>
            <a:ext cx="120586" cy="79343"/>
          </a:xfrm>
          <a:prstGeom prst="rect"/>
          <a:ln w="0">
            <a:noFill/>
          </a:ln>
        </p:spPr>
      </p:pic>
      <p:pic>
        <p:nvPicPr>
          <p:cNvPr id="1301" name="New picture"/>
          <p:cNvPicPr/>
          <p:nvPr/>
        </p:nvPicPr>
        <p:blipFill>
          <a:blip r:embed="rId782"/>
          <a:srcRect/>
          <a:stretch>
            <a:fillRect/>
          </a:stretch>
        </p:blipFill>
        <p:spPr>
          <a:xfrm>
            <a:off x="4586574" y="4812696"/>
            <a:ext cx="65627" cy="82391"/>
          </a:xfrm>
          <a:prstGeom prst="rect"/>
          <a:ln w="0">
            <a:noFill/>
          </a:ln>
        </p:spPr>
      </p:pic>
      <p:sp>
        <p:nvSpPr>
          <p:cNvPr id="1302" name="New shape"/>
          <p:cNvSpPr/>
          <p:nvPr/>
        </p:nvSpPr>
        <p:spPr>
          <a:xfrm>
            <a:off x="4600289" y="4853845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3" name="New picture"/>
          <p:cNvPicPr/>
          <p:nvPr/>
        </p:nvPicPr>
        <p:blipFill>
          <a:blip r:embed="rId783"/>
          <a:srcRect/>
          <a:stretch>
            <a:fillRect/>
          </a:stretch>
        </p:blipFill>
        <p:spPr>
          <a:xfrm>
            <a:off x="4676680" y="4812697"/>
            <a:ext cx="68771" cy="79343"/>
          </a:xfrm>
          <a:prstGeom prst="rect"/>
          <a:ln w="0">
            <a:noFill/>
          </a:ln>
        </p:spPr>
      </p:pic>
      <p:sp>
        <p:nvSpPr>
          <p:cNvPr id="1304" name="New shape"/>
          <p:cNvSpPr/>
          <p:nvPr/>
        </p:nvSpPr>
        <p:spPr>
          <a:xfrm>
            <a:off x="4771454" y="4814125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5" name="New picture"/>
          <p:cNvPicPr/>
          <p:nvPr/>
        </p:nvPicPr>
        <p:blipFill>
          <a:blip r:embed="rId784"/>
          <a:srcRect/>
          <a:stretch>
            <a:fillRect/>
          </a:stretch>
        </p:blipFill>
        <p:spPr>
          <a:xfrm>
            <a:off x="4769930" y="4780597"/>
            <a:ext cx="16764" cy="15240"/>
          </a:xfrm>
          <a:prstGeom prst="rect"/>
          <a:ln w="0">
            <a:noFill/>
          </a:ln>
        </p:spPr>
      </p:pic>
      <p:pic>
        <p:nvPicPr>
          <p:cNvPr id="1306" name="New picture"/>
          <p:cNvPicPr/>
          <p:nvPr/>
        </p:nvPicPr>
        <p:blipFill>
          <a:blip r:embed="rId785"/>
          <a:srcRect/>
          <a:stretch>
            <a:fillRect/>
          </a:stretch>
        </p:blipFill>
        <p:spPr>
          <a:xfrm>
            <a:off x="4804982" y="4812696"/>
            <a:ext cx="71723" cy="82391"/>
          </a:xfrm>
          <a:prstGeom prst="rect"/>
          <a:ln w="0">
            <a:noFill/>
          </a:ln>
        </p:spPr>
      </p:pic>
      <p:sp>
        <p:nvSpPr>
          <p:cNvPr id="1307" name="New shape"/>
          <p:cNvSpPr/>
          <p:nvPr/>
        </p:nvSpPr>
        <p:spPr>
          <a:xfrm>
            <a:off x="4818697" y="4821841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08" name="New shape"/>
          <p:cNvSpPr/>
          <p:nvPr/>
        </p:nvSpPr>
        <p:spPr>
          <a:xfrm>
            <a:off x="4824794" y="4777645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9" name="New picture"/>
          <p:cNvPicPr/>
          <p:nvPr/>
        </p:nvPicPr>
        <p:blipFill>
          <a:blip r:embed="rId786"/>
          <a:srcRect/>
          <a:stretch>
            <a:fillRect/>
          </a:stretch>
        </p:blipFill>
        <p:spPr>
          <a:xfrm>
            <a:off x="4896612" y="4812697"/>
            <a:ext cx="42672" cy="79343"/>
          </a:xfrm>
          <a:prstGeom prst="rect"/>
          <a:ln w="0">
            <a:noFill/>
          </a:ln>
        </p:spPr>
      </p:pic>
      <p:pic>
        <p:nvPicPr>
          <p:cNvPr id="1310" name="New picture"/>
          <p:cNvPicPr/>
          <p:nvPr/>
        </p:nvPicPr>
        <p:blipFill>
          <a:blip r:embed="rId787"/>
          <a:srcRect/>
          <a:stretch>
            <a:fillRect/>
          </a:stretch>
        </p:blipFill>
        <p:spPr>
          <a:xfrm>
            <a:off x="4943856" y="4812696"/>
            <a:ext cx="71818" cy="82391"/>
          </a:xfrm>
          <a:prstGeom prst="rect"/>
          <a:ln w="0">
            <a:noFill/>
          </a:ln>
        </p:spPr>
      </p:pic>
      <p:sp>
        <p:nvSpPr>
          <p:cNvPr id="1311" name="New shape"/>
          <p:cNvSpPr/>
          <p:nvPr/>
        </p:nvSpPr>
        <p:spPr>
          <a:xfrm>
            <a:off x="4957572" y="482184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2" name="New picture"/>
          <p:cNvPicPr/>
          <p:nvPr/>
        </p:nvPicPr>
        <p:blipFill>
          <a:blip r:embed="rId788"/>
          <a:srcRect/>
          <a:stretch>
            <a:fillRect/>
          </a:stretch>
        </p:blipFill>
        <p:spPr>
          <a:xfrm>
            <a:off x="5070729" y="4783645"/>
            <a:ext cx="74771" cy="111442"/>
          </a:xfrm>
          <a:prstGeom prst="rect"/>
          <a:ln w="0">
            <a:noFill/>
          </a:ln>
        </p:spPr>
      </p:pic>
      <p:sp>
        <p:nvSpPr>
          <p:cNvPr id="1313" name="New shape"/>
          <p:cNvSpPr/>
          <p:nvPr/>
        </p:nvSpPr>
        <p:spPr>
          <a:xfrm>
            <a:off x="5084445" y="4823365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14" name="New shape"/>
          <p:cNvSpPr/>
          <p:nvPr/>
        </p:nvSpPr>
        <p:spPr>
          <a:xfrm>
            <a:off x="5166932" y="4783741"/>
            <a:ext cx="10668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5" name="New picture"/>
          <p:cNvPicPr/>
          <p:nvPr/>
        </p:nvPicPr>
        <p:blipFill>
          <a:blip r:embed="rId789"/>
          <a:srcRect/>
          <a:stretch>
            <a:fillRect/>
          </a:stretch>
        </p:blipFill>
        <p:spPr>
          <a:xfrm>
            <a:off x="5201984" y="4814220"/>
            <a:ext cx="70199" cy="80867"/>
          </a:xfrm>
          <a:prstGeom prst="rect"/>
          <a:ln w="0">
            <a:noFill/>
          </a:ln>
        </p:spPr>
      </p:pic>
      <p:pic>
        <p:nvPicPr>
          <p:cNvPr id="1316" name="New picture"/>
          <p:cNvPicPr/>
          <p:nvPr/>
        </p:nvPicPr>
        <p:blipFill>
          <a:blip r:embed="rId790"/>
          <a:srcRect/>
          <a:stretch>
            <a:fillRect/>
          </a:stretch>
        </p:blipFill>
        <p:spPr>
          <a:xfrm>
            <a:off x="5287613" y="4791266"/>
            <a:ext cx="47339" cy="103822"/>
          </a:xfrm>
          <a:prstGeom prst="rect"/>
          <a:ln w="0">
            <a:noFill/>
          </a:ln>
        </p:spPr>
      </p:pic>
      <p:sp>
        <p:nvSpPr>
          <p:cNvPr id="1317" name="New shape"/>
          <p:cNvSpPr/>
          <p:nvPr/>
        </p:nvSpPr>
        <p:spPr>
          <a:xfrm>
            <a:off x="5353145" y="4814220"/>
            <a:ext cx="12287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8" name="New picture"/>
          <p:cNvPicPr/>
          <p:nvPr/>
        </p:nvPicPr>
        <p:blipFill>
          <a:blip r:embed="rId791"/>
          <a:srcRect/>
          <a:stretch>
            <a:fillRect/>
          </a:stretch>
        </p:blipFill>
        <p:spPr>
          <a:xfrm>
            <a:off x="5350097" y="4780693"/>
            <a:ext cx="16859" cy="15240"/>
          </a:xfrm>
          <a:prstGeom prst="rect"/>
          <a:ln w="0">
            <a:noFill/>
          </a:ln>
        </p:spPr>
      </p:pic>
      <p:sp>
        <p:nvSpPr>
          <p:cNvPr id="1319" name="New shape"/>
          <p:cNvSpPr/>
          <p:nvPr/>
        </p:nvSpPr>
        <p:spPr>
          <a:xfrm>
            <a:off x="5391912" y="47838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20" name="New shape"/>
          <p:cNvSpPr/>
          <p:nvPr/>
        </p:nvSpPr>
        <p:spPr>
          <a:xfrm>
            <a:off x="5431060" y="481422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1" name="New picture"/>
          <p:cNvPicPr/>
          <p:nvPr/>
        </p:nvPicPr>
        <p:blipFill>
          <a:blip r:embed="rId792"/>
          <a:srcRect/>
          <a:stretch>
            <a:fillRect/>
          </a:stretch>
        </p:blipFill>
        <p:spPr>
          <a:xfrm>
            <a:off x="5429536" y="4780693"/>
            <a:ext cx="16764" cy="15240"/>
          </a:xfrm>
          <a:prstGeom prst="rect"/>
          <a:ln w="0">
            <a:noFill/>
          </a:ln>
        </p:spPr>
      </p:pic>
      <p:pic>
        <p:nvPicPr>
          <p:cNvPr id="1322" name="New picture"/>
          <p:cNvPicPr/>
          <p:nvPr/>
        </p:nvPicPr>
        <p:blipFill>
          <a:blip r:embed="rId793"/>
          <a:srcRect/>
          <a:stretch>
            <a:fillRect/>
          </a:stretch>
        </p:blipFill>
        <p:spPr>
          <a:xfrm>
            <a:off x="5461635" y="4812696"/>
            <a:ext cx="58007" cy="82391"/>
          </a:xfrm>
          <a:prstGeom prst="rect"/>
          <a:ln w="0">
            <a:noFill/>
          </a:ln>
        </p:spPr>
      </p:pic>
      <p:pic>
        <p:nvPicPr>
          <p:cNvPr id="1323" name="New picture"/>
          <p:cNvPicPr/>
          <p:nvPr/>
        </p:nvPicPr>
        <p:blipFill>
          <a:blip r:embed="rId794"/>
          <a:srcRect/>
          <a:stretch>
            <a:fillRect/>
          </a:stretch>
        </p:blipFill>
        <p:spPr>
          <a:xfrm>
            <a:off x="5533358" y="4812697"/>
            <a:ext cx="71818" cy="82487"/>
          </a:xfrm>
          <a:prstGeom prst="rect"/>
          <a:ln w="0">
            <a:noFill/>
          </a:ln>
        </p:spPr>
      </p:pic>
      <p:sp>
        <p:nvSpPr>
          <p:cNvPr id="1324" name="New shape"/>
          <p:cNvSpPr/>
          <p:nvPr/>
        </p:nvSpPr>
        <p:spPr>
          <a:xfrm>
            <a:off x="5545645" y="4821841"/>
            <a:ext cx="45720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5" name="New picture"/>
          <p:cNvPicPr/>
          <p:nvPr/>
        </p:nvPicPr>
        <p:blipFill>
          <a:blip r:embed="rId795"/>
          <a:srcRect/>
          <a:stretch>
            <a:fillRect/>
          </a:stretch>
        </p:blipFill>
        <p:spPr>
          <a:xfrm>
            <a:off x="5624988" y="4812697"/>
            <a:ext cx="41148" cy="79343"/>
          </a:xfrm>
          <a:prstGeom prst="rect"/>
          <a:ln w="0">
            <a:noFill/>
          </a:ln>
        </p:spPr>
      </p:pic>
      <p:pic>
        <p:nvPicPr>
          <p:cNvPr id="1326" name="New picture"/>
          <p:cNvPicPr/>
          <p:nvPr/>
        </p:nvPicPr>
        <p:blipFill>
          <a:blip r:embed="rId796"/>
          <a:srcRect/>
          <a:stretch>
            <a:fillRect/>
          </a:stretch>
        </p:blipFill>
        <p:spPr>
          <a:xfrm>
            <a:off x="5715000" y="4783645"/>
            <a:ext cx="74866" cy="111442"/>
          </a:xfrm>
          <a:prstGeom prst="rect"/>
          <a:ln w="0">
            <a:noFill/>
          </a:ln>
        </p:spPr>
      </p:pic>
      <p:sp>
        <p:nvSpPr>
          <p:cNvPr id="1327" name="New shape"/>
          <p:cNvSpPr/>
          <p:nvPr/>
        </p:nvSpPr>
        <p:spPr>
          <a:xfrm>
            <a:off x="5728715" y="482336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28" name="New shape"/>
          <p:cNvSpPr/>
          <p:nvPr/>
        </p:nvSpPr>
        <p:spPr>
          <a:xfrm>
            <a:off x="5815870" y="4814125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9" name="New picture"/>
          <p:cNvPicPr/>
          <p:nvPr/>
        </p:nvPicPr>
        <p:blipFill>
          <a:blip r:embed="rId797"/>
          <a:srcRect/>
          <a:stretch>
            <a:fillRect/>
          </a:stretch>
        </p:blipFill>
        <p:spPr>
          <a:xfrm>
            <a:off x="5814346" y="4780597"/>
            <a:ext cx="16764" cy="15240"/>
          </a:xfrm>
          <a:prstGeom prst="rect"/>
          <a:ln w="0">
            <a:noFill/>
          </a:ln>
        </p:spPr>
      </p:pic>
      <p:pic>
        <p:nvPicPr>
          <p:cNvPr id="1330" name="New picture"/>
          <p:cNvPicPr/>
          <p:nvPr/>
        </p:nvPicPr>
        <p:blipFill>
          <a:blip r:embed="rId798"/>
          <a:srcRect/>
          <a:stretch>
            <a:fillRect/>
          </a:stretch>
        </p:blipFill>
        <p:spPr>
          <a:xfrm>
            <a:off x="5844921" y="4782217"/>
            <a:ext cx="53435" cy="109823"/>
          </a:xfrm>
          <a:prstGeom prst="rect"/>
          <a:ln w="0">
            <a:noFill/>
          </a:ln>
        </p:spPr>
      </p:pic>
      <p:pic>
        <p:nvPicPr>
          <p:cNvPr id="1331" name="New picture"/>
          <p:cNvPicPr/>
          <p:nvPr/>
        </p:nvPicPr>
        <p:blipFill>
          <a:blip r:embed="rId799"/>
          <a:srcRect/>
          <a:stretch>
            <a:fillRect/>
          </a:stretch>
        </p:blipFill>
        <p:spPr>
          <a:xfrm>
            <a:off x="5895308" y="4782217"/>
            <a:ext cx="53435" cy="109823"/>
          </a:xfrm>
          <a:prstGeom prst="rect"/>
          <a:ln w="0">
            <a:noFill/>
          </a:ln>
        </p:spPr>
      </p:pic>
      <p:pic>
        <p:nvPicPr>
          <p:cNvPr id="1332" name="New picture"/>
          <p:cNvPicPr/>
          <p:nvPr/>
        </p:nvPicPr>
        <p:blipFill>
          <a:blip r:embed="rId800"/>
          <a:srcRect/>
          <a:stretch>
            <a:fillRect/>
          </a:stretch>
        </p:blipFill>
        <p:spPr>
          <a:xfrm>
            <a:off x="5950268" y="4812696"/>
            <a:ext cx="71723" cy="82391"/>
          </a:xfrm>
          <a:prstGeom prst="rect"/>
          <a:ln w="0">
            <a:noFill/>
          </a:ln>
        </p:spPr>
      </p:pic>
      <p:sp>
        <p:nvSpPr>
          <p:cNvPr id="1333" name="New shape"/>
          <p:cNvSpPr/>
          <p:nvPr/>
        </p:nvSpPr>
        <p:spPr>
          <a:xfrm>
            <a:off x="5963983" y="48218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34" name="New shape"/>
          <p:cNvSpPr/>
          <p:nvPr/>
        </p:nvSpPr>
        <p:spPr>
          <a:xfrm>
            <a:off x="5974652" y="4777645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5" name="New picture"/>
          <p:cNvPicPr/>
          <p:nvPr/>
        </p:nvPicPr>
        <p:blipFill>
          <a:blip r:embed="rId801"/>
          <a:srcRect/>
          <a:stretch>
            <a:fillRect/>
          </a:stretch>
        </p:blipFill>
        <p:spPr>
          <a:xfrm>
            <a:off x="6041898" y="4812697"/>
            <a:ext cx="42767" cy="79343"/>
          </a:xfrm>
          <a:prstGeom prst="rect"/>
          <a:ln w="0">
            <a:noFill/>
          </a:ln>
        </p:spPr>
      </p:pic>
      <p:pic>
        <p:nvPicPr>
          <p:cNvPr id="1336" name="New picture"/>
          <p:cNvPicPr/>
          <p:nvPr/>
        </p:nvPicPr>
        <p:blipFill>
          <a:blip r:embed="rId802"/>
          <a:srcRect/>
          <a:stretch>
            <a:fillRect/>
          </a:stretch>
        </p:blipFill>
        <p:spPr>
          <a:xfrm>
            <a:off x="6090762" y="4812696"/>
            <a:ext cx="70199" cy="82391"/>
          </a:xfrm>
          <a:prstGeom prst="rect"/>
          <a:ln w="0">
            <a:noFill/>
          </a:ln>
        </p:spPr>
      </p:pic>
      <p:sp>
        <p:nvSpPr>
          <p:cNvPr id="1337" name="New shape"/>
          <p:cNvSpPr/>
          <p:nvPr/>
        </p:nvSpPr>
        <p:spPr>
          <a:xfrm>
            <a:off x="6102953" y="48218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38" name="New picture"/>
          <p:cNvPicPr/>
          <p:nvPr/>
        </p:nvPicPr>
        <p:blipFill>
          <a:blip r:embed="rId803"/>
          <a:srcRect/>
          <a:stretch>
            <a:fillRect/>
          </a:stretch>
        </p:blipFill>
        <p:spPr>
          <a:xfrm>
            <a:off x="6180868" y="4812697"/>
            <a:ext cx="70295" cy="79343"/>
          </a:xfrm>
          <a:prstGeom prst="rect"/>
          <a:ln w="0">
            <a:noFill/>
          </a:ln>
        </p:spPr>
      </p:pic>
      <p:pic>
        <p:nvPicPr>
          <p:cNvPr id="1339" name="New picture"/>
          <p:cNvPicPr/>
          <p:nvPr/>
        </p:nvPicPr>
        <p:blipFill>
          <a:blip r:embed="rId804"/>
          <a:srcRect/>
          <a:stretch>
            <a:fillRect/>
          </a:stretch>
        </p:blipFill>
        <p:spPr>
          <a:xfrm>
            <a:off x="6264783" y="4791361"/>
            <a:ext cx="47339" cy="103727"/>
          </a:xfrm>
          <a:prstGeom prst="rect"/>
          <a:ln w="0">
            <a:noFill/>
          </a:ln>
        </p:spPr>
      </p:pic>
      <p:pic>
        <p:nvPicPr>
          <p:cNvPr id="1340" name="New picture"/>
          <p:cNvPicPr/>
          <p:nvPr/>
        </p:nvPicPr>
        <p:blipFill>
          <a:blip r:embed="rId805"/>
          <a:srcRect/>
          <a:stretch>
            <a:fillRect/>
          </a:stretch>
        </p:blipFill>
        <p:spPr>
          <a:xfrm>
            <a:off x="6322886" y="4812696"/>
            <a:ext cx="70199" cy="82391"/>
          </a:xfrm>
          <a:prstGeom prst="rect"/>
          <a:ln w="0">
            <a:noFill/>
          </a:ln>
        </p:spPr>
      </p:pic>
      <p:sp>
        <p:nvSpPr>
          <p:cNvPr id="1341" name="New shape"/>
          <p:cNvSpPr/>
          <p:nvPr/>
        </p:nvSpPr>
        <p:spPr>
          <a:xfrm>
            <a:off x="6335078" y="4821841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2" name="New picture"/>
          <p:cNvPicPr/>
          <p:nvPr/>
        </p:nvPicPr>
        <p:blipFill>
          <a:blip r:embed="rId806"/>
          <a:srcRect/>
          <a:stretch>
            <a:fillRect/>
          </a:stretch>
        </p:blipFill>
        <p:spPr>
          <a:xfrm>
            <a:off x="6405182" y="4812696"/>
            <a:ext cx="58102" cy="82391"/>
          </a:xfrm>
          <a:prstGeom prst="rect"/>
          <a:ln w="0">
            <a:noFill/>
          </a:ln>
        </p:spPr>
      </p:pic>
      <p:pic>
        <p:nvPicPr>
          <p:cNvPr id="1343" name="New picture"/>
          <p:cNvPicPr/>
          <p:nvPr/>
        </p:nvPicPr>
        <p:blipFill>
          <a:blip r:embed="rId807"/>
          <a:srcRect/>
          <a:stretch>
            <a:fillRect/>
          </a:stretch>
        </p:blipFill>
        <p:spPr>
          <a:xfrm>
            <a:off x="677418" y="5041582"/>
            <a:ext cx="71818" cy="82391"/>
          </a:xfrm>
          <a:prstGeom prst="rect"/>
          <a:ln w="0">
            <a:noFill/>
          </a:ln>
        </p:spPr>
      </p:pic>
      <p:sp>
        <p:nvSpPr>
          <p:cNvPr id="1344" name="New shape"/>
          <p:cNvSpPr/>
          <p:nvPr/>
        </p:nvSpPr>
        <p:spPr>
          <a:xfrm>
            <a:off x="691134" y="505072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5" name="New picture"/>
          <p:cNvPicPr/>
          <p:nvPr/>
        </p:nvPicPr>
        <p:blipFill>
          <a:blip r:embed="rId808"/>
          <a:srcRect/>
          <a:stretch>
            <a:fillRect/>
          </a:stretch>
        </p:blipFill>
        <p:spPr>
          <a:xfrm>
            <a:off x="769049" y="5041583"/>
            <a:ext cx="68675" cy="79439"/>
          </a:xfrm>
          <a:prstGeom prst="rect"/>
          <a:ln w="0">
            <a:noFill/>
          </a:ln>
        </p:spPr>
      </p:pic>
      <p:pic>
        <p:nvPicPr>
          <p:cNvPr id="1346" name="New picture"/>
          <p:cNvPicPr/>
          <p:nvPr/>
        </p:nvPicPr>
        <p:blipFill>
          <a:blip r:embed="rId809"/>
          <a:srcRect/>
          <a:stretch>
            <a:fillRect/>
          </a:stretch>
        </p:blipFill>
        <p:spPr>
          <a:xfrm>
            <a:off x="851535" y="5020152"/>
            <a:ext cx="48863" cy="103822"/>
          </a:xfrm>
          <a:prstGeom prst="rect"/>
          <a:ln w="0">
            <a:noFill/>
          </a:ln>
        </p:spPr>
      </p:pic>
      <p:pic>
        <p:nvPicPr>
          <p:cNvPr id="1347" name="New picture"/>
          <p:cNvPicPr/>
          <p:nvPr/>
        </p:nvPicPr>
        <p:blipFill>
          <a:blip r:embed="rId810"/>
          <a:srcRect/>
          <a:stretch>
            <a:fillRect/>
          </a:stretch>
        </p:blipFill>
        <p:spPr>
          <a:xfrm>
            <a:off x="917162" y="5041678"/>
            <a:ext cx="42672" cy="79343"/>
          </a:xfrm>
          <a:prstGeom prst="rect"/>
          <a:ln w="0">
            <a:noFill/>
          </a:ln>
        </p:spPr>
      </p:pic>
      <p:pic>
        <p:nvPicPr>
          <p:cNvPr id="1348" name="New picture"/>
          <p:cNvPicPr/>
          <p:nvPr/>
        </p:nvPicPr>
        <p:blipFill>
          <a:blip r:embed="rId811"/>
          <a:srcRect/>
          <a:stretch>
            <a:fillRect/>
          </a:stretch>
        </p:blipFill>
        <p:spPr>
          <a:xfrm>
            <a:off x="964502" y="5041582"/>
            <a:ext cx="71818" cy="82391"/>
          </a:xfrm>
          <a:prstGeom prst="rect"/>
          <a:ln w="0">
            <a:noFill/>
          </a:ln>
        </p:spPr>
      </p:pic>
      <p:sp>
        <p:nvSpPr>
          <p:cNvPr id="1349" name="New shape"/>
          <p:cNvSpPr/>
          <p:nvPr/>
        </p:nvSpPr>
        <p:spPr>
          <a:xfrm>
            <a:off x="978313" y="5050726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50" name="New shape"/>
          <p:cNvSpPr/>
          <p:nvPr/>
        </p:nvSpPr>
        <p:spPr>
          <a:xfrm>
            <a:off x="988981" y="5006435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1" name="New picture"/>
          <p:cNvPicPr/>
          <p:nvPr/>
        </p:nvPicPr>
        <p:blipFill>
          <a:blip r:embed="rId812"/>
          <a:srcRect/>
          <a:stretch>
            <a:fillRect/>
          </a:stretch>
        </p:blipFill>
        <p:spPr>
          <a:xfrm>
            <a:off x="1051560" y="5041582"/>
            <a:ext cx="71723" cy="82487"/>
          </a:xfrm>
          <a:prstGeom prst="rect"/>
          <a:ln w="0">
            <a:noFill/>
          </a:ln>
        </p:spPr>
      </p:pic>
      <p:sp>
        <p:nvSpPr>
          <p:cNvPr id="1352" name="New shape"/>
          <p:cNvSpPr/>
          <p:nvPr/>
        </p:nvSpPr>
        <p:spPr>
          <a:xfrm>
            <a:off x="1063752" y="50508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3" name="New picture"/>
          <p:cNvPicPr/>
          <p:nvPr/>
        </p:nvPicPr>
        <p:blipFill>
          <a:blip r:embed="rId813"/>
          <a:srcRect/>
          <a:stretch>
            <a:fillRect/>
          </a:stretch>
        </p:blipFill>
        <p:spPr>
          <a:xfrm>
            <a:off x="1134046" y="5041582"/>
            <a:ext cx="58007" cy="82391"/>
          </a:xfrm>
          <a:prstGeom prst="rect"/>
          <a:ln w="0">
            <a:noFill/>
          </a:ln>
        </p:spPr>
      </p:pic>
      <p:pic>
        <p:nvPicPr>
          <p:cNvPr id="1354" name="New picture"/>
          <p:cNvPicPr/>
          <p:nvPr/>
        </p:nvPicPr>
        <p:blipFill>
          <a:blip r:embed="rId814"/>
          <a:srcRect/>
          <a:stretch>
            <a:fillRect/>
          </a:stretch>
        </p:blipFill>
        <p:spPr>
          <a:xfrm>
            <a:off x="1245489" y="5041582"/>
            <a:ext cx="70199" cy="82487"/>
          </a:xfrm>
          <a:prstGeom prst="rect"/>
          <a:ln w="0">
            <a:noFill/>
          </a:ln>
        </p:spPr>
      </p:pic>
      <p:sp>
        <p:nvSpPr>
          <p:cNvPr id="1355" name="New shape"/>
          <p:cNvSpPr/>
          <p:nvPr/>
        </p:nvSpPr>
        <p:spPr>
          <a:xfrm>
            <a:off x="1257681" y="50508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56" name="New picture"/>
          <p:cNvPicPr/>
          <p:nvPr/>
        </p:nvPicPr>
        <p:blipFill>
          <a:blip r:embed="rId815"/>
          <a:srcRect/>
          <a:stretch>
            <a:fillRect/>
          </a:stretch>
        </p:blipFill>
        <p:spPr>
          <a:xfrm>
            <a:off x="1324927" y="5020152"/>
            <a:ext cx="48863" cy="103822"/>
          </a:xfrm>
          <a:prstGeom prst="rect"/>
          <a:ln w="0">
            <a:noFill/>
          </a:ln>
        </p:spPr>
      </p:pic>
      <p:pic>
        <p:nvPicPr>
          <p:cNvPr id="1357" name="New picture"/>
          <p:cNvPicPr/>
          <p:nvPr/>
        </p:nvPicPr>
        <p:blipFill>
          <a:blip r:embed="rId816"/>
          <a:srcRect/>
          <a:stretch>
            <a:fillRect/>
          </a:stretch>
        </p:blipFill>
        <p:spPr>
          <a:xfrm>
            <a:off x="1421130" y="5041487"/>
            <a:ext cx="58007" cy="82487"/>
          </a:xfrm>
          <a:prstGeom prst="rect"/>
          <a:ln w="0">
            <a:noFill/>
          </a:ln>
        </p:spPr>
      </p:pic>
      <p:pic>
        <p:nvPicPr>
          <p:cNvPr id="1358" name="New picture"/>
          <p:cNvPicPr/>
          <p:nvPr/>
        </p:nvPicPr>
        <p:blipFill>
          <a:blip r:embed="rId817"/>
          <a:srcRect/>
          <a:stretch>
            <a:fillRect/>
          </a:stretch>
        </p:blipFill>
        <p:spPr>
          <a:xfrm>
            <a:off x="1492853" y="5041678"/>
            <a:ext cx="77915" cy="82391"/>
          </a:xfrm>
          <a:prstGeom prst="rect"/>
          <a:ln w="0">
            <a:noFill/>
          </a:ln>
        </p:spPr>
      </p:pic>
      <p:sp>
        <p:nvSpPr>
          <p:cNvPr id="1359" name="New shape"/>
          <p:cNvSpPr/>
          <p:nvPr/>
        </p:nvSpPr>
        <p:spPr>
          <a:xfrm>
            <a:off x="1506665" y="505234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0" name="New picture"/>
          <p:cNvPicPr/>
          <p:nvPr/>
        </p:nvPicPr>
        <p:blipFill>
          <a:blip r:embed="rId818"/>
          <a:srcRect/>
          <a:stretch>
            <a:fillRect/>
          </a:stretch>
        </p:blipFill>
        <p:spPr>
          <a:xfrm>
            <a:off x="1590580" y="5041678"/>
            <a:ext cx="42767" cy="79343"/>
          </a:xfrm>
          <a:prstGeom prst="rect"/>
          <a:ln w="0">
            <a:noFill/>
          </a:ln>
        </p:spPr>
      </p:pic>
      <p:pic>
        <p:nvPicPr>
          <p:cNvPr id="1361" name="New picture"/>
          <p:cNvPicPr/>
          <p:nvPr/>
        </p:nvPicPr>
        <p:blipFill>
          <a:blip r:embed="rId819"/>
          <a:srcRect/>
          <a:stretch>
            <a:fillRect/>
          </a:stretch>
        </p:blipFill>
        <p:spPr>
          <a:xfrm>
            <a:off x="1636395" y="5020247"/>
            <a:ext cx="48863" cy="103727"/>
          </a:xfrm>
          <a:prstGeom prst="rect"/>
          <a:ln w="0">
            <a:noFill/>
          </a:ln>
        </p:spPr>
      </p:pic>
      <p:sp>
        <p:nvSpPr>
          <p:cNvPr id="1362" name="New shape"/>
          <p:cNvSpPr/>
          <p:nvPr/>
        </p:nvSpPr>
        <p:spPr>
          <a:xfrm>
            <a:off x="1702117" y="5043107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3" name="New picture"/>
          <p:cNvPicPr/>
          <p:nvPr/>
        </p:nvPicPr>
        <p:blipFill>
          <a:blip r:embed="rId820"/>
          <a:srcRect/>
          <a:stretch>
            <a:fillRect/>
          </a:stretch>
        </p:blipFill>
        <p:spPr>
          <a:xfrm>
            <a:off x="1700593" y="5009483"/>
            <a:ext cx="16764" cy="15335"/>
          </a:xfrm>
          <a:prstGeom prst="rect"/>
          <a:ln w="0">
            <a:noFill/>
          </a:ln>
        </p:spPr>
      </p:pic>
      <p:pic>
        <p:nvPicPr>
          <p:cNvPr id="1364" name="New picture"/>
          <p:cNvPicPr/>
          <p:nvPr/>
        </p:nvPicPr>
        <p:blipFill>
          <a:blip r:embed="rId821"/>
          <a:srcRect/>
          <a:stretch>
            <a:fillRect/>
          </a:stretch>
        </p:blipFill>
        <p:spPr>
          <a:xfrm>
            <a:off x="1737265" y="5041678"/>
            <a:ext cx="70199" cy="82391"/>
          </a:xfrm>
          <a:prstGeom prst="rect"/>
          <a:ln w="0">
            <a:noFill/>
          </a:ln>
        </p:spPr>
      </p:pic>
      <p:sp>
        <p:nvSpPr>
          <p:cNvPr id="1365" name="New shape"/>
          <p:cNvSpPr/>
          <p:nvPr/>
        </p:nvSpPr>
        <p:spPr>
          <a:xfrm>
            <a:off x="1749457" y="50508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6" name="New picture"/>
          <p:cNvPicPr/>
          <p:nvPr/>
        </p:nvPicPr>
        <p:blipFill>
          <a:blip r:embed="rId822"/>
          <a:srcRect/>
          <a:stretch>
            <a:fillRect/>
          </a:stretch>
        </p:blipFill>
        <p:spPr>
          <a:xfrm>
            <a:off x="1819656" y="5041582"/>
            <a:ext cx="56483" cy="82391"/>
          </a:xfrm>
          <a:prstGeom prst="rect"/>
          <a:ln w="0">
            <a:noFill/>
          </a:ln>
        </p:spPr>
      </p:pic>
      <p:pic>
        <p:nvPicPr>
          <p:cNvPr id="1367" name="New picture"/>
          <p:cNvPicPr/>
          <p:nvPr/>
        </p:nvPicPr>
        <p:blipFill>
          <a:blip r:embed="rId823"/>
          <a:srcRect/>
          <a:stretch>
            <a:fillRect/>
          </a:stretch>
        </p:blipFill>
        <p:spPr>
          <a:xfrm>
            <a:off x="1934146" y="5041583"/>
            <a:ext cx="76390" cy="117539"/>
          </a:xfrm>
          <a:prstGeom prst="rect"/>
          <a:ln w="0">
            <a:noFill/>
          </a:ln>
        </p:spPr>
      </p:pic>
      <p:sp>
        <p:nvSpPr>
          <p:cNvPr id="1368" name="New shape"/>
          <p:cNvSpPr/>
          <p:nvPr/>
        </p:nvSpPr>
        <p:spPr>
          <a:xfrm>
            <a:off x="1947862" y="5052251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69" name="New picture"/>
          <p:cNvPicPr/>
          <p:nvPr/>
        </p:nvPicPr>
        <p:blipFill>
          <a:blip r:embed="rId824"/>
          <a:srcRect/>
          <a:stretch>
            <a:fillRect/>
          </a:stretch>
        </p:blipFill>
        <p:spPr>
          <a:xfrm>
            <a:off x="2025777" y="5041583"/>
            <a:ext cx="77914" cy="82391"/>
          </a:xfrm>
          <a:prstGeom prst="rect"/>
          <a:ln w="0">
            <a:noFill/>
          </a:ln>
        </p:spPr>
      </p:pic>
      <p:sp>
        <p:nvSpPr>
          <p:cNvPr id="1370" name="New shape"/>
          <p:cNvSpPr/>
          <p:nvPr/>
        </p:nvSpPr>
        <p:spPr>
          <a:xfrm>
            <a:off x="2037969" y="5052251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1" name="New picture"/>
          <p:cNvPicPr/>
          <p:nvPr/>
        </p:nvPicPr>
        <p:blipFill>
          <a:blip r:embed="rId825"/>
          <a:srcRect/>
          <a:stretch>
            <a:fillRect/>
          </a:stretch>
        </p:blipFill>
        <p:spPr>
          <a:xfrm>
            <a:off x="2123504" y="5043107"/>
            <a:ext cx="70199" cy="80867"/>
          </a:xfrm>
          <a:prstGeom prst="rect"/>
          <a:ln w="0">
            <a:noFill/>
          </a:ln>
        </p:spPr>
      </p:pic>
      <p:pic>
        <p:nvPicPr>
          <p:cNvPr id="1372" name="New picture"/>
          <p:cNvPicPr/>
          <p:nvPr/>
        </p:nvPicPr>
        <p:blipFill>
          <a:blip r:embed="rId826"/>
          <a:srcRect/>
          <a:stretch>
            <a:fillRect/>
          </a:stretch>
        </p:blipFill>
        <p:spPr>
          <a:xfrm>
            <a:off x="2216658" y="5041678"/>
            <a:ext cx="42767" cy="79343"/>
          </a:xfrm>
          <a:prstGeom prst="rect"/>
          <a:ln w="0">
            <a:noFill/>
          </a:ln>
        </p:spPr>
      </p:pic>
      <p:pic>
        <p:nvPicPr>
          <p:cNvPr id="1373" name="New picture"/>
          <p:cNvPicPr/>
          <p:nvPr/>
        </p:nvPicPr>
        <p:blipFill>
          <a:blip r:embed="rId827"/>
          <a:srcRect/>
          <a:stretch>
            <a:fillRect/>
          </a:stretch>
        </p:blipFill>
        <p:spPr>
          <a:xfrm>
            <a:off x="2308289" y="5041582"/>
            <a:ext cx="71723" cy="82487"/>
          </a:xfrm>
          <a:prstGeom prst="rect"/>
          <a:ln w="0">
            <a:noFill/>
          </a:ln>
        </p:spPr>
      </p:pic>
      <p:sp>
        <p:nvSpPr>
          <p:cNvPr id="1374" name="New shape"/>
          <p:cNvSpPr/>
          <p:nvPr/>
        </p:nvSpPr>
        <p:spPr>
          <a:xfrm>
            <a:off x="2320480" y="50508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75" name="New shape"/>
          <p:cNvSpPr/>
          <p:nvPr/>
        </p:nvSpPr>
        <p:spPr>
          <a:xfrm>
            <a:off x="2331149" y="5006530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6" name="New picture"/>
          <p:cNvPicPr/>
          <p:nvPr/>
        </p:nvPicPr>
        <p:blipFill>
          <a:blip r:embed="rId828"/>
          <a:srcRect/>
          <a:stretch>
            <a:fillRect/>
          </a:stretch>
        </p:blipFill>
        <p:spPr>
          <a:xfrm>
            <a:off x="2386203" y="5043107"/>
            <a:ext cx="73343" cy="77819"/>
          </a:xfrm>
          <a:prstGeom prst="rect"/>
          <a:ln w="0">
            <a:noFill/>
          </a:ln>
        </p:spPr>
      </p:pic>
      <p:pic>
        <p:nvPicPr>
          <p:cNvPr id="1377" name="New picture"/>
          <p:cNvPicPr/>
          <p:nvPr/>
        </p:nvPicPr>
        <p:blipFill>
          <a:blip r:embed="rId829"/>
          <a:srcRect/>
          <a:stretch>
            <a:fillRect/>
          </a:stretch>
        </p:blipFill>
        <p:spPr>
          <a:xfrm>
            <a:off x="2464022" y="5041678"/>
            <a:ext cx="67151" cy="82391"/>
          </a:xfrm>
          <a:prstGeom prst="rect"/>
          <a:ln w="0">
            <a:noFill/>
          </a:ln>
        </p:spPr>
      </p:pic>
      <p:sp>
        <p:nvSpPr>
          <p:cNvPr id="1378" name="New shape"/>
          <p:cNvSpPr/>
          <p:nvPr/>
        </p:nvSpPr>
        <p:spPr>
          <a:xfrm>
            <a:off x="2477738" y="5082826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79" name="New shape"/>
          <p:cNvSpPr/>
          <p:nvPr/>
        </p:nvSpPr>
        <p:spPr>
          <a:xfrm>
            <a:off x="2554224" y="50124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0" name="New picture"/>
          <p:cNvPicPr/>
          <p:nvPr/>
        </p:nvPicPr>
        <p:blipFill>
          <a:blip r:embed="rId830"/>
          <a:srcRect/>
          <a:stretch>
            <a:fillRect/>
          </a:stretch>
        </p:blipFill>
        <p:spPr>
          <a:xfrm>
            <a:off x="2593848" y="5043107"/>
            <a:ext cx="68770" cy="80962"/>
          </a:xfrm>
          <a:prstGeom prst="rect"/>
          <a:ln w="0">
            <a:noFill/>
          </a:ln>
        </p:spPr>
      </p:pic>
      <p:pic>
        <p:nvPicPr>
          <p:cNvPr id="1381" name="New picture"/>
          <p:cNvPicPr/>
          <p:nvPr/>
        </p:nvPicPr>
        <p:blipFill>
          <a:blip r:embed="rId831"/>
          <a:srcRect/>
          <a:stretch>
            <a:fillRect/>
          </a:stretch>
        </p:blipFill>
        <p:spPr>
          <a:xfrm>
            <a:off x="2682430" y="5041678"/>
            <a:ext cx="71723" cy="82391"/>
          </a:xfrm>
          <a:prstGeom prst="rect"/>
          <a:ln w="0">
            <a:noFill/>
          </a:ln>
        </p:spPr>
      </p:pic>
      <p:sp>
        <p:nvSpPr>
          <p:cNvPr id="1382" name="New shape"/>
          <p:cNvSpPr/>
          <p:nvPr/>
        </p:nvSpPr>
        <p:spPr>
          <a:xfrm>
            <a:off x="2696146" y="505082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3" name="New picture"/>
          <p:cNvPicPr/>
          <p:nvPr/>
        </p:nvPicPr>
        <p:blipFill>
          <a:blip r:embed="rId832"/>
          <a:srcRect/>
          <a:stretch>
            <a:fillRect/>
          </a:stretch>
        </p:blipFill>
        <p:spPr>
          <a:xfrm>
            <a:off x="2774061" y="5041678"/>
            <a:ext cx="42767" cy="79343"/>
          </a:xfrm>
          <a:prstGeom prst="rect"/>
          <a:ln w="0">
            <a:noFill/>
          </a:ln>
        </p:spPr>
      </p:pic>
      <p:sp>
        <p:nvSpPr>
          <p:cNvPr id="1384" name="New shape"/>
          <p:cNvSpPr/>
          <p:nvPr/>
        </p:nvSpPr>
        <p:spPr>
          <a:xfrm>
            <a:off x="2869692" y="50124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5" name="New picture"/>
          <p:cNvPicPr/>
          <p:nvPr/>
        </p:nvPicPr>
        <p:blipFill>
          <a:blip r:embed="rId833"/>
          <a:srcRect/>
          <a:stretch>
            <a:fillRect/>
          </a:stretch>
        </p:blipFill>
        <p:spPr>
          <a:xfrm>
            <a:off x="2903886" y="5041582"/>
            <a:ext cx="71723" cy="82391"/>
          </a:xfrm>
          <a:prstGeom prst="rect"/>
          <a:ln w="0">
            <a:noFill/>
          </a:ln>
        </p:spPr>
      </p:pic>
      <p:sp>
        <p:nvSpPr>
          <p:cNvPr id="1386" name="New shape"/>
          <p:cNvSpPr/>
          <p:nvPr/>
        </p:nvSpPr>
        <p:spPr>
          <a:xfrm>
            <a:off x="2917603" y="505072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87" name="New picture"/>
          <p:cNvPicPr/>
          <p:nvPr/>
        </p:nvPicPr>
        <p:blipFill>
          <a:blip r:embed="rId834"/>
          <a:srcRect/>
          <a:stretch>
            <a:fillRect/>
          </a:stretch>
        </p:blipFill>
        <p:spPr>
          <a:xfrm>
            <a:off x="2986278" y="5041582"/>
            <a:ext cx="58007" cy="82391"/>
          </a:xfrm>
          <a:prstGeom prst="rect"/>
          <a:ln w="0">
            <a:noFill/>
          </a:ln>
        </p:spPr>
      </p:pic>
      <p:pic>
        <p:nvPicPr>
          <p:cNvPr id="1388" name="New picture"/>
          <p:cNvPicPr/>
          <p:nvPr/>
        </p:nvPicPr>
        <p:blipFill>
          <a:blip r:embed="rId835"/>
          <a:srcRect/>
          <a:stretch>
            <a:fillRect/>
          </a:stretch>
        </p:blipFill>
        <p:spPr>
          <a:xfrm>
            <a:off x="3102388" y="5041678"/>
            <a:ext cx="42767" cy="79343"/>
          </a:xfrm>
          <a:prstGeom prst="rect"/>
          <a:ln w="0">
            <a:noFill/>
          </a:ln>
        </p:spPr>
      </p:pic>
      <p:pic>
        <p:nvPicPr>
          <p:cNvPr id="1389" name="New picture"/>
          <p:cNvPicPr/>
          <p:nvPr/>
        </p:nvPicPr>
        <p:blipFill>
          <a:blip r:embed="rId836"/>
          <a:srcRect/>
          <a:stretch>
            <a:fillRect/>
          </a:stretch>
        </p:blipFill>
        <p:spPr>
          <a:xfrm>
            <a:off x="3151251" y="5041582"/>
            <a:ext cx="70199" cy="82391"/>
          </a:xfrm>
          <a:prstGeom prst="rect"/>
          <a:ln w="0">
            <a:noFill/>
          </a:ln>
        </p:spPr>
      </p:pic>
      <p:sp>
        <p:nvSpPr>
          <p:cNvPr id="1390" name="New shape"/>
          <p:cNvSpPr/>
          <p:nvPr/>
        </p:nvSpPr>
        <p:spPr>
          <a:xfrm>
            <a:off x="3163443" y="5050727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391" name="New shape"/>
          <p:cNvSpPr/>
          <p:nvPr/>
        </p:nvSpPr>
        <p:spPr>
          <a:xfrm>
            <a:off x="3174111" y="5006530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2" name="New picture"/>
          <p:cNvPicPr/>
          <p:nvPr/>
        </p:nvPicPr>
        <p:blipFill>
          <a:blip r:embed="rId837"/>
          <a:srcRect/>
          <a:stretch>
            <a:fillRect/>
          </a:stretch>
        </p:blipFill>
        <p:spPr>
          <a:xfrm>
            <a:off x="3233642" y="5041582"/>
            <a:ext cx="58007" cy="82391"/>
          </a:xfrm>
          <a:prstGeom prst="rect"/>
          <a:ln w="0">
            <a:noFill/>
          </a:ln>
        </p:spPr>
      </p:pic>
      <p:pic>
        <p:nvPicPr>
          <p:cNvPr id="1393" name="New picture"/>
          <p:cNvPicPr/>
          <p:nvPr/>
        </p:nvPicPr>
        <p:blipFill>
          <a:blip r:embed="rId838"/>
          <a:srcRect/>
          <a:stretch>
            <a:fillRect/>
          </a:stretch>
        </p:blipFill>
        <p:spPr>
          <a:xfrm>
            <a:off x="3310033" y="5043202"/>
            <a:ext cx="68675" cy="80867"/>
          </a:xfrm>
          <a:prstGeom prst="rect"/>
          <a:ln w="0">
            <a:noFill/>
          </a:ln>
        </p:spPr>
      </p:pic>
      <p:sp>
        <p:nvSpPr>
          <p:cNvPr id="1394" name="New shape"/>
          <p:cNvSpPr/>
          <p:nvPr/>
        </p:nvSpPr>
        <p:spPr>
          <a:xfrm>
            <a:off x="3404616" y="5012436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5" name="New picture"/>
          <p:cNvPicPr/>
          <p:nvPr/>
        </p:nvPicPr>
        <p:blipFill>
          <a:blip r:embed="rId839"/>
          <a:srcRect/>
          <a:stretch>
            <a:fillRect/>
          </a:stretch>
        </p:blipFill>
        <p:spPr>
          <a:xfrm>
            <a:off x="3433762" y="5020152"/>
            <a:ext cx="47339" cy="103822"/>
          </a:xfrm>
          <a:prstGeom prst="rect"/>
          <a:ln w="0">
            <a:noFill/>
          </a:ln>
        </p:spPr>
      </p:pic>
      <p:pic>
        <p:nvPicPr>
          <p:cNvPr id="1396" name="New picture"/>
          <p:cNvPicPr/>
          <p:nvPr/>
        </p:nvPicPr>
        <p:blipFill>
          <a:blip r:embed="rId840"/>
          <a:srcRect/>
          <a:stretch>
            <a:fillRect/>
          </a:stretch>
        </p:blipFill>
        <p:spPr>
          <a:xfrm>
            <a:off x="3491770" y="5041582"/>
            <a:ext cx="65627" cy="82391"/>
          </a:xfrm>
          <a:prstGeom prst="rect"/>
          <a:ln w="0">
            <a:noFill/>
          </a:ln>
        </p:spPr>
      </p:pic>
      <p:sp>
        <p:nvSpPr>
          <p:cNvPr id="1397" name="New shape"/>
          <p:cNvSpPr/>
          <p:nvPr/>
        </p:nvSpPr>
        <p:spPr>
          <a:xfrm>
            <a:off x="3505486" y="5082731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8" name="New picture"/>
          <p:cNvPicPr/>
          <p:nvPr/>
        </p:nvPicPr>
        <p:blipFill>
          <a:blip r:embed="rId841"/>
          <a:srcRect/>
          <a:stretch>
            <a:fillRect/>
          </a:stretch>
        </p:blipFill>
        <p:spPr>
          <a:xfrm>
            <a:off x="3571113" y="5020247"/>
            <a:ext cx="47339" cy="103727"/>
          </a:xfrm>
          <a:prstGeom prst="rect"/>
          <a:ln w="0">
            <a:noFill/>
          </a:ln>
        </p:spPr>
      </p:pic>
      <p:pic>
        <p:nvPicPr>
          <p:cNvPr id="1399" name="New picture"/>
          <p:cNvPicPr/>
          <p:nvPr/>
        </p:nvPicPr>
        <p:blipFill>
          <a:blip r:embed="rId842"/>
          <a:srcRect/>
          <a:stretch>
            <a:fillRect/>
          </a:stretch>
        </p:blipFill>
        <p:spPr>
          <a:xfrm>
            <a:off x="3626167" y="5041582"/>
            <a:ext cx="58007" cy="82391"/>
          </a:xfrm>
          <a:prstGeom prst="rect"/>
          <a:ln w="0">
            <a:noFill/>
          </a:ln>
        </p:spPr>
      </p:pic>
      <p:pic>
        <p:nvPicPr>
          <p:cNvPr id="1400" name="New picture"/>
          <p:cNvPicPr/>
          <p:nvPr/>
        </p:nvPicPr>
        <p:blipFill>
          <a:blip r:embed="rId843"/>
          <a:srcRect/>
          <a:stretch>
            <a:fillRect/>
          </a:stretch>
        </p:blipFill>
        <p:spPr>
          <a:xfrm>
            <a:off x="3702463" y="5105686"/>
            <a:ext cx="16764" cy="16764"/>
          </a:xfrm>
          <a:prstGeom prst="rect"/>
          <a:ln w="0">
            <a:noFill/>
          </a:ln>
        </p:spPr>
      </p:pic>
      <p:pic>
        <p:nvPicPr>
          <p:cNvPr id="1401" name="New picture"/>
          <p:cNvPicPr/>
          <p:nvPr/>
        </p:nvPicPr>
        <p:blipFill>
          <a:blip r:embed="rId844"/>
          <a:srcRect/>
          <a:stretch>
            <a:fillRect/>
          </a:stretch>
        </p:blipFill>
        <p:spPr>
          <a:xfrm>
            <a:off x="683514" y="5394103"/>
            <a:ext cx="68771" cy="108395"/>
          </a:xfrm>
          <a:prstGeom prst="rect"/>
          <a:ln w="0">
            <a:noFill/>
          </a:ln>
        </p:spPr>
      </p:pic>
      <p:pic>
        <p:nvPicPr>
          <p:cNvPr id="1402" name="New picture"/>
          <p:cNvPicPr/>
          <p:nvPr/>
        </p:nvPicPr>
        <p:blipFill>
          <a:blip r:embed="rId845"/>
          <a:srcRect/>
          <a:stretch>
            <a:fillRect/>
          </a:stretch>
        </p:blipFill>
        <p:spPr>
          <a:xfrm>
            <a:off x="758380" y="5401723"/>
            <a:ext cx="48863" cy="103822"/>
          </a:xfrm>
          <a:prstGeom prst="rect"/>
          <a:ln w="0">
            <a:noFill/>
          </a:ln>
        </p:spPr>
      </p:pic>
      <p:pic>
        <p:nvPicPr>
          <p:cNvPr id="1403" name="New picture"/>
          <p:cNvPicPr/>
          <p:nvPr/>
        </p:nvPicPr>
        <p:blipFill>
          <a:blip r:embed="rId846"/>
          <a:srcRect/>
          <a:stretch>
            <a:fillRect/>
          </a:stretch>
        </p:blipFill>
        <p:spPr>
          <a:xfrm>
            <a:off x="859155" y="5423154"/>
            <a:ext cx="64199" cy="82391"/>
          </a:xfrm>
          <a:prstGeom prst="rect"/>
          <a:ln w="0">
            <a:noFill/>
          </a:ln>
        </p:spPr>
      </p:pic>
      <p:pic>
        <p:nvPicPr>
          <p:cNvPr id="1404" name="New picture"/>
          <p:cNvPicPr/>
          <p:nvPr/>
        </p:nvPicPr>
        <p:blipFill>
          <a:blip r:embed="rId847"/>
          <a:srcRect/>
          <a:stretch>
            <a:fillRect/>
          </a:stretch>
        </p:blipFill>
        <p:spPr>
          <a:xfrm>
            <a:off x="932402" y="5423154"/>
            <a:ext cx="77915" cy="82391"/>
          </a:xfrm>
          <a:prstGeom prst="rect"/>
          <a:ln w="0">
            <a:noFill/>
          </a:ln>
        </p:spPr>
      </p:pic>
      <p:sp>
        <p:nvSpPr>
          <p:cNvPr id="1405" name="New shape"/>
          <p:cNvSpPr/>
          <p:nvPr/>
        </p:nvSpPr>
        <p:spPr>
          <a:xfrm>
            <a:off x="946214" y="543382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06" name="New picture"/>
          <p:cNvPicPr/>
          <p:nvPr/>
        </p:nvPicPr>
        <p:blipFill>
          <a:blip r:embed="rId848"/>
          <a:srcRect/>
          <a:stretch>
            <a:fillRect/>
          </a:stretch>
        </p:blipFill>
        <p:spPr>
          <a:xfrm>
            <a:off x="1030129" y="5423059"/>
            <a:ext cx="122111" cy="79439"/>
          </a:xfrm>
          <a:prstGeom prst="rect"/>
          <a:ln w="0">
            <a:noFill/>
          </a:ln>
        </p:spPr>
      </p:pic>
      <p:pic>
        <p:nvPicPr>
          <p:cNvPr id="1407" name="New picture"/>
          <p:cNvPicPr/>
          <p:nvPr/>
        </p:nvPicPr>
        <p:blipFill>
          <a:blip r:embed="rId849"/>
          <a:srcRect/>
          <a:stretch>
            <a:fillRect/>
          </a:stretch>
        </p:blipFill>
        <p:spPr>
          <a:xfrm>
            <a:off x="1176718" y="5423059"/>
            <a:ext cx="120682" cy="79343"/>
          </a:xfrm>
          <a:prstGeom prst="rect"/>
          <a:ln w="0">
            <a:noFill/>
          </a:ln>
        </p:spPr>
      </p:pic>
      <p:pic>
        <p:nvPicPr>
          <p:cNvPr id="1408" name="New picture"/>
          <p:cNvPicPr/>
          <p:nvPr/>
        </p:nvPicPr>
        <p:blipFill>
          <a:blip r:embed="rId850"/>
          <a:srcRect/>
          <a:stretch>
            <a:fillRect/>
          </a:stretch>
        </p:blipFill>
        <p:spPr>
          <a:xfrm>
            <a:off x="1317308" y="5423058"/>
            <a:ext cx="70199" cy="82391"/>
          </a:xfrm>
          <a:prstGeom prst="rect"/>
          <a:ln w="0">
            <a:noFill/>
          </a:ln>
        </p:spPr>
      </p:pic>
      <p:sp>
        <p:nvSpPr>
          <p:cNvPr id="1409" name="New shape"/>
          <p:cNvSpPr/>
          <p:nvPr/>
        </p:nvSpPr>
        <p:spPr>
          <a:xfrm>
            <a:off x="1329500" y="543220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10" name="New shape"/>
          <p:cNvSpPr/>
          <p:nvPr/>
        </p:nvSpPr>
        <p:spPr>
          <a:xfrm>
            <a:off x="1449324" y="539343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1" name="New picture"/>
          <p:cNvPicPr/>
          <p:nvPr/>
        </p:nvPicPr>
        <p:blipFill>
          <a:blip r:embed="rId851"/>
          <a:srcRect/>
          <a:stretch>
            <a:fillRect/>
          </a:stretch>
        </p:blipFill>
        <p:spPr>
          <a:xfrm>
            <a:off x="1482185" y="5423153"/>
            <a:ext cx="71723" cy="82391"/>
          </a:xfrm>
          <a:prstGeom prst="rect"/>
          <a:ln w="0">
            <a:noFill/>
          </a:ln>
        </p:spPr>
      </p:pic>
      <p:sp>
        <p:nvSpPr>
          <p:cNvPr id="1412" name="New shape"/>
          <p:cNvSpPr/>
          <p:nvPr/>
        </p:nvSpPr>
        <p:spPr>
          <a:xfrm>
            <a:off x="1495901" y="543229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3" name="New picture"/>
          <p:cNvPicPr/>
          <p:nvPr/>
        </p:nvPicPr>
        <p:blipFill>
          <a:blip r:embed="rId852"/>
          <a:srcRect/>
          <a:stretch>
            <a:fillRect/>
          </a:stretch>
        </p:blipFill>
        <p:spPr>
          <a:xfrm>
            <a:off x="1613535" y="5423154"/>
            <a:ext cx="120682" cy="79343"/>
          </a:xfrm>
          <a:prstGeom prst="rect"/>
          <a:ln w="0">
            <a:noFill/>
          </a:ln>
        </p:spPr>
      </p:pic>
      <p:pic>
        <p:nvPicPr>
          <p:cNvPr id="1414" name="New picture"/>
          <p:cNvPicPr/>
          <p:nvPr/>
        </p:nvPicPr>
        <p:blipFill>
          <a:blip r:embed="rId853"/>
          <a:srcRect/>
          <a:stretch>
            <a:fillRect/>
          </a:stretch>
        </p:blipFill>
        <p:spPr>
          <a:xfrm>
            <a:off x="1750886" y="5423250"/>
            <a:ext cx="65627" cy="82391"/>
          </a:xfrm>
          <a:prstGeom prst="rect"/>
          <a:ln w="0">
            <a:noFill/>
          </a:ln>
        </p:spPr>
      </p:pic>
      <p:sp>
        <p:nvSpPr>
          <p:cNvPr id="1415" name="New shape"/>
          <p:cNvSpPr/>
          <p:nvPr/>
        </p:nvSpPr>
        <p:spPr>
          <a:xfrm>
            <a:off x="1764602" y="5464397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6" name="New picture"/>
          <p:cNvPicPr/>
          <p:nvPr/>
        </p:nvPicPr>
        <p:blipFill>
          <a:blip r:embed="rId854"/>
          <a:srcRect/>
          <a:stretch>
            <a:fillRect/>
          </a:stretch>
        </p:blipFill>
        <p:spPr>
          <a:xfrm>
            <a:off x="1836420" y="5423154"/>
            <a:ext cx="64199" cy="82391"/>
          </a:xfrm>
          <a:prstGeom prst="rect"/>
          <a:ln w="0">
            <a:noFill/>
          </a:ln>
        </p:spPr>
      </p:pic>
      <p:pic>
        <p:nvPicPr>
          <p:cNvPr id="1417" name="New picture"/>
          <p:cNvPicPr/>
          <p:nvPr/>
        </p:nvPicPr>
        <p:blipFill>
          <a:blip r:embed="rId855"/>
          <a:srcRect/>
          <a:stretch>
            <a:fillRect/>
          </a:stretch>
        </p:blipFill>
        <p:spPr>
          <a:xfrm>
            <a:off x="1918907" y="5394103"/>
            <a:ext cx="68675" cy="108395"/>
          </a:xfrm>
          <a:prstGeom prst="rect"/>
          <a:ln w="0">
            <a:noFill/>
          </a:ln>
        </p:spPr>
      </p:pic>
      <p:sp>
        <p:nvSpPr>
          <p:cNvPr id="1418" name="New shape"/>
          <p:cNvSpPr/>
          <p:nvPr/>
        </p:nvSpPr>
        <p:spPr>
          <a:xfrm>
            <a:off x="2012061" y="542467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19" name="New picture"/>
          <p:cNvPicPr/>
          <p:nvPr/>
        </p:nvPicPr>
        <p:blipFill>
          <a:blip r:embed="rId856"/>
          <a:srcRect/>
          <a:stretch>
            <a:fillRect/>
          </a:stretch>
        </p:blipFill>
        <p:spPr>
          <a:xfrm>
            <a:off x="2010537" y="5391055"/>
            <a:ext cx="16764" cy="15240"/>
          </a:xfrm>
          <a:prstGeom prst="rect"/>
          <a:ln w="0">
            <a:noFill/>
          </a:ln>
        </p:spPr>
      </p:pic>
      <p:pic>
        <p:nvPicPr>
          <p:cNvPr id="1420" name="New picture"/>
          <p:cNvPicPr/>
          <p:nvPr/>
        </p:nvPicPr>
        <p:blipFill>
          <a:blip r:embed="rId857"/>
          <a:srcRect/>
          <a:stretch>
            <a:fillRect/>
          </a:stretch>
        </p:blipFill>
        <p:spPr>
          <a:xfrm>
            <a:off x="2050256" y="5423154"/>
            <a:ext cx="70294" cy="79343"/>
          </a:xfrm>
          <a:prstGeom prst="rect"/>
          <a:ln w="0">
            <a:noFill/>
          </a:ln>
        </p:spPr>
      </p:pic>
      <p:pic>
        <p:nvPicPr>
          <p:cNvPr id="1421" name="New picture"/>
          <p:cNvPicPr/>
          <p:nvPr/>
        </p:nvPicPr>
        <p:blipFill>
          <a:blip r:embed="rId858"/>
          <a:srcRect/>
          <a:stretch>
            <a:fillRect/>
          </a:stretch>
        </p:blipFill>
        <p:spPr>
          <a:xfrm>
            <a:off x="2140363" y="5423059"/>
            <a:ext cx="71723" cy="82487"/>
          </a:xfrm>
          <a:prstGeom prst="rect"/>
          <a:ln w="0">
            <a:noFill/>
          </a:ln>
        </p:spPr>
      </p:pic>
      <p:sp>
        <p:nvSpPr>
          <p:cNvPr id="1422" name="New shape"/>
          <p:cNvSpPr/>
          <p:nvPr/>
        </p:nvSpPr>
        <p:spPr>
          <a:xfrm>
            <a:off x="2152555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23" name="New shape"/>
          <p:cNvSpPr/>
          <p:nvPr/>
        </p:nvSpPr>
        <p:spPr>
          <a:xfrm>
            <a:off x="2272284" y="539343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4" name="New picture"/>
          <p:cNvPicPr/>
          <p:nvPr/>
        </p:nvPicPr>
        <p:blipFill>
          <a:blip r:embed="rId859"/>
          <a:srcRect/>
          <a:stretch>
            <a:fillRect/>
          </a:stretch>
        </p:blipFill>
        <p:spPr>
          <a:xfrm>
            <a:off x="2305240" y="5423153"/>
            <a:ext cx="71723" cy="82391"/>
          </a:xfrm>
          <a:prstGeom prst="rect"/>
          <a:ln w="0">
            <a:noFill/>
          </a:ln>
        </p:spPr>
      </p:pic>
      <p:sp>
        <p:nvSpPr>
          <p:cNvPr id="1425" name="New shape"/>
          <p:cNvSpPr/>
          <p:nvPr/>
        </p:nvSpPr>
        <p:spPr>
          <a:xfrm>
            <a:off x="2318957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6" name="New picture"/>
          <p:cNvPicPr/>
          <p:nvPr/>
        </p:nvPicPr>
        <p:blipFill>
          <a:blip r:embed="rId860"/>
          <a:srcRect/>
          <a:stretch>
            <a:fillRect/>
          </a:stretch>
        </p:blipFill>
        <p:spPr>
          <a:xfrm>
            <a:off x="2390775" y="5423154"/>
            <a:ext cx="65627" cy="82391"/>
          </a:xfrm>
          <a:prstGeom prst="rect"/>
          <a:ln w="0">
            <a:noFill/>
          </a:ln>
        </p:spPr>
      </p:pic>
      <p:sp>
        <p:nvSpPr>
          <p:cNvPr id="1427" name="New shape"/>
          <p:cNvSpPr/>
          <p:nvPr/>
        </p:nvSpPr>
        <p:spPr>
          <a:xfrm>
            <a:off x="2404491" y="5464302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8" name="New picture"/>
          <p:cNvPicPr/>
          <p:nvPr/>
        </p:nvPicPr>
        <p:blipFill>
          <a:blip r:embed="rId861"/>
          <a:srcRect/>
          <a:stretch>
            <a:fillRect/>
          </a:stretch>
        </p:blipFill>
        <p:spPr>
          <a:xfrm>
            <a:off x="2480882" y="5423154"/>
            <a:ext cx="41148" cy="79343"/>
          </a:xfrm>
          <a:prstGeom prst="rect"/>
          <a:ln w="0">
            <a:noFill/>
          </a:ln>
        </p:spPr>
      </p:pic>
      <p:pic>
        <p:nvPicPr>
          <p:cNvPr id="1429" name="New picture"/>
          <p:cNvPicPr/>
          <p:nvPr/>
        </p:nvPicPr>
        <p:blipFill>
          <a:blip r:embed="rId862"/>
          <a:srcRect/>
          <a:stretch>
            <a:fillRect/>
          </a:stretch>
        </p:blipFill>
        <p:spPr>
          <a:xfrm>
            <a:off x="2535841" y="5423154"/>
            <a:ext cx="70294" cy="79343"/>
          </a:xfrm>
          <a:prstGeom prst="rect"/>
          <a:ln w="0">
            <a:noFill/>
          </a:ln>
        </p:spPr>
      </p:pic>
      <p:sp>
        <p:nvSpPr>
          <p:cNvPr id="1430" name="New shape"/>
          <p:cNvSpPr/>
          <p:nvPr/>
        </p:nvSpPr>
        <p:spPr>
          <a:xfrm>
            <a:off x="2630519" y="5424678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1" name="New picture"/>
          <p:cNvPicPr/>
          <p:nvPr/>
        </p:nvPicPr>
        <p:blipFill>
          <a:blip r:embed="rId863"/>
          <a:srcRect/>
          <a:stretch>
            <a:fillRect/>
          </a:stretch>
        </p:blipFill>
        <p:spPr>
          <a:xfrm>
            <a:off x="2628995" y="5391151"/>
            <a:ext cx="16764" cy="15240"/>
          </a:xfrm>
          <a:prstGeom prst="rect"/>
          <a:ln w="0">
            <a:noFill/>
          </a:ln>
        </p:spPr>
      </p:pic>
      <p:pic>
        <p:nvPicPr>
          <p:cNvPr id="1432" name="New picture"/>
          <p:cNvPicPr/>
          <p:nvPr/>
        </p:nvPicPr>
        <p:blipFill>
          <a:blip r:embed="rId864"/>
          <a:srcRect/>
          <a:stretch>
            <a:fillRect/>
          </a:stretch>
        </p:blipFill>
        <p:spPr>
          <a:xfrm>
            <a:off x="2670239" y="5423154"/>
            <a:ext cx="68675" cy="79343"/>
          </a:xfrm>
          <a:prstGeom prst="rect"/>
          <a:ln w="0">
            <a:noFill/>
          </a:ln>
        </p:spPr>
      </p:pic>
      <p:pic>
        <p:nvPicPr>
          <p:cNvPr id="1433" name="New picture"/>
          <p:cNvPicPr/>
          <p:nvPr/>
        </p:nvPicPr>
        <p:blipFill>
          <a:blip r:embed="rId865"/>
          <a:srcRect/>
          <a:stretch>
            <a:fillRect/>
          </a:stretch>
        </p:blipFill>
        <p:spPr>
          <a:xfrm>
            <a:off x="2754154" y="5423154"/>
            <a:ext cx="77819" cy="119062"/>
          </a:xfrm>
          <a:prstGeom prst="rect"/>
          <a:ln w="0">
            <a:noFill/>
          </a:ln>
        </p:spPr>
      </p:pic>
      <p:sp>
        <p:nvSpPr>
          <p:cNvPr id="1434" name="New shape"/>
          <p:cNvSpPr/>
          <p:nvPr/>
        </p:nvSpPr>
        <p:spPr>
          <a:xfrm>
            <a:off x="2770918" y="5432298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35" name="New shape"/>
          <p:cNvSpPr/>
          <p:nvPr/>
        </p:nvSpPr>
        <p:spPr>
          <a:xfrm>
            <a:off x="2766346" y="5502497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6" name="New picture"/>
          <p:cNvPicPr/>
          <p:nvPr/>
        </p:nvPicPr>
        <p:blipFill>
          <a:blip r:embed="rId866"/>
          <a:srcRect/>
          <a:stretch>
            <a:fillRect/>
          </a:stretch>
        </p:blipFill>
        <p:spPr>
          <a:xfrm>
            <a:off x="2882455" y="5423153"/>
            <a:ext cx="71723" cy="82391"/>
          </a:xfrm>
          <a:prstGeom prst="rect"/>
          <a:ln w="0">
            <a:noFill/>
          </a:ln>
        </p:spPr>
      </p:pic>
      <p:sp>
        <p:nvSpPr>
          <p:cNvPr id="1437" name="New shape"/>
          <p:cNvSpPr/>
          <p:nvPr/>
        </p:nvSpPr>
        <p:spPr>
          <a:xfrm>
            <a:off x="2896171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38" name="New picture"/>
          <p:cNvPicPr/>
          <p:nvPr/>
        </p:nvPicPr>
        <p:blipFill>
          <a:blip r:embed="rId867"/>
          <a:srcRect/>
          <a:stretch>
            <a:fillRect/>
          </a:stretch>
        </p:blipFill>
        <p:spPr>
          <a:xfrm>
            <a:off x="2964847" y="5423153"/>
            <a:ext cx="58102" cy="82391"/>
          </a:xfrm>
          <a:prstGeom prst="rect"/>
          <a:ln w="0">
            <a:noFill/>
          </a:ln>
        </p:spPr>
      </p:pic>
      <p:pic>
        <p:nvPicPr>
          <p:cNvPr id="1439" name="New picture"/>
          <p:cNvPicPr/>
          <p:nvPr/>
        </p:nvPicPr>
        <p:blipFill>
          <a:blip r:embed="rId868"/>
          <a:srcRect/>
          <a:stretch>
            <a:fillRect/>
          </a:stretch>
        </p:blipFill>
        <p:spPr>
          <a:xfrm>
            <a:off x="3032189" y="5401723"/>
            <a:ext cx="47339" cy="103822"/>
          </a:xfrm>
          <a:prstGeom prst="rect"/>
          <a:ln w="0">
            <a:noFill/>
          </a:ln>
        </p:spPr>
      </p:pic>
      <p:pic>
        <p:nvPicPr>
          <p:cNvPr id="1440" name="New picture"/>
          <p:cNvPicPr/>
          <p:nvPr/>
        </p:nvPicPr>
        <p:blipFill>
          <a:blip r:embed="rId869"/>
          <a:srcRect/>
          <a:stretch>
            <a:fillRect/>
          </a:stretch>
        </p:blipFill>
        <p:spPr>
          <a:xfrm>
            <a:off x="3131344" y="5423153"/>
            <a:ext cx="71818" cy="82391"/>
          </a:xfrm>
          <a:prstGeom prst="rect"/>
          <a:ln w="0">
            <a:noFill/>
          </a:ln>
        </p:spPr>
      </p:pic>
      <p:sp>
        <p:nvSpPr>
          <p:cNvPr id="1441" name="New shape"/>
          <p:cNvSpPr/>
          <p:nvPr/>
        </p:nvSpPr>
        <p:spPr>
          <a:xfrm>
            <a:off x="3145155" y="543229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2" name="New picture"/>
          <p:cNvPicPr/>
          <p:nvPr/>
        </p:nvPicPr>
        <p:blipFill>
          <a:blip r:embed="rId870"/>
          <a:srcRect/>
          <a:stretch>
            <a:fillRect/>
          </a:stretch>
        </p:blipFill>
        <p:spPr>
          <a:xfrm>
            <a:off x="3222974" y="5423154"/>
            <a:ext cx="68675" cy="79343"/>
          </a:xfrm>
          <a:prstGeom prst="rect"/>
          <a:ln w="0">
            <a:noFill/>
          </a:ln>
        </p:spPr>
      </p:pic>
      <p:pic>
        <p:nvPicPr>
          <p:cNvPr id="1443" name="New picture"/>
          <p:cNvPicPr/>
          <p:nvPr/>
        </p:nvPicPr>
        <p:blipFill>
          <a:blip r:embed="rId871"/>
          <a:srcRect/>
          <a:stretch>
            <a:fillRect/>
          </a:stretch>
        </p:blipFill>
        <p:spPr>
          <a:xfrm>
            <a:off x="3351371" y="5423154"/>
            <a:ext cx="64103" cy="82391"/>
          </a:xfrm>
          <a:prstGeom prst="rect"/>
          <a:ln w="0">
            <a:noFill/>
          </a:ln>
        </p:spPr>
      </p:pic>
      <p:pic>
        <p:nvPicPr>
          <p:cNvPr id="1444" name="New picture"/>
          <p:cNvPicPr/>
          <p:nvPr/>
        </p:nvPicPr>
        <p:blipFill>
          <a:blip r:embed="rId872"/>
          <a:srcRect/>
          <a:stretch>
            <a:fillRect/>
          </a:stretch>
        </p:blipFill>
        <p:spPr>
          <a:xfrm>
            <a:off x="3426047" y="5423154"/>
            <a:ext cx="77915" cy="82391"/>
          </a:xfrm>
          <a:prstGeom prst="rect"/>
          <a:ln w="0">
            <a:noFill/>
          </a:ln>
        </p:spPr>
      </p:pic>
      <p:sp>
        <p:nvSpPr>
          <p:cNvPr id="1445" name="New shape"/>
          <p:cNvSpPr/>
          <p:nvPr/>
        </p:nvSpPr>
        <p:spPr>
          <a:xfrm>
            <a:off x="3439858" y="543382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46" name="New picture"/>
          <p:cNvPicPr/>
          <p:nvPr/>
        </p:nvPicPr>
        <p:blipFill>
          <a:blip r:embed="rId873"/>
          <a:srcRect/>
          <a:stretch>
            <a:fillRect/>
          </a:stretch>
        </p:blipFill>
        <p:spPr>
          <a:xfrm>
            <a:off x="3523773" y="5423154"/>
            <a:ext cx="70295" cy="79343"/>
          </a:xfrm>
          <a:prstGeom prst="rect"/>
          <a:ln w="0">
            <a:noFill/>
          </a:ln>
        </p:spPr>
      </p:pic>
      <p:pic>
        <p:nvPicPr>
          <p:cNvPr id="1447" name="New picture"/>
          <p:cNvPicPr/>
          <p:nvPr/>
        </p:nvPicPr>
        <p:blipFill>
          <a:blip r:embed="rId874"/>
          <a:srcRect/>
          <a:stretch>
            <a:fillRect/>
          </a:stretch>
        </p:blipFill>
        <p:spPr>
          <a:xfrm>
            <a:off x="3609308" y="5423059"/>
            <a:ext cx="58007" cy="82487"/>
          </a:xfrm>
          <a:prstGeom prst="rect"/>
          <a:ln w="0">
            <a:noFill/>
          </a:ln>
        </p:spPr>
      </p:pic>
      <p:pic>
        <p:nvPicPr>
          <p:cNvPr id="1448" name="New picture"/>
          <p:cNvPicPr/>
          <p:nvPr/>
        </p:nvPicPr>
        <p:blipFill>
          <a:blip r:embed="rId875"/>
          <a:srcRect/>
          <a:stretch>
            <a:fillRect/>
          </a:stretch>
        </p:blipFill>
        <p:spPr>
          <a:xfrm>
            <a:off x="3674935" y="5401818"/>
            <a:ext cx="48863" cy="103727"/>
          </a:xfrm>
          <a:prstGeom prst="rect"/>
          <a:ln w="0">
            <a:noFill/>
          </a:ln>
        </p:spPr>
      </p:pic>
      <p:pic>
        <p:nvPicPr>
          <p:cNvPr id="1449" name="New picture"/>
          <p:cNvPicPr/>
          <p:nvPr/>
        </p:nvPicPr>
        <p:blipFill>
          <a:blip r:embed="rId876"/>
          <a:srcRect/>
          <a:stretch>
            <a:fillRect/>
          </a:stretch>
        </p:blipFill>
        <p:spPr>
          <a:xfrm>
            <a:off x="3734562" y="5423154"/>
            <a:ext cx="65722" cy="82391"/>
          </a:xfrm>
          <a:prstGeom prst="rect"/>
          <a:ln w="0">
            <a:noFill/>
          </a:ln>
        </p:spPr>
      </p:pic>
      <p:sp>
        <p:nvSpPr>
          <p:cNvPr id="1450" name="New shape"/>
          <p:cNvSpPr/>
          <p:nvPr/>
        </p:nvSpPr>
        <p:spPr>
          <a:xfrm>
            <a:off x="3748373" y="5464302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1" name="New picture"/>
          <p:cNvPicPr/>
          <p:nvPr/>
        </p:nvPicPr>
        <p:blipFill>
          <a:blip r:embed="rId877"/>
          <a:srcRect/>
          <a:stretch>
            <a:fillRect/>
          </a:stretch>
        </p:blipFill>
        <p:spPr>
          <a:xfrm>
            <a:off x="3823144" y="5423154"/>
            <a:ext cx="70295" cy="79343"/>
          </a:xfrm>
          <a:prstGeom prst="rect"/>
          <a:ln w="0">
            <a:noFill/>
          </a:ln>
        </p:spPr>
      </p:pic>
      <p:pic>
        <p:nvPicPr>
          <p:cNvPr id="1452" name="New picture"/>
          <p:cNvPicPr/>
          <p:nvPr/>
        </p:nvPicPr>
        <p:blipFill>
          <a:blip r:embed="rId878"/>
          <a:srcRect/>
          <a:stretch>
            <a:fillRect/>
          </a:stretch>
        </p:blipFill>
        <p:spPr>
          <a:xfrm>
            <a:off x="3907155" y="5401723"/>
            <a:ext cx="47339" cy="103822"/>
          </a:xfrm>
          <a:prstGeom prst="rect"/>
          <a:ln w="0">
            <a:noFill/>
          </a:ln>
        </p:spPr>
      </p:pic>
      <p:pic>
        <p:nvPicPr>
          <p:cNvPr id="1453" name="New picture"/>
          <p:cNvPicPr/>
          <p:nvPr/>
        </p:nvPicPr>
        <p:blipFill>
          <a:blip r:embed="rId879"/>
          <a:srcRect/>
          <a:stretch>
            <a:fillRect/>
          </a:stretch>
        </p:blipFill>
        <p:spPr>
          <a:xfrm>
            <a:off x="3965163" y="5423059"/>
            <a:ext cx="70199" cy="82487"/>
          </a:xfrm>
          <a:prstGeom prst="rect"/>
          <a:ln w="0">
            <a:noFill/>
          </a:ln>
        </p:spPr>
      </p:pic>
      <p:sp>
        <p:nvSpPr>
          <p:cNvPr id="1454" name="New shape"/>
          <p:cNvSpPr/>
          <p:nvPr/>
        </p:nvSpPr>
        <p:spPr>
          <a:xfrm>
            <a:off x="3977354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5" name="New picture"/>
          <p:cNvPicPr/>
          <p:nvPr/>
        </p:nvPicPr>
        <p:blipFill>
          <a:blip r:embed="rId880"/>
          <a:srcRect/>
          <a:stretch>
            <a:fillRect/>
          </a:stretch>
        </p:blipFill>
        <p:spPr>
          <a:xfrm>
            <a:off x="4090321" y="5423153"/>
            <a:ext cx="71818" cy="82391"/>
          </a:xfrm>
          <a:prstGeom prst="rect"/>
          <a:ln w="0">
            <a:noFill/>
          </a:ln>
        </p:spPr>
      </p:pic>
      <p:sp>
        <p:nvSpPr>
          <p:cNvPr id="1456" name="New shape"/>
          <p:cNvSpPr/>
          <p:nvPr/>
        </p:nvSpPr>
        <p:spPr>
          <a:xfrm>
            <a:off x="4104036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57" name="New shape"/>
          <p:cNvSpPr/>
          <p:nvPr/>
        </p:nvSpPr>
        <p:spPr>
          <a:xfrm>
            <a:off x="4114800" y="5388007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58" name="New picture"/>
          <p:cNvPicPr/>
          <p:nvPr/>
        </p:nvPicPr>
        <p:blipFill>
          <a:blip r:embed="rId881"/>
          <a:srcRect/>
          <a:stretch>
            <a:fillRect/>
          </a:stretch>
        </p:blipFill>
        <p:spPr>
          <a:xfrm>
            <a:off x="4169759" y="5424678"/>
            <a:ext cx="73247" cy="77819"/>
          </a:xfrm>
          <a:prstGeom prst="rect"/>
          <a:ln w="0">
            <a:noFill/>
          </a:ln>
        </p:spPr>
      </p:pic>
      <p:pic>
        <p:nvPicPr>
          <p:cNvPr id="1459" name="New picture"/>
          <p:cNvPicPr/>
          <p:nvPr/>
        </p:nvPicPr>
        <p:blipFill>
          <a:blip r:embed="rId882"/>
          <a:srcRect/>
          <a:stretch>
            <a:fillRect/>
          </a:stretch>
        </p:blipFill>
        <p:spPr>
          <a:xfrm>
            <a:off x="4249103" y="5423059"/>
            <a:ext cx="79439" cy="82391"/>
          </a:xfrm>
          <a:prstGeom prst="rect"/>
          <a:ln w="0">
            <a:noFill/>
          </a:ln>
        </p:spPr>
      </p:pic>
      <p:sp>
        <p:nvSpPr>
          <p:cNvPr id="1460" name="New shape"/>
          <p:cNvSpPr/>
          <p:nvPr/>
        </p:nvSpPr>
        <p:spPr>
          <a:xfrm>
            <a:off x="4262819" y="5433727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61" name="New shape"/>
          <p:cNvSpPr/>
          <p:nvPr/>
        </p:nvSpPr>
        <p:spPr>
          <a:xfrm>
            <a:off x="4347973" y="539343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2" name="New picture"/>
          <p:cNvPicPr/>
          <p:nvPr/>
        </p:nvPicPr>
        <p:blipFill>
          <a:blip r:embed="rId883"/>
          <a:srcRect/>
          <a:stretch>
            <a:fillRect/>
          </a:stretch>
        </p:blipFill>
        <p:spPr>
          <a:xfrm>
            <a:off x="4386548" y="5424678"/>
            <a:ext cx="70295" cy="80867"/>
          </a:xfrm>
          <a:prstGeom prst="rect"/>
          <a:ln w="0">
            <a:noFill/>
          </a:ln>
        </p:spPr>
      </p:pic>
      <p:pic>
        <p:nvPicPr>
          <p:cNvPr id="1463" name="New picture"/>
          <p:cNvPicPr/>
          <p:nvPr/>
        </p:nvPicPr>
        <p:blipFill>
          <a:blip r:embed="rId884"/>
          <a:srcRect/>
          <a:stretch>
            <a:fillRect/>
          </a:stretch>
        </p:blipFill>
        <p:spPr>
          <a:xfrm>
            <a:off x="4472083" y="5401818"/>
            <a:ext cx="47339" cy="103727"/>
          </a:xfrm>
          <a:prstGeom prst="rect"/>
          <a:ln w="0">
            <a:noFill/>
          </a:ln>
        </p:spPr>
      </p:pic>
      <p:sp>
        <p:nvSpPr>
          <p:cNvPr id="1464" name="New shape"/>
          <p:cNvSpPr/>
          <p:nvPr/>
        </p:nvSpPr>
        <p:spPr>
          <a:xfrm>
            <a:off x="4537806" y="5424678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5" name="New picture"/>
          <p:cNvPicPr/>
          <p:nvPr/>
        </p:nvPicPr>
        <p:blipFill>
          <a:blip r:embed="rId885"/>
          <a:srcRect/>
          <a:stretch>
            <a:fillRect/>
          </a:stretch>
        </p:blipFill>
        <p:spPr>
          <a:xfrm>
            <a:off x="4534757" y="5391055"/>
            <a:ext cx="16764" cy="15335"/>
          </a:xfrm>
          <a:prstGeom prst="rect"/>
          <a:ln w="0">
            <a:noFill/>
          </a:ln>
        </p:spPr>
      </p:pic>
      <p:pic>
        <p:nvPicPr>
          <p:cNvPr id="1466" name="New picture"/>
          <p:cNvPicPr/>
          <p:nvPr/>
        </p:nvPicPr>
        <p:blipFill>
          <a:blip r:embed="rId886"/>
          <a:srcRect/>
          <a:stretch>
            <a:fillRect/>
          </a:stretch>
        </p:blipFill>
        <p:spPr>
          <a:xfrm>
            <a:off x="4571333" y="5423059"/>
            <a:ext cx="77915" cy="82391"/>
          </a:xfrm>
          <a:prstGeom prst="rect"/>
          <a:ln w="0">
            <a:noFill/>
          </a:ln>
        </p:spPr>
      </p:pic>
      <p:sp>
        <p:nvSpPr>
          <p:cNvPr id="1467" name="New shape"/>
          <p:cNvSpPr/>
          <p:nvPr/>
        </p:nvSpPr>
        <p:spPr>
          <a:xfrm>
            <a:off x="4585144" y="5433727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68" name="New picture"/>
          <p:cNvPicPr/>
          <p:nvPr/>
        </p:nvPicPr>
        <p:blipFill>
          <a:blip r:embed="rId887"/>
          <a:srcRect/>
          <a:stretch>
            <a:fillRect/>
          </a:stretch>
        </p:blipFill>
        <p:spPr>
          <a:xfrm>
            <a:off x="4669060" y="5423154"/>
            <a:ext cx="70295" cy="79343"/>
          </a:xfrm>
          <a:prstGeom prst="rect"/>
          <a:ln w="0">
            <a:noFill/>
          </a:ln>
        </p:spPr>
      </p:pic>
      <p:pic>
        <p:nvPicPr>
          <p:cNvPr id="1469" name="New picture"/>
          <p:cNvPicPr/>
          <p:nvPr/>
        </p:nvPicPr>
        <p:blipFill>
          <a:blip r:embed="rId888"/>
          <a:srcRect/>
          <a:stretch>
            <a:fillRect/>
          </a:stretch>
        </p:blipFill>
        <p:spPr>
          <a:xfrm>
            <a:off x="4759166" y="5487257"/>
            <a:ext cx="21336" cy="42672"/>
          </a:xfrm>
          <a:prstGeom prst="rect"/>
          <a:ln w="0">
            <a:noFill/>
          </a:ln>
        </p:spPr>
      </p:pic>
      <p:pic>
        <p:nvPicPr>
          <p:cNvPr id="1470" name="New picture"/>
          <p:cNvPicPr/>
          <p:nvPr/>
        </p:nvPicPr>
        <p:blipFill>
          <a:blip r:embed="rId889"/>
          <a:srcRect/>
          <a:stretch>
            <a:fillRect/>
          </a:stretch>
        </p:blipFill>
        <p:spPr>
          <a:xfrm>
            <a:off x="4840129" y="5423154"/>
            <a:ext cx="64103" cy="82391"/>
          </a:xfrm>
          <a:prstGeom prst="rect"/>
          <a:ln w="0">
            <a:noFill/>
          </a:ln>
        </p:spPr>
      </p:pic>
      <p:pic>
        <p:nvPicPr>
          <p:cNvPr id="1471" name="New picture"/>
          <p:cNvPicPr/>
          <p:nvPr/>
        </p:nvPicPr>
        <p:blipFill>
          <a:blip r:embed="rId890"/>
          <a:srcRect/>
          <a:stretch>
            <a:fillRect/>
          </a:stretch>
        </p:blipFill>
        <p:spPr>
          <a:xfrm>
            <a:off x="4914900" y="5423059"/>
            <a:ext cx="70295" cy="82487"/>
          </a:xfrm>
          <a:prstGeom prst="rect"/>
          <a:ln w="0">
            <a:noFill/>
          </a:ln>
        </p:spPr>
      </p:pic>
      <p:sp>
        <p:nvSpPr>
          <p:cNvPr id="1472" name="New shape"/>
          <p:cNvSpPr/>
          <p:nvPr/>
        </p:nvSpPr>
        <p:spPr>
          <a:xfrm>
            <a:off x="4927092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3" name="New shape"/>
          <p:cNvSpPr/>
          <p:nvPr/>
        </p:nvSpPr>
        <p:spPr>
          <a:xfrm>
            <a:off x="5045964" y="539343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74" name="New shape"/>
          <p:cNvSpPr/>
          <p:nvPr/>
        </p:nvSpPr>
        <p:spPr>
          <a:xfrm>
            <a:off x="5085969" y="5424583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5" name="New picture"/>
          <p:cNvPicPr/>
          <p:nvPr/>
        </p:nvPicPr>
        <p:blipFill>
          <a:blip r:embed="rId891"/>
          <a:srcRect/>
          <a:stretch>
            <a:fillRect/>
          </a:stretch>
        </p:blipFill>
        <p:spPr>
          <a:xfrm>
            <a:off x="5084445" y="5391055"/>
            <a:ext cx="16764" cy="15240"/>
          </a:xfrm>
          <a:prstGeom prst="rect"/>
          <a:ln w="0">
            <a:noFill/>
          </a:ln>
        </p:spPr>
      </p:pic>
      <p:pic>
        <p:nvPicPr>
          <p:cNvPr id="1476" name="New picture"/>
          <p:cNvPicPr/>
          <p:nvPr/>
        </p:nvPicPr>
        <p:blipFill>
          <a:blip r:embed="rId892"/>
          <a:srcRect/>
          <a:stretch>
            <a:fillRect/>
          </a:stretch>
        </p:blipFill>
        <p:spPr>
          <a:xfrm>
            <a:off x="5111877" y="5424678"/>
            <a:ext cx="73342" cy="77819"/>
          </a:xfrm>
          <a:prstGeom prst="rect"/>
          <a:ln w="0">
            <a:noFill/>
          </a:ln>
        </p:spPr>
      </p:pic>
      <p:pic>
        <p:nvPicPr>
          <p:cNvPr id="1477" name="New picture"/>
          <p:cNvPicPr/>
          <p:nvPr/>
        </p:nvPicPr>
        <p:blipFill>
          <a:blip r:embed="rId893"/>
          <a:srcRect/>
          <a:stretch>
            <a:fillRect/>
          </a:stretch>
        </p:blipFill>
        <p:spPr>
          <a:xfrm>
            <a:off x="5198935" y="5423154"/>
            <a:ext cx="42767" cy="79343"/>
          </a:xfrm>
          <a:prstGeom prst="rect"/>
          <a:ln w="0">
            <a:noFill/>
          </a:ln>
        </p:spPr>
      </p:pic>
      <p:pic>
        <p:nvPicPr>
          <p:cNvPr id="1478" name="New picture"/>
          <p:cNvPicPr/>
          <p:nvPr/>
        </p:nvPicPr>
        <p:blipFill>
          <a:blip r:embed="rId894"/>
          <a:srcRect/>
          <a:stretch>
            <a:fillRect/>
          </a:stretch>
        </p:blipFill>
        <p:spPr>
          <a:xfrm>
            <a:off x="5247798" y="5423059"/>
            <a:ext cx="70295" cy="82487"/>
          </a:xfrm>
          <a:prstGeom prst="rect"/>
          <a:ln w="0">
            <a:noFill/>
          </a:ln>
        </p:spPr>
      </p:pic>
      <p:sp>
        <p:nvSpPr>
          <p:cNvPr id="1479" name="New shape"/>
          <p:cNvSpPr/>
          <p:nvPr/>
        </p:nvSpPr>
        <p:spPr>
          <a:xfrm>
            <a:off x="5259991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0" name="New picture"/>
          <p:cNvPicPr/>
          <p:nvPr/>
        </p:nvPicPr>
        <p:blipFill>
          <a:blip r:embed="rId895"/>
          <a:srcRect/>
          <a:stretch>
            <a:fillRect/>
          </a:stretch>
        </p:blipFill>
        <p:spPr>
          <a:xfrm>
            <a:off x="5371529" y="5423154"/>
            <a:ext cx="67247" cy="82391"/>
          </a:xfrm>
          <a:prstGeom prst="rect"/>
          <a:ln w="0">
            <a:noFill/>
          </a:ln>
        </p:spPr>
      </p:pic>
      <p:sp>
        <p:nvSpPr>
          <p:cNvPr id="1481" name="New shape"/>
          <p:cNvSpPr/>
          <p:nvPr/>
        </p:nvSpPr>
        <p:spPr>
          <a:xfrm>
            <a:off x="5385340" y="5464302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2" name="New picture"/>
          <p:cNvPicPr/>
          <p:nvPr/>
        </p:nvPicPr>
        <p:blipFill>
          <a:blip r:embed="rId896"/>
          <a:srcRect/>
          <a:stretch>
            <a:fillRect/>
          </a:stretch>
        </p:blipFill>
        <p:spPr>
          <a:xfrm>
            <a:off x="5463063" y="5394103"/>
            <a:ext cx="73342" cy="111442"/>
          </a:xfrm>
          <a:prstGeom prst="rect"/>
          <a:ln w="0">
            <a:noFill/>
          </a:ln>
        </p:spPr>
      </p:pic>
      <p:sp>
        <p:nvSpPr>
          <p:cNvPr id="1483" name="New shape"/>
          <p:cNvSpPr/>
          <p:nvPr/>
        </p:nvSpPr>
        <p:spPr>
          <a:xfrm>
            <a:off x="5475256" y="5433822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4" name="New picture"/>
          <p:cNvPicPr/>
          <p:nvPr/>
        </p:nvPicPr>
        <p:blipFill>
          <a:blip r:embed="rId897"/>
          <a:srcRect/>
          <a:stretch>
            <a:fillRect/>
          </a:stretch>
        </p:blipFill>
        <p:spPr>
          <a:xfrm>
            <a:off x="5551646" y="5423059"/>
            <a:ext cx="77915" cy="82486"/>
          </a:xfrm>
          <a:prstGeom prst="rect"/>
          <a:ln w="0">
            <a:noFill/>
          </a:ln>
        </p:spPr>
      </p:pic>
      <p:sp>
        <p:nvSpPr>
          <p:cNvPr id="1485" name="New shape"/>
          <p:cNvSpPr/>
          <p:nvPr/>
        </p:nvSpPr>
        <p:spPr>
          <a:xfrm>
            <a:off x="5565363" y="5433822"/>
            <a:ext cx="52007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6" name="New picture"/>
          <p:cNvPicPr/>
          <p:nvPr/>
        </p:nvPicPr>
        <p:blipFill>
          <a:blip r:embed="rId898"/>
          <a:srcRect/>
          <a:stretch>
            <a:fillRect/>
          </a:stretch>
        </p:blipFill>
        <p:spPr>
          <a:xfrm>
            <a:off x="5649373" y="5423154"/>
            <a:ext cx="42767" cy="79343"/>
          </a:xfrm>
          <a:prstGeom prst="rect"/>
          <a:ln w="0">
            <a:noFill/>
          </a:ln>
        </p:spPr>
      </p:pic>
      <p:pic>
        <p:nvPicPr>
          <p:cNvPr id="1487" name="New picture"/>
          <p:cNvPicPr/>
          <p:nvPr/>
        </p:nvPicPr>
        <p:blipFill>
          <a:blip r:embed="rId899"/>
          <a:srcRect/>
          <a:stretch>
            <a:fillRect/>
          </a:stretch>
        </p:blipFill>
        <p:spPr>
          <a:xfrm>
            <a:off x="5698331" y="5394103"/>
            <a:ext cx="74771" cy="111442"/>
          </a:xfrm>
          <a:prstGeom prst="rect"/>
          <a:ln w="0">
            <a:noFill/>
          </a:ln>
        </p:spPr>
      </p:pic>
      <p:sp>
        <p:nvSpPr>
          <p:cNvPr id="1488" name="New shape"/>
          <p:cNvSpPr/>
          <p:nvPr/>
        </p:nvSpPr>
        <p:spPr>
          <a:xfrm>
            <a:off x="5712047" y="5433822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89" name="New picture"/>
          <p:cNvPicPr/>
          <p:nvPr/>
        </p:nvPicPr>
        <p:blipFill>
          <a:blip r:embed="rId900"/>
          <a:srcRect/>
          <a:stretch>
            <a:fillRect/>
          </a:stretch>
        </p:blipFill>
        <p:spPr>
          <a:xfrm>
            <a:off x="5792914" y="5423058"/>
            <a:ext cx="71818" cy="82391"/>
          </a:xfrm>
          <a:prstGeom prst="rect"/>
          <a:ln w="0">
            <a:noFill/>
          </a:ln>
        </p:spPr>
      </p:pic>
      <p:sp>
        <p:nvSpPr>
          <p:cNvPr id="1490" name="New shape"/>
          <p:cNvSpPr/>
          <p:nvPr/>
        </p:nvSpPr>
        <p:spPr>
          <a:xfrm>
            <a:off x="5806630" y="5432203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1" name="New picture"/>
          <p:cNvPicPr/>
          <p:nvPr/>
        </p:nvPicPr>
        <p:blipFill>
          <a:blip r:embed="rId901"/>
          <a:srcRect/>
          <a:stretch>
            <a:fillRect/>
          </a:stretch>
        </p:blipFill>
        <p:spPr>
          <a:xfrm>
            <a:off x="5919692" y="5423153"/>
            <a:ext cx="70295" cy="82391"/>
          </a:xfrm>
          <a:prstGeom prst="rect"/>
          <a:ln w="0">
            <a:noFill/>
          </a:ln>
        </p:spPr>
      </p:pic>
      <p:sp>
        <p:nvSpPr>
          <p:cNvPr id="1492" name="New shape"/>
          <p:cNvSpPr/>
          <p:nvPr/>
        </p:nvSpPr>
        <p:spPr>
          <a:xfrm>
            <a:off x="5931884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3" name="New shape"/>
          <p:cNvSpPr/>
          <p:nvPr/>
        </p:nvSpPr>
        <p:spPr>
          <a:xfrm>
            <a:off x="5942647" y="5388007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4" name="New picture"/>
          <p:cNvPicPr/>
          <p:nvPr/>
        </p:nvPicPr>
        <p:blipFill>
          <a:blip r:embed="rId902"/>
          <a:srcRect/>
          <a:stretch>
            <a:fillRect/>
          </a:stretch>
        </p:blipFill>
        <p:spPr>
          <a:xfrm>
            <a:off x="6000655" y="5423154"/>
            <a:ext cx="77819" cy="118967"/>
          </a:xfrm>
          <a:prstGeom prst="rect"/>
          <a:ln w="0">
            <a:noFill/>
          </a:ln>
        </p:spPr>
      </p:pic>
      <p:sp>
        <p:nvSpPr>
          <p:cNvPr id="1495" name="New shape"/>
          <p:cNvSpPr/>
          <p:nvPr/>
        </p:nvSpPr>
        <p:spPr>
          <a:xfrm>
            <a:off x="6017419" y="5432298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6" name="New shape"/>
          <p:cNvSpPr/>
          <p:nvPr/>
        </p:nvSpPr>
        <p:spPr>
          <a:xfrm>
            <a:off x="6014370" y="5502497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7" name="New picture"/>
          <p:cNvPicPr/>
          <p:nvPr/>
        </p:nvPicPr>
        <p:blipFill>
          <a:blip r:embed="rId903"/>
          <a:srcRect/>
          <a:stretch>
            <a:fillRect/>
          </a:stretch>
        </p:blipFill>
        <p:spPr>
          <a:xfrm>
            <a:off x="6089237" y="5423154"/>
            <a:ext cx="65722" cy="82391"/>
          </a:xfrm>
          <a:prstGeom prst="rect"/>
          <a:ln w="0">
            <a:noFill/>
          </a:ln>
        </p:spPr>
      </p:pic>
      <p:sp>
        <p:nvSpPr>
          <p:cNvPr id="1498" name="New shape"/>
          <p:cNvSpPr/>
          <p:nvPr/>
        </p:nvSpPr>
        <p:spPr>
          <a:xfrm>
            <a:off x="6103048" y="5464302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99" name="New shape"/>
          <p:cNvSpPr/>
          <p:nvPr/>
        </p:nvSpPr>
        <p:spPr>
          <a:xfrm>
            <a:off x="6179820" y="539343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0" name="New picture"/>
          <p:cNvPicPr/>
          <p:nvPr/>
        </p:nvPicPr>
        <p:blipFill>
          <a:blip r:embed="rId904"/>
          <a:srcRect/>
          <a:stretch>
            <a:fillRect/>
          </a:stretch>
        </p:blipFill>
        <p:spPr>
          <a:xfrm>
            <a:off x="6212967" y="5423153"/>
            <a:ext cx="71723" cy="82391"/>
          </a:xfrm>
          <a:prstGeom prst="rect"/>
          <a:ln w="0">
            <a:noFill/>
          </a:ln>
        </p:spPr>
      </p:pic>
      <p:sp>
        <p:nvSpPr>
          <p:cNvPr id="1501" name="New shape"/>
          <p:cNvSpPr/>
          <p:nvPr/>
        </p:nvSpPr>
        <p:spPr>
          <a:xfrm>
            <a:off x="6226683" y="5432298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2" name="New picture"/>
          <p:cNvPicPr/>
          <p:nvPr/>
        </p:nvPicPr>
        <p:blipFill>
          <a:blip r:embed="rId905"/>
          <a:srcRect/>
          <a:stretch>
            <a:fillRect/>
          </a:stretch>
        </p:blipFill>
        <p:spPr>
          <a:xfrm>
            <a:off x="6304502" y="5423154"/>
            <a:ext cx="120682" cy="79343"/>
          </a:xfrm>
          <a:prstGeom prst="rect"/>
          <a:ln w="0">
            <a:noFill/>
          </a:ln>
        </p:spPr>
      </p:pic>
      <p:pic>
        <p:nvPicPr>
          <p:cNvPr id="1503" name="New picture"/>
          <p:cNvPicPr/>
          <p:nvPr/>
        </p:nvPicPr>
        <p:blipFill>
          <a:blip r:embed="rId906"/>
          <a:srcRect/>
          <a:stretch>
            <a:fillRect/>
          </a:stretch>
        </p:blipFill>
        <p:spPr>
          <a:xfrm>
            <a:off x="6444996" y="5423058"/>
            <a:ext cx="71818" cy="82391"/>
          </a:xfrm>
          <a:prstGeom prst="rect"/>
          <a:ln w="0">
            <a:noFill/>
          </a:ln>
        </p:spPr>
      </p:pic>
      <p:sp>
        <p:nvSpPr>
          <p:cNvPr id="1504" name="New shape"/>
          <p:cNvSpPr/>
          <p:nvPr/>
        </p:nvSpPr>
        <p:spPr>
          <a:xfrm>
            <a:off x="6457188" y="5432203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5" name="New picture"/>
          <p:cNvPicPr/>
          <p:nvPr/>
        </p:nvPicPr>
        <p:blipFill>
          <a:blip r:embed="rId907"/>
          <a:srcRect/>
          <a:stretch>
            <a:fillRect/>
          </a:stretch>
        </p:blipFill>
        <p:spPr>
          <a:xfrm>
            <a:off x="6535007" y="5423154"/>
            <a:ext cx="70294" cy="79343"/>
          </a:xfrm>
          <a:prstGeom prst="rect"/>
          <a:ln w="0">
            <a:noFill/>
          </a:ln>
        </p:spPr>
      </p:pic>
      <p:pic>
        <p:nvPicPr>
          <p:cNvPr id="1506" name="New picture"/>
          <p:cNvPicPr/>
          <p:nvPr/>
        </p:nvPicPr>
        <p:blipFill>
          <a:blip r:embed="rId908"/>
          <a:srcRect/>
          <a:stretch>
            <a:fillRect/>
          </a:stretch>
        </p:blipFill>
        <p:spPr>
          <a:xfrm>
            <a:off x="6619112" y="5401723"/>
            <a:ext cx="47339" cy="103822"/>
          </a:xfrm>
          <a:prstGeom prst="rect"/>
          <a:ln w="0">
            <a:noFill/>
          </a:ln>
        </p:spPr>
      </p:pic>
      <p:sp>
        <p:nvSpPr>
          <p:cNvPr id="1507" name="New shape"/>
          <p:cNvSpPr/>
          <p:nvPr/>
        </p:nvSpPr>
        <p:spPr>
          <a:xfrm>
            <a:off x="6723887" y="5393436"/>
            <a:ext cx="13716" cy="1097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08" name="New picture"/>
          <p:cNvPicPr/>
          <p:nvPr/>
        </p:nvPicPr>
        <p:blipFill>
          <a:blip r:embed="rId909"/>
          <a:srcRect/>
          <a:stretch>
            <a:fillRect/>
          </a:stretch>
        </p:blipFill>
        <p:spPr>
          <a:xfrm>
            <a:off x="6758084" y="5423153"/>
            <a:ext cx="71724" cy="82391"/>
          </a:xfrm>
          <a:prstGeom prst="rect"/>
          <a:ln w="0">
            <a:noFill/>
          </a:ln>
        </p:spPr>
      </p:pic>
      <p:sp>
        <p:nvSpPr>
          <p:cNvPr id="1509" name="New shape"/>
          <p:cNvSpPr/>
          <p:nvPr/>
        </p:nvSpPr>
        <p:spPr>
          <a:xfrm>
            <a:off x="6771799" y="5432298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0" name="New picture"/>
          <p:cNvPicPr/>
          <p:nvPr/>
        </p:nvPicPr>
        <p:blipFill>
          <a:blip r:embed="rId910"/>
          <a:srcRect/>
          <a:stretch>
            <a:fillRect/>
          </a:stretch>
        </p:blipFill>
        <p:spPr>
          <a:xfrm>
            <a:off x="672941" y="5630608"/>
            <a:ext cx="47339" cy="103822"/>
          </a:xfrm>
          <a:prstGeom prst="rect"/>
          <a:ln w="0">
            <a:noFill/>
          </a:ln>
        </p:spPr>
      </p:pic>
      <p:pic>
        <p:nvPicPr>
          <p:cNvPr id="1511" name="New picture"/>
          <p:cNvPicPr/>
          <p:nvPr/>
        </p:nvPicPr>
        <p:blipFill>
          <a:blip r:embed="rId911"/>
          <a:srcRect/>
          <a:stretch>
            <a:fillRect/>
          </a:stretch>
        </p:blipFill>
        <p:spPr>
          <a:xfrm>
            <a:off x="738473" y="5623083"/>
            <a:ext cx="68675" cy="108395"/>
          </a:xfrm>
          <a:prstGeom prst="rect"/>
          <a:ln w="0">
            <a:noFill/>
          </a:ln>
        </p:spPr>
      </p:pic>
      <p:pic>
        <p:nvPicPr>
          <p:cNvPr id="1512" name="New picture"/>
          <p:cNvPicPr/>
          <p:nvPr/>
        </p:nvPicPr>
        <p:blipFill>
          <a:blip r:embed="rId912"/>
          <a:srcRect/>
          <a:stretch>
            <a:fillRect/>
          </a:stretch>
        </p:blipFill>
        <p:spPr>
          <a:xfrm>
            <a:off x="827056" y="5652040"/>
            <a:ext cx="70295" cy="82391"/>
          </a:xfrm>
          <a:prstGeom prst="rect"/>
          <a:ln w="0">
            <a:noFill/>
          </a:ln>
        </p:spPr>
      </p:pic>
      <p:sp>
        <p:nvSpPr>
          <p:cNvPr id="1513" name="New shape"/>
          <p:cNvSpPr/>
          <p:nvPr/>
        </p:nvSpPr>
        <p:spPr>
          <a:xfrm>
            <a:off x="839248" y="5661184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14" name="New shape"/>
          <p:cNvSpPr/>
          <p:nvPr/>
        </p:nvSpPr>
        <p:spPr>
          <a:xfrm>
            <a:off x="846963" y="5616893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5" name="New picture"/>
          <p:cNvPicPr/>
          <p:nvPr/>
        </p:nvPicPr>
        <p:blipFill>
          <a:blip r:embed="rId913"/>
          <a:srcRect/>
          <a:stretch>
            <a:fillRect/>
          </a:stretch>
        </p:blipFill>
        <p:spPr>
          <a:xfrm>
            <a:off x="917162" y="5652040"/>
            <a:ext cx="122206" cy="79343"/>
          </a:xfrm>
          <a:prstGeom prst="rect"/>
          <a:ln w="0">
            <a:noFill/>
          </a:ln>
        </p:spPr>
      </p:pic>
      <p:pic>
        <p:nvPicPr>
          <p:cNvPr id="1516" name="New picture"/>
          <p:cNvPicPr/>
          <p:nvPr/>
        </p:nvPicPr>
        <p:blipFill>
          <a:blip r:embed="rId914"/>
          <a:srcRect/>
          <a:stretch>
            <a:fillRect/>
          </a:stretch>
        </p:blipFill>
        <p:spPr>
          <a:xfrm>
            <a:off x="1059180" y="5652040"/>
            <a:ext cx="70295" cy="82487"/>
          </a:xfrm>
          <a:prstGeom prst="rect"/>
          <a:ln w="0">
            <a:noFill/>
          </a:ln>
        </p:spPr>
      </p:pic>
      <p:sp>
        <p:nvSpPr>
          <p:cNvPr id="1517" name="New shape"/>
          <p:cNvSpPr/>
          <p:nvPr/>
        </p:nvSpPr>
        <p:spPr>
          <a:xfrm>
            <a:off x="1071372" y="56611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8" name="New picture"/>
          <p:cNvPicPr/>
          <p:nvPr/>
        </p:nvPicPr>
        <p:blipFill>
          <a:blip r:embed="rId915"/>
          <a:srcRect/>
          <a:stretch>
            <a:fillRect/>
          </a:stretch>
        </p:blipFill>
        <p:spPr>
          <a:xfrm>
            <a:off x="1184339" y="5622988"/>
            <a:ext cx="74866" cy="111442"/>
          </a:xfrm>
          <a:prstGeom prst="rect"/>
          <a:ln w="0">
            <a:noFill/>
          </a:ln>
        </p:spPr>
      </p:pic>
      <p:sp>
        <p:nvSpPr>
          <p:cNvPr id="1519" name="New shape"/>
          <p:cNvSpPr/>
          <p:nvPr/>
        </p:nvSpPr>
        <p:spPr>
          <a:xfrm>
            <a:off x="1198054" y="566270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0" name="New picture"/>
          <p:cNvPicPr/>
          <p:nvPr/>
        </p:nvPicPr>
        <p:blipFill>
          <a:blip r:embed="rId916"/>
          <a:srcRect/>
          <a:stretch>
            <a:fillRect/>
          </a:stretch>
        </p:blipFill>
        <p:spPr>
          <a:xfrm>
            <a:off x="1279112" y="5652135"/>
            <a:ext cx="71723" cy="82391"/>
          </a:xfrm>
          <a:prstGeom prst="rect"/>
          <a:ln w="0">
            <a:noFill/>
          </a:ln>
        </p:spPr>
      </p:pic>
      <p:sp>
        <p:nvSpPr>
          <p:cNvPr id="1521" name="New shape"/>
          <p:cNvSpPr/>
          <p:nvPr/>
        </p:nvSpPr>
        <p:spPr>
          <a:xfrm>
            <a:off x="1292828" y="56612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22" name="New shape"/>
          <p:cNvSpPr/>
          <p:nvPr/>
        </p:nvSpPr>
        <p:spPr>
          <a:xfrm>
            <a:off x="1409700" y="5623560"/>
            <a:ext cx="15240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3" name="New picture"/>
          <p:cNvPicPr/>
          <p:nvPr/>
        </p:nvPicPr>
        <p:blipFill>
          <a:blip r:embed="rId917"/>
          <a:srcRect/>
          <a:stretch>
            <a:fillRect/>
          </a:stretch>
        </p:blipFill>
        <p:spPr>
          <a:xfrm>
            <a:off x="1443990" y="5652040"/>
            <a:ext cx="65723" cy="82391"/>
          </a:xfrm>
          <a:prstGeom prst="rect"/>
          <a:ln w="0">
            <a:noFill/>
          </a:ln>
        </p:spPr>
      </p:pic>
      <p:sp>
        <p:nvSpPr>
          <p:cNvPr id="1524" name="New shape"/>
          <p:cNvSpPr/>
          <p:nvPr/>
        </p:nvSpPr>
        <p:spPr>
          <a:xfrm>
            <a:off x="1457801" y="5693187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5" name="New picture"/>
          <p:cNvPicPr/>
          <p:nvPr/>
        </p:nvPicPr>
        <p:blipFill>
          <a:blip r:embed="rId918"/>
          <a:srcRect/>
          <a:stretch>
            <a:fillRect/>
          </a:stretch>
        </p:blipFill>
        <p:spPr>
          <a:xfrm>
            <a:off x="1572292" y="5652040"/>
            <a:ext cx="120682" cy="79343"/>
          </a:xfrm>
          <a:prstGeom prst="rect"/>
          <a:ln w="0">
            <a:noFill/>
          </a:ln>
        </p:spPr>
      </p:pic>
      <p:pic>
        <p:nvPicPr>
          <p:cNvPr id="1526" name="New picture"/>
          <p:cNvPicPr/>
          <p:nvPr/>
        </p:nvPicPr>
        <p:blipFill>
          <a:blip r:embed="rId919"/>
          <a:srcRect/>
          <a:stretch>
            <a:fillRect/>
          </a:stretch>
        </p:blipFill>
        <p:spPr>
          <a:xfrm>
            <a:off x="1712785" y="5652040"/>
            <a:ext cx="79343" cy="82391"/>
          </a:xfrm>
          <a:prstGeom prst="rect"/>
          <a:ln w="0">
            <a:noFill/>
          </a:ln>
        </p:spPr>
      </p:pic>
      <p:sp>
        <p:nvSpPr>
          <p:cNvPr id="1527" name="New shape"/>
          <p:cNvSpPr/>
          <p:nvPr/>
        </p:nvSpPr>
        <p:spPr>
          <a:xfrm>
            <a:off x="1726501" y="5662707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28" name="New picture"/>
          <p:cNvPicPr/>
          <p:nvPr/>
        </p:nvPicPr>
        <p:blipFill>
          <a:blip r:embed="rId920"/>
          <a:srcRect/>
          <a:stretch>
            <a:fillRect/>
          </a:stretch>
        </p:blipFill>
        <p:spPr>
          <a:xfrm>
            <a:off x="1807464" y="5623084"/>
            <a:ext cx="74771" cy="111347"/>
          </a:xfrm>
          <a:prstGeom prst="rect"/>
          <a:ln w="0">
            <a:noFill/>
          </a:ln>
        </p:spPr>
      </p:pic>
      <p:sp>
        <p:nvSpPr>
          <p:cNvPr id="1529" name="New shape"/>
          <p:cNvSpPr/>
          <p:nvPr/>
        </p:nvSpPr>
        <p:spPr>
          <a:xfrm>
            <a:off x="1819656" y="5662707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0" name="New picture"/>
          <p:cNvPicPr/>
          <p:nvPr/>
        </p:nvPicPr>
        <p:blipFill>
          <a:blip r:embed="rId921"/>
          <a:srcRect/>
          <a:stretch>
            <a:fillRect/>
          </a:stretch>
        </p:blipFill>
        <p:spPr>
          <a:xfrm>
            <a:off x="1902047" y="5652040"/>
            <a:ext cx="70295" cy="82391"/>
          </a:xfrm>
          <a:prstGeom prst="rect"/>
          <a:ln w="0">
            <a:noFill/>
          </a:ln>
        </p:spPr>
      </p:pic>
      <p:sp>
        <p:nvSpPr>
          <p:cNvPr id="1531" name="New shape"/>
          <p:cNvSpPr/>
          <p:nvPr/>
        </p:nvSpPr>
        <p:spPr>
          <a:xfrm>
            <a:off x="1914239" y="56611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2" name="New picture"/>
          <p:cNvPicPr/>
          <p:nvPr/>
        </p:nvPicPr>
        <p:blipFill>
          <a:blip r:embed="rId922"/>
          <a:srcRect/>
          <a:stretch>
            <a:fillRect/>
          </a:stretch>
        </p:blipFill>
        <p:spPr>
          <a:xfrm>
            <a:off x="1992154" y="5652040"/>
            <a:ext cx="42767" cy="79343"/>
          </a:xfrm>
          <a:prstGeom prst="rect"/>
          <a:ln w="0">
            <a:noFill/>
          </a:ln>
        </p:spPr>
      </p:pic>
      <p:pic>
        <p:nvPicPr>
          <p:cNvPr id="1533" name="New picture"/>
          <p:cNvPicPr/>
          <p:nvPr/>
        </p:nvPicPr>
        <p:blipFill>
          <a:blip r:embed="rId923"/>
          <a:srcRect/>
          <a:stretch>
            <a:fillRect/>
          </a:stretch>
        </p:blipFill>
        <p:spPr>
          <a:xfrm>
            <a:off x="2048732" y="5652040"/>
            <a:ext cx="68675" cy="79343"/>
          </a:xfrm>
          <a:prstGeom prst="rect"/>
          <a:ln w="0">
            <a:noFill/>
          </a:ln>
        </p:spPr>
      </p:pic>
      <p:sp>
        <p:nvSpPr>
          <p:cNvPr id="1534" name="New shape"/>
          <p:cNvSpPr/>
          <p:nvPr/>
        </p:nvSpPr>
        <p:spPr>
          <a:xfrm>
            <a:off x="2143411" y="565356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5" name="New picture"/>
          <p:cNvPicPr/>
          <p:nvPr/>
        </p:nvPicPr>
        <p:blipFill>
          <a:blip r:embed="rId924"/>
          <a:srcRect/>
          <a:stretch>
            <a:fillRect/>
          </a:stretch>
        </p:blipFill>
        <p:spPr>
          <a:xfrm>
            <a:off x="2141887" y="5620036"/>
            <a:ext cx="16764" cy="15240"/>
          </a:xfrm>
          <a:prstGeom prst="rect"/>
          <a:ln w="0">
            <a:noFill/>
          </a:ln>
        </p:spPr>
      </p:pic>
      <p:pic>
        <p:nvPicPr>
          <p:cNvPr id="1536" name="New picture"/>
          <p:cNvPicPr/>
          <p:nvPr/>
        </p:nvPicPr>
        <p:blipFill>
          <a:blip r:embed="rId925"/>
          <a:srcRect/>
          <a:stretch>
            <a:fillRect/>
          </a:stretch>
        </p:blipFill>
        <p:spPr>
          <a:xfrm>
            <a:off x="2173891" y="5652040"/>
            <a:ext cx="58007" cy="82391"/>
          </a:xfrm>
          <a:prstGeom prst="rect"/>
          <a:ln w="0">
            <a:noFill/>
          </a:ln>
        </p:spPr>
      </p:pic>
      <p:pic>
        <p:nvPicPr>
          <p:cNvPr id="1537" name="New picture"/>
          <p:cNvPicPr/>
          <p:nvPr/>
        </p:nvPicPr>
        <p:blipFill>
          <a:blip r:embed="rId926"/>
          <a:srcRect/>
          <a:stretch>
            <a:fillRect/>
          </a:stretch>
        </p:blipFill>
        <p:spPr>
          <a:xfrm>
            <a:off x="2244185" y="5652040"/>
            <a:ext cx="65723" cy="82391"/>
          </a:xfrm>
          <a:prstGeom prst="rect"/>
          <a:ln w="0">
            <a:noFill/>
          </a:ln>
        </p:spPr>
      </p:pic>
      <p:sp>
        <p:nvSpPr>
          <p:cNvPr id="1538" name="New shape"/>
          <p:cNvSpPr/>
          <p:nvPr/>
        </p:nvSpPr>
        <p:spPr>
          <a:xfrm>
            <a:off x="2257996" y="5693187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9" name="New picture"/>
          <p:cNvPicPr/>
          <p:nvPr/>
        </p:nvPicPr>
        <p:blipFill>
          <a:blip r:embed="rId927"/>
          <a:srcRect/>
          <a:stretch>
            <a:fillRect/>
          </a:stretch>
        </p:blipFill>
        <p:spPr>
          <a:xfrm>
            <a:off x="2322005" y="5630704"/>
            <a:ext cx="48863" cy="103727"/>
          </a:xfrm>
          <a:prstGeom prst="rect"/>
          <a:ln w="0">
            <a:noFill/>
          </a:ln>
        </p:spPr>
      </p:pic>
      <p:sp>
        <p:nvSpPr>
          <p:cNvPr id="1540" name="New shape"/>
          <p:cNvSpPr/>
          <p:nvPr/>
        </p:nvSpPr>
        <p:spPr>
          <a:xfrm>
            <a:off x="2387727" y="565356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1" name="New picture"/>
          <p:cNvPicPr/>
          <p:nvPr/>
        </p:nvPicPr>
        <p:blipFill>
          <a:blip r:embed="rId928"/>
          <a:srcRect/>
          <a:stretch>
            <a:fillRect/>
          </a:stretch>
        </p:blipFill>
        <p:spPr>
          <a:xfrm>
            <a:off x="2386203" y="5620036"/>
            <a:ext cx="16764" cy="15240"/>
          </a:xfrm>
          <a:prstGeom prst="rect"/>
          <a:ln w="0">
            <a:noFill/>
          </a:ln>
        </p:spPr>
      </p:pic>
      <p:pic>
        <p:nvPicPr>
          <p:cNvPr id="1542" name="New picture"/>
          <p:cNvPicPr/>
          <p:nvPr/>
        </p:nvPicPr>
        <p:blipFill>
          <a:blip r:embed="rId929"/>
          <a:srcRect/>
          <a:stretch>
            <a:fillRect/>
          </a:stretch>
        </p:blipFill>
        <p:spPr>
          <a:xfrm>
            <a:off x="2422779" y="5652040"/>
            <a:ext cx="77914" cy="82391"/>
          </a:xfrm>
          <a:prstGeom prst="rect"/>
          <a:ln w="0">
            <a:noFill/>
          </a:ln>
        </p:spPr>
      </p:pic>
      <p:sp>
        <p:nvSpPr>
          <p:cNvPr id="1543" name="New shape"/>
          <p:cNvSpPr/>
          <p:nvPr/>
        </p:nvSpPr>
        <p:spPr>
          <a:xfrm>
            <a:off x="2435066" y="5662707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4" name="New picture"/>
          <p:cNvPicPr/>
          <p:nvPr/>
        </p:nvPicPr>
        <p:blipFill>
          <a:blip r:embed="rId930"/>
          <a:srcRect/>
          <a:stretch>
            <a:fillRect/>
          </a:stretch>
        </p:blipFill>
        <p:spPr>
          <a:xfrm>
            <a:off x="2520505" y="5652040"/>
            <a:ext cx="68675" cy="79343"/>
          </a:xfrm>
          <a:prstGeom prst="rect"/>
          <a:ln w="0">
            <a:noFill/>
          </a:ln>
        </p:spPr>
      </p:pic>
      <p:pic>
        <p:nvPicPr>
          <p:cNvPr id="1545" name="New picture"/>
          <p:cNvPicPr/>
          <p:nvPr/>
        </p:nvPicPr>
        <p:blipFill>
          <a:blip r:embed="rId931"/>
          <a:srcRect/>
          <a:stretch>
            <a:fillRect/>
          </a:stretch>
        </p:blipFill>
        <p:spPr>
          <a:xfrm>
            <a:off x="2648807" y="5652135"/>
            <a:ext cx="71818" cy="82391"/>
          </a:xfrm>
          <a:prstGeom prst="rect"/>
          <a:ln w="0">
            <a:noFill/>
          </a:ln>
        </p:spPr>
      </p:pic>
      <p:sp>
        <p:nvSpPr>
          <p:cNvPr id="1546" name="New shape"/>
          <p:cNvSpPr/>
          <p:nvPr/>
        </p:nvSpPr>
        <p:spPr>
          <a:xfrm>
            <a:off x="2662618" y="566127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7" name="New picture"/>
          <p:cNvPicPr/>
          <p:nvPr/>
        </p:nvPicPr>
        <p:blipFill>
          <a:blip r:embed="rId932"/>
          <a:srcRect/>
          <a:stretch>
            <a:fillRect/>
          </a:stretch>
        </p:blipFill>
        <p:spPr>
          <a:xfrm>
            <a:off x="2729674" y="5630704"/>
            <a:ext cx="47339" cy="103727"/>
          </a:xfrm>
          <a:prstGeom prst="rect"/>
          <a:ln w="0">
            <a:noFill/>
          </a:ln>
        </p:spPr>
      </p:pic>
      <p:pic>
        <p:nvPicPr>
          <p:cNvPr id="1548" name="New picture"/>
          <p:cNvPicPr/>
          <p:nvPr/>
        </p:nvPicPr>
        <p:blipFill>
          <a:blip r:embed="rId933"/>
          <a:srcRect/>
          <a:stretch>
            <a:fillRect/>
          </a:stretch>
        </p:blipFill>
        <p:spPr>
          <a:xfrm>
            <a:off x="2833688" y="5652040"/>
            <a:ext cx="74771" cy="117539"/>
          </a:xfrm>
          <a:prstGeom prst="rect"/>
          <a:ln w="0">
            <a:noFill/>
          </a:ln>
        </p:spPr>
      </p:pic>
      <p:sp>
        <p:nvSpPr>
          <p:cNvPr id="1549" name="New shape"/>
          <p:cNvSpPr/>
          <p:nvPr/>
        </p:nvSpPr>
        <p:spPr>
          <a:xfrm>
            <a:off x="2847404" y="5662803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0" name="New picture"/>
          <p:cNvPicPr/>
          <p:nvPr/>
        </p:nvPicPr>
        <p:blipFill>
          <a:blip r:embed="rId934"/>
          <a:srcRect/>
          <a:stretch>
            <a:fillRect/>
          </a:stretch>
        </p:blipFill>
        <p:spPr>
          <a:xfrm>
            <a:off x="2928271" y="5652040"/>
            <a:ext cx="42672" cy="79343"/>
          </a:xfrm>
          <a:prstGeom prst="rect"/>
          <a:ln w="0">
            <a:noFill/>
          </a:ln>
        </p:spPr>
      </p:pic>
      <p:pic>
        <p:nvPicPr>
          <p:cNvPr id="1551" name="New picture"/>
          <p:cNvPicPr/>
          <p:nvPr/>
        </p:nvPicPr>
        <p:blipFill>
          <a:blip r:embed="rId935"/>
          <a:srcRect/>
          <a:stretch>
            <a:fillRect/>
          </a:stretch>
        </p:blipFill>
        <p:spPr>
          <a:xfrm>
            <a:off x="2977134" y="5652040"/>
            <a:ext cx="70199" cy="82391"/>
          </a:xfrm>
          <a:prstGeom prst="rect"/>
          <a:ln w="0">
            <a:noFill/>
          </a:ln>
        </p:spPr>
      </p:pic>
      <p:sp>
        <p:nvSpPr>
          <p:cNvPr id="1552" name="New shape"/>
          <p:cNvSpPr/>
          <p:nvPr/>
        </p:nvSpPr>
        <p:spPr>
          <a:xfrm>
            <a:off x="2989326" y="56611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53" name="New shape"/>
          <p:cNvSpPr/>
          <p:nvPr/>
        </p:nvSpPr>
        <p:spPr>
          <a:xfrm>
            <a:off x="2999994" y="5616988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4" name="New picture"/>
          <p:cNvPicPr/>
          <p:nvPr/>
        </p:nvPicPr>
        <p:blipFill>
          <a:blip r:embed="rId936"/>
          <a:srcRect/>
          <a:stretch>
            <a:fillRect/>
          </a:stretch>
        </p:blipFill>
        <p:spPr>
          <a:xfrm>
            <a:off x="3059620" y="5652040"/>
            <a:ext cx="58007" cy="82391"/>
          </a:xfrm>
          <a:prstGeom prst="rect"/>
          <a:ln w="0">
            <a:noFill/>
          </a:ln>
        </p:spPr>
      </p:pic>
      <p:pic>
        <p:nvPicPr>
          <p:cNvPr id="1555" name="New picture"/>
          <p:cNvPicPr/>
          <p:nvPr/>
        </p:nvPicPr>
        <p:blipFill>
          <a:blip r:embed="rId937"/>
          <a:srcRect/>
          <a:stretch>
            <a:fillRect/>
          </a:stretch>
        </p:blipFill>
        <p:spPr>
          <a:xfrm>
            <a:off x="3131344" y="5652040"/>
            <a:ext cx="70295" cy="82391"/>
          </a:xfrm>
          <a:prstGeom prst="rect"/>
          <a:ln w="0">
            <a:noFill/>
          </a:ln>
        </p:spPr>
      </p:pic>
      <p:sp>
        <p:nvSpPr>
          <p:cNvPr id="1556" name="New shape"/>
          <p:cNvSpPr/>
          <p:nvPr/>
        </p:nvSpPr>
        <p:spPr>
          <a:xfrm>
            <a:off x="3143631" y="56611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7" name="New picture"/>
          <p:cNvPicPr/>
          <p:nvPr/>
        </p:nvPicPr>
        <p:blipFill>
          <a:blip r:embed="rId938"/>
          <a:srcRect/>
          <a:stretch>
            <a:fillRect/>
          </a:stretch>
        </p:blipFill>
        <p:spPr>
          <a:xfrm>
            <a:off x="3221450" y="5652040"/>
            <a:ext cx="70295" cy="79343"/>
          </a:xfrm>
          <a:prstGeom prst="rect"/>
          <a:ln w="0">
            <a:noFill/>
          </a:ln>
        </p:spPr>
      </p:pic>
      <p:pic>
        <p:nvPicPr>
          <p:cNvPr id="1558" name="New picture"/>
          <p:cNvPicPr/>
          <p:nvPr/>
        </p:nvPicPr>
        <p:blipFill>
          <a:blip r:embed="rId939"/>
          <a:srcRect/>
          <a:stretch>
            <a:fillRect/>
          </a:stretch>
        </p:blipFill>
        <p:spPr>
          <a:xfrm>
            <a:off x="3305460" y="5630608"/>
            <a:ext cx="47339" cy="103822"/>
          </a:xfrm>
          <a:prstGeom prst="rect"/>
          <a:ln w="0">
            <a:noFill/>
          </a:ln>
        </p:spPr>
      </p:pic>
      <p:pic>
        <p:nvPicPr>
          <p:cNvPr id="1559" name="New picture"/>
          <p:cNvPicPr/>
          <p:nvPr/>
        </p:nvPicPr>
        <p:blipFill>
          <a:blip r:embed="rId940"/>
          <a:srcRect/>
          <a:stretch>
            <a:fillRect/>
          </a:stretch>
        </p:blipFill>
        <p:spPr>
          <a:xfrm>
            <a:off x="3363372" y="5652040"/>
            <a:ext cx="70295" cy="82487"/>
          </a:xfrm>
          <a:prstGeom prst="rect"/>
          <a:ln w="0">
            <a:noFill/>
          </a:ln>
        </p:spPr>
      </p:pic>
      <p:sp>
        <p:nvSpPr>
          <p:cNvPr id="1560" name="New shape"/>
          <p:cNvSpPr/>
          <p:nvPr/>
        </p:nvSpPr>
        <p:spPr>
          <a:xfrm>
            <a:off x="3375565" y="56612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61" name="New shape"/>
          <p:cNvSpPr/>
          <p:nvPr/>
        </p:nvSpPr>
        <p:spPr>
          <a:xfrm>
            <a:off x="3494532" y="56235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2" name="New picture"/>
          <p:cNvPicPr/>
          <p:nvPr/>
        </p:nvPicPr>
        <p:blipFill>
          <a:blip r:embed="rId941"/>
          <a:srcRect/>
          <a:stretch>
            <a:fillRect/>
          </a:stretch>
        </p:blipFill>
        <p:spPr>
          <a:xfrm>
            <a:off x="3528346" y="5652135"/>
            <a:ext cx="71818" cy="82391"/>
          </a:xfrm>
          <a:prstGeom prst="rect"/>
          <a:ln w="0">
            <a:noFill/>
          </a:ln>
        </p:spPr>
      </p:pic>
      <p:sp>
        <p:nvSpPr>
          <p:cNvPr id="1563" name="New shape"/>
          <p:cNvSpPr/>
          <p:nvPr/>
        </p:nvSpPr>
        <p:spPr>
          <a:xfrm>
            <a:off x="3542157" y="5661279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4" name="New picture"/>
          <p:cNvPicPr/>
          <p:nvPr/>
        </p:nvPicPr>
        <p:blipFill>
          <a:blip r:embed="rId942"/>
          <a:srcRect/>
          <a:stretch>
            <a:fillRect/>
          </a:stretch>
        </p:blipFill>
        <p:spPr>
          <a:xfrm>
            <a:off x="3610737" y="5652040"/>
            <a:ext cx="58102" cy="82391"/>
          </a:xfrm>
          <a:prstGeom prst="rect"/>
          <a:ln w="0">
            <a:noFill/>
          </a:ln>
        </p:spPr>
      </p:pic>
      <p:pic>
        <p:nvPicPr>
          <p:cNvPr id="1565" name="New picture"/>
          <p:cNvPicPr/>
          <p:nvPr/>
        </p:nvPicPr>
        <p:blipFill>
          <a:blip r:embed="rId943"/>
          <a:srcRect/>
          <a:stretch>
            <a:fillRect/>
          </a:stretch>
        </p:blipFill>
        <p:spPr>
          <a:xfrm>
            <a:off x="3726942" y="5651944"/>
            <a:ext cx="68675" cy="79439"/>
          </a:xfrm>
          <a:prstGeom prst="rect"/>
          <a:ln w="0">
            <a:noFill/>
          </a:ln>
        </p:spPr>
      </p:pic>
      <p:pic>
        <p:nvPicPr>
          <p:cNvPr id="1566" name="New picture"/>
          <p:cNvPicPr/>
          <p:nvPr/>
        </p:nvPicPr>
        <p:blipFill>
          <a:blip r:embed="rId944"/>
          <a:srcRect/>
          <a:stretch>
            <a:fillRect/>
          </a:stretch>
        </p:blipFill>
        <p:spPr>
          <a:xfrm>
            <a:off x="3816953" y="5652040"/>
            <a:ext cx="77915" cy="82391"/>
          </a:xfrm>
          <a:prstGeom prst="rect"/>
          <a:ln w="0">
            <a:noFill/>
          </a:ln>
        </p:spPr>
      </p:pic>
      <p:sp>
        <p:nvSpPr>
          <p:cNvPr id="1567" name="New shape"/>
          <p:cNvSpPr/>
          <p:nvPr/>
        </p:nvSpPr>
        <p:spPr>
          <a:xfrm>
            <a:off x="3829240" y="5662707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8" name="New picture"/>
          <p:cNvPicPr/>
          <p:nvPr/>
        </p:nvPicPr>
        <p:blipFill>
          <a:blip r:embed="rId945"/>
          <a:srcRect/>
          <a:stretch>
            <a:fillRect/>
          </a:stretch>
        </p:blipFill>
        <p:spPr>
          <a:xfrm>
            <a:off x="3914680" y="5653659"/>
            <a:ext cx="68675" cy="80867"/>
          </a:xfrm>
          <a:prstGeom prst="rect"/>
          <a:ln w="0">
            <a:noFill/>
          </a:ln>
        </p:spPr>
      </p:pic>
      <p:pic>
        <p:nvPicPr>
          <p:cNvPr id="1569" name="New picture"/>
          <p:cNvPicPr/>
          <p:nvPr/>
        </p:nvPicPr>
        <p:blipFill>
          <a:blip r:embed="rId946"/>
          <a:srcRect/>
          <a:stretch>
            <a:fillRect/>
          </a:stretch>
        </p:blipFill>
        <p:spPr>
          <a:xfrm>
            <a:off x="3997166" y="5653563"/>
            <a:ext cx="73247" cy="77819"/>
          </a:xfrm>
          <a:prstGeom prst="rect"/>
          <a:ln w="0">
            <a:noFill/>
          </a:ln>
        </p:spPr>
      </p:pic>
      <p:pic>
        <p:nvPicPr>
          <p:cNvPr id="1570" name="New picture"/>
          <p:cNvPicPr/>
          <p:nvPr/>
        </p:nvPicPr>
        <p:blipFill>
          <a:blip r:embed="rId947"/>
          <a:srcRect/>
          <a:stretch>
            <a:fillRect/>
          </a:stretch>
        </p:blipFill>
        <p:spPr>
          <a:xfrm>
            <a:off x="4078033" y="5652135"/>
            <a:ext cx="70295" cy="82391"/>
          </a:xfrm>
          <a:prstGeom prst="rect"/>
          <a:ln w="0">
            <a:noFill/>
          </a:ln>
        </p:spPr>
      </p:pic>
      <p:sp>
        <p:nvSpPr>
          <p:cNvPr id="1571" name="New shape"/>
          <p:cNvSpPr/>
          <p:nvPr/>
        </p:nvSpPr>
        <p:spPr>
          <a:xfrm>
            <a:off x="4090225" y="56612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2" name="New picture"/>
          <p:cNvPicPr/>
          <p:nvPr/>
        </p:nvPicPr>
        <p:blipFill>
          <a:blip r:embed="rId948"/>
          <a:srcRect/>
          <a:stretch>
            <a:fillRect/>
          </a:stretch>
        </p:blipFill>
        <p:spPr>
          <a:xfrm>
            <a:off x="4162139" y="5652040"/>
            <a:ext cx="67247" cy="82391"/>
          </a:xfrm>
          <a:prstGeom prst="rect"/>
          <a:ln w="0">
            <a:noFill/>
          </a:ln>
        </p:spPr>
      </p:pic>
      <p:sp>
        <p:nvSpPr>
          <p:cNvPr id="1573" name="New shape"/>
          <p:cNvSpPr/>
          <p:nvPr/>
        </p:nvSpPr>
        <p:spPr>
          <a:xfrm>
            <a:off x="4175951" y="5693187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4" name="New picture"/>
          <p:cNvPicPr/>
          <p:nvPr/>
        </p:nvPicPr>
        <p:blipFill>
          <a:blip r:embed="rId949"/>
          <a:srcRect/>
          <a:stretch>
            <a:fillRect/>
          </a:stretch>
        </p:blipFill>
        <p:spPr>
          <a:xfrm>
            <a:off x="4252151" y="5653659"/>
            <a:ext cx="68675" cy="80867"/>
          </a:xfrm>
          <a:prstGeom prst="rect"/>
          <a:ln w="0">
            <a:noFill/>
          </a:ln>
        </p:spPr>
      </p:pic>
      <p:pic>
        <p:nvPicPr>
          <p:cNvPr id="1575" name="New picture"/>
          <p:cNvPicPr/>
          <p:nvPr/>
        </p:nvPicPr>
        <p:blipFill>
          <a:blip r:embed="rId950"/>
          <a:srcRect/>
          <a:stretch>
            <a:fillRect/>
          </a:stretch>
        </p:blipFill>
        <p:spPr>
          <a:xfrm>
            <a:off x="4334732" y="5653563"/>
            <a:ext cx="77819" cy="77819"/>
          </a:xfrm>
          <a:prstGeom prst="rect"/>
          <a:ln w="0">
            <a:noFill/>
          </a:ln>
        </p:spPr>
      </p:pic>
      <p:sp>
        <p:nvSpPr>
          <p:cNvPr id="1576" name="New shape"/>
          <p:cNvSpPr/>
          <p:nvPr/>
        </p:nvSpPr>
        <p:spPr>
          <a:xfrm>
            <a:off x="4465320" y="56235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7" name="New picture"/>
          <p:cNvPicPr/>
          <p:nvPr/>
        </p:nvPicPr>
        <p:blipFill>
          <a:blip r:embed="rId951"/>
          <a:srcRect/>
          <a:stretch>
            <a:fillRect/>
          </a:stretch>
        </p:blipFill>
        <p:spPr>
          <a:xfrm>
            <a:off x="4501039" y="5652040"/>
            <a:ext cx="77915" cy="82391"/>
          </a:xfrm>
          <a:prstGeom prst="rect"/>
          <a:ln w="0">
            <a:noFill/>
          </a:ln>
        </p:spPr>
      </p:pic>
      <p:sp>
        <p:nvSpPr>
          <p:cNvPr id="1578" name="New shape"/>
          <p:cNvSpPr/>
          <p:nvPr/>
        </p:nvSpPr>
        <p:spPr>
          <a:xfrm>
            <a:off x="4514850" y="5662707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79" name="New picture"/>
          <p:cNvPicPr/>
          <p:nvPr/>
        </p:nvPicPr>
        <p:blipFill>
          <a:blip r:embed="rId952"/>
          <a:srcRect/>
          <a:stretch>
            <a:fillRect/>
          </a:stretch>
        </p:blipFill>
        <p:spPr>
          <a:xfrm>
            <a:off x="4589716" y="5652040"/>
            <a:ext cx="77819" cy="119062"/>
          </a:xfrm>
          <a:prstGeom prst="rect"/>
          <a:ln w="0">
            <a:noFill/>
          </a:ln>
        </p:spPr>
      </p:pic>
      <p:sp>
        <p:nvSpPr>
          <p:cNvPr id="1580" name="New shape"/>
          <p:cNvSpPr/>
          <p:nvPr/>
        </p:nvSpPr>
        <p:spPr>
          <a:xfrm>
            <a:off x="4606480" y="5661184"/>
            <a:ext cx="39719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1" name="New shape"/>
          <p:cNvSpPr/>
          <p:nvPr/>
        </p:nvSpPr>
        <p:spPr>
          <a:xfrm>
            <a:off x="4601908" y="5731383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2" name="New shape"/>
          <p:cNvSpPr/>
          <p:nvPr/>
        </p:nvSpPr>
        <p:spPr>
          <a:xfrm>
            <a:off x="4684299" y="5653563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3" name="New picture"/>
          <p:cNvPicPr/>
          <p:nvPr/>
        </p:nvPicPr>
        <p:blipFill>
          <a:blip r:embed="rId953"/>
          <a:srcRect/>
          <a:stretch>
            <a:fillRect/>
          </a:stretch>
        </p:blipFill>
        <p:spPr>
          <a:xfrm>
            <a:off x="4682775" y="5620036"/>
            <a:ext cx="16859" cy="15240"/>
          </a:xfrm>
          <a:prstGeom prst="rect"/>
          <a:ln w="0">
            <a:noFill/>
          </a:ln>
        </p:spPr>
      </p:pic>
      <p:pic>
        <p:nvPicPr>
          <p:cNvPr id="1584" name="New picture"/>
          <p:cNvPicPr/>
          <p:nvPr/>
        </p:nvPicPr>
        <p:blipFill>
          <a:blip r:embed="rId954"/>
          <a:srcRect/>
          <a:stretch>
            <a:fillRect/>
          </a:stretch>
        </p:blipFill>
        <p:spPr>
          <a:xfrm>
            <a:off x="4717923" y="5652040"/>
            <a:ext cx="64198" cy="82391"/>
          </a:xfrm>
          <a:prstGeom prst="rect"/>
          <a:ln w="0">
            <a:noFill/>
          </a:ln>
        </p:spPr>
      </p:pic>
      <p:sp>
        <p:nvSpPr>
          <p:cNvPr id="1585" name="New shape"/>
          <p:cNvSpPr/>
          <p:nvPr/>
        </p:nvSpPr>
        <p:spPr>
          <a:xfrm>
            <a:off x="4800410" y="5653563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86" name="New picture"/>
          <p:cNvPicPr/>
          <p:nvPr/>
        </p:nvPicPr>
        <p:blipFill>
          <a:blip r:embed="rId955"/>
          <a:srcRect/>
          <a:stretch>
            <a:fillRect/>
          </a:stretch>
        </p:blipFill>
        <p:spPr>
          <a:xfrm>
            <a:off x="4798885" y="5620036"/>
            <a:ext cx="16764" cy="15240"/>
          </a:xfrm>
          <a:prstGeom prst="rect"/>
          <a:ln w="0">
            <a:noFill/>
          </a:ln>
        </p:spPr>
      </p:pic>
      <p:pic>
        <p:nvPicPr>
          <p:cNvPr id="1587" name="New picture"/>
          <p:cNvPicPr/>
          <p:nvPr/>
        </p:nvPicPr>
        <p:blipFill>
          <a:blip r:embed="rId956"/>
          <a:srcRect/>
          <a:stretch>
            <a:fillRect/>
          </a:stretch>
        </p:blipFill>
        <p:spPr>
          <a:xfrm>
            <a:off x="4835461" y="5652135"/>
            <a:ext cx="70295" cy="82391"/>
          </a:xfrm>
          <a:prstGeom prst="rect"/>
          <a:ln w="0">
            <a:noFill/>
          </a:ln>
        </p:spPr>
      </p:pic>
      <p:sp>
        <p:nvSpPr>
          <p:cNvPr id="1588" name="New shape"/>
          <p:cNvSpPr/>
          <p:nvPr/>
        </p:nvSpPr>
        <p:spPr>
          <a:xfrm>
            <a:off x="4847653" y="56612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89" name="New shape"/>
          <p:cNvSpPr/>
          <p:nvPr/>
        </p:nvSpPr>
        <p:spPr>
          <a:xfrm>
            <a:off x="4927092" y="5623560"/>
            <a:ext cx="13715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0" name="New picture"/>
          <p:cNvPicPr/>
          <p:nvPr/>
        </p:nvPicPr>
        <p:blipFill>
          <a:blip r:embed="rId957"/>
          <a:srcRect/>
          <a:stretch>
            <a:fillRect/>
          </a:stretch>
        </p:blipFill>
        <p:spPr>
          <a:xfrm>
            <a:off x="4957667" y="5652040"/>
            <a:ext cx="56483" cy="82391"/>
          </a:xfrm>
          <a:prstGeom prst="rect"/>
          <a:ln w="0">
            <a:noFill/>
          </a:ln>
        </p:spPr>
      </p:pic>
      <p:pic>
        <p:nvPicPr>
          <p:cNvPr id="1591" name="New picture"/>
          <p:cNvPicPr/>
          <p:nvPr/>
        </p:nvPicPr>
        <p:blipFill>
          <a:blip r:embed="rId958"/>
          <a:srcRect/>
          <a:stretch>
            <a:fillRect/>
          </a:stretch>
        </p:blipFill>
        <p:spPr>
          <a:xfrm>
            <a:off x="5067586" y="5652040"/>
            <a:ext cx="74866" cy="117443"/>
          </a:xfrm>
          <a:prstGeom prst="rect"/>
          <a:ln w="0">
            <a:noFill/>
          </a:ln>
        </p:spPr>
      </p:pic>
      <p:sp>
        <p:nvSpPr>
          <p:cNvPr id="1592" name="New shape"/>
          <p:cNvSpPr/>
          <p:nvPr/>
        </p:nvSpPr>
        <p:spPr>
          <a:xfrm>
            <a:off x="5081397" y="566270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3" name="New picture"/>
          <p:cNvPicPr/>
          <p:nvPr/>
        </p:nvPicPr>
        <p:blipFill>
          <a:blip r:embed="rId959"/>
          <a:srcRect/>
          <a:stretch>
            <a:fillRect/>
          </a:stretch>
        </p:blipFill>
        <p:spPr>
          <a:xfrm>
            <a:off x="5166932" y="5653564"/>
            <a:ext cx="70295" cy="80867"/>
          </a:xfrm>
          <a:prstGeom prst="rect"/>
          <a:ln w="0">
            <a:noFill/>
          </a:ln>
        </p:spPr>
      </p:pic>
      <p:sp>
        <p:nvSpPr>
          <p:cNvPr id="1594" name="New shape"/>
          <p:cNvSpPr/>
          <p:nvPr/>
        </p:nvSpPr>
        <p:spPr>
          <a:xfrm>
            <a:off x="5263135" y="5653563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95" name="New picture"/>
          <p:cNvPicPr/>
          <p:nvPr/>
        </p:nvPicPr>
        <p:blipFill>
          <a:blip r:embed="rId960"/>
          <a:srcRect/>
          <a:stretch>
            <a:fillRect/>
          </a:stretch>
        </p:blipFill>
        <p:spPr>
          <a:xfrm>
            <a:off x="5261611" y="5619940"/>
            <a:ext cx="16764" cy="15335"/>
          </a:xfrm>
          <a:prstGeom prst="rect"/>
          <a:ln w="0">
            <a:noFill/>
          </a:ln>
        </p:spPr>
      </p:pic>
      <p:pic>
        <p:nvPicPr>
          <p:cNvPr id="1596" name="New picture"/>
          <p:cNvPicPr/>
          <p:nvPr/>
        </p:nvPicPr>
        <p:blipFill>
          <a:blip r:embed="rId961"/>
          <a:srcRect/>
          <a:stretch>
            <a:fillRect/>
          </a:stretch>
        </p:blipFill>
        <p:spPr>
          <a:xfrm>
            <a:off x="5336381" y="5652040"/>
            <a:ext cx="64103" cy="82391"/>
          </a:xfrm>
          <a:prstGeom prst="rect"/>
          <a:ln w="0">
            <a:noFill/>
          </a:ln>
        </p:spPr>
      </p:pic>
      <p:pic>
        <p:nvPicPr>
          <p:cNvPr id="1597" name="New picture"/>
          <p:cNvPicPr/>
          <p:nvPr/>
        </p:nvPicPr>
        <p:blipFill>
          <a:blip r:embed="rId962"/>
          <a:srcRect/>
          <a:stretch>
            <a:fillRect/>
          </a:stretch>
        </p:blipFill>
        <p:spPr>
          <a:xfrm>
            <a:off x="5418868" y="5623083"/>
            <a:ext cx="68771" cy="108395"/>
          </a:xfrm>
          <a:prstGeom prst="rect"/>
          <a:ln w="0">
            <a:noFill/>
          </a:ln>
        </p:spPr>
      </p:pic>
      <p:pic>
        <p:nvPicPr>
          <p:cNvPr id="1598" name="New picture"/>
          <p:cNvPicPr/>
          <p:nvPr/>
        </p:nvPicPr>
        <p:blipFill>
          <a:blip r:embed="rId963"/>
          <a:srcRect/>
          <a:stretch>
            <a:fillRect/>
          </a:stretch>
        </p:blipFill>
        <p:spPr>
          <a:xfrm>
            <a:off x="5504403" y="5652040"/>
            <a:ext cx="65627" cy="82391"/>
          </a:xfrm>
          <a:prstGeom prst="rect"/>
          <a:ln w="0">
            <a:noFill/>
          </a:ln>
        </p:spPr>
      </p:pic>
      <p:sp>
        <p:nvSpPr>
          <p:cNvPr id="1599" name="New shape"/>
          <p:cNvSpPr/>
          <p:nvPr/>
        </p:nvSpPr>
        <p:spPr>
          <a:xfrm>
            <a:off x="5518118" y="5693187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0" name="New picture"/>
          <p:cNvPicPr/>
          <p:nvPr/>
        </p:nvPicPr>
        <p:blipFill>
          <a:blip r:embed="rId964"/>
          <a:srcRect/>
          <a:stretch>
            <a:fillRect/>
          </a:stretch>
        </p:blipFill>
        <p:spPr>
          <a:xfrm>
            <a:off x="5594414" y="5652040"/>
            <a:ext cx="68675" cy="79343"/>
          </a:xfrm>
          <a:prstGeom prst="rect"/>
          <a:ln w="0">
            <a:noFill/>
          </a:ln>
        </p:spPr>
      </p:pic>
      <p:pic>
        <p:nvPicPr>
          <p:cNvPr id="1601" name="New picture"/>
          <p:cNvPicPr/>
          <p:nvPr/>
        </p:nvPicPr>
        <p:blipFill>
          <a:blip r:embed="rId965"/>
          <a:srcRect/>
          <a:stretch>
            <a:fillRect/>
          </a:stretch>
        </p:blipFill>
        <p:spPr>
          <a:xfrm>
            <a:off x="5678424" y="5652040"/>
            <a:ext cx="77915" cy="118967"/>
          </a:xfrm>
          <a:prstGeom prst="rect"/>
          <a:ln w="0">
            <a:noFill/>
          </a:ln>
        </p:spPr>
      </p:pic>
      <p:sp>
        <p:nvSpPr>
          <p:cNvPr id="1602" name="New shape"/>
          <p:cNvSpPr/>
          <p:nvPr/>
        </p:nvSpPr>
        <p:spPr>
          <a:xfrm>
            <a:off x="5695188" y="5661184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03" name="New shape"/>
          <p:cNvSpPr/>
          <p:nvPr/>
        </p:nvSpPr>
        <p:spPr>
          <a:xfrm>
            <a:off x="5692139" y="5731383"/>
            <a:ext cx="50387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4" name="New picture"/>
          <p:cNvPicPr/>
          <p:nvPr/>
        </p:nvPicPr>
        <p:blipFill>
          <a:blip r:embed="rId966"/>
          <a:srcRect/>
          <a:stretch>
            <a:fillRect/>
          </a:stretch>
        </p:blipFill>
        <p:spPr>
          <a:xfrm>
            <a:off x="5766911" y="5652040"/>
            <a:ext cx="70295" cy="82487"/>
          </a:xfrm>
          <a:prstGeom prst="rect"/>
          <a:ln w="0">
            <a:noFill/>
          </a:ln>
        </p:spPr>
      </p:pic>
      <p:sp>
        <p:nvSpPr>
          <p:cNvPr id="1605" name="New shape"/>
          <p:cNvSpPr/>
          <p:nvPr/>
        </p:nvSpPr>
        <p:spPr>
          <a:xfrm>
            <a:off x="5779103" y="5661184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6" name="New picture"/>
          <p:cNvPicPr/>
          <p:nvPr/>
        </p:nvPicPr>
        <p:blipFill>
          <a:blip r:embed="rId967"/>
          <a:srcRect/>
          <a:stretch>
            <a:fillRect/>
          </a:stretch>
        </p:blipFill>
        <p:spPr>
          <a:xfrm>
            <a:off x="5857113" y="5652040"/>
            <a:ext cx="70295" cy="79343"/>
          </a:xfrm>
          <a:prstGeom prst="rect"/>
          <a:ln w="0">
            <a:noFill/>
          </a:ln>
        </p:spPr>
      </p:pic>
      <p:pic>
        <p:nvPicPr>
          <p:cNvPr id="1607" name="New picture"/>
          <p:cNvPicPr/>
          <p:nvPr/>
        </p:nvPicPr>
        <p:blipFill>
          <a:blip r:embed="rId968"/>
          <a:srcRect/>
          <a:stretch>
            <a:fillRect/>
          </a:stretch>
        </p:blipFill>
        <p:spPr>
          <a:xfrm>
            <a:off x="5941123" y="5630704"/>
            <a:ext cx="47339" cy="103727"/>
          </a:xfrm>
          <a:prstGeom prst="rect"/>
          <a:ln w="0">
            <a:noFill/>
          </a:ln>
        </p:spPr>
      </p:pic>
      <p:sp>
        <p:nvSpPr>
          <p:cNvPr id="1608" name="New shape"/>
          <p:cNvSpPr/>
          <p:nvPr/>
        </p:nvSpPr>
        <p:spPr>
          <a:xfrm>
            <a:off x="6045708" y="56235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09" name="New picture"/>
          <p:cNvPicPr/>
          <p:nvPr/>
        </p:nvPicPr>
        <p:blipFill>
          <a:blip r:embed="rId969"/>
          <a:srcRect/>
          <a:stretch>
            <a:fillRect/>
          </a:stretch>
        </p:blipFill>
        <p:spPr>
          <a:xfrm>
            <a:off x="6078474" y="5652040"/>
            <a:ext cx="65722" cy="82391"/>
          </a:xfrm>
          <a:prstGeom prst="rect"/>
          <a:ln w="0">
            <a:noFill/>
          </a:ln>
        </p:spPr>
      </p:pic>
      <p:sp>
        <p:nvSpPr>
          <p:cNvPr id="1610" name="New shape"/>
          <p:cNvSpPr/>
          <p:nvPr/>
        </p:nvSpPr>
        <p:spPr>
          <a:xfrm>
            <a:off x="6092285" y="5693187"/>
            <a:ext cx="38100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1" name="New picture"/>
          <p:cNvPicPr/>
          <p:nvPr/>
        </p:nvPicPr>
        <p:blipFill>
          <a:blip r:embed="rId970"/>
          <a:srcRect/>
          <a:stretch>
            <a:fillRect/>
          </a:stretch>
        </p:blipFill>
        <p:spPr>
          <a:xfrm>
            <a:off x="6202204" y="5623084"/>
            <a:ext cx="76391" cy="111347"/>
          </a:xfrm>
          <a:prstGeom prst="rect"/>
          <a:ln w="0">
            <a:noFill/>
          </a:ln>
        </p:spPr>
      </p:pic>
      <p:sp>
        <p:nvSpPr>
          <p:cNvPr id="1612" name="New shape"/>
          <p:cNvSpPr/>
          <p:nvPr/>
        </p:nvSpPr>
        <p:spPr>
          <a:xfrm>
            <a:off x="6215920" y="5662707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3" name="New picture"/>
          <p:cNvPicPr/>
          <p:nvPr/>
        </p:nvPicPr>
        <p:blipFill>
          <a:blip r:embed="rId971"/>
          <a:srcRect/>
          <a:stretch>
            <a:fillRect/>
          </a:stretch>
        </p:blipFill>
        <p:spPr>
          <a:xfrm>
            <a:off x="6298502" y="5652040"/>
            <a:ext cx="77819" cy="82391"/>
          </a:xfrm>
          <a:prstGeom prst="rect"/>
          <a:ln w="0">
            <a:noFill/>
          </a:ln>
        </p:spPr>
      </p:pic>
      <p:sp>
        <p:nvSpPr>
          <p:cNvPr id="1614" name="New shape"/>
          <p:cNvSpPr/>
          <p:nvPr/>
        </p:nvSpPr>
        <p:spPr>
          <a:xfrm>
            <a:off x="6310693" y="5662707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5" name="New picture"/>
          <p:cNvPicPr/>
          <p:nvPr/>
        </p:nvPicPr>
        <p:blipFill>
          <a:blip r:embed="rId972"/>
          <a:srcRect/>
          <a:stretch>
            <a:fillRect/>
          </a:stretch>
        </p:blipFill>
        <p:spPr>
          <a:xfrm>
            <a:off x="6396133" y="5652040"/>
            <a:ext cx="68675" cy="79343"/>
          </a:xfrm>
          <a:prstGeom prst="rect"/>
          <a:ln w="0">
            <a:noFill/>
          </a:ln>
        </p:spPr>
      </p:pic>
      <p:pic>
        <p:nvPicPr>
          <p:cNvPr id="1616" name="New picture"/>
          <p:cNvPicPr/>
          <p:nvPr/>
        </p:nvPicPr>
        <p:blipFill>
          <a:blip r:embed="rId973"/>
          <a:srcRect/>
          <a:stretch>
            <a:fillRect/>
          </a:stretch>
        </p:blipFill>
        <p:spPr>
          <a:xfrm>
            <a:off x="6489287" y="5652040"/>
            <a:ext cx="70294" cy="79343"/>
          </a:xfrm>
          <a:prstGeom prst="rect"/>
          <a:ln w="0">
            <a:noFill/>
          </a:ln>
        </p:spPr>
      </p:pic>
      <p:pic>
        <p:nvPicPr>
          <p:cNvPr id="1617" name="New picture"/>
          <p:cNvPicPr/>
          <p:nvPr/>
        </p:nvPicPr>
        <p:blipFill>
          <a:blip r:embed="rId974"/>
          <a:srcRect/>
          <a:stretch>
            <a:fillRect/>
          </a:stretch>
        </p:blipFill>
        <p:spPr>
          <a:xfrm>
            <a:off x="6579299" y="5652040"/>
            <a:ext cx="70294" cy="82487"/>
          </a:xfrm>
          <a:prstGeom prst="rect"/>
          <a:ln w="0">
            <a:noFill/>
          </a:ln>
        </p:spPr>
      </p:pic>
      <p:sp>
        <p:nvSpPr>
          <p:cNvPr id="1618" name="New shape"/>
          <p:cNvSpPr/>
          <p:nvPr/>
        </p:nvSpPr>
        <p:spPr>
          <a:xfrm>
            <a:off x="6591491" y="566127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9" name="New picture"/>
          <p:cNvPicPr/>
          <p:nvPr/>
        </p:nvPicPr>
        <p:blipFill>
          <a:blip r:embed="rId975"/>
          <a:srcRect/>
          <a:stretch>
            <a:fillRect/>
          </a:stretch>
        </p:blipFill>
        <p:spPr>
          <a:xfrm>
            <a:off x="6667976" y="5716143"/>
            <a:ext cx="16859" cy="16764"/>
          </a:xfrm>
          <a:prstGeom prst="rect"/>
          <a:ln w="0">
            <a:noFill/>
          </a:ln>
        </p:spPr>
      </p:pic>
      <p:pic>
        <p:nvPicPr>
          <p:cNvPr id="1620" name="New picture"/>
          <p:cNvPicPr/>
          <p:nvPr/>
        </p:nvPicPr>
        <p:blipFill>
          <a:blip r:embed="rId976"/>
          <a:srcRect/>
          <a:stretch>
            <a:fillRect/>
          </a:stretch>
        </p:blipFill>
        <p:spPr>
          <a:xfrm>
            <a:off x="6744271" y="5622988"/>
            <a:ext cx="38195" cy="108395"/>
          </a:xfrm>
          <a:prstGeom prst="rect"/>
          <a:ln w="0">
            <a:noFill/>
          </a:ln>
        </p:spPr>
      </p:pic>
      <p:sp>
        <p:nvSpPr>
          <p:cNvPr id="1621" name="New shape"/>
          <p:cNvSpPr/>
          <p:nvPr/>
        </p:nvSpPr>
        <p:spPr>
          <a:xfrm>
            <a:off x="6804661" y="5623560"/>
            <a:ext cx="13715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2" name="New picture"/>
          <p:cNvPicPr/>
          <p:nvPr/>
        </p:nvPicPr>
        <p:blipFill>
          <a:blip r:embed="rId977"/>
          <a:srcRect/>
          <a:stretch>
            <a:fillRect/>
          </a:stretch>
        </p:blipFill>
        <p:spPr>
          <a:xfrm>
            <a:off x="677513" y="5880925"/>
            <a:ext cx="71723" cy="82391"/>
          </a:xfrm>
          <a:prstGeom prst="rect"/>
          <a:ln w="0">
            <a:noFill/>
          </a:ln>
        </p:spPr>
      </p:pic>
      <p:sp>
        <p:nvSpPr>
          <p:cNvPr id="1623" name="New shape"/>
          <p:cNvSpPr/>
          <p:nvPr/>
        </p:nvSpPr>
        <p:spPr>
          <a:xfrm>
            <a:off x="691229" y="589006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24" name="New shape"/>
          <p:cNvSpPr/>
          <p:nvPr/>
        </p:nvSpPr>
        <p:spPr>
          <a:xfrm>
            <a:off x="701897" y="5845873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5" name="New picture"/>
          <p:cNvPicPr/>
          <p:nvPr/>
        </p:nvPicPr>
        <p:blipFill>
          <a:blip r:embed="rId978"/>
          <a:srcRect/>
          <a:stretch>
            <a:fillRect/>
          </a:stretch>
        </p:blipFill>
        <p:spPr>
          <a:xfrm>
            <a:off x="756857" y="5882449"/>
            <a:ext cx="73247" cy="77819"/>
          </a:xfrm>
          <a:prstGeom prst="rect"/>
          <a:ln w="0">
            <a:noFill/>
          </a:ln>
        </p:spPr>
      </p:pic>
      <p:pic>
        <p:nvPicPr>
          <p:cNvPr id="1626" name="New picture"/>
          <p:cNvPicPr/>
          <p:nvPr/>
        </p:nvPicPr>
        <p:blipFill>
          <a:blip r:embed="rId979"/>
          <a:srcRect/>
          <a:stretch>
            <a:fillRect/>
          </a:stretch>
        </p:blipFill>
        <p:spPr>
          <a:xfrm>
            <a:off x="837819" y="5880926"/>
            <a:ext cx="77819" cy="82391"/>
          </a:xfrm>
          <a:prstGeom prst="rect"/>
          <a:ln w="0">
            <a:noFill/>
          </a:ln>
        </p:spPr>
      </p:pic>
      <p:sp>
        <p:nvSpPr>
          <p:cNvPr id="1627" name="New shape"/>
          <p:cNvSpPr/>
          <p:nvPr/>
        </p:nvSpPr>
        <p:spPr>
          <a:xfrm>
            <a:off x="850011" y="589159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8" name="New picture"/>
          <p:cNvPicPr/>
          <p:nvPr/>
        </p:nvPicPr>
        <p:blipFill>
          <a:blip r:embed="rId980"/>
          <a:srcRect/>
          <a:stretch>
            <a:fillRect/>
          </a:stretch>
        </p:blipFill>
        <p:spPr>
          <a:xfrm>
            <a:off x="930974" y="5880926"/>
            <a:ext cx="73247" cy="117539"/>
          </a:xfrm>
          <a:prstGeom prst="rect"/>
          <a:ln w="0">
            <a:noFill/>
          </a:ln>
        </p:spPr>
      </p:pic>
      <p:sp>
        <p:nvSpPr>
          <p:cNvPr id="1629" name="New shape"/>
          <p:cNvSpPr/>
          <p:nvPr/>
        </p:nvSpPr>
        <p:spPr>
          <a:xfrm>
            <a:off x="944689" y="5891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0" name="New picture"/>
          <p:cNvPicPr/>
          <p:nvPr/>
        </p:nvPicPr>
        <p:blipFill>
          <a:blip r:embed="rId981"/>
          <a:srcRect/>
          <a:stretch>
            <a:fillRect/>
          </a:stretch>
        </p:blipFill>
        <p:spPr>
          <a:xfrm>
            <a:off x="1030129" y="5882450"/>
            <a:ext cx="70199" cy="80867"/>
          </a:xfrm>
          <a:prstGeom prst="rect"/>
          <a:ln w="0">
            <a:noFill/>
          </a:ln>
        </p:spPr>
      </p:pic>
      <p:pic>
        <p:nvPicPr>
          <p:cNvPr id="1631" name="New picture"/>
          <p:cNvPicPr/>
          <p:nvPr/>
        </p:nvPicPr>
        <p:blipFill>
          <a:blip r:embed="rId982"/>
          <a:srcRect/>
          <a:stretch>
            <a:fillRect/>
          </a:stretch>
        </p:blipFill>
        <p:spPr>
          <a:xfrm>
            <a:off x="1120330" y="5880925"/>
            <a:ext cx="70199" cy="82391"/>
          </a:xfrm>
          <a:prstGeom prst="rect"/>
          <a:ln w="0">
            <a:noFill/>
          </a:ln>
        </p:spPr>
      </p:pic>
      <p:sp>
        <p:nvSpPr>
          <p:cNvPr id="1632" name="New shape"/>
          <p:cNvSpPr/>
          <p:nvPr/>
        </p:nvSpPr>
        <p:spPr>
          <a:xfrm>
            <a:off x="1132523" y="589006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3" name="New picture"/>
          <p:cNvPicPr/>
          <p:nvPr/>
        </p:nvPicPr>
        <p:blipFill>
          <a:blip r:embed="rId983"/>
          <a:srcRect/>
          <a:stretch>
            <a:fillRect/>
          </a:stretch>
        </p:blipFill>
        <p:spPr>
          <a:xfrm>
            <a:off x="1243965" y="5881021"/>
            <a:ext cx="67151" cy="82391"/>
          </a:xfrm>
          <a:prstGeom prst="rect"/>
          <a:ln w="0">
            <a:noFill/>
          </a:ln>
        </p:spPr>
      </p:pic>
      <p:sp>
        <p:nvSpPr>
          <p:cNvPr id="1634" name="New shape"/>
          <p:cNvSpPr/>
          <p:nvPr/>
        </p:nvSpPr>
        <p:spPr>
          <a:xfrm>
            <a:off x="1257681" y="5922169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5" name="New picture"/>
          <p:cNvPicPr/>
          <p:nvPr/>
        </p:nvPicPr>
        <p:blipFill>
          <a:blip r:embed="rId984"/>
          <a:srcRect/>
          <a:stretch>
            <a:fillRect/>
          </a:stretch>
        </p:blipFill>
        <p:spPr>
          <a:xfrm>
            <a:off x="1334071" y="5882545"/>
            <a:ext cx="68675" cy="80867"/>
          </a:xfrm>
          <a:prstGeom prst="rect"/>
          <a:ln w="0">
            <a:noFill/>
          </a:ln>
        </p:spPr>
      </p:pic>
      <p:pic>
        <p:nvPicPr>
          <p:cNvPr id="1636" name="New picture"/>
          <p:cNvPicPr/>
          <p:nvPr/>
        </p:nvPicPr>
        <p:blipFill>
          <a:blip r:embed="rId985"/>
          <a:srcRect/>
          <a:stretch>
            <a:fillRect/>
          </a:stretch>
        </p:blipFill>
        <p:spPr>
          <a:xfrm>
            <a:off x="1416558" y="5880925"/>
            <a:ext cx="58007" cy="82391"/>
          </a:xfrm>
          <a:prstGeom prst="rect"/>
          <a:ln w="0">
            <a:noFill/>
          </a:ln>
        </p:spPr>
      </p:pic>
      <p:pic>
        <p:nvPicPr>
          <p:cNvPr id="1637" name="New picture"/>
          <p:cNvPicPr/>
          <p:nvPr/>
        </p:nvPicPr>
        <p:blipFill>
          <a:blip r:embed="rId986"/>
          <a:srcRect/>
          <a:stretch>
            <a:fillRect/>
          </a:stretch>
        </p:blipFill>
        <p:spPr>
          <a:xfrm>
            <a:off x="1483709" y="5880925"/>
            <a:ext cx="58007" cy="82391"/>
          </a:xfrm>
          <a:prstGeom prst="rect"/>
          <a:ln w="0">
            <a:noFill/>
          </a:ln>
        </p:spPr>
      </p:pic>
      <p:sp>
        <p:nvSpPr>
          <p:cNvPr id="1638" name="New shape"/>
          <p:cNvSpPr/>
          <p:nvPr/>
        </p:nvSpPr>
        <p:spPr>
          <a:xfrm>
            <a:off x="1561624" y="588244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9" name="New picture"/>
          <p:cNvPicPr/>
          <p:nvPr/>
        </p:nvPicPr>
        <p:blipFill>
          <a:blip r:embed="rId987"/>
          <a:srcRect/>
          <a:stretch>
            <a:fillRect/>
          </a:stretch>
        </p:blipFill>
        <p:spPr>
          <a:xfrm>
            <a:off x="1560004" y="5848922"/>
            <a:ext cx="16859" cy="15240"/>
          </a:xfrm>
          <a:prstGeom prst="rect"/>
          <a:ln w="0">
            <a:noFill/>
          </a:ln>
        </p:spPr>
      </p:pic>
      <p:pic>
        <p:nvPicPr>
          <p:cNvPr id="1640" name="New picture"/>
          <p:cNvPicPr/>
          <p:nvPr/>
        </p:nvPicPr>
        <p:blipFill>
          <a:blip r:embed="rId988"/>
          <a:srcRect/>
          <a:stretch>
            <a:fillRect/>
          </a:stretch>
        </p:blipFill>
        <p:spPr>
          <a:xfrm>
            <a:off x="1640967" y="5851970"/>
            <a:ext cx="73342" cy="111347"/>
          </a:xfrm>
          <a:prstGeom prst="rect"/>
          <a:ln w="0">
            <a:noFill/>
          </a:ln>
        </p:spPr>
      </p:pic>
      <p:sp>
        <p:nvSpPr>
          <p:cNvPr id="1641" name="New shape"/>
          <p:cNvSpPr/>
          <p:nvPr/>
        </p:nvSpPr>
        <p:spPr>
          <a:xfrm>
            <a:off x="1653159" y="589159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42" name="New shape"/>
          <p:cNvSpPr/>
          <p:nvPr/>
        </p:nvSpPr>
        <p:spPr>
          <a:xfrm>
            <a:off x="1735645" y="588244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3" name="New picture"/>
          <p:cNvPicPr/>
          <p:nvPr/>
        </p:nvPicPr>
        <p:blipFill>
          <a:blip r:embed="rId989"/>
          <a:srcRect/>
          <a:stretch>
            <a:fillRect/>
          </a:stretch>
        </p:blipFill>
        <p:spPr>
          <a:xfrm>
            <a:off x="1734121" y="5848922"/>
            <a:ext cx="16764" cy="15240"/>
          </a:xfrm>
          <a:prstGeom prst="rect"/>
          <a:ln w="0">
            <a:noFill/>
          </a:ln>
        </p:spPr>
      </p:pic>
      <p:pic>
        <p:nvPicPr>
          <p:cNvPr id="1644" name="New picture"/>
          <p:cNvPicPr/>
          <p:nvPr/>
        </p:nvPicPr>
        <p:blipFill>
          <a:blip r:embed="rId990"/>
          <a:srcRect/>
          <a:stretch>
            <a:fillRect/>
          </a:stretch>
        </p:blipFill>
        <p:spPr>
          <a:xfrm>
            <a:off x="1769268" y="5881020"/>
            <a:ext cx="71723" cy="82391"/>
          </a:xfrm>
          <a:prstGeom prst="rect"/>
          <a:ln w="0">
            <a:noFill/>
          </a:ln>
        </p:spPr>
      </p:pic>
      <p:sp>
        <p:nvSpPr>
          <p:cNvPr id="1645" name="New shape"/>
          <p:cNvSpPr/>
          <p:nvPr/>
        </p:nvSpPr>
        <p:spPr>
          <a:xfrm>
            <a:off x="1782985" y="589016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6" name="New picture"/>
          <p:cNvPicPr/>
          <p:nvPr/>
        </p:nvPicPr>
        <p:blipFill>
          <a:blip r:embed="rId991"/>
          <a:srcRect/>
          <a:stretch>
            <a:fillRect/>
          </a:stretch>
        </p:blipFill>
        <p:spPr>
          <a:xfrm>
            <a:off x="1860899" y="5880830"/>
            <a:ext cx="68675" cy="79439"/>
          </a:xfrm>
          <a:prstGeom prst="rect"/>
          <a:ln w="0">
            <a:noFill/>
          </a:ln>
        </p:spPr>
      </p:pic>
      <p:sp>
        <p:nvSpPr>
          <p:cNvPr id="1647" name="New shape"/>
          <p:cNvSpPr/>
          <p:nvPr/>
        </p:nvSpPr>
        <p:spPr>
          <a:xfrm>
            <a:off x="1994916" y="58521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48" name="New picture"/>
          <p:cNvPicPr/>
          <p:nvPr/>
        </p:nvPicPr>
        <p:blipFill>
          <a:blip r:embed="rId992"/>
          <a:srcRect/>
          <a:stretch>
            <a:fillRect/>
          </a:stretch>
        </p:blipFill>
        <p:spPr>
          <a:xfrm>
            <a:off x="2028920" y="5881020"/>
            <a:ext cx="71723" cy="82391"/>
          </a:xfrm>
          <a:prstGeom prst="rect"/>
          <a:ln w="0">
            <a:noFill/>
          </a:ln>
        </p:spPr>
      </p:pic>
      <p:sp>
        <p:nvSpPr>
          <p:cNvPr id="1649" name="New shape"/>
          <p:cNvSpPr/>
          <p:nvPr/>
        </p:nvSpPr>
        <p:spPr>
          <a:xfrm>
            <a:off x="2042636" y="589016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0" name="New picture"/>
          <p:cNvPicPr/>
          <p:nvPr/>
        </p:nvPicPr>
        <p:blipFill>
          <a:blip r:embed="rId993"/>
          <a:srcRect/>
          <a:stretch>
            <a:fillRect/>
          </a:stretch>
        </p:blipFill>
        <p:spPr>
          <a:xfrm>
            <a:off x="2111311" y="5880925"/>
            <a:ext cx="58007" cy="82391"/>
          </a:xfrm>
          <a:prstGeom prst="rect"/>
          <a:ln w="0">
            <a:noFill/>
          </a:ln>
        </p:spPr>
      </p:pic>
      <p:pic>
        <p:nvPicPr>
          <p:cNvPr id="1651" name="New picture"/>
          <p:cNvPicPr/>
          <p:nvPr/>
        </p:nvPicPr>
        <p:blipFill>
          <a:blip r:embed="rId994"/>
          <a:srcRect/>
          <a:stretch>
            <a:fillRect/>
          </a:stretch>
        </p:blipFill>
        <p:spPr>
          <a:xfrm>
            <a:off x="2218182" y="5859590"/>
            <a:ext cx="47339" cy="103727"/>
          </a:xfrm>
          <a:prstGeom prst="rect"/>
          <a:ln w="0">
            <a:noFill/>
          </a:ln>
        </p:spPr>
      </p:pic>
      <p:pic>
        <p:nvPicPr>
          <p:cNvPr id="1652" name="New picture"/>
          <p:cNvPicPr/>
          <p:nvPr/>
        </p:nvPicPr>
        <p:blipFill>
          <a:blip r:embed="rId995"/>
          <a:srcRect/>
          <a:stretch>
            <a:fillRect/>
          </a:stretch>
        </p:blipFill>
        <p:spPr>
          <a:xfrm>
            <a:off x="2276285" y="5880925"/>
            <a:ext cx="70199" cy="82391"/>
          </a:xfrm>
          <a:prstGeom prst="rect"/>
          <a:ln w="0">
            <a:noFill/>
          </a:ln>
        </p:spPr>
      </p:pic>
      <p:sp>
        <p:nvSpPr>
          <p:cNvPr id="1653" name="New shape"/>
          <p:cNvSpPr/>
          <p:nvPr/>
        </p:nvSpPr>
        <p:spPr>
          <a:xfrm>
            <a:off x="2288477" y="589006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4" name="New picture"/>
          <p:cNvPicPr/>
          <p:nvPr/>
        </p:nvPicPr>
        <p:blipFill>
          <a:blip r:embed="rId996"/>
          <a:srcRect/>
          <a:stretch>
            <a:fillRect/>
          </a:stretch>
        </p:blipFill>
        <p:spPr>
          <a:xfrm>
            <a:off x="2361724" y="5880926"/>
            <a:ext cx="64199" cy="82391"/>
          </a:xfrm>
          <a:prstGeom prst="rect"/>
          <a:ln w="0">
            <a:noFill/>
          </a:ln>
        </p:spPr>
      </p:pic>
      <p:pic>
        <p:nvPicPr>
          <p:cNvPr id="1655" name="New picture"/>
          <p:cNvPicPr/>
          <p:nvPr/>
        </p:nvPicPr>
        <p:blipFill>
          <a:blip r:embed="rId997"/>
          <a:srcRect/>
          <a:stretch>
            <a:fillRect/>
          </a:stretch>
        </p:blipFill>
        <p:spPr>
          <a:xfrm>
            <a:off x="2444210" y="5851969"/>
            <a:ext cx="68675" cy="108395"/>
          </a:xfrm>
          <a:prstGeom prst="rect"/>
          <a:ln w="0">
            <a:noFill/>
          </a:ln>
        </p:spPr>
      </p:pic>
      <p:pic>
        <p:nvPicPr>
          <p:cNvPr id="1656" name="New picture"/>
          <p:cNvPicPr/>
          <p:nvPr/>
        </p:nvPicPr>
        <p:blipFill>
          <a:blip r:embed="rId998"/>
          <a:srcRect/>
          <a:stretch>
            <a:fillRect/>
          </a:stretch>
        </p:blipFill>
        <p:spPr>
          <a:xfrm>
            <a:off x="2537365" y="5880926"/>
            <a:ext cx="70294" cy="79343"/>
          </a:xfrm>
          <a:prstGeom prst="rect"/>
          <a:ln w="0">
            <a:noFill/>
          </a:ln>
        </p:spPr>
      </p:pic>
      <p:sp>
        <p:nvSpPr>
          <p:cNvPr id="1657" name="New shape"/>
          <p:cNvSpPr/>
          <p:nvPr/>
        </p:nvSpPr>
        <p:spPr>
          <a:xfrm>
            <a:off x="2632043" y="588244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58" name="New picture"/>
          <p:cNvPicPr/>
          <p:nvPr/>
        </p:nvPicPr>
        <p:blipFill>
          <a:blip r:embed="rId999"/>
          <a:srcRect/>
          <a:stretch>
            <a:fillRect/>
          </a:stretch>
        </p:blipFill>
        <p:spPr>
          <a:xfrm>
            <a:off x="2630519" y="5848922"/>
            <a:ext cx="16764" cy="15240"/>
          </a:xfrm>
          <a:prstGeom prst="rect"/>
          <a:ln w="0">
            <a:noFill/>
          </a:ln>
        </p:spPr>
      </p:pic>
      <p:pic>
        <p:nvPicPr>
          <p:cNvPr id="1659" name="New picture"/>
          <p:cNvPicPr/>
          <p:nvPr/>
        </p:nvPicPr>
        <p:blipFill>
          <a:blip r:embed="rId1000"/>
          <a:srcRect/>
          <a:stretch>
            <a:fillRect/>
          </a:stretch>
        </p:blipFill>
        <p:spPr>
          <a:xfrm>
            <a:off x="2667095" y="5880926"/>
            <a:ext cx="73342" cy="117539"/>
          </a:xfrm>
          <a:prstGeom prst="rect"/>
          <a:ln w="0">
            <a:noFill/>
          </a:ln>
        </p:spPr>
      </p:pic>
      <p:sp>
        <p:nvSpPr>
          <p:cNvPr id="1660" name="New shape"/>
          <p:cNvSpPr/>
          <p:nvPr/>
        </p:nvSpPr>
        <p:spPr>
          <a:xfrm>
            <a:off x="2679287" y="589159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1" name="New picture"/>
          <p:cNvPicPr/>
          <p:nvPr/>
        </p:nvPicPr>
        <p:blipFill>
          <a:blip r:embed="rId1001"/>
          <a:srcRect/>
          <a:stretch>
            <a:fillRect/>
          </a:stretch>
        </p:blipFill>
        <p:spPr>
          <a:xfrm>
            <a:off x="2766441" y="5882450"/>
            <a:ext cx="70199" cy="80867"/>
          </a:xfrm>
          <a:prstGeom prst="rect"/>
          <a:ln w="0">
            <a:noFill/>
          </a:ln>
        </p:spPr>
      </p:pic>
      <p:pic>
        <p:nvPicPr>
          <p:cNvPr id="1662" name="New picture"/>
          <p:cNvPicPr/>
          <p:nvPr/>
        </p:nvPicPr>
        <p:blipFill>
          <a:blip r:embed="rId1002"/>
          <a:srcRect/>
          <a:stretch>
            <a:fillRect/>
          </a:stretch>
        </p:blipFill>
        <p:spPr>
          <a:xfrm>
            <a:off x="2856547" y="5881020"/>
            <a:ext cx="70199" cy="82391"/>
          </a:xfrm>
          <a:prstGeom prst="rect"/>
          <a:ln w="0">
            <a:noFill/>
          </a:ln>
        </p:spPr>
      </p:pic>
      <p:sp>
        <p:nvSpPr>
          <p:cNvPr id="1663" name="New shape"/>
          <p:cNvSpPr/>
          <p:nvPr/>
        </p:nvSpPr>
        <p:spPr>
          <a:xfrm>
            <a:off x="2868739" y="589016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4" name="New picture"/>
          <p:cNvPicPr/>
          <p:nvPr/>
        </p:nvPicPr>
        <p:blipFill>
          <a:blip r:embed="rId1003"/>
          <a:srcRect/>
          <a:stretch>
            <a:fillRect/>
          </a:stretch>
        </p:blipFill>
        <p:spPr>
          <a:xfrm>
            <a:off x="2938939" y="5880925"/>
            <a:ext cx="56483" cy="82391"/>
          </a:xfrm>
          <a:prstGeom prst="rect"/>
          <a:ln w="0">
            <a:noFill/>
          </a:ln>
        </p:spPr>
      </p:pic>
      <p:pic>
        <p:nvPicPr>
          <p:cNvPr id="1665" name="New picture"/>
          <p:cNvPicPr/>
          <p:nvPr/>
        </p:nvPicPr>
        <p:blipFill>
          <a:blip r:embed="rId1004"/>
          <a:srcRect/>
          <a:stretch>
            <a:fillRect/>
          </a:stretch>
        </p:blipFill>
        <p:spPr>
          <a:xfrm>
            <a:off x="3044381" y="5859494"/>
            <a:ext cx="47339" cy="103822"/>
          </a:xfrm>
          <a:prstGeom prst="rect"/>
          <a:ln w="0">
            <a:noFill/>
          </a:ln>
        </p:spPr>
      </p:pic>
      <p:pic>
        <p:nvPicPr>
          <p:cNvPr id="1666" name="New picture"/>
          <p:cNvPicPr/>
          <p:nvPr/>
        </p:nvPicPr>
        <p:blipFill>
          <a:blip r:embed="rId1005"/>
          <a:srcRect/>
          <a:stretch>
            <a:fillRect/>
          </a:stretch>
        </p:blipFill>
        <p:spPr>
          <a:xfrm>
            <a:off x="3108484" y="5880926"/>
            <a:ext cx="42767" cy="79343"/>
          </a:xfrm>
          <a:prstGeom prst="rect"/>
          <a:ln w="0">
            <a:noFill/>
          </a:ln>
        </p:spPr>
      </p:pic>
      <p:pic>
        <p:nvPicPr>
          <p:cNvPr id="1667" name="New picture"/>
          <p:cNvPicPr/>
          <p:nvPr/>
        </p:nvPicPr>
        <p:blipFill>
          <a:blip r:embed="rId1006"/>
          <a:srcRect/>
          <a:stretch>
            <a:fillRect/>
          </a:stretch>
        </p:blipFill>
        <p:spPr>
          <a:xfrm>
            <a:off x="3155823" y="5880926"/>
            <a:ext cx="65627" cy="82391"/>
          </a:xfrm>
          <a:prstGeom prst="rect"/>
          <a:ln w="0">
            <a:noFill/>
          </a:ln>
        </p:spPr>
      </p:pic>
      <p:sp>
        <p:nvSpPr>
          <p:cNvPr id="1668" name="New shape"/>
          <p:cNvSpPr/>
          <p:nvPr/>
        </p:nvSpPr>
        <p:spPr>
          <a:xfrm>
            <a:off x="3169539" y="5922073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9" name="New picture"/>
          <p:cNvPicPr/>
          <p:nvPr/>
        </p:nvPicPr>
        <p:blipFill>
          <a:blip r:embed="rId1007"/>
          <a:srcRect/>
          <a:stretch>
            <a:fillRect/>
          </a:stretch>
        </p:blipFill>
        <p:spPr>
          <a:xfrm>
            <a:off x="3239738" y="5851970"/>
            <a:ext cx="76390" cy="111347"/>
          </a:xfrm>
          <a:prstGeom prst="rect"/>
          <a:ln w="0">
            <a:noFill/>
          </a:ln>
        </p:spPr>
      </p:pic>
      <p:sp>
        <p:nvSpPr>
          <p:cNvPr id="1670" name="New shape"/>
          <p:cNvSpPr/>
          <p:nvPr/>
        </p:nvSpPr>
        <p:spPr>
          <a:xfrm>
            <a:off x="3253549" y="5891593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71" name="New shape"/>
          <p:cNvSpPr/>
          <p:nvPr/>
        </p:nvSpPr>
        <p:spPr>
          <a:xfrm>
            <a:off x="3340608" y="5882449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2" name="New picture"/>
          <p:cNvPicPr/>
          <p:nvPr/>
        </p:nvPicPr>
        <p:blipFill>
          <a:blip r:embed="rId1008"/>
          <a:srcRect/>
          <a:stretch>
            <a:fillRect/>
          </a:stretch>
        </p:blipFill>
        <p:spPr>
          <a:xfrm>
            <a:off x="3339084" y="5848922"/>
            <a:ext cx="16764" cy="15240"/>
          </a:xfrm>
          <a:prstGeom prst="rect"/>
          <a:ln w="0">
            <a:noFill/>
          </a:ln>
        </p:spPr>
      </p:pic>
      <p:pic>
        <p:nvPicPr>
          <p:cNvPr id="1673" name="New picture"/>
          <p:cNvPicPr/>
          <p:nvPr/>
        </p:nvPicPr>
        <p:blipFill>
          <a:blip r:embed="rId1009"/>
          <a:srcRect/>
          <a:stretch>
            <a:fillRect/>
          </a:stretch>
        </p:blipFill>
        <p:spPr>
          <a:xfrm>
            <a:off x="3369563" y="5859590"/>
            <a:ext cx="47339" cy="103727"/>
          </a:xfrm>
          <a:prstGeom prst="rect"/>
          <a:ln w="0">
            <a:noFill/>
          </a:ln>
        </p:spPr>
      </p:pic>
      <p:sp>
        <p:nvSpPr>
          <p:cNvPr id="1674" name="New shape"/>
          <p:cNvSpPr/>
          <p:nvPr/>
        </p:nvSpPr>
        <p:spPr>
          <a:xfrm>
            <a:off x="3435191" y="5882449"/>
            <a:ext cx="13811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5" name="New picture"/>
          <p:cNvPicPr/>
          <p:nvPr/>
        </p:nvPicPr>
        <p:blipFill>
          <a:blip r:embed="rId1010"/>
          <a:srcRect/>
          <a:stretch>
            <a:fillRect/>
          </a:stretch>
        </p:blipFill>
        <p:spPr>
          <a:xfrm>
            <a:off x="3433667" y="5848922"/>
            <a:ext cx="16859" cy="15240"/>
          </a:xfrm>
          <a:prstGeom prst="rect"/>
          <a:ln w="0">
            <a:noFill/>
          </a:ln>
        </p:spPr>
      </p:pic>
      <p:pic>
        <p:nvPicPr>
          <p:cNvPr id="1676" name="New picture"/>
          <p:cNvPicPr/>
          <p:nvPr/>
        </p:nvPicPr>
        <p:blipFill>
          <a:blip r:embed="rId1011"/>
          <a:srcRect/>
          <a:stretch>
            <a:fillRect/>
          </a:stretch>
        </p:blipFill>
        <p:spPr>
          <a:xfrm>
            <a:off x="3468814" y="5880926"/>
            <a:ext cx="77915" cy="82391"/>
          </a:xfrm>
          <a:prstGeom prst="rect"/>
          <a:ln w="0">
            <a:noFill/>
          </a:ln>
        </p:spPr>
      </p:pic>
      <p:sp>
        <p:nvSpPr>
          <p:cNvPr id="1677" name="New shape"/>
          <p:cNvSpPr/>
          <p:nvPr/>
        </p:nvSpPr>
        <p:spPr>
          <a:xfrm>
            <a:off x="3482530" y="589159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78" name="New picture"/>
          <p:cNvPicPr/>
          <p:nvPr/>
        </p:nvPicPr>
        <p:blipFill>
          <a:blip r:embed="rId1012"/>
          <a:srcRect/>
          <a:stretch>
            <a:fillRect/>
          </a:stretch>
        </p:blipFill>
        <p:spPr>
          <a:xfrm>
            <a:off x="3566541" y="5880830"/>
            <a:ext cx="70295" cy="79343"/>
          </a:xfrm>
          <a:prstGeom prst="rect"/>
          <a:ln w="0">
            <a:noFill/>
          </a:ln>
        </p:spPr>
      </p:pic>
      <p:pic>
        <p:nvPicPr>
          <p:cNvPr id="1679" name="New picture"/>
          <p:cNvPicPr/>
          <p:nvPr/>
        </p:nvPicPr>
        <p:blipFill>
          <a:blip r:embed="rId1013"/>
          <a:srcRect/>
          <a:stretch>
            <a:fillRect/>
          </a:stretch>
        </p:blipFill>
        <p:spPr>
          <a:xfrm>
            <a:off x="3661219" y="5880926"/>
            <a:ext cx="68771" cy="79343"/>
          </a:xfrm>
          <a:prstGeom prst="rect"/>
          <a:ln w="0">
            <a:noFill/>
          </a:ln>
        </p:spPr>
      </p:pic>
      <p:pic>
        <p:nvPicPr>
          <p:cNvPr id="1680" name="New picture"/>
          <p:cNvPicPr/>
          <p:nvPr/>
        </p:nvPicPr>
        <p:blipFill>
          <a:blip r:embed="rId1014"/>
          <a:srcRect/>
          <a:stretch>
            <a:fillRect/>
          </a:stretch>
        </p:blipFill>
        <p:spPr>
          <a:xfrm>
            <a:off x="3751326" y="5880925"/>
            <a:ext cx="70295" cy="82391"/>
          </a:xfrm>
          <a:prstGeom prst="rect"/>
          <a:ln w="0">
            <a:noFill/>
          </a:ln>
        </p:spPr>
      </p:pic>
      <p:sp>
        <p:nvSpPr>
          <p:cNvPr id="1681" name="New shape"/>
          <p:cNvSpPr/>
          <p:nvPr/>
        </p:nvSpPr>
        <p:spPr>
          <a:xfrm>
            <a:off x="3763613" y="589006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82" name="New shape"/>
          <p:cNvSpPr/>
          <p:nvPr/>
        </p:nvSpPr>
        <p:spPr>
          <a:xfrm>
            <a:off x="3843528" y="58521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83" name="New shape"/>
          <p:cNvSpPr/>
          <p:nvPr/>
        </p:nvSpPr>
        <p:spPr>
          <a:xfrm>
            <a:off x="3881628" y="58521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4" name="New picture"/>
          <p:cNvPicPr/>
          <p:nvPr/>
        </p:nvPicPr>
        <p:blipFill>
          <a:blip r:embed="rId1015"/>
          <a:srcRect/>
          <a:stretch>
            <a:fillRect/>
          </a:stretch>
        </p:blipFill>
        <p:spPr>
          <a:xfrm>
            <a:off x="3916299" y="5880925"/>
            <a:ext cx="71723" cy="82391"/>
          </a:xfrm>
          <a:prstGeom prst="rect"/>
          <a:ln w="0">
            <a:noFill/>
          </a:ln>
        </p:spPr>
      </p:pic>
      <p:sp>
        <p:nvSpPr>
          <p:cNvPr id="1685" name="New shape"/>
          <p:cNvSpPr/>
          <p:nvPr/>
        </p:nvSpPr>
        <p:spPr>
          <a:xfrm>
            <a:off x="3928490" y="589006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6" name="New picture"/>
          <p:cNvPicPr/>
          <p:nvPr/>
        </p:nvPicPr>
        <p:blipFill>
          <a:blip r:embed="rId1016"/>
          <a:srcRect/>
          <a:stretch>
            <a:fillRect/>
          </a:stretch>
        </p:blipFill>
        <p:spPr>
          <a:xfrm>
            <a:off x="3998690" y="5880830"/>
            <a:ext cx="58007" cy="82487"/>
          </a:xfrm>
          <a:prstGeom prst="rect"/>
          <a:ln w="0">
            <a:noFill/>
          </a:ln>
        </p:spPr>
      </p:pic>
      <p:pic>
        <p:nvPicPr>
          <p:cNvPr id="1687" name="New picture"/>
          <p:cNvPicPr/>
          <p:nvPr/>
        </p:nvPicPr>
        <p:blipFill>
          <a:blip r:embed="rId1017"/>
          <a:srcRect/>
          <a:stretch>
            <a:fillRect/>
          </a:stretch>
        </p:blipFill>
        <p:spPr>
          <a:xfrm>
            <a:off x="4110228" y="5880926"/>
            <a:ext cx="73247" cy="117539"/>
          </a:xfrm>
          <a:prstGeom prst="rect"/>
          <a:ln w="0">
            <a:noFill/>
          </a:ln>
        </p:spPr>
      </p:pic>
      <p:sp>
        <p:nvSpPr>
          <p:cNvPr id="1688" name="New shape"/>
          <p:cNvSpPr/>
          <p:nvPr/>
        </p:nvSpPr>
        <p:spPr>
          <a:xfrm>
            <a:off x="4123944" y="5891593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9" name="New picture"/>
          <p:cNvPicPr/>
          <p:nvPr/>
        </p:nvPicPr>
        <p:blipFill>
          <a:blip r:embed="rId1018"/>
          <a:srcRect/>
          <a:stretch>
            <a:fillRect/>
          </a:stretch>
        </p:blipFill>
        <p:spPr>
          <a:xfrm>
            <a:off x="4209479" y="5882450"/>
            <a:ext cx="70199" cy="80867"/>
          </a:xfrm>
          <a:prstGeom prst="rect"/>
          <a:ln w="0">
            <a:noFill/>
          </a:ln>
        </p:spPr>
      </p:pic>
      <p:pic>
        <p:nvPicPr>
          <p:cNvPr id="1690" name="New picture"/>
          <p:cNvPicPr/>
          <p:nvPr/>
        </p:nvPicPr>
        <p:blipFill>
          <a:blip r:embed="rId1019"/>
          <a:srcRect/>
          <a:stretch>
            <a:fillRect/>
          </a:stretch>
        </p:blipFill>
        <p:spPr>
          <a:xfrm>
            <a:off x="4299585" y="5881020"/>
            <a:ext cx="70199" cy="82391"/>
          </a:xfrm>
          <a:prstGeom prst="rect"/>
          <a:ln w="0">
            <a:noFill/>
          </a:ln>
        </p:spPr>
      </p:pic>
      <p:sp>
        <p:nvSpPr>
          <p:cNvPr id="1691" name="New shape"/>
          <p:cNvSpPr/>
          <p:nvPr/>
        </p:nvSpPr>
        <p:spPr>
          <a:xfrm>
            <a:off x="4311776" y="589016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92" name="New shape"/>
          <p:cNvSpPr/>
          <p:nvPr/>
        </p:nvSpPr>
        <p:spPr>
          <a:xfrm>
            <a:off x="4430268" y="58521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3" name="New picture"/>
          <p:cNvPicPr/>
          <p:nvPr/>
        </p:nvPicPr>
        <p:blipFill>
          <a:blip r:embed="rId1020"/>
          <a:srcRect/>
          <a:stretch>
            <a:fillRect/>
          </a:stretch>
        </p:blipFill>
        <p:spPr>
          <a:xfrm>
            <a:off x="4464367" y="5880925"/>
            <a:ext cx="71818" cy="82391"/>
          </a:xfrm>
          <a:prstGeom prst="rect"/>
          <a:ln w="0">
            <a:noFill/>
          </a:ln>
        </p:spPr>
      </p:pic>
      <p:sp>
        <p:nvSpPr>
          <p:cNvPr id="1694" name="New shape"/>
          <p:cNvSpPr/>
          <p:nvPr/>
        </p:nvSpPr>
        <p:spPr>
          <a:xfrm>
            <a:off x="4478083" y="5890069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5" name="New picture"/>
          <p:cNvPicPr/>
          <p:nvPr/>
        </p:nvPicPr>
        <p:blipFill>
          <a:blip r:embed="rId1021"/>
          <a:srcRect/>
          <a:stretch>
            <a:fillRect/>
          </a:stretch>
        </p:blipFill>
        <p:spPr>
          <a:xfrm>
            <a:off x="4546854" y="5880925"/>
            <a:ext cx="58102" cy="82391"/>
          </a:xfrm>
          <a:prstGeom prst="rect"/>
          <a:ln w="0">
            <a:noFill/>
          </a:ln>
        </p:spPr>
      </p:pic>
      <p:pic>
        <p:nvPicPr>
          <p:cNvPr id="1696" name="New picture"/>
          <p:cNvPicPr/>
          <p:nvPr/>
        </p:nvPicPr>
        <p:blipFill>
          <a:blip r:embed="rId1022"/>
          <a:srcRect/>
          <a:stretch>
            <a:fillRect/>
          </a:stretch>
        </p:blipFill>
        <p:spPr>
          <a:xfrm>
            <a:off x="4662964" y="5880926"/>
            <a:ext cx="42767" cy="79343"/>
          </a:xfrm>
          <a:prstGeom prst="rect"/>
          <a:ln w="0">
            <a:noFill/>
          </a:ln>
        </p:spPr>
      </p:pic>
      <p:pic>
        <p:nvPicPr>
          <p:cNvPr id="1697" name="New picture"/>
          <p:cNvPicPr/>
          <p:nvPr/>
        </p:nvPicPr>
        <p:blipFill>
          <a:blip r:embed="rId1023"/>
          <a:srcRect/>
          <a:stretch>
            <a:fillRect/>
          </a:stretch>
        </p:blipFill>
        <p:spPr>
          <a:xfrm>
            <a:off x="4711922" y="5880926"/>
            <a:ext cx="70199" cy="82487"/>
          </a:xfrm>
          <a:prstGeom prst="rect"/>
          <a:ln w="0">
            <a:noFill/>
          </a:ln>
        </p:spPr>
      </p:pic>
      <p:sp>
        <p:nvSpPr>
          <p:cNvPr id="1698" name="New shape"/>
          <p:cNvSpPr/>
          <p:nvPr/>
        </p:nvSpPr>
        <p:spPr>
          <a:xfrm>
            <a:off x="4724114" y="5890069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9" name="New picture"/>
          <p:cNvPicPr/>
          <p:nvPr/>
        </p:nvPicPr>
        <p:blipFill>
          <a:blip r:embed="rId1024"/>
          <a:srcRect/>
          <a:stretch>
            <a:fillRect/>
          </a:stretch>
        </p:blipFill>
        <p:spPr>
          <a:xfrm>
            <a:off x="4797361" y="5880926"/>
            <a:ext cx="64103" cy="82391"/>
          </a:xfrm>
          <a:prstGeom prst="rect"/>
          <a:ln w="0">
            <a:noFill/>
          </a:ln>
        </p:spPr>
      </p:pic>
      <p:pic>
        <p:nvPicPr>
          <p:cNvPr id="1700" name="New picture"/>
          <p:cNvPicPr/>
          <p:nvPr/>
        </p:nvPicPr>
        <p:blipFill>
          <a:blip r:embed="rId1025"/>
          <a:srcRect/>
          <a:stretch>
            <a:fillRect/>
          </a:stretch>
        </p:blipFill>
        <p:spPr>
          <a:xfrm>
            <a:off x="4879848" y="5851970"/>
            <a:ext cx="68771" cy="108299"/>
          </a:xfrm>
          <a:prstGeom prst="rect"/>
          <a:ln w="0">
            <a:noFill/>
          </a:ln>
        </p:spPr>
      </p:pic>
      <p:pic>
        <p:nvPicPr>
          <p:cNvPr id="1701" name="New picture"/>
          <p:cNvPicPr/>
          <p:nvPr/>
        </p:nvPicPr>
        <p:blipFill>
          <a:blip r:embed="rId1026"/>
          <a:srcRect/>
          <a:stretch>
            <a:fillRect/>
          </a:stretch>
        </p:blipFill>
        <p:spPr>
          <a:xfrm>
            <a:off x="4968335" y="5880925"/>
            <a:ext cx="71818" cy="82391"/>
          </a:xfrm>
          <a:prstGeom prst="rect"/>
          <a:ln w="0">
            <a:noFill/>
          </a:ln>
        </p:spPr>
      </p:pic>
      <p:sp>
        <p:nvSpPr>
          <p:cNvPr id="1702" name="New shape"/>
          <p:cNvSpPr/>
          <p:nvPr/>
        </p:nvSpPr>
        <p:spPr>
          <a:xfrm>
            <a:off x="4982051" y="5890069"/>
            <a:ext cx="44291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3" name="New picture"/>
          <p:cNvPicPr/>
          <p:nvPr/>
        </p:nvPicPr>
        <p:blipFill>
          <a:blip r:embed="rId1027"/>
          <a:srcRect/>
          <a:stretch>
            <a:fillRect/>
          </a:stretch>
        </p:blipFill>
        <p:spPr>
          <a:xfrm>
            <a:off x="5059966" y="5880830"/>
            <a:ext cx="42767" cy="79343"/>
          </a:xfrm>
          <a:prstGeom prst="rect"/>
          <a:ln w="0">
            <a:noFill/>
          </a:ln>
        </p:spPr>
      </p:pic>
      <p:pic>
        <p:nvPicPr>
          <p:cNvPr id="1704" name="New picture"/>
          <p:cNvPicPr/>
          <p:nvPr/>
        </p:nvPicPr>
        <p:blipFill>
          <a:blip r:embed="rId1028"/>
          <a:srcRect/>
          <a:stretch>
            <a:fillRect/>
          </a:stretch>
        </p:blipFill>
        <p:spPr>
          <a:xfrm>
            <a:off x="5107305" y="5880926"/>
            <a:ext cx="64198" cy="82391"/>
          </a:xfrm>
          <a:prstGeom prst="rect"/>
          <a:ln w="0">
            <a:noFill/>
          </a:ln>
        </p:spPr>
      </p:pic>
      <p:pic>
        <p:nvPicPr>
          <p:cNvPr id="1705" name="New picture"/>
          <p:cNvPicPr/>
          <p:nvPr/>
        </p:nvPicPr>
        <p:blipFill>
          <a:blip r:embed="rId1029"/>
          <a:srcRect/>
          <a:stretch>
            <a:fillRect/>
          </a:stretch>
        </p:blipFill>
        <p:spPr>
          <a:xfrm>
            <a:off x="5191316" y="5851970"/>
            <a:ext cx="67151" cy="108299"/>
          </a:xfrm>
          <a:prstGeom prst="rect"/>
          <a:ln w="0">
            <a:noFill/>
          </a:ln>
        </p:spPr>
      </p:pic>
      <p:pic>
        <p:nvPicPr>
          <p:cNvPr id="1706" name="New picture"/>
          <p:cNvPicPr/>
          <p:nvPr/>
        </p:nvPicPr>
        <p:blipFill>
          <a:blip r:embed="rId1030"/>
          <a:srcRect/>
          <a:stretch>
            <a:fillRect/>
          </a:stretch>
        </p:blipFill>
        <p:spPr>
          <a:xfrm>
            <a:off x="5278279" y="5880925"/>
            <a:ext cx="71818" cy="82391"/>
          </a:xfrm>
          <a:prstGeom prst="rect"/>
          <a:ln w="0">
            <a:noFill/>
          </a:ln>
        </p:spPr>
      </p:pic>
      <p:sp>
        <p:nvSpPr>
          <p:cNvPr id="1707" name="New shape"/>
          <p:cNvSpPr/>
          <p:nvPr/>
        </p:nvSpPr>
        <p:spPr>
          <a:xfrm>
            <a:off x="5291995" y="5890069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08" name="New picture"/>
          <p:cNvPicPr/>
          <p:nvPr/>
        </p:nvPicPr>
        <p:blipFill>
          <a:blip r:embed="rId1031"/>
          <a:srcRect/>
          <a:stretch>
            <a:fillRect/>
          </a:stretch>
        </p:blipFill>
        <p:spPr>
          <a:xfrm>
            <a:off x="5362384" y="5880925"/>
            <a:ext cx="56483" cy="82391"/>
          </a:xfrm>
          <a:prstGeom prst="rect"/>
          <a:ln w="0">
            <a:noFill/>
          </a:ln>
        </p:spPr>
      </p:pic>
      <p:pic>
        <p:nvPicPr>
          <p:cNvPr id="1709" name="New picture"/>
          <p:cNvPicPr/>
          <p:nvPr/>
        </p:nvPicPr>
        <p:blipFill>
          <a:blip r:embed="rId1032"/>
          <a:srcRect/>
          <a:stretch>
            <a:fillRect/>
          </a:stretch>
        </p:blipFill>
        <p:spPr>
          <a:xfrm>
            <a:off x="5476780" y="5880926"/>
            <a:ext cx="42767" cy="79343"/>
          </a:xfrm>
          <a:prstGeom prst="rect"/>
          <a:ln w="0">
            <a:noFill/>
          </a:ln>
        </p:spPr>
      </p:pic>
      <p:pic>
        <p:nvPicPr>
          <p:cNvPr id="1710" name="New picture"/>
          <p:cNvPicPr/>
          <p:nvPr/>
        </p:nvPicPr>
        <p:blipFill>
          <a:blip r:embed="rId1033"/>
          <a:srcRect/>
          <a:stretch>
            <a:fillRect/>
          </a:stretch>
        </p:blipFill>
        <p:spPr>
          <a:xfrm>
            <a:off x="5525643" y="5881020"/>
            <a:ext cx="70295" cy="82391"/>
          </a:xfrm>
          <a:prstGeom prst="rect"/>
          <a:ln w="0">
            <a:noFill/>
          </a:ln>
        </p:spPr>
      </p:pic>
      <p:sp>
        <p:nvSpPr>
          <p:cNvPr id="1711" name="New shape"/>
          <p:cNvSpPr/>
          <p:nvPr/>
        </p:nvSpPr>
        <p:spPr>
          <a:xfrm>
            <a:off x="5537930" y="5890165"/>
            <a:ext cx="45720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12" name="New shape"/>
          <p:cNvSpPr/>
          <p:nvPr/>
        </p:nvSpPr>
        <p:spPr>
          <a:xfrm>
            <a:off x="5548598" y="5845873"/>
            <a:ext cx="30480" cy="27527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3" name="New picture"/>
          <p:cNvPicPr/>
          <p:nvPr/>
        </p:nvPicPr>
        <p:blipFill>
          <a:blip r:embed="rId1034"/>
          <a:srcRect/>
          <a:stretch>
            <a:fillRect/>
          </a:stretch>
        </p:blipFill>
        <p:spPr>
          <a:xfrm>
            <a:off x="5611273" y="5880926"/>
            <a:ext cx="65627" cy="82391"/>
          </a:xfrm>
          <a:prstGeom prst="rect"/>
          <a:ln w="0">
            <a:noFill/>
          </a:ln>
        </p:spPr>
      </p:pic>
      <p:pic>
        <p:nvPicPr>
          <p:cNvPr id="1714" name="New picture"/>
          <p:cNvPicPr/>
          <p:nvPr/>
        </p:nvPicPr>
        <p:blipFill>
          <a:blip r:embed="rId1035"/>
          <a:srcRect/>
          <a:stretch>
            <a:fillRect/>
          </a:stretch>
        </p:blipFill>
        <p:spPr>
          <a:xfrm>
            <a:off x="5686140" y="5881020"/>
            <a:ext cx="71723" cy="82391"/>
          </a:xfrm>
          <a:prstGeom prst="rect"/>
          <a:ln w="0">
            <a:noFill/>
          </a:ln>
        </p:spPr>
      </p:pic>
      <p:sp>
        <p:nvSpPr>
          <p:cNvPr id="1715" name="New shape"/>
          <p:cNvSpPr/>
          <p:nvPr/>
        </p:nvSpPr>
        <p:spPr>
          <a:xfrm>
            <a:off x="5699855" y="589016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16" name="New picture"/>
          <p:cNvPicPr/>
          <p:nvPr/>
        </p:nvPicPr>
        <p:blipFill>
          <a:blip r:embed="rId1036"/>
          <a:srcRect/>
          <a:stretch>
            <a:fillRect/>
          </a:stretch>
        </p:blipFill>
        <p:spPr>
          <a:xfrm>
            <a:off x="5777674" y="5880830"/>
            <a:ext cx="68771" cy="79343"/>
          </a:xfrm>
          <a:prstGeom prst="rect"/>
          <a:ln w="0">
            <a:noFill/>
          </a:ln>
        </p:spPr>
      </p:pic>
      <p:pic>
        <p:nvPicPr>
          <p:cNvPr id="1717" name="New picture"/>
          <p:cNvPicPr/>
          <p:nvPr/>
        </p:nvPicPr>
        <p:blipFill>
          <a:blip r:embed="rId1037"/>
          <a:srcRect/>
          <a:stretch>
            <a:fillRect/>
          </a:stretch>
        </p:blipFill>
        <p:spPr>
          <a:xfrm>
            <a:off x="5860161" y="5859590"/>
            <a:ext cx="48863" cy="103727"/>
          </a:xfrm>
          <a:prstGeom prst="rect"/>
          <a:ln w="0">
            <a:noFill/>
          </a:ln>
        </p:spPr>
      </p:pic>
      <p:pic>
        <p:nvPicPr>
          <p:cNvPr id="1718" name="New picture"/>
          <p:cNvPicPr/>
          <p:nvPr/>
        </p:nvPicPr>
        <p:blipFill>
          <a:blip r:embed="rId1038"/>
          <a:srcRect/>
          <a:stretch>
            <a:fillRect/>
          </a:stretch>
        </p:blipFill>
        <p:spPr>
          <a:xfrm>
            <a:off x="5918264" y="5881020"/>
            <a:ext cx="71723" cy="82391"/>
          </a:xfrm>
          <a:prstGeom prst="rect"/>
          <a:ln w="0">
            <a:noFill/>
          </a:ln>
        </p:spPr>
      </p:pic>
      <p:sp>
        <p:nvSpPr>
          <p:cNvPr id="1719" name="New shape"/>
          <p:cNvSpPr/>
          <p:nvPr/>
        </p:nvSpPr>
        <p:spPr>
          <a:xfrm>
            <a:off x="5931979" y="589016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0" name="New picture"/>
          <p:cNvPicPr/>
          <p:nvPr/>
        </p:nvPicPr>
        <p:blipFill>
          <a:blip r:embed="rId1039"/>
          <a:srcRect/>
          <a:stretch>
            <a:fillRect/>
          </a:stretch>
        </p:blipFill>
        <p:spPr>
          <a:xfrm>
            <a:off x="6000655" y="5880925"/>
            <a:ext cx="58007" cy="82391"/>
          </a:xfrm>
          <a:prstGeom prst="rect"/>
          <a:ln w="0">
            <a:noFill/>
          </a:ln>
        </p:spPr>
      </p:pic>
      <p:pic>
        <p:nvPicPr>
          <p:cNvPr id="1721" name="New picture"/>
          <p:cNvPicPr/>
          <p:nvPr/>
        </p:nvPicPr>
        <p:blipFill>
          <a:blip r:embed="rId1040"/>
          <a:srcRect/>
          <a:stretch>
            <a:fillRect/>
          </a:stretch>
        </p:blipFill>
        <p:spPr>
          <a:xfrm>
            <a:off x="6112193" y="5881020"/>
            <a:ext cx="71723" cy="82391"/>
          </a:xfrm>
          <a:prstGeom prst="rect"/>
          <a:ln w="0">
            <a:noFill/>
          </a:ln>
        </p:spPr>
      </p:pic>
      <p:sp>
        <p:nvSpPr>
          <p:cNvPr id="1722" name="New shape"/>
          <p:cNvSpPr/>
          <p:nvPr/>
        </p:nvSpPr>
        <p:spPr>
          <a:xfrm>
            <a:off x="6125908" y="5890165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3" name="New picture"/>
          <p:cNvPicPr/>
          <p:nvPr/>
        </p:nvPicPr>
        <p:blipFill>
          <a:blip r:embed="rId1041"/>
          <a:srcRect/>
          <a:stretch>
            <a:fillRect/>
          </a:stretch>
        </p:blipFill>
        <p:spPr>
          <a:xfrm>
            <a:off x="6192965" y="5859590"/>
            <a:ext cx="47339" cy="103727"/>
          </a:xfrm>
          <a:prstGeom prst="rect"/>
          <a:ln w="0">
            <a:noFill/>
          </a:ln>
        </p:spPr>
      </p:pic>
      <p:sp>
        <p:nvSpPr>
          <p:cNvPr id="1724" name="New shape"/>
          <p:cNvSpPr/>
          <p:nvPr/>
        </p:nvSpPr>
        <p:spPr>
          <a:xfrm>
            <a:off x="6297168" y="58521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5" name="New picture"/>
          <p:cNvPicPr/>
          <p:nvPr/>
        </p:nvPicPr>
        <p:blipFill>
          <a:blip r:embed="rId1042"/>
          <a:srcRect/>
          <a:stretch>
            <a:fillRect/>
          </a:stretch>
        </p:blipFill>
        <p:spPr>
          <a:xfrm>
            <a:off x="6332030" y="5881020"/>
            <a:ext cx="70199" cy="82391"/>
          </a:xfrm>
          <a:prstGeom prst="rect"/>
          <a:ln w="0">
            <a:noFill/>
          </a:ln>
        </p:spPr>
      </p:pic>
      <p:sp>
        <p:nvSpPr>
          <p:cNvPr id="1726" name="New shape"/>
          <p:cNvSpPr/>
          <p:nvPr/>
        </p:nvSpPr>
        <p:spPr>
          <a:xfrm>
            <a:off x="6344221" y="589016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7" name="New picture"/>
          <p:cNvPicPr/>
          <p:nvPr/>
        </p:nvPicPr>
        <p:blipFill>
          <a:blip r:embed="rId1043"/>
          <a:srcRect/>
          <a:stretch>
            <a:fillRect/>
          </a:stretch>
        </p:blipFill>
        <p:spPr>
          <a:xfrm>
            <a:off x="6414516" y="5880925"/>
            <a:ext cx="58007" cy="82391"/>
          </a:xfrm>
          <a:prstGeom prst="rect"/>
          <a:ln w="0">
            <a:noFill/>
          </a:ln>
        </p:spPr>
      </p:pic>
      <p:pic>
        <p:nvPicPr>
          <p:cNvPr id="1728" name="New picture"/>
          <p:cNvPicPr/>
          <p:nvPr/>
        </p:nvPicPr>
        <p:blipFill>
          <a:blip r:embed="rId1044"/>
          <a:srcRect/>
          <a:stretch>
            <a:fillRect/>
          </a:stretch>
        </p:blipFill>
        <p:spPr>
          <a:xfrm>
            <a:off x="681990" y="6109906"/>
            <a:ext cx="70294" cy="79343"/>
          </a:xfrm>
          <a:prstGeom prst="rect"/>
          <a:ln w="0">
            <a:noFill/>
          </a:ln>
        </p:spPr>
      </p:pic>
      <p:pic>
        <p:nvPicPr>
          <p:cNvPr id="1729" name="New picture"/>
          <p:cNvPicPr/>
          <p:nvPr/>
        </p:nvPicPr>
        <p:blipFill>
          <a:blip r:embed="rId1045"/>
          <a:srcRect/>
          <a:stretch>
            <a:fillRect/>
          </a:stretch>
        </p:blipFill>
        <p:spPr>
          <a:xfrm>
            <a:off x="772096" y="6109812"/>
            <a:ext cx="77915" cy="82391"/>
          </a:xfrm>
          <a:prstGeom prst="rect"/>
          <a:ln w="0">
            <a:noFill/>
          </a:ln>
        </p:spPr>
      </p:pic>
      <p:sp>
        <p:nvSpPr>
          <p:cNvPr id="1730" name="New shape"/>
          <p:cNvSpPr/>
          <p:nvPr/>
        </p:nvSpPr>
        <p:spPr>
          <a:xfrm>
            <a:off x="785908" y="6120480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1" name="New picture"/>
          <p:cNvPicPr/>
          <p:nvPr/>
        </p:nvPicPr>
        <p:blipFill>
          <a:blip r:embed="rId1046"/>
          <a:srcRect/>
          <a:stretch>
            <a:fillRect/>
          </a:stretch>
        </p:blipFill>
        <p:spPr>
          <a:xfrm>
            <a:off x="869823" y="6111335"/>
            <a:ext cx="70199" cy="80962"/>
          </a:xfrm>
          <a:prstGeom prst="rect"/>
          <a:ln w="0">
            <a:noFill/>
          </a:ln>
        </p:spPr>
      </p:pic>
      <p:pic>
        <p:nvPicPr>
          <p:cNvPr id="1732" name="New picture"/>
          <p:cNvPicPr/>
          <p:nvPr/>
        </p:nvPicPr>
        <p:blipFill>
          <a:blip r:embed="rId1047"/>
          <a:srcRect/>
          <a:stretch>
            <a:fillRect/>
          </a:stretch>
        </p:blipFill>
        <p:spPr>
          <a:xfrm>
            <a:off x="952310" y="6111430"/>
            <a:ext cx="73343" cy="77819"/>
          </a:xfrm>
          <a:prstGeom prst="rect"/>
          <a:ln w="0">
            <a:noFill/>
          </a:ln>
        </p:spPr>
      </p:pic>
      <p:pic>
        <p:nvPicPr>
          <p:cNvPr id="1733" name="New picture"/>
          <p:cNvPicPr/>
          <p:nvPr/>
        </p:nvPicPr>
        <p:blipFill>
          <a:blip r:embed="rId1048"/>
          <a:srcRect/>
          <a:stretch>
            <a:fillRect/>
          </a:stretch>
        </p:blipFill>
        <p:spPr>
          <a:xfrm>
            <a:off x="1033272" y="6109811"/>
            <a:ext cx="71723" cy="82391"/>
          </a:xfrm>
          <a:prstGeom prst="rect"/>
          <a:ln w="0">
            <a:noFill/>
          </a:ln>
        </p:spPr>
      </p:pic>
      <p:sp>
        <p:nvSpPr>
          <p:cNvPr id="1734" name="New shape"/>
          <p:cNvSpPr/>
          <p:nvPr/>
        </p:nvSpPr>
        <p:spPr>
          <a:xfrm>
            <a:off x="1045464" y="61189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5" name="New picture"/>
          <p:cNvPicPr/>
          <p:nvPr/>
        </p:nvPicPr>
        <p:blipFill>
          <a:blip r:embed="rId1049"/>
          <a:srcRect/>
          <a:stretch>
            <a:fillRect/>
          </a:stretch>
        </p:blipFill>
        <p:spPr>
          <a:xfrm>
            <a:off x="1118711" y="6109811"/>
            <a:ext cx="65627" cy="82391"/>
          </a:xfrm>
          <a:prstGeom prst="rect"/>
          <a:ln w="0">
            <a:noFill/>
          </a:ln>
        </p:spPr>
      </p:pic>
      <p:sp>
        <p:nvSpPr>
          <p:cNvPr id="1736" name="New shape"/>
          <p:cNvSpPr/>
          <p:nvPr/>
        </p:nvSpPr>
        <p:spPr>
          <a:xfrm>
            <a:off x="1132427" y="6150959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7" name="New picture"/>
          <p:cNvPicPr/>
          <p:nvPr/>
        </p:nvPicPr>
        <p:blipFill>
          <a:blip r:embed="rId1050"/>
          <a:srcRect/>
          <a:stretch>
            <a:fillRect/>
          </a:stretch>
        </p:blipFill>
        <p:spPr>
          <a:xfrm>
            <a:off x="1207294" y="6111335"/>
            <a:ext cx="70199" cy="80867"/>
          </a:xfrm>
          <a:prstGeom prst="rect"/>
          <a:ln w="0">
            <a:noFill/>
          </a:ln>
        </p:spPr>
      </p:pic>
      <p:pic>
        <p:nvPicPr>
          <p:cNvPr id="1738" name="New picture"/>
          <p:cNvPicPr/>
          <p:nvPr/>
        </p:nvPicPr>
        <p:blipFill>
          <a:blip r:embed="rId1051"/>
          <a:srcRect/>
          <a:stretch>
            <a:fillRect/>
          </a:stretch>
        </p:blipFill>
        <p:spPr>
          <a:xfrm>
            <a:off x="1291209" y="6111430"/>
            <a:ext cx="76390" cy="77819"/>
          </a:xfrm>
          <a:prstGeom prst="rect"/>
          <a:ln w="0">
            <a:noFill/>
          </a:ln>
        </p:spPr>
      </p:pic>
      <p:pic>
        <p:nvPicPr>
          <p:cNvPr id="1739" name="New picture"/>
          <p:cNvPicPr/>
          <p:nvPr/>
        </p:nvPicPr>
        <p:blipFill>
          <a:blip r:embed="rId1052"/>
          <a:srcRect/>
          <a:stretch>
            <a:fillRect/>
          </a:stretch>
        </p:blipFill>
        <p:spPr>
          <a:xfrm>
            <a:off x="1416463" y="6109907"/>
            <a:ext cx="77915" cy="82391"/>
          </a:xfrm>
          <a:prstGeom prst="rect"/>
          <a:ln w="0">
            <a:noFill/>
          </a:ln>
        </p:spPr>
      </p:pic>
      <p:sp>
        <p:nvSpPr>
          <p:cNvPr id="1740" name="New shape"/>
          <p:cNvSpPr/>
          <p:nvPr/>
        </p:nvSpPr>
        <p:spPr>
          <a:xfrm>
            <a:off x="1430274" y="612057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1" name="New picture"/>
          <p:cNvPicPr/>
          <p:nvPr/>
        </p:nvPicPr>
        <p:blipFill>
          <a:blip r:embed="rId1053"/>
          <a:srcRect/>
          <a:stretch>
            <a:fillRect/>
          </a:stretch>
        </p:blipFill>
        <p:spPr>
          <a:xfrm>
            <a:off x="1514285" y="6111335"/>
            <a:ext cx="70199" cy="80867"/>
          </a:xfrm>
          <a:prstGeom prst="rect"/>
          <a:ln w="0">
            <a:noFill/>
          </a:ln>
        </p:spPr>
      </p:pic>
      <p:pic>
        <p:nvPicPr>
          <p:cNvPr id="1742" name="New picture"/>
          <p:cNvPicPr/>
          <p:nvPr/>
        </p:nvPicPr>
        <p:blipFill>
          <a:blip r:embed="rId1054"/>
          <a:srcRect/>
          <a:stretch>
            <a:fillRect/>
          </a:stretch>
        </p:blipFill>
        <p:spPr>
          <a:xfrm>
            <a:off x="1599819" y="6088380"/>
            <a:ext cx="47339" cy="103822"/>
          </a:xfrm>
          <a:prstGeom prst="rect"/>
          <a:ln w="0">
            <a:noFill/>
          </a:ln>
        </p:spPr>
      </p:pic>
      <p:sp>
        <p:nvSpPr>
          <p:cNvPr id="1743" name="New shape"/>
          <p:cNvSpPr/>
          <p:nvPr/>
        </p:nvSpPr>
        <p:spPr>
          <a:xfrm>
            <a:off x="1665351" y="6111335"/>
            <a:ext cx="12287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4" name="New picture"/>
          <p:cNvPicPr/>
          <p:nvPr/>
        </p:nvPicPr>
        <p:blipFill>
          <a:blip r:embed="rId1055"/>
          <a:srcRect/>
          <a:stretch>
            <a:fillRect/>
          </a:stretch>
        </p:blipFill>
        <p:spPr>
          <a:xfrm>
            <a:off x="1662303" y="6077807"/>
            <a:ext cx="16859" cy="15240"/>
          </a:xfrm>
          <a:prstGeom prst="rect"/>
          <a:ln w="0">
            <a:noFill/>
          </a:ln>
        </p:spPr>
      </p:pic>
      <p:sp>
        <p:nvSpPr>
          <p:cNvPr id="1745" name="New shape"/>
          <p:cNvSpPr/>
          <p:nvPr/>
        </p:nvSpPr>
        <p:spPr>
          <a:xfrm>
            <a:off x="1703832" y="60807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6" name="New picture"/>
          <p:cNvPicPr/>
          <p:nvPr/>
        </p:nvPicPr>
        <p:blipFill>
          <a:blip r:embed="rId1056"/>
          <a:srcRect/>
          <a:stretch>
            <a:fillRect/>
          </a:stretch>
        </p:blipFill>
        <p:spPr>
          <a:xfrm>
            <a:off x="1734026" y="6109906"/>
            <a:ext cx="58102" cy="82391"/>
          </a:xfrm>
          <a:prstGeom prst="rect"/>
          <a:ln w="0">
            <a:noFill/>
          </a:ln>
        </p:spPr>
      </p:pic>
      <p:pic>
        <p:nvPicPr>
          <p:cNvPr id="1747" name="New picture"/>
          <p:cNvPicPr/>
          <p:nvPr/>
        </p:nvPicPr>
        <p:blipFill>
          <a:blip r:embed="rId1057"/>
          <a:srcRect/>
          <a:stretch>
            <a:fillRect/>
          </a:stretch>
        </p:blipFill>
        <p:spPr>
          <a:xfrm>
            <a:off x="1850231" y="6109811"/>
            <a:ext cx="120682" cy="79343"/>
          </a:xfrm>
          <a:prstGeom prst="rect"/>
          <a:ln w="0">
            <a:noFill/>
          </a:ln>
        </p:spPr>
      </p:pic>
      <p:sp>
        <p:nvSpPr>
          <p:cNvPr id="1748" name="New shape"/>
          <p:cNvSpPr/>
          <p:nvPr/>
        </p:nvSpPr>
        <p:spPr>
          <a:xfrm>
            <a:off x="1996821" y="611143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49" name="New picture"/>
          <p:cNvPicPr/>
          <p:nvPr/>
        </p:nvPicPr>
        <p:blipFill>
          <a:blip r:embed="rId1058"/>
          <a:srcRect/>
          <a:stretch>
            <a:fillRect/>
          </a:stretch>
        </p:blipFill>
        <p:spPr>
          <a:xfrm>
            <a:off x="1993773" y="6077807"/>
            <a:ext cx="18288" cy="15335"/>
          </a:xfrm>
          <a:prstGeom prst="rect"/>
          <a:ln w="0">
            <a:noFill/>
          </a:ln>
        </p:spPr>
      </p:pic>
      <p:pic>
        <p:nvPicPr>
          <p:cNvPr id="1750" name="New picture"/>
          <p:cNvPicPr/>
          <p:nvPr/>
        </p:nvPicPr>
        <p:blipFill>
          <a:blip r:embed="rId1059"/>
          <a:srcRect/>
          <a:stretch>
            <a:fillRect/>
          </a:stretch>
        </p:blipFill>
        <p:spPr>
          <a:xfrm>
            <a:off x="2025682" y="6109906"/>
            <a:ext cx="58102" cy="82391"/>
          </a:xfrm>
          <a:prstGeom prst="rect"/>
          <a:ln w="0">
            <a:noFill/>
          </a:ln>
        </p:spPr>
      </p:pic>
      <p:pic>
        <p:nvPicPr>
          <p:cNvPr id="1751" name="New picture"/>
          <p:cNvPicPr/>
          <p:nvPr/>
        </p:nvPicPr>
        <p:blipFill>
          <a:blip r:embed="rId1060"/>
          <a:srcRect/>
          <a:stretch>
            <a:fillRect/>
          </a:stretch>
        </p:blipFill>
        <p:spPr>
          <a:xfrm>
            <a:off x="2135696" y="6109906"/>
            <a:ext cx="67151" cy="82391"/>
          </a:xfrm>
          <a:prstGeom prst="rect"/>
          <a:ln w="0">
            <a:noFill/>
          </a:ln>
        </p:spPr>
      </p:pic>
      <p:sp>
        <p:nvSpPr>
          <p:cNvPr id="1752" name="New shape"/>
          <p:cNvSpPr/>
          <p:nvPr/>
        </p:nvSpPr>
        <p:spPr>
          <a:xfrm>
            <a:off x="2149411" y="6151054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3" name="New picture"/>
          <p:cNvPicPr/>
          <p:nvPr/>
        </p:nvPicPr>
        <p:blipFill>
          <a:blip r:embed="rId1061"/>
          <a:srcRect/>
          <a:stretch>
            <a:fillRect/>
          </a:stretch>
        </p:blipFill>
        <p:spPr>
          <a:xfrm>
            <a:off x="2225802" y="6111430"/>
            <a:ext cx="68675" cy="80867"/>
          </a:xfrm>
          <a:prstGeom prst="rect"/>
          <a:ln w="0">
            <a:noFill/>
          </a:ln>
        </p:spPr>
      </p:pic>
      <p:pic>
        <p:nvPicPr>
          <p:cNvPr id="1754" name="New picture"/>
          <p:cNvPicPr/>
          <p:nvPr/>
        </p:nvPicPr>
        <p:blipFill>
          <a:blip r:embed="rId1062"/>
          <a:srcRect/>
          <a:stretch>
            <a:fillRect/>
          </a:stretch>
        </p:blipFill>
        <p:spPr>
          <a:xfrm>
            <a:off x="2358675" y="6109907"/>
            <a:ext cx="76390" cy="117443"/>
          </a:xfrm>
          <a:prstGeom prst="rect"/>
          <a:ln w="0">
            <a:noFill/>
          </a:ln>
        </p:spPr>
      </p:pic>
      <p:sp>
        <p:nvSpPr>
          <p:cNvPr id="1755" name="New shape"/>
          <p:cNvSpPr/>
          <p:nvPr/>
        </p:nvSpPr>
        <p:spPr>
          <a:xfrm>
            <a:off x="2372392" y="612057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6" name="New picture"/>
          <p:cNvPicPr/>
          <p:nvPr/>
        </p:nvPicPr>
        <p:blipFill>
          <a:blip r:embed="rId1063"/>
          <a:srcRect/>
          <a:stretch>
            <a:fillRect/>
          </a:stretch>
        </p:blipFill>
        <p:spPr>
          <a:xfrm>
            <a:off x="2450306" y="6109812"/>
            <a:ext cx="77914" cy="82486"/>
          </a:xfrm>
          <a:prstGeom prst="rect"/>
          <a:ln w="0">
            <a:noFill/>
          </a:ln>
        </p:spPr>
      </p:pic>
      <p:sp>
        <p:nvSpPr>
          <p:cNvPr id="1757" name="New shape"/>
          <p:cNvSpPr/>
          <p:nvPr/>
        </p:nvSpPr>
        <p:spPr>
          <a:xfrm>
            <a:off x="2462498" y="6120575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58" name="New shape"/>
          <p:cNvSpPr/>
          <p:nvPr/>
        </p:nvSpPr>
        <p:spPr>
          <a:xfrm>
            <a:off x="2548033" y="6111430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9" name="New picture"/>
          <p:cNvPicPr/>
          <p:nvPr/>
        </p:nvPicPr>
        <p:blipFill>
          <a:blip r:embed="rId1064"/>
          <a:srcRect/>
          <a:stretch>
            <a:fillRect/>
          </a:stretch>
        </p:blipFill>
        <p:spPr>
          <a:xfrm>
            <a:off x="2546509" y="6077903"/>
            <a:ext cx="16764" cy="15240"/>
          </a:xfrm>
          <a:prstGeom prst="rect"/>
          <a:ln w="0">
            <a:noFill/>
          </a:ln>
        </p:spPr>
      </p:pic>
      <p:pic>
        <p:nvPicPr>
          <p:cNvPr id="1760" name="New picture"/>
          <p:cNvPicPr/>
          <p:nvPr/>
        </p:nvPicPr>
        <p:blipFill>
          <a:blip r:embed="rId1065"/>
          <a:srcRect/>
          <a:stretch>
            <a:fillRect/>
          </a:stretch>
        </p:blipFill>
        <p:spPr>
          <a:xfrm>
            <a:off x="2587752" y="6109906"/>
            <a:ext cx="68675" cy="79343"/>
          </a:xfrm>
          <a:prstGeom prst="rect"/>
          <a:ln w="0">
            <a:noFill/>
          </a:ln>
        </p:spPr>
      </p:pic>
      <p:pic>
        <p:nvPicPr>
          <p:cNvPr id="1761" name="New picture"/>
          <p:cNvPicPr/>
          <p:nvPr/>
        </p:nvPicPr>
        <p:blipFill>
          <a:blip r:embed="rId1066"/>
          <a:srcRect/>
          <a:stretch>
            <a:fillRect/>
          </a:stretch>
        </p:blipFill>
        <p:spPr>
          <a:xfrm>
            <a:off x="2670239" y="6088475"/>
            <a:ext cx="47339" cy="103727"/>
          </a:xfrm>
          <a:prstGeom prst="rect"/>
          <a:ln w="0">
            <a:noFill/>
          </a:ln>
        </p:spPr>
      </p:pic>
      <p:pic>
        <p:nvPicPr>
          <p:cNvPr id="1762" name="New picture"/>
          <p:cNvPicPr/>
          <p:nvPr/>
        </p:nvPicPr>
        <p:blipFill>
          <a:blip r:embed="rId1067"/>
          <a:srcRect/>
          <a:stretch>
            <a:fillRect/>
          </a:stretch>
        </p:blipFill>
        <p:spPr>
          <a:xfrm>
            <a:off x="2734342" y="6173915"/>
            <a:ext cx="16859" cy="16764"/>
          </a:xfrm>
          <a:prstGeom prst="rect"/>
          <a:ln w="0">
            <a:noFill/>
          </a:ln>
        </p:spPr>
      </p:pic>
      <p:pic>
        <p:nvPicPr>
          <p:cNvPr id="1763" name="New picture"/>
          <p:cNvPicPr/>
          <p:nvPr/>
        </p:nvPicPr>
        <p:blipFill>
          <a:blip r:embed="rId1068"/>
          <a:srcRect/>
          <a:stretch>
            <a:fillRect/>
          </a:stretch>
        </p:blipFill>
        <p:spPr>
          <a:xfrm>
            <a:off x="2816828" y="6080854"/>
            <a:ext cx="112967" cy="108395"/>
          </a:xfrm>
          <a:prstGeom prst="rect"/>
          <a:ln w="0">
            <a:noFill/>
          </a:ln>
        </p:spPr>
      </p:pic>
      <p:pic>
        <p:nvPicPr>
          <p:cNvPr id="1764" name="New picture"/>
          <p:cNvPicPr/>
          <p:nvPr/>
        </p:nvPicPr>
        <p:blipFill>
          <a:blip r:embed="rId1069"/>
          <a:srcRect/>
          <a:stretch>
            <a:fillRect/>
          </a:stretch>
        </p:blipFill>
        <p:spPr>
          <a:xfrm>
            <a:off x="2951131" y="6109811"/>
            <a:ext cx="71818" cy="82391"/>
          </a:xfrm>
          <a:prstGeom prst="rect"/>
          <a:ln w="0">
            <a:noFill/>
          </a:ln>
        </p:spPr>
      </p:pic>
      <p:sp>
        <p:nvSpPr>
          <p:cNvPr id="1765" name="New shape"/>
          <p:cNvSpPr/>
          <p:nvPr/>
        </p:nvSpPr>
        <p:spPr>
          <a:xfrm>
            <a:off x="2964847" y="6118955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6" name="New picture"/>
          <p:cNvPicPr/>
          <p:nvPr/>
        </p:nvPicPr>
        <p:blipFill>
          <a:blip r:embed="rId1070"/>
          <a:srcRect/>
          <a:stretch>
            <a:fillRect/>
          </a:stretch>
        </p:blipFill>
        <p:spPr>
          <a:xfrm>
            <a:off x="3042761" y="6109906"/>
            <a:ext cx="70294" cy="79343"/>
          </a:xfrm>
          <a:prstGeom prst="rect"/>
          <a:ln w="0">
            <a:noFill/>
          </a:ln>
        </p:spPr>
      </p:pic>
      <p:pic>
        <p:nvPicPr>
          <p:cNvPr id="1767" name="New picture"/>
          <p:cNvPicPr/>
          <p:nvPr/>
        </p:nvPicPr>
        <p:blipFill>
          <a:blip r:embed="rId1071"/>
          <a:srcRect/>
          <a:stretch>
            <a:fillRect/>
          </a:stretch>
        </p:blipFill>
        <p:spPr>
          <a:xfrm>
            <a:off x="3125248" y="6088475"/>
            <a:ext cx="48863" cy="103727"/>
          </a:xfrm>
          <a:prstGeom prst="rect"/>
          <a:ln w="0">
            <a:noFill/>
          </a:ln>
        </p:spPr>
      </p:pic>
      <p:sp>
        <p:nvSpPr>
          <p:cNvPr id="1768" name="New shape"/>
          <p:cNvSpPr/>
          <p:nvPr/>
        </p:nvSpPr>
        <p:spPr>
          <a:xfrm>
            <a:off x="3192494" y="611143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69" name="New picture"/>
          <p:cNvPicPr/>
          <p:nvPr/>
        </p:nvPicPr>
        <p:blipFill>
          <a:blip r:embed="rId1072"/>
          <a:srcRect/>
          <a:stretch>
            <a:fillRect/>
          </a:stretch>
        </p:blipFill>
        <p:spPr>
          <a:xfrm>
            <a:off x="3189351" y="6077807"/>
            <a:ext cx="16859" cy="15240"/>
          </a:xfrm>
          <a:prstGeom prst="rect"/>
          <a:ln w="0">
            <a:noFill/>
          </a:ln>
        </p:spPr>
      </p:pic>
      <p:pic>
        <p:nvPicPr>
          <p:cNvPr id="1770" name="New picture"/>
          <p:cNvPicPr/>
          <p:nvPr/>
        </p:nvPicPr>
        <p:blipFill>
          <a:blip r:embed="rId1073"/>
          <a:srcRect/>
          <a:stretch>
            <a:fillRect/>
          </a:stretch>
        </p:blipFill>
        <p:spPr>
          <a:xfrm>
            <a:off x="3226022" y="6109812"/>
            <a:ext cx="77914" cy="82391"/>
          </a:xfrm>
          <a:prstGeom prst="rect"/>
          <a:ln w="0">
            <a:noFill/>
          </a:ln>
        </p:spPr>
      </p:pic>
      <p:sp>
        <p:nvSpPr>
          <p:cNvPr id="1771" name="New shape"/>
          <p:cNvSpPr/>
          <p:nvPr/>
        </p:nvSpPr>
        <p:spPr>
          <a:xfrm>
            <a:off x="3239833" y="6120480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2" name="New picture"/>
          <p:cNvPicPr/>
          <p:nvPr/>
        </p:nvPicPr>
        <p:blipFill>
          <a:blip r:embed="rId1074"/>
          <a:srcRect/>
          <a:stretch>
            <a:fillRect/>
          </a:stretch>
        </p:blipFill>
        <p:spPr>
          <a:xfrm>
            <a:off x="3323749" y="6109906"/>
            <a:ext cx="68675" cy="79343"/>
          </a:xfrm>
          <a:prstGeom prst="rect"/>
          <a:ln w="0">
            <a:noFill/>
          </a:ln>
        </p:spPr>
      </p:pic>
      <p:pic>
        <p:nvPicPr>
          <p:cNvPr id="1773" name="New picture"/>
          <p:cNvPicPr/>
          <p:nvPr/>
        </p:nvPicPr>
        <p:blipFill>
          <a:blip r:embed="rId1075"/>
          <a:srcRect/>
          <a:stretch>
            <a:fillRect/>
          </a:stretch>
        </p:blipFill>
        <p:spPr>
          <a:xfrm>
            <a:off x="3449002" y="6109906"/>
            <a:ext cx="58103" cy="82391"/>
          </a:xfrm>
          <a:prstGeom prst="rect"/>
          <a:ln w="0">
            <a:noFill/>
          </a:ln>
        </p:spPr>
      </p:pic>
      <p:pic>
        <p:nvPicPr>
          <p:cNvPr id="1774" name="New picture"/>
          <p:cNvPicPr/>
          <p:nvPr/>
        </p:nvPicPr>
        <p:blipFill>
          <a:blip r:embed="rId1076"/>
          <a:srcRect/>
          <a:stretch>
            <a:fillRect/>
          </a:stretch>
        </p:blipFill>
        <p:spPr>
          <a:xfrm>
            <a:off x="3525393" y="6109812"/>
            <a:ext cx="74771" cy="117539"/>
          </a:xfrm>
          <a:prstGeom prst="rect"/>
          <a:ln w="0">
            <a:noFill/>
          </a:ln>
        </p:spPr>
      </p:pic>
      <p:sp>
        <p:nvSpPr>
          <p:cNvPr id="1775" name="New shape"/>
          <p:cNvSpPr/>
          <p:nvPr/>
        </p:nvSpPr>
        <p:spPr>
          <a:xfrm>
            <a:off x="3539109" y="6120575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6" name="New picture"/>
          <p:cNvPicPr/>
          <p:nvPr/>
        </p:nvPicPr>
        <p:blipFill>
          <a:blip r:embed="rId1077"/>
          <a:srcRect/>
          <a:stretch>
            <a:fillRect/>
          </a:stretch>
        </p:blipFill>
        <p:spPr>
          <a:xfrm>
            <a:off x="3615500" y="6109812"/>
            <a:ext cx="71723" cy="82487"/>
          </a:xfrm>
          <a:prstGeom prst="rect"/>
          <a:ln w="0">
            <a:noFill/>
          </a:ln>
        </p:spPr>
      </p:pic>
      <p:sp>
        <p:nvSpPr>
          <p:cNvPr id="1777" name="New shape"/>
          <p:cNvSpPr/>
          <p:nvPr/>
        </p:nvSpPr>
        <p:spPr>
          <a:xfrm>
            <a:off x="3627692" y="611905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78" name="New shape"/>
          <p:cNvSpPr/>
          <p:nvPr/>
        </p:nvSpPr>
        <p:spPr>
          <a:xfrm>
            <a:off x="3638360" y="607475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79" name="New picture"/>
          <p:cNvPicPr/>
          <p:nvPr/>
        </p:nvPicPr>
        <p:blipFill>
          <a:blip r:embed="rId1078"/>
          <a:srcRect/>
          <a:stretch>
            <a:fillRect/>
          </a:stretch>
        </p:blipFill>
        <p:spPr>
          <a:xfrm>
            <a:off x="3702463" y="6109812"/>
            <a:ext cx="64198" cy="82391"/>
          </a:xfrm>
          <a:prstGeom prst="rect"/>
          <a:ln w="0">
            <a:noFill/>
          </a:ln>
        </p:spPr>
      </p:pic>
      <p:sp>
        <p:nvSpPr>
          <p:cNvPr id="1780" name="New shape"/>
          <p:cNvSpPr/>
          <p:nvPr/>
        </p:nvSpPr>
        <p:spPr>
          <a:xfrm>
            <a:off x="3784950" y="611143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1" name="New picture"/>
          <p:cNvPicPr/>
          <p:nvPr/>
        </p:nvPicPr>
        <p:blipFill>
          <a:blip r:embed="rId1079"/>
          <a:srcRect/>
          <a:stretch>
            <a:fillRect/>
          </a:stretch>
        </p:blipFill>
        <p:spPr>
          <a:xfrm>
            <a:off x="3781901" y="6077807"/>
            <a:ext cx="16764" cy="15335"/>
          </a:xfrm>
          <a:prstGeom prst="rect"/>
          <a:ln w="0">
            <a:noFill/>
          </a:ln>
        </p:spPr>
      </p:pic>
      <p:pic>
        <p:nvPicPr>
          <p:cNvPr id="1782" name="New picture"/>
          <p:cNvPicPr/>
          <p:nvPr/>
        </p:nvPicPr>
        <p:blipFill>
          <a:blip r:embed="rId1080"/>
          <a:srcRect/>
          <a:stretch>
            <a:fillRect/>
          </a:stretch>
        </p:blipFill>
        <p:spPr>
          <a:xfrm>
            <a:off x="3816953" y="6109811"/>
            <a:ext cx="65722" cy="82486"/>
          </a:xfrm>
          <a:prstGeom prst="rect"/>
          <a:ln w="0">
            <a:noFill/>
          </a:ln>
        </p:spPr>
      </p:pic>
      <p:sp>
        <p:nvSpPr>
          <p:cNvPr id="1783" name="New shape"/>
          <p:cNvSpPr/>
          <p:nvPr/>
        </p:nvSpPr>
        <p:spPr>
          <a:xfrm>
            <a:off x="3830765" y="6151054"/>
            <a:ext cx="38195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84" name="New shape"/>
          <p:cNvSpPr/>
          <p:nvPr/>
        </p:nvSpPr>
        <p:spPr>
          <a:xfrm>
            <a:off x="3907536" y="60807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5" name="New picture"/>
          <p:cNvPicPr/>
          <p:nvPr/>
        </p:nvPicPr>
        <p:blipFill>
          <a:blip r:embed="rId1081"/>
          <a:srcRect/>
          <a:stretch>
            <a:fillRect/>
          </a:stretch>
        </p:blipFill>
        <p:spPr>
          <a:xfrm>
            <a:off x="3942111" y="6109812"/>
            <a:ext cx="70295" cy="82487"/>
          </a:xfrm>
          <a:prstGeom prst="rect"/>
          <a:ln w="0">
            <a:noFill/>
          </a:ln>
        </p:spPr>
      </p:pic>
      <p:sp>
        <p:nvSpPr>
          <p:cNvPr id="1786" name="New shape"/>
          <p:cNvSpPr/>
          <p:nvPr/>
        </p:nvSpPr>
        <p:spPr>
          <a:xfrm>
            <a:off x="3954304" y="61189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87" name="New picture"/>
          <p:cNvPicPr/>
          <p:nvPr/>
        </p:nvPicPr>
        <p:blipFill>
          <a:blip r:embed="rId1082"/>
          <a:srcRect/>
          <a:stretch>
            <a:fillRect/>
          </a:stretch>
        </p:blipFill>
        <p:spPr>
          <a:xfrm>
            <a:off x="4067461" y="6109812"/>
            <a:ext cx="71723" cy="82487"/>
          </a:xfrm>
          <a:prstGeom prst="rect"/>
          <a:ln w="0">
            <a:noFill/>
          </a:ln>
        </p:spPr>
      </p:pic>
      <p:sp>
        <p:nvSpPr>
          <p:cNvPr id="1788" name="New shape"/>
          <p:cNvSpPr/>
          <p:nvPr/>
        </p:nvSpPr>
        <p:spPr>
          <a:xfrm>
            <a:off x="4081176" y="611905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89" name="New shape"/>
          <p:cNvSpPr/>
          <p:nvPr/>
        </p:nvSpPr>
        <p:spPr>
          <a:xfrm>
            <a:off x="4090321" y="6074759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0" name="New picture"/>
          <p:cNvPicPr/>
          <p:nvPr/>
        </p:nvPicPr>
        <p:blipFill>
          <a:blip r:embed="rId1083"/>
          <a:srcRect/>
          <a:stretch>
            <a:fillRect/>
          </a:stretch>
        </p:blipFill>
        <p:spPr>
          <a:xfrm>
            <a:off x="4149852" y="6109811"/>
            <a:ext cx="77915" cy="119062"/>
          </a:xfrm>
          <a:prstGeom prst="rect"/>
          <a:ln w="0">
            <a:noFill/>
          </a:ln>
        </p:spPr>
      </p:pic>
      <p:sp>
        <p:nvSpPr>
          <p:cNvPr id="1791" name="New shape"/>
          <p:cNvSpPr/>
          <p:nvPr/>
        </p:nvSpPr>
        <p:spPr>
          <a:xfrm>
            <a:off x="4166712" y="6118955"/>
            <a:ext cx="39624" cy="366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92" name="New shape"/>
          <p:cNvSpPr/>
          <p:nvPr/>
        </p:nvSpPr>
        <p:spPr>
          <a:xfrm>
            <a:off x="4162139" y="6189154"/>
            <a:ext cx="50387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3" name="New picture"/>
          <p:cNvPicPr/>
          <p:nvPr/>
        </p:nvPicPr>
        <p:blipFill>
          <a:blip r:embed="rId1084"/>
          <a:srcRect/>
          <a:stretch>
            <a:fillRect/>
          </a:stretch>
        </p:blipFill>
        <p:spPr>
          <a:xfrm>
            <a:off x="4236910" y="6109811"/>
            <a:ext cx="65627" cy="82391"/>
          </a:xfrm>
          <a:prstGeom prst="rect"/>
          <a:ln w="0">
            <a:noFill/>
          </a:ln>
        </p:spPr>
      </p:pic>
      <p:sp>
        <p:nvSpPr>
          <p:cNvPr id="1794" name="New shape"/>
          <p:cNvSpPr/>
          <p:nvPr/>
        </p:nvSpPr>
        <p:spPr>
          <a:xfrm>
            <a:off x="4250626" y="6150959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95" name="New shape"/>
          <p:cNvSpPr/>
          <p:nvPr/>
        </p:nvSpPr>
        <p:spPr>
          <a:xfrm>
            <a:off x="4326636" y="60807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6" name="New picture"/>
          <p:cNvPicPr/>
          <p:nvPr/>
        </p:nvPicPr>
        <p:blipFill>
          <a:blip r:embed="rId1085"/>
          <a:srcRect/>
          <a:stretch>
            <a:fillRect/>
          </a:stretch>
        </p:blipFill>
        <p:spPr>
          <a:xfrm>
            <a:off x="4362165" y="6109906"/>
            <a:ext cx="70199" cy="82391"/>
          </a:xfrm>
          <a:prstGeom prst="rect"/>
          <a:ln w="0">
            <a:noFill/>
          </a:ln>
        </p:spPr>
      </p:pic>
      <p:sp>
        <p:nvSpPr>
          <p:cNvPr id="1797" name="New shape"/>
          <p:cNvSpPr/>
          <p:nvPr/>
        </p:nvSpPr>
        <p:spPr>
          <a:xfrm>
            <a:off x="4374356" y="611905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8" name="New picture"/>
          <p:cNvPicPr/>
          <p:nvPr/>
        </p:nvPicPr>
        <p:blipFill>
          <a:blip r:embed="rId1086"/>
          <a:srcRect/>
          <a:stretch>
            <a:fillRect/>
          </a:stretch>
        </p:blipFill>
        <p:spPr>
          <a:xfrm>
            <a:off x="4452271" y="6109906"/>
            <a:ext cx="120586" cy="79343"/>
          </a:xfrm>
          <a:prstGeom prst="rect"/>
          <a:ln w="0">
            <a:noFill/>
          </a:ln>
        </p:spPr>
      </p:pic>
      <p:pic>
        <p:nvPicPr>
          <p:cNvPr id="1799" name="New picture"/>
          <p:cNvPicPr/>
          <p:nvPr/>
        </p:nvPicPr>
        <p:blipFill>
          <a:blip r:embed="rId1087"/>
          <a:srcRect/>
          <a:stretch>
            <a:fillRect/>
          </a:stretch>
        </p:blipFill>
        <p:spPr>
          <a:xfrm>
            <a:off x="4592765" y="6109906"/>
            <a:ext cx="71723" cy="82391"/>
          </a:xfrm>
          <a:prstGeom prst="rect"/>
          <a:ln w="0">
            <a:noFill/>
          </a:ln>
        </p:spPr>
      </p:pic>
      <p:sp>
        <p:nvSpPr>
          <p:cNvPr id="1800" name="New shape"/>
          <p:cNvSpPr/>
          <p:nvPr/>
        </p:nvSpPr>
        <p:spPr>
          <a:xfrm>
            <a:off x="4606480" y="611905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1" name="New picture"/>
          <p:cNvPicPr/>
          <p:nvPr/>
        </p:nvPicPr>
        <p:blipFill>
          <a:blip r:embed="rId1088"/>
          <a:srcRect/>
          <a:stretch>
            <a:fillRect/>
          </a:stretch>
        </p:blipFill>
        <p:spPr>
          <a:xfrm>
            <a:off x="4684299" y="6109811"/>
            <a:ext cx="68771" cy="79343"/>
          </a:xfrm>
          <a:prstGeom prst="rect"/>
          <a:ln w="0">
            <a:noFill/>
          </a:ln>
        </p:spPr>
      </p:pic>
      <p:pic>
        <p:nvPicPr>
          <p:cNvPr id="1802" name="New picture"/>
          <p:cNvPicPr/>
          <p:nvPr/>
        </p:nvPicPr>
        <p:blipFill>
          <a:blip r:embed="rId1089"/>
          <a:srcRect/>
          <a:stretch>
            <a:fillRect/>
          </a:stretch>
        </p:blipFill>
        <p:spPr>
          <a:xfrm>
            <a:off x="4766786" y="6088475"/>
            <a:ext cx="48863" cy="103727"/>
          </a:xfrm>
          <a:prstGeom prst="rect"/>
          <a:ln w="0">
            <a:noFill/>
          </a:ln>
        </p:spPr>
      </p:pic>
      <p:pic>
        <p:nvPicPr>
          <p:cNvPr id="1803" name="New picture"/>
          <p:cNvPicPr/>
          <p:nvPr/>
        </p:nvPicPr>
        <p:blipFill>
          <a:blip r:embed="rId1090"/>
          <a:srcRect/>
          <a:stretch>
            <a:fillRect/>
          </a:stretch>
        </p:blipFill>
        <p:spPr>
          <a:xfrm>
            <a:off x="4866037" y="6109811"/>
            <a:ext cx="65722" cy="82486"/>
          </a:xfrm>
          <a:prstGeom prst="rect"/>
          <a:ln w="0">
            <a:noFill/>
          </a:ln>
        </p:spPr>
      </p:pic>
      <p:sp>
        <p:nvSpPr>
          <p:cNvPr id="1804" name="New shape"/>
          <p:cNvSpPr/>
          <p:nvPr/>
        </p:nvSpPr>
        <p:spPr>
          <a:xfrm>
            <a:off x="4879848" y="6151054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05" name="New shape"/>
          <p:cNvSpPr/>
          <p:nvPr/>
        </p:nvSpPr>
        <p:spPr>
          <a:xfrm>
            <a:off x="4884420" y="6074759"/>
            <a:ext cx="30480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6" name="New picture"/>
          <p:cNvPicPr/>
          <p:nvPr/>
        </p:nvPicPr>
        <p:blipFill>
          <a:blip r:embed="rId1091"/>
          <a:srcRect/>
          <a:stretch>
            <a:fillRect/>
          </a:stretch>
        </p:blipFill>
        <p:spPr>
          <a:xfrm>
            <a:off x="4985195" y="6080854"/>
            <a:ext cx="145066" cy="108395"/>
          </a:xfrm>
          <a:prstGeom prst="rect"/>
          <a:ln w="0">
            <a:noFill/>
          </a:ln>
        </p:spPr>
      </p:pic>
      <p:pic>
        <p:nvPicPr>
          <p:cNvPr id="1807" name="New picture"/>
          <p:cNvPicPr/>
          <p:nvPr/>
        </p:nvPicPr>
        <p:blipFill>
          <a:blip r:embed="rId1092"/>
          <a:srcRect/>
          <a:stretch>
            <a:fillRect/>
          </a:stretch>
        </p:blipFill>
        <p:spPr>
          <a:xfrm>
            <a:off x="5134833" y="6109811"/>
            <a:ext cx="70199" cy="82391"/>
          </a:xfrm>
          <a:prstGeom prst="rect"/>
          <a:ln w="0">
            <a:noFill/>
          </a:ln>
        </p:spPr>
      </p:pic>
      <p:sp>
        <p:nvSpPr>
          <p:cNvPr id="1808" name="New shape"/>
          <p:cNvSpPr/>
          <p:nvPr/>
        </p:nvSpPr>
        <p:spPr>
          <a:xfrm>
            <a:off x="5147025" y="61189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09" name="New picture"/>
          <p:cNvPicPr/>
          <p:nvPr/>
        </p:nvPicPr>
        <p:blipFill>
          <a:blip r:embed="rId1093"/>
          <a:srcRect/>
          <a:stretch>
            <a:fillRect/>
          </a:stretch>
        </p:blipFill>
        <p:spPr>
          <a:xfrm>
            <a:off x="5226462" y="6080855"/>
            <a:ext cx="67151" cy="108395"/>
          </a:xfrm>
          <a:prstGeom prst="rect"/>
          <a:ln w="0">
            <a:noFill/>
          </a:ln>
        </p:spPr>
      </p:pic>
      <p:pic>
        <p:nvPicPr>
          <p:cNvPr id="1810" name="New picture"/>
          <p:cNvPicPr/>
          <p:nvPr/>
        </p:nvPicPr>
        <p:blipFill>
          <a:blip r:embed="rId1094"/>
          <a:srcRect/>
          <a:stretch>
            <a:fillRect/>
          </a:stretch>
        </p:blipFill>
        <p:spPr>
          <a:xfrm>
            <a:off x="5299711" y="6109811"/>
            <a:ext cx="65627" cy="82391"/>
          </a:xfrm>
          <a:prstGeom prst="rect"/>
          <a:ln w="0">
            <a:noFill/>
          </a:ln>
        </p:spPr>
      </p:pic>
      <p:sp>
        <p:nvSpPr>
          <p:cNvPr id="1811" name="New shape"/>
          <p:cNvSpPr/>
          <p:nvPr/>
        </p:nvSpPr>
        <p:spPr>
          <a:xfrm>
            <a:off x="5313426" y="6150959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2" name="New picture"/>
          <p:cNvPicPr/>
          <p:nvPr/>
        </p:nvPicPr>
        <p:blipFill>
          <a:blip r:embed="rId1095"/>
          <a:srcRect/>
          <a:stretch>
            <a:fillRect/>
          </a:stretch>
        </p:blipFill>
        <p:spPr>
          <a:xfrm>
            <a:off x="5385245" y="6173915"/>
            <a:ext cx="21336" cy="42767"/>
          </a:xfrm>
          <a:prstGeom prst="rect"/>
          <a:ln w="0">
            <a:noFill/>
          </a:ln>
        </p:spPr>
      </p:pic>
      <p:sp>
        <p:nvSpPr>
          <p:cNvPr id="1813" name="New shape"/>
          <p:cNvSpPr/>
          <p:nvPr/>
        </p:nvSpPr>
        <p:spPr>
          <a:xfrm>
            <a:off x="5471161" y="60807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14" name="New shape"/>
          <p:cNvSpPr/>
          <p:nvPr/>
        </p:nvSpPr>
        <p:spPr>
          <a:xfrm>
            <a:off x="5507451" y="6080855"/>
            <a:ext cx="10668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5" name="New picture"/>
          <p:cNvPicPr/>
          <p:nvPr/>
        </p:nvPicPr>
        <p:blipFill>
          <a:blip r:embed="rId1096"/>
          <a:srcRect/>
          <a:stretch>
            <a:fillRect/>
          </a:stretch>
        </p:blipFill>
        <p:spPr>
          <a:xfrm>
            <a:off x="5522690" y="6109812"/>
            <a:ext cx="77915" cy="82486"/>
          </a:xfrm>
          <a:prstGeom prst="rect"/>
          <a:ln w="0">
            <a:noFill/>
          </a:ln>
        </p:spPr>
      </p:pic>
      <p:sp>
        <p:nvSpPr>
          <p:cNvPr id="1816" name="New shape"/>
          <p:cNvSpPr/>
          <p:nvPr/>
        </p:nvSpPr>
        <p:spPr>
          <a:xfrm>
            <a:off x="5534882" y="6120575"/>
            <a:ext cx="51911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7" name="New picture"/>
          <p:cNvPicPr/>
          <p:nvPr/>
        </p:nvPicPr>
        <p:blipFill>
          <a:blip r:embed="rId1097"/>
          <a:srcRect/>
          <a:stretch>
            <a:fillRect/>
          </a:stretch>
        </p:blipFill>
        <p:spPr>
          <a:xfrm>
            <a:off x="5620417" y="6111430"/>
            <a:ext cx="68771" cy="80867"/>
          </a:xfrm>
          <a:prstGeom prst="rect"/>
          <a:ln w="0">
            <a:noFill/>
          </a:ln>
        </p:spPr>
      </p:pic>
      <p:pic>
        <p:nvPicPr>
          <p:cNvPr id="1818" name="New picture"/>
          <p:cNvPicPr/>
          <p:nvPr/>
        </p:nvPicPr>
        <p:blipFill>
          <a:blip r:embed="rId1098"/>
          <a:srcRect/>
          <a:stretch>
            <a:fillRect/>
          </a:stretch>
        </p:blipFill>
        <p:spPr>
          <a:xfrm>
            <a:off x="5704427" y="6088380"/>
            <a:ext cx="47339" cy="103822"/>
          </a:xfrm>
          <a:prstGeom prst="rect"/>
          <a:ln w="0">
            <a:noFill/>
          </a:ln>
        </p:spPr>
      </p:pic>
      <p:sp>
        <p:nvSpPr>
          <p:cNvPr id="1819" name="New shape"/>
          <p:cNvSpPr/>
          <p:nvPr/>
        </p:nvSpPr>
        <p:spPr>
          <a:xfrm>
            <a:off x="5770055" y="6111430"/>
            <a:ext cx="12192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0" name="New picture"/>
          <p:cNvPicPr/>
          <p:nvPr/>
        </p:nvPicPr>
        <p:blipFill>
          <a:blip r:embed="rId1099"/>
          <a:srcRect/>
          <a:stretch>
            <a:fillRect/>
          </a:stretch>
        </p:blipFill>
        <p:spPr>
          <a:xfrm>
            <a:off x="5768531" y="6077807"/>
            <a:ext cx="16764" cy="15335"/>
          </a:xfrm>
          <a:prstGeom prst="rect"/>
          <a:ln w="0">
            <a:noFill/>
          </a:ln>
        </p:spPr>
      </p:pic>
      <p:sp>
        <p:nvSpPr>
          <p:cNvPr id="1821" name="New shape"/>
          <p:cNvSpPr/>
          <p:nvPr/>
        </p:nvSpPr>
        <p:spPr>
          <a:xfrm>
            <a:off x="5809488" y="60807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2" name="New picture"/>
          <p:cNvPicPr/>
          <p:nvPr/>
        </p:nvPicPr>
        <p:blipFill>
          <a:blip r:embed="rId1100"/>
          <a:srcRect/>
          <a:stretch>
            <a:fillRect/>
          </a:stretch>
        </p:blipFill>
        <p:spPr>
          <a:xfrm>
            <a:off x="5883116" y="6080854"/>
            <a:ext cx="74771" cy="111442"/>
          </a:xfrm>
          <a:prstGeom prst="rect"/>
          <a:ln w="0">
            <a:noFill/>
          </a:ln>
        </p:spPr>
      </p:pic>
      <p:sp>
        <p:nvSpPr>
          <p:cNvPr id="1823" name="New shape"/>
          <p:cNvSpPr/>
          <p:nvPr/>
        </p:nvSpPr>
        <p:spPr>
          <a:xfrm>
            <a:off x="5896832" y="6120574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4" name="New picture"/>
          <p:cNvPicPr/>
          <p:nvPr/>
        </p:nvPicPr>
        <p:blipFill>
          <a:blip r:embed="rId1101"/>
          <a:srcRect/>
          <a:stretch>
            <a:fillRect/>
          </a:stretch>
        </p:blipFill>
        <p:spPr>
          <a:xfrm>
            <a:off x="5977699" y="6109812"/>
            <a:ext cx="71818" cy="82487"/>
          </a:xfrm>
          <a:prstGeom prst="rect"/>
          <a:ln w="0">
            <a:noFill/>
          </a:ln>
        </p:spPr>
      </p:pic>
      <p:sp>
        <p:nvSpPr>
          <p:cNvPr id="1825" name="New shape"/>
          <p:cNvSpPr/>
          <p:nvPr/>
        </p:nvSpPr>
        <p:spPr>
          <a:xfrm>
            <a:off x="5991510" y="6119051"/>
            <a:ext cx="44291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26" name="New shape"/>
          <p:cNvSpPr/>
          <p:nvPr/>
        </p:nvSpPr>
        <p:spPr>
          <a:xfrm>
            <a:off x="6000655" y="6074759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7" name="New picture"/>
          <p:cNvPicPr/>
          <p:nvPr/>
        </p:nvPicPr>
        <p:blipFill>
          <a:blip r:embed="rId1102"/>
          <a:srcRect/>
          <a:stretch>
            <a:fillRect/>
          </a:stretch>
        </p:blipFill>
        <p:spPr>
          <a:xfrm>
            <a:off x="6055614" y="6111430"/>
            <a:ext cx="73342" cy="77819"/>
          </a:xfrm>
          <a:prstGeom prst="rect"/>
          <a:ln w="0">
            <a:noFill/>
          </a:ln>
        </p:spPr>
      </p:pic>
      <p:pic>
        <p:nvPicPr>
          <p:cNvPr id="1828" name="New picture"/>
          <p:cNvPicPr/>
          <p:nvPr/>
        </p:nvPicPr>
        <p:blipFill>
          <a:blip r:embed="rId1103"/>
          <a:srcRect/>
          <a:stretch>
            <a:fillRect/>
          </a:stretch>
        </p:blipFill>
        <p:spPr>
          <a:xfrm>
            <a:off x="6136577" y="6109906"/>
            <a:ext cx="71723" cy="82391"/>
          </a:xfrm>
          <a:prstGeom prst="rect"/>
          <a:ln w="0">
            <a:noFill/>
          </a:ln>
        </p:spPr>
      </p:pic>
      <p:sp>
        <p:nvSpPr>
          <p:cNvPr id="1829" name="New shape"/>
          <p:cNvSpPr/>
          <p:nvPr/>
        </p:nvSpPr>
        <p:spPr>
          <a:xfrm>
            <a:off x="6150292" y="6119051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30" name="New shape"/>
          <p:cNvSpPr/>
          <p:nvPr/>
        </p:nvSpPr>
        <p:spPr>
          <a:xfrm>
            <a:off x="6228588" y="60807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1" name="New picture"/>
          <p:cNvPicPr/>
          <p:nvPr/>
        </p:nvPicPr>
        <p:blipFill>
          <a:blip r:embed="rId1104"/>
          <a:srcRect/>
          <a:stretch>
            <a:fillRect/>
          </a:stretch>
        </p:blipFill>
        <p:spPr>
          <a:xfrm>
            <a:off x="6263259" y="6109907"/>
            <a:ext cx="77915" cy="82391"/>
          </a:xfrm>
          <a:prstGeom prst="rect"/>
          <a:ln w="0">
            <a:noFill/>
          </a:ln>
        </p:spPr>
      </p:pic>
      <p:sp>
        <p:nvSpPr>
          <p:cNvPr id="1832" name="New shape"/>
          <p:cNvSpPr/>
          <p:nvPr/>
        </p:nvSpPr>
        <p:spPr>
          <a:xfrm>
            <a:off x="6277070" y="612057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3" name="New picture"/>
          <p:cNvPicPr/>
          <p:nvPr/>
        </p:nvPicPr>
        <p:blipFill>
          <a:blip r:embed="rId1105"/>
          <a:srcRect/>
          <a:stretch>
            <a:fillRect/>
          </a:stretch>
        </p:blipFill>
        <p:spPr>
          <a:xfrm>
            <a:off x="6360985" y="6109812"/>
            <a:ext cx="74866" cy="117539"/>
          </a:xfrm>
          <a:prstGeom prst="rect"/>
          <a:ln w="0">
            <a:noFill/>
          </a:ln>
        </p:spPr>
      </p:pic>
      <p:sp>
        <p:nvSpPr>
          <p:cNvPr id="1834" name="New shape"/>
          <p:cNvSpPr/>
          <p:nvPr/>
        </p:nvSpPr>
        <p:spPr>
          <a:xfrm>
            <a:off x="6374797" y="6120575"/>
            <a:ext cx="48863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5" name="New picture"/>
          <p:cNvPicPr/>
          <p:nvPr/>
        </p:nvPicPr>
        <p:blipFill>
          <a:blip r:embed="rId1106"/>
          <a:srcRect/>
          <a:stretch>
            <a:fillRect/>
          </a:stretch>
        </p:blipFill>
        <p:spPr>
          <a:xfrm>
            <a:off x="6455664" y="6109812"/>
            <a:ext cx="76391" cy="117539"/>
          </a:xfrm>
          <a:prstGeom prst="rect"/>
          <a:ln w="0">
            <a:noFill/>
          </a:ln>
        </p:spPr>
      </p:pic>
      <p:sp>
        <p:nvSpPr>
          <p:cNvPr id="1836" name="New shape"/>
          <p:cNvSpPr/>
          <p:nvPr/>
        </p:nvSpPr>
        <p:spPr>
          <a:xfrm>
            <a:off x="6469380" y="612048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37" name="New picture"/>
          <p:cNvPicPr/>
          <p:nvPr/>
        </p:nvPicPr>
        <p:blipFill>
          <a:blip r:embed="rId1107"/>
          <a:srcRect/>
          <a:stretch>
            <a:fillRect/>
          </a:stretch>
        </p:blipFill>
        <p:spPr>
          <a:xfrm>
            <a:off x="6547390" y="6109811"/>
            <a:ext cx="70200" cy="82391"/>
          </a:xfrm>
          <a:prstGeom prst="rect"/>
          <a:ln w="0">
            <a:noFill/>
          </a:ln>
        </p:spPr>
      </p:pic>
      <p:sp>
        <p:nvSpPr>
          <p:cNvPr id="1838" name="New shape"/>
          <p:cNvSpPr/>
          <p:nvPr/>
        </p:nvSpPr>
        <p:spPr>
          <a:xfrm>
            <a:off x="6559583" y="6118955"/>
            <a:ext cx="45815" cy="2600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39" name="New shape"/>
          <p:cNvSpPr/>
          <p:nvPr/>
        </p:nvSpPr>
        <p:spPr>
          <a:xfrm>
            <a:off x="6570250" y="6074759"/>
            <a:ext cx="30575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0" name="New picture"/>
          <p:cNvPicPr/>
          <p:nvPr/>
        </p:nvPicPr>
        <p:blipFill>
          <a:blip r:embed="rId1108"/>
          <a:srcRect/>
          <a:stretch>
            <a:fillRect/>
          </a:stretch>
        </p:blipFill>
        <p:spPr>
          <a:xfrm>
            <a:off x="6677025" y="6109907"/>
            <a:ext cx="74867" cy="117443"/>
          </a:xfrm>
          <a:prstGeom prst="rect"/>
          <a:ln w="0">
            <a:noFill/>
          </a:ln>
        </p:spPr>
      </p:pic>
      <p:sp>
        <p:nvSpPr>
          <p:cNvPr id="1841" name="New shape"/>
          <p:cNvSpPr/>
          <p:nvPr/>
        </p:nvSpPr>
        <p:spPr>
          <a:xfrm>
            <a:off x="6690742" y="6120575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2" name="New picture"/>
          <p:cNvPicPr/>
          <p:nvPr/>
        </p:nvPicPr>
        <p:blipFill>
          <a:blip r:embed="rId1109"/>
          <a:srcRect/>
          <a:stretch>
            <a:fillRect/>
          </a:stretch>
        </p:blipFill>
        <p:spPr>
          <a:xfrm>
            <a:off x="6767226" y="6109811"/>
            <a:ext cx="65627" cy="82391"/>
          </a:xfrm>
          <a:prstGeom prst="rect"/>
          <a:ln w="0">
            <a:noFill/>
          </a:ln>
        </p:spPr>
      </p:pic>
      <p:sp>
        <p:nvSpPr>
          <p:cNvPr id="1843" name="New shape"/>
          <p:cNvSpPr/>
          <p:nvPr/>
        </p:nvSpPr>
        <p:spPr>
          <a:xfrm>
            <a:off x="6779419" y="6150959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4" name="New picture"/>
          <p:cNvPicPr/>
          <p:nvPr/>
        </p:nvPicPr>
        <p:blipFill>
          <a:blip r:embed="rId1110"/>
          <a:srcRect/>
          <a:stretch>
            <a:fillRect/>
          </a:stretch>
        </p:blipFill>
        <p:spPr>
          <a:xfrm>
            <a:off x="6855809" y="6109906"/>
            <a:ext cx="42672" cy="79343"/>
          </a:xfrm>
          <a:prstGeom prst="rect"/>
          <a:ln w="0">
            <a:noFill/>
          </a:ln>
        </p:spPr>
      </p:pic>
      <p:sp>
        <p:nvSpPr>
          <p:cNvPr id="1845" name="New shape"/>
          <p:cNvSpPr/>
          <p:nvPr/>
        </p:nvSpPr>
        <p:spPr>
          <a:xfrm>
            <a:off x="684276" y="63093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6" name="New picture"/>
          <p:cNvPicPr/>
          <p:nvPr/>
        </p:nvPicPr>
        <p:blipFill>
          <a:blip r:embed="rId1111"/>
          <a:srcRect/>
          <a:stretch>
            <a:fillRect/>
          </a:stretch>
        </p:blipFill>
        <p:spPr>
          <a:xfrm>
            <a:off x="717137" y="6338791"/>
            <a:ext cx="71723" cy="82391"/>
          </a:xfrm>
          <a:prstGeom prst="rect"/>
          <a:ln w="0">
            <a:noFill/>
          </a:ln>
        </p:spPr>
      </p:pic>
      <p:sp>
        <p:nvSpPr>
          <p:cNvPr id="1847" name="New shape"/>
          <p:cNvSpPr/>
          <p:nvPr/>
        </p:nvSpPr>
        <p:spPr>
          <a:xfrm>
            <a:off x="730853" y="6347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8" name="New picture"/>
          <p:cNvPicPr/>
          <p:nvPr/>
        </p:nvPicPr>
        <p:blipFill>
          <a:blip r:embed="rId1112"/>
          <a:srcRect/>
          <a:stretch>
            <a:fillRect/>
          </a:stretch>
        </p:blipFill>
        <p:spPr>
          <a:xfrm>
            <a:off x="799624" y="6338791"/>
            <a:ext cx="58007" cy="82391"/>
          </a:xfrm>
          <a:prstGeom prst="rect"/>
          <a:ln w="0">
            <a:noFill/>
          </a:ln>
        </p:spPr>
      </p:pic>
      <p:pic>
        <p:nvPicPr>
          <p:cNvPr id="1849" name="New picture"/>
          <p:cNvPicPr/>
          <p:nvPr/>
        </p:nvPicPr>
        <p:blipFill>
          <a:blip r:embed="rId1113"/>
          <a:srcRect/>
          <a:stretch>
            <a:fillRect/>
          </a:stretch>
        </p:blipFill>
        <p:spPr>
          <a:xfrm>
            <a:off x="909542" y="6338792"/>
            <a:ext cx="67151" cy="82391"/>
          </a:xfrm>
          <a:prstGeom prst="rect"/>
          <a:ln w="0">
            <a:noFill/>
          </a:ln>
        </p:spPr>
      </p:pic>
      <p:sp>
        <p:nvSpPr>
          <p:cNvPr id="1850" name="New shape"/>
          <p:cNvSpPr/>
          <p:nvPr/>
        </p:nvSpPr>
        <p:spPr>
          <a:xfrm>
            <a:off x="923258" y="6379940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1" name="New picture"/>
          <p:cNvPicPr/>
          <p:nvPr/>
        </p:nvPicPr>
        <p:blipFill>
          <a:blip r:embed="rId1114"/>
          <a:srcRect/>
          <a:stretch>
            <a:fillRect/>
          </a:stretch>
        </p:blipFill>
        <p:spPr>
          <a:xfrm>
            <a:off x="999649" y="6340316"/>
            <a:ext cx="68675" cy="80867"/>
          </a:xfrm>
          <a:prstGeom prst="rect"/>
          <a:ln w="0">
            <a:noFill/>
          </a:ln>
        </p:spPr>
      </p:pic>
      <p:pic>
        <p:nvPicPr>
          <p:cNvPr id="1852" name="New picture"/>
          <p:cNvPicPr/>
          <p:nvPr/>
        </p:nvPicPr>
        <p:blipFill>
          <a:blip r:embed="rId1115"/>
          <a:srcRect/>
          <a:stretch>
            <a:fillRect/>
          </a:stretch>
        </p:blipFill>
        <p:spPr>
          <a:xfrm>
            <a:off x="1083659" y="6317361"/>
            <a:ext cx="47339" cy="103822"/>
          </a:xfrm>
          <a:prstGeom prst="rect"/>
          <a:ln w="0">
            <a:noFill/>
          </a:ln>
        </p:spPr>
      </p:pic>
      <p:pic>
        <p:nvPicPr>
          <p:cNvPr id="1853" name="New picture"/>
          <p:cNvPicPr/>
          <p:nvPr/>
        </p:nvPicPr>
        <p:blipFill>
          <a:blip r:embed="rId1116"/>
          <a:srcRect/>
          <a:stretch>
            <a:fillRect/>
          </a:stretch>
        </p:blipFill>
        <p:spPr>
          <a:xfrm>
            <a:off x="1141667" y="6338791"/>
            <a:ext cx="70199" cy="82391"/>
          </a:xfrm>
          <a:prstGeom prst="rect"/>
          <a:ln w="0">
            <a:noFill/>
          </a:ln>
        </p:spPr>
      </p:pic>
      <p:sp>
        <p:nvSpPr>
          <p:cNvPr id="1854" name="New shape"/>
          <p:cNvSpPr/>
          <p:nvPr/>
        </p:nvSpPr>
        <p:spPr>
          <a:xfrm>
            <a:off x="1153859" y="6347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5" name="New picture"/>
          <p:cNvPicPr/>
          <p:nvPr/>
        </p:nvPicPr>
        <p:blipFill>
          <a:blip r:embed="rId1117"/>
          <a:srcRect/>
          <a:stretch>
            <a:fillRect/>
          </a:stretch>
        </p:blipFill>
        <p:spPr>
          <a:xfrm>
            <a:off x="1231773" y="6340316"/>
            <a:ext cx="70199" cy="80867"/>
          </a:xfrm>
          <a:prstGeom prst="rect"/>
          <a:ln w="0">
            <a:noFill/>
          </a:ln>
        </p:spPr>
      </p:pic>
      <p:pic>
        <p:nvPicPr>
          <p:cNvPr id="1856" name="New picture"/>
          <p:cNvPicPr/>
          <p:nvPr/>
        </p:nvPicPr>
        <p:blipFill>
          <a:blip r:embed="rId1118"/>
          <a:srcRect/>
          <a:stretch>
            <a:fillRect/>
          </a:stretch>
        </p:blipFill>
        <p:spPr>
          <a:xfrm>
            <a:off x="1326452" y="6338792"/>
            <a:ext cx="42767" cy="79343"/>
          </a:xfrm>
          <a:prstGeom prst="rect"/>
          <a:ln w="0">
            <a:noFill/>
          </a:ln>
        </p:spPr>
      </p:pic>
      <p:pic>
        <p:nvPicPr>
          <p:cNvPr id="1857" name="New picture"/>
          <p:cNvPicPr/>
          <p:nvPr/>
        </p:nvPicPr>
        <p:blipFill>
          <a:blip r:embed="rId1119"/>
          <a:srcRect/>
          <a:stretch>
            <a:fillRect/>
          </a:stretch>
        </p:blipFill>
        <p:spPr>
          <a:xfrm>
            <a:off x="1373791" y="6338697"/>
            <a:ext cx="58007" cy="82487"/>
          </a:xfrm>
          <a:prstGeom prst="rect"/>
          <a:ln w="0">
            <a:noFill/>
          </a:ln>
        </p:spPr>
      </p:pic>
      <p:pic>
        <p:nvPicPr>
          <p:cNvPr id="1858" name="New picture"/>
          <p:cNvPicPr/>
          <p:nvPr/>
        </p:nvPicPr>
        <p:blipFill>
          <a:blip r:embed="rId1120"/>
          <a:srcRect/>
          <a:stretch>
            <a:fillRect/>
          </a:stretch>
        </p:blipFill>
        <p:spPr>
          <a:xfrm>
            <a:off x="1489805" y="6338792"/>
            <a:ext cx="74866" cy="117443"/>
          </a:xfrm>
          <a:prstGeom prst="rect"/>
          <a:ln w="0">
            <a:noFill/>
          </a:ln>
        </p:spPr>
      </p:pic>
      <p:sp>
        <p:nvSpPr>
          <p:cNvPr id="1859" name="New shape"/>
          <p:cNvSpPr/>
          <p:nvPr/>
        </p:nvSpPr>
        <p:spPr>
          <a:xfrm>
            <a:off x="1503521" y="6349460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0" name="New picture"/>
          <p:cNvPicPr/>
          <p:nvPr/>
        </p:nvPicPr>
        <p:blipFill>
          <a:blip r:embed="rId1121"/>
          <a:srcRect/>
          <a:stretch>
            <a:fillRect/>
          </a:stretch>
        </p:blipFill>
        <p:spPr>
          <a:xfrm>
            <a:off x="1579912" y="6338697"/>
            <a:ext cx="77915" cy="82391"/>
          </a:xfrm>
          <a:prstGeom prst="rect"/>
          <a:ln w="0">
            <a:noFill/>
          </a:ln>
        </p:spPr>
      </p:pic>
      <p:sp>
        <p:nvSpPr>
          <p:cNvPr id="1861" name="New shape"/>
          <p:cNvSpPr/>
          <p:nvPr/>
        </p:nvSpPr>
        <p:spPr>
          <a:xfrm>
            <a:off x="1593628" y="634936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2" name="New picture"/>
          <p:cNvPicPr/>
          <p:nvPr/>
        </p:nvPicPr>
        <p:blipFill>
          <a:blip r:embed="rId1122"/>
          <a:srcRect/>
          <a:stretch>
            <a:fillRect/>
          </a:stretch>
        </p:blipFill>
        <p:spPr>
          <a:xfrm>
            <a:off x="1677638" y="6340316"/>
            <a:ext cx="70199" cy="80867"/>
          </a:xfrm>
          <a:prstGeom prst="rect"/>
          <a:ln w="0">
            <a:noFill/>
          </a:ln>
        </p:spPr>
      </p:pic>
      <p:pic>
        <p:nvPicPr>
          <p:cNvPr id="1863" name="New picture"/>
          <p:cNvPicPr/>
          <p:nvPr/>
        </p:nvPicPr>
        <p:blipFill>
          <a:blip r:embed="rId1123"/>
          <a:srcRect/>
          <a:stretch>
            <a:fillRect/>
          </a:stretch>
        </p:blipFill>
        <p:spPr>
          <a:xfrm>
            <a:off x="1772317" y="6338697"/>
            <a:ext cx="42767" cy="79343"/>
          </a:xfrm>
          <a:prstGeom prst="rect"/>
          <a:ln w="0">
            <a:noFill/>
          </a:ln>
        </p:spPr>
      </p:pic>
      <p:pic>
        <p:nvPicPr>
          <p:cNvPr id="1864" name="New picture"/>
          <p:cNvPicPr/>
          <p:nvPr/>
        </p:nvPicPr>
        <p:blipFill>
          <a:blip r:embed="rId1124"/>
          <a:srcRect/>
          <a:stretch>
            <a:fillRect/>
          </a:stretch>
        </p:blipFill>
        <p:spPr>
          <a:xfrm>
            <a:off x="1866995" y="6340316"/>
            <a:ext cx="70199" cy="80867"/>
          </a:xfrm>
          <a:prstGeom prst="rect"/>
          <a:ln w="0">
            <a:noFill/>
          </a:ln>
        </p:spPr>
      </p:pic>
      <p:pic>
        <p:nvPicPr>
          <p:cNvPr id="1865" name="New picture"/>
          <p:cNvPicPr/>
          <p:nvPr/>
        </p:nvPicPr>
        <p:blipFill>
          <a:blip r:embed="rId1125"/>
          <a:srcRect/>
          <a:stretch>
            <a:fillRect/>
          </a:stretch>
        </p:blipFill>
        <p:spPr>
          <a:xfrm>
            <a:off x="1961674" y="6338697"/>
            <a:ext cx="68770" cy="79343"/>
          </a:xfrm>
          <a:prstGeom prst="rect"/>
          <a:ln w="0">
            <a:noFill/>
          </a:ln>
        </p:spPr>
      </p:pic>
      <p:pic>
        <p:nvPicPr>
          <p:cNvPr id="1866" name="New picture"/>
          <p:cNvPicPr/>
          <p:nvPr/>
        </p:nvPicPr>
        <p:blipFill>
          <a:blip r:embed="rId1126"/>
          <a:srcRect/>
          <a:stretch>
            <a:fillRect/>
          </a:stretch>
        </p:blipFill>
        <p:spPr>
          <a:xfrm>
            <a:off x="2050256" y="6338791"/>
            <a:ext cx="71723" cy="82391"/>
          </a:xfrm>
          <a:prstGeom prst="rect"/>
          <a:ln w="0">
            <a:noFill/>
          </a:ln>
        </p:spPr>
      </p:pic>
      <p:sp>
        <p:nvSpPr>
          <p:cNvPr id="1867" name="New shape"/>
          <p:cNvSpPr/>
          <p:nvPr/>
        </p:nvSpPr>
        <p:spPr>
          <a:xfrm>
            <a:off x="2063972" y="6347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8" name="New picture"/>
          <p:cNvPicPr/>
          <p:nvPr/>
        </p:nvPicPr>
        <p:blipFill>
          <a:blip r:embed="rId1127"/>
          <a:srcRect/>
          <a:stretch>
            <a:fillRect/>
          </a:stretch>
        </p:blipFill>
        <p:spPr>
          <a:xfrm>
            <a:off x="2175415" y="6338697"/>
            <a:ext cx="65723" cy="82486"/>
          </a:xfrm>
          <a:prstGeom prst="rect"/>
          <a:ln w="0">
            <a:noFill/>
          </a:ln>
        </p:spPr>
      </p:pic>
      <p:sp>
        <p:nvSpPr>
          <p:cNvPr id="1869" name="New shape"/>
          <p:cNvSpPr/>
          <p:nvPr/>
        </p:nvSpPr>
        <p:spPr>
          <a:xfrm>
            <a:off x="2189226" y="6379940"/>
            <a:ext cx="38100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0" name="New picture"/>
          <p:cNvPicPr/>
          <p:nvPr/>
        </p:nvPicPr>
        <p:blipFill>
          <a:blip r:embed="rId1128"/>
          <a:srcRect/>
          <a:stretch>
            <a:fillRect/>
          </a:stretch>
        </p:blipFill>
        <p:spPr>
          <a:xfrm>
            <a:off x="2265616" y="6338697"/>
            <a:ext cx="74771" cy="117539"/>
          </a:xfrm>
          <a:prstGeom prst="rect"/>
          <a:ln w="0">
            <a:noFill/>
          </a:ln>
        </p:spPr>
      </p:pic>
      <p:sp>
        <p:nvSpPr>
          <p:cNvPr id="1871" name="New shape"/>
          <p:cNvSpPr/>
          <p:nvPr/>
        </p:nvSpPr>
        <p:spPr>
          <a:xfrm>
            <a:off x="2279333" y="634936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2" name="New picture"/>
          <p:cNvPicPr/>
          <p:nvPr/>
        </p:nvPicPr>
        <p:blipFill>
          <a:blip r:embed="rId1129"/>
          <a:srcRect/>
          <a:stretch>
            <a:fillRect/>
          </a:stretch>
        </p:blipFill>
        <p:spPr>
          <a:xfrm>
            <a:off x="2360295" y="6338697"/>
            <a:ext cx="74771" cy="117539"/>
          </a:xfrm>
          <a:prstGeom prst="rect"/>
          <a:ln w="0">
            <a:noFill/>
          </a:ln>
        </p:spPr>
      </p:pic>
      <p:sp>
        <p:nvSpPr>
          <p:cNvPr id="1873" name="New shape"/>
          <p:cNvSpPr/>
          <p:nvPr/>
        </p:nvSpPr>
        <p:spPr>
          <a:xfrm>
            <a:off x="2374011" y="634936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74" name="New shape"/>
          <p:cNvSpPr/>
          <p:nvPr/>
        </p:nvSpPr>
        <p:spPr>
          <a:xfrm>
            <a:off x="2456688" y="63093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75" name="New shape"/>
          <p:cNvSpPr/>
          <p:nvPr/>
        </p:nvSpPr>
        <p:spPr>
          <a:xfrm>
            <a:off x="2496121" y="6340221"/>
            <a:ext cx="12192" cy="7791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6" name="New picture"/>
          <p:cNvPicPr/>
          <p:nvPr/>
        </p:nvPicPr>
        <p:blipFill>
          <a:blip r:embed="rId1130"/>
          <a:srcRect/>
          <a:stretch>
            <a:fillRect/>
          </a:stretch>
        </p:blipFill>
        <p:spPr>
          <a:xfrm>
            <a:off x="2494598" y="6306693"/>
            <a:ext cx="16764" cy="15240"/>
          </a:xfrm>
          <a:prstGeom prst="rect"/>
          <a:ln w="0">
            <a:noFill/>
          </a:ln>
        </p:spPr>
      </p:pic>
      <p:pic>
        <p:nvPicPr>
          <p:cNvPr id="1877" name="New picture"/>
          <p:cNvPicPr/>
          <p:nvPr/>
        </p:nvPicPr>
        <p:blipFill>
          <a:blip r:embed="rId1131"/>
          <a:srcRect/>
          <a:stretch>
            <a:fillRect/>
          </a:stretch>
        </p:blipFill>
        <p:spPr>
          <a:xfrm>
            <a:off x="2529745" y="6338792"/>
            <a:ext cx="64103" cy="82391"/>
          </a:xfrm>
          <a:prstGeom prst="rect"/>
          <a:ln w="0">
            <a:noFill/>
          </a:ln>
        </p:spPr>
      </p:pic>
      <p:pic>
        <p:nvPicPr>
          <p:cNvPr id="1878" name="New picture"/>
          <p:cNvPicPr/>
          <p:nvPr/>
        </p:nvPicPr>
        <p:blipFill>
          <a:blip r:embed="rId1132"/>
          <a:srcRect/>
          <a:stretch>
            <a:fillRect/>
          </a:stretch>
        </p:blipFill>
        <p:spPr>
          <a:xfrm>
            <a:off x="2606040" y="6338697"/>
            <a:ext cx="65627" cy="82391"/>
          </a:xfrm>
          <a:prstGeom prst="rect"/>
          <a:ln w="0">
            <a:noFill/>
          </a:ln>
        </p:spPr>
      </p:pic>
      <p:sp>
        <p:nvSpPr>
          <p:cNvPr id="1879" name="New shape"/>
          <p:cNvSpPr/>
          <p:nvPr/>
        </p:nvSpPr>
        <p:spPr>
          <a:xfrm>
            <a:off x="2618232" y="6379845"/>
            <a:ext cx="39719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0" name="New picture"/>
          <p:cNvPicPr/>
          <p:nvPr/>
        </p:nvPicPr>
        <p:blipFill>
          <a:blip r:embed="rId1133"/>
          <a:srcRect/>
          <a:stretch>
            <a:fillRect/>
          </a:stretch>
        </p:blipFill>
        <p:spPr>
          <a:xfrm>
            <a:off x="2683954" y="6317361"/>
            <a:ext cx="47339" cy="103822"/>
          </a:xfrm>
          <a:prstGeom prst="rect"/>
          <a:ln w="0">
            <a:noFill/>
          </a:ln>
        </p:spPr>
      </p:pic>
      <p:sp>
        <p:nvSpPr>
          <p:cNvPr id="1881" name="New shape"/>
          <p:cNvSpPr/>
          <p:nvPr/>
        </p:nvSpPr>
        <p:spPr>
          <a:xfrm>
            <a:off x="2749677" y="634031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2" name="New picture"/>
          <p:cNvPicPr/>
          <p:nvPr/>
        </p:nvPicPr>
        <p:blipFill>
          <a:blip r:embed="rId1134"/>
          <a:srcRect/>
          <a:stretch>
            <a:fillRect/>
          </a:stretch>
        </p:blipFill>
        <p:spPr>
          <a:xfrm>
            <a:off x="2748153" y="6306693"/>
            <a:ext cx="16764" cy="15335"/>
          </a:xfrm>
          <a:prstGeom prst="rect"/>
          <a:ln w="0">
            <a:noFill/>
          </a:ln>
        </p:spPr>
      </p:pic>
      <p:pic>
        <p:nvPicPr>
          <p:cNvPr id="1883" name="New picture"/>
          <p:cNvPicPr/>
          <p:nvPr/>
        </p:nvPicPr>
        <p:blipFill>
          <a:blip r:embed="rId1135"/>
          <a:srcRect/>
          <a:stretch>
            <a:fillRect/>
          </a:stretch>
        </p:blipFill>
        <p:spPr>
          <a:xfrm>
            <a:off x="2783205" y="6338697"/>
            <a:ext cx="77914" cy="82391"/>
          </a:xfrm>
          <a:prstGeom prst="rect"/>
          <a:ln w="0">
            <a:noFill/>
          </a:ln>
        </p:spPr>
      </p:pic>
      <p:sp>
        <p:nvSpPr>
          <p:cNvPr id="1884" name="New shape"/>
          <p:cNvSpPr/>
          <p:nvPr/>
        </p:nvSpPr>
        <p:spPr>
          <a:xfrm>
            <a:off x="2796921" y="634936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5" name="New picture"/>
          <p:cNvPicPr/>
          <p:nvPr/>
        </p:nvPicPr>
        <p:blipFill>
          <a:blip r:embed="rId1136"/>
          <a:srcRect/>
          <a:stretch>
            <a:fillRect/>
          </a:stretch>
        </p:blipFill>
        <p:spPr>
          <a:xfrm>
            <a:off x="2880932" y="6338697"/>
            <a:ext cx="70294" cy="79343"/>
          </a:xfrm>
          <a:prstGeom prst="rect"/>
          <a:ln w="0">
            <a:noFill/>
          </a:ln>
        </p:spPr>
      </p:pic>
      <p:pic>
        <p:nvPicPr>
          <p:cNvPr id="1886" name="New picture"/>
          <p:cNvPicPr/>
          <p:nvPr/>
        </p:nvPicPr>
        <p:blipFill>
          <a:blip r:embed="rId1137"/>
          <a:srcRect/>
          <a:stretch>
            <a:fillRect/>
          </a:stretch>
        </p:blipFill>
        <p:spPr>
          <a:xfrm>
            <a:off x="3015329" y="6338697"/>
            <a:ext cx="74771" cy="117539"/>
          </a:xfrm>
          <a:prstGeom prst="rect"/>
          <a:ln w="0">
            <a:noFill/>
          </a:ln>
        </p:spPr>
      </p:pic>
      <p:sp>
        <p:nvSpPr>
          <p:cNvPr id="1887" name="New shape"/>
          <p:cNvSpPr/>
          <p:nvPr/>
        </p:nvSpPr>
        <p:spPr>
          <a:xfrm>
            <a:off x="3029045" y="6349365"/>
            <a:ext cx="47339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88" name="New picture"/>
          <p:cNvPicPr/>
          <p:nvPr/>
        </p:nvPicPr>
        <p:blipFill>
          <a:blip r:embed="rId1138"/>
          <a:srcRect/>
          <a:stretch>
            <a:fillRect/>
          </a:stretch>
        </p:blipFill>
        <p:spPr>
          <a:xfrm>
            <a:off x="3110008" y="6338792"/>
            <a:ext cx="42767" cy="79343"/>
          </a:xfrm>
          <a:prstGeom prst="rect"/>
          <a:ln w="0">
            <a:noFill/>
          </a:ln>
        </p:spPr>
      </p:pic>
      <p:pic>
        <p:nvPicPr>
          <p:cNvPr id="1889" name="New picture"/>
          <p:cNvPicPr/>
          <p:nvPr/>
        </p:nvPicPr>
        <p:blipFill>
          <a:blip r:embed="rId1139"/>
          <a:srcRect/>
          <a:stretch>
            <a:fillRect/>
          </a:stretch>
        </p:blipFill>
        <p:spPr>
          <a:xfrm>
            <a:off x="3157347" y="6338697"/>
            <a:ext cx="65627" cy="82391"/>
          </a:xfrm>
          <a:prstGeom prst="rect"/>
          <a:ln w="0">
            <a:noFill/>
          </a:ln>
        </p:spPr>
      </p:pic>
      <p:sp>
        <p:nvSpPr>
          <p:cNvPr id="1890" name="New shape"/>
          <p:cNvSpPr/>
          <p:nvPr/>
        </p:nvSpPr>
        <p:spPr>
          <a:xfrm>
            <a:off x="3171063" y="6379845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1" name="New picture"/>
          <p:cNvPicPr/>
          <p:nvPr/>
        </p:nvPicPr>
        <p:blipFill>
          <a:blip r:embed="rId1140"/>
          <a:srcRect/>
          <a:stretch>
            <a:fillRect/>
          </a:stretch>
        </p:blipFill>
        <p:spPr>
          <a:xfrm>
            <a:off x="3235166" y="6317457"/>
            <a:ext cx="48863" cy="103727"/>
          </a:xfrm>
          <a:prstGeom prst="rect"/>
          <a:ln w="0">
            <a:noFill/>
          </a:ln>
        </p:spPr>
      </p:pic>
      <p:sp>
        <p:nvSpPr>
          <p:cNvPr id="1892" name="New shape"/>
          <p:cNvSpPr/>
          <p:nvPr/>
        </p:nvSpPr>
        <p:spPr>
          <a:xfrm>
            <a:off x="3300889" y="634031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3" name="New picture"/>
          <p:cNvPicPr/>
          <p:nvPr/>
        </p:nvPicPr>
        <p:blipFill>
          <a:blip r:embed="rId1141"/>
          <a:srcRect/>
          <a:stretch>
            <a:fillRect/>
          </a:stretch>
        </p:blipFill>
        <p:spPr>
          <a:xfrm>
            <a:off x="3299365" y="6306693"/>
            <a:ext cx="16764" cy="15335"/>
          </a:xfrm>
          <a:prstGeom prst="rect"/>
          <a:ln w="0">
            <a:noFill/>
          </a:ln>
        </p:spPr>
      </p:pic>
      <p:pic>
        <p:nvPicPr>
          <p:cNvPr id="1894" name="New picture"/>
          <p:cNvPicPr/>
          <p:nvPr/>
        </p:nvPicPr>
        <p:blipFill>
          <a:blip r:embed="rId1142"/>
          <a:srcRect/>
          <a:stretch>
            <a:fillRect/>
          </a:stretch>
        </p:blipFill>
        <p:spPr>
          <a:xfrm>
            <a:off x="3336037" y="6338793"/>
            <a:ext cx="73247" cy="117443"/>
          </a:xfrm>
          <a:prstGeom prst="rect"/>
          <a:ln w="0">
            <a:noFill/>
          </a:ln>
        </p:spPr>
      </p:pic>
      <p:sp>
        <p:nvSpPr>
          <p:cNvPr id="1895" name="New shape"/>
          <p:cNvSpPr/>
          <p:nvPr/>
        </p:nvSpPr>
        <p:spPr>
          <a:xfrm>
            <a:off x="3348228" y="6349460"/>
            <a:ext cx="4886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6" name="New picture"/>
          <p:cNvPicPr/>
          <p:nvPr/>
        </p:nvPicPr>
        <p:blipFill>
          <a:blip r:embed="rId1143"/>
          <a:srcRect/>
          <a:stretch>
            <a:fillRect/>
          </a:stretch>
        </p:blipFill>
        <p:spPr>
          <a:xfrm>
            <a:off x="3435191" y="6340221"/>
            <a:ext cx="70199" cy="80867"/>
          </a:xfrm>
          <a:prstGeom prst="rect"/>
          <a:ln w="0">
            <a:noFill/>
          </a:ln>
        </p:spPr>
      </p:pic>
      <p:pic>
        <p:nvPicPr>
          <p:cNvPr id="1897" name="New picture"/>
          <p:cNvPicPr/>
          <p:nvPr/>
        </p:nvPicPr>
        <p:blipFill>
          <a:blip r:embed="rId1144"/>
          <a:srcRect/>
          <a:stretch>
            <a:fillRect/>
          </a:stretch>
        </p:blipFill>
        <p:spPr>
          <a:xfrm>
            <a:off x="3523773" y="6338791"/>
            <a:ext cx="71818" cy="82391"/>
          </a:xfrm>
          <a:prstGeom prst="rect"/>
          <a:ln w="0">
            <a:noFill/>
          </a:ln>
        </p:spPr>
      </p:pic>
      <p:sp>
        <p:nvSpPr>
          <p:cNvPr id="1898" name="New shape"/>
          <p:cNvSpPr/>
          <p:nvPr/>
        </p:nvSpPr>
        <p:spPr>
          <a:xfrm>
            <a:off x="3537490" y="6347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9" name="New picture"/>
          <p:cNvPicPr/>
          <p:nvPr/>
        </p:nvPicPr>
        <p:blipFill>
          <a:blip r:embed="rId1145"/>
          <a:srcRect/>
          <a:stretch>
            <a:fillRect/>
          </a:stretch>
        </p:blipFill>
        <p:spPr>
          <a:xfrm>
            <a:off x="3650647" y="6309740"/>
            <a:ext cx="74771" cy="111442"/>
          </a:xfrm>
          <a:prstGeom prst="rect"/>
          <a:ln w="0">
            <a:noFill/>
          </a:ln>
        </p:spPr>
      </p:pic>
      <p:sp>
        <p:nvSpPr>
          <p:cNvPr id="1900" name="New shape"/>
          <p:cNvSpPr/>
          <p:nvPr/>
        </p:nvSpPr>
        <p:spPr>
          <a:xfrm>
            <a:off x="3664362" y="6349460"/>
            <a:ext cx="47339" cy="609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1" name="New picture"/>
          <p:cNvPicPr/>
          <p:nvPr/>
        </p:nvPicPr>
        <p:blipFill>
          <a:blip r:embed="rId1146"/>
          <a:srcRect/>
          <a:stretch>
            <a:fillRect/>
          </a:stretch>
        </p:blipFill>
        <p:spPr>
          <a:xfrm>
            <a:off x="3749802" y="6340316"/>
            <a:ext cx="70199" cy="80867"/>
          </a:xfrm>
          <a:prstGeom prst="rect"/>
          <a:ln w="0">
            <a:noFill/>
          </a:ln>
        </p:spPr>
      </p:pic>
      <p:pic>
        <p:nvPicPr>
          <p:cNvPr id="1902" name="New picture"/>
          <p:cNvPicPr/>
          <p:nvPr/>
        </p:nvPicPr>
        <p:blipFill>
          <a:blip r:embed="rId1147"/>
          <a:srcRect/>
          <a:stretch>
            <a:fillRect/>
          </a:stretch>
        </p:blipFill>
        <p:spPr>
          <a:xfrm>
            <a:off x="3884200" y="6338697"/>
            <a:ext cx="120682" cy="79343"/>
          </a:xfrm>
          <a:prstGeom prst="rect"/>
          <a:ln w="0">
            <a:noFill/>
          </a:ln>
        </p:spPr>
      </p:pic>
      <p:pic>
        <p:nvPicPr>
          <p:cNvPr id="1903" name="New picture"/>
          <p:cNvPicPr/>
          <p:nvPr/>
        </p:nvPicPr>
        <p:blipFill>
          <a:blip r:embed="rId1148"/>
          <a:srcRect/>
          <a:stretch>
            <a:fillRect/>
          </a:stretch>
        </p:blipFill>
        <p:spPr>
          <a:xfrm>
            <a:off x="4021646" y="6338697"/>
            <a:ext cx="65627" cy="82391"/>
          </a:xfrm>
          <a:prstGeom prst="rect"/>
          <a:ln w="0">
            <a:noFill/>
          </a:ln>
        </p:spPr>
      </p:pic>
      <p:sp>
        <p:nvSpPr>
          <p:cNvPr id="1904" name="New shape"/>
          <p:cNvSpPr/>
          <p:nvPr/>
        </p:nvSpPr>
        <p:spPr>
          <a:xfrm>
            <a:off x="4035361" y="6379845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5" name="New picture"/>
          <p:cNvPicPr/>
          <p:nvPr/>
        </p:nvPicPr>
        <p:blipFill>
          <a:blip r:embed="rId1149"/>
          <a:srcRect/>
          <a:stretch>
            <a:fillRect/>
          </a:stretch>
        </p:blipFill>
        <p:spPr>
          <a:xfrm>
            <a:off x="4107085" y="6338792"/>
            <a:ext cx="64198" cy="82486"/>
          </a:xfrm>
          <a:prstGeom prst="rect"/>
          <a:ln w="0">
            <a:noFill/>
          </a:ln>
        </p:spPr>
      </p:pic>
      <p:pic>
        <p:nvPicPr>
          <p:cNvPr id="1906" name="New picture"/>
          <p:cNvPicPr/>
          <p:nvPr/>
        </p:nvPicPr>
        <p:blipFill>
          <a:blip r:embed="rId1150"/>
          <a:srcRect/>
          <a:stretch>
            <a:fillRect/>
          </a:stretch>
        </p:blipFill>
        <p:spPr>
          <a:xfrm>
            <a:off x="4189571" y="6309741"/>
            <a:ext cx="68675" cy="108395"/>
          </a:xfrm>
          <a:prstGeom prst="rect"/>
          <a:ln w="0">
            <a:noFill/>
          </a:ln>
        </p:spPr>
      </p:pic>
      <p:sp>
        <p:nvSpPr>
          <p:cNvPr id="1907" name="New shape"/>
          <p:cNvSpPr/>
          <p:nvPr/>
        </p:nvSpPr>
        <p:spPr>
          <a:xfrm>
            <a:off x="4282726" y="634031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08" name="New picture"/>
          <p:cNvPicPr/>
          <p:nvPr/>
        </p:nvPicPr>
        <p:blipFill>
          <a:blip r:embed="rId1151"/>
          <a:srcRect/>
          <a:stretch>
            <a:fillRect/>
          </a:stretch>
        </p:blipFill>
        <p:spPr>
          <a:xfrm>
            <a:off x="4281201" y="6306693"/>
            <a:ext cx="16764" cy="15240"/>
          </a:xfrm>
          <a:prstGeom prst="rect"/>
          <a:ln w="0">
            <a:noFill/>
          </a:ln>
        </p:spPr>
      </p:pic>
      <p:pic>
        <p:nvPicPr>
          <p:cNvPr id="1909" name="New picture"/>
          <p:cNvPicPr/>
          <p:nvPr/>
        </p:nvPicPr>
        <p:blipFill>
          <a:blip r:embed="rId1152"/>
          <a:srcRect/>
          <a:stretch>
            <a:fillRect/>
          </a:stretch>
        </p:blipFill>
        <p:spPr>
          <a:xfrm>
            <a:off x="4320921" y="6338792"/>
            <a:ext cx="70295" cy="79343"/>
          </a:xfrm>
          <a:prstGeom prst="rect"/>
          <a:ln w="0">
            <a:noFill/>
          </a:ln>
        </p:spPr>
      </p:pic>
      <p:pic>
        <p:nvPicPr>
          <p:cNvPr id="1910" name="New picture"/>
          <p:cNvPicPr/>
          <p:nvPr/>
        </p:nvPicPr>
        <p:blipFill>
          <a:blip r:embed="rId1153"/>
          <a:srcRect/>
          <a:stretch>
            <a:fillRect/>
          </a:stretch>
        </p:blipFill>
        <p:spPr>
          <a:xfrm>
            <a:off x="4411028" y="6338791"/>
            <a:ext cx="71723" cy="82391"/>
          </a:xfrm>
          <a:prstGeom prst="rect"/>
          <a:ln w="0">
            <a:noFill/>
          </a:ln>
        </p:spPr>
      </p:pic>
      <p:sp>
        <p:nvSpPr>
          <p:cNvPr id="1911" name="New shape"/>
          <p:cNvSpPr/>
          <p:nvPr/>
        </p:nvSpPr>
        <p:spPr>
          <a:xfrm>
            <a:off x="4423219" y="6347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12" name="New shape"/>
          <p:cNvSpPr/>
          <p:nvPr/>
        </p:nvSpPr>
        <p:spPr>
          <a:xfrm>
            <a:off x="4543044" y="6309360"/>
            <a:ext cx="13716" cy="1082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3" name="New picture"/>
          <p:cNvPicPr/>
          <p:nvPr/>
        </p:nvPicPr>
        <p:blipFill>
          <a:blip r:embed="rId1154"/>
          <a:srcRect/>
          <a:stretch>
            <a:fillRect/>
          </a:stretch>
        </p:blipFill>
        <p:spPr>
          <a:xfrm>
            <a:off x="4576001" y="6338697"/>
            <a:ext cx="71723" cy="82487"/>
          </a:xfrm>
          <a:prstGeom prst="rect"/>
          <a:ln w="0">
            <a:noFill/>
          </a:ln>
        </p:spPr>
      </p:pic>
      <p:sp>
        <p:nvSpPr>
          <p:cNvPr id="1914" name="New shape"/>
          <p:cNvSpPr/>
          <p:nvPr/>
        </p:nvSpPr>
        <p:spPr>
          <a:xfrm>
            <a:off x="4589717" y="6347936"/>
            <a:ext cx="45815" cy="2590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5" name="New picture"/>
          <p:cNvPicPr/>
          <p:nvPr/>
        </p:nvPicPr>
        <p:blipFill>
          <a:blip r:embed="rId1155"/>
          <a:srcRect/>
          <a:stretch>
            <a:fillRect/>
          </a:stretch>
        </p:blipFill>
        <p:spPr>
          <a:xfrm>
            <a:off x="4661440" y="6338697"/>
            <a:ext cx="65627" cy="82391"/>
          </a:xfrm>
          <a:prstGeom prst="rect"/>
          <a:ln w="0">
            <a:noFill/>
          </a:ln>
        </p:spPr>
      </p:pic>
      <p:sp>
        <p:nvSpPr>
          <p:cNvPr id="1916" name="New shape"/>
          <p:cNvSpPr/>
          <p:nvPr/>
        </p:nvSpPr>
        <p:spPr>
          <a:xfrm>
            <a:off x="4675156" y="6379845"/>
            <a:ext cx="38195" cy="3057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7" name="New picture"/>
          <p:cNvPicPr/>
          <p:nvPr/>
        </p:nvPicPr>
        <p:blipFill>
          <a:blip r:embed="rId1156"/>
          <a:srcRect/>
          <a:stretch>
            <a:fillRect/>
          </a:stretch>
        </p:blipFill>
        <p:spPr>
          <a:xfrm>
            <a:off x="4751546" y="6338792"/>
            <a:ext cx="42672" cy="79343"/>
          </a:xfrm>
          <a:prstGeom prst="rect"/>
          <a:ln w="0">
            <a:noFill/>
          </a:ln>
        </p:spPr>
      </p:pic>
      <p:pic>
        <p:nvPicPr>
          <p:cNvPr id="1918" name="New picture"/>
          <p:cNvPicPr/>
          <p:nvPr/>
        </p:nvPicPr>
        <p:blipFill>
          <a:blip r:embed="rId1157"/>
          <a:srcRect/>
          <a:stretch>
            <a:fillRect/>
          </a:stretch>
        </p:blipFill>
        <p:spPr>
          <a:xfrm>
            <a:off x="4806505" y="6338792"/>
            <a:ext cx="70295" cy="79343"/>
          </a:xfrm>
          <a:prstGeom prst="rect"/>
          <a:ln w="0">
            <a:noFill/>
          </a:ln>
        </p:spPr>
      </p:pic>
      <p:sp>
        <p:nvSpPr>
          <p:cNvPr id="1919" name="New shape"/>
          <p:cNvSpPr/>
          <p:nvPr/>
        </p:nvSpPr>
        <p:spPr>
          <a:xfrm>
            <a:off x="4901185" y="6340316"/>
            <a:ext cx="13716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0" name="New picture"/>
          <p:cNvPicPr/>
          <p:nvPr/>
        </p:nvPicPr>
        <p:blipFill>
          <a:blip r:embed="rId1158"/>
          <a:srcRect/>
          <a:stretch>
            <a:fillRect/>
          </a:stretch>
        </p:blipFill>
        <p:spPr>
          <a:xfrm>
            <a:off x="4899660" y="6306789"/>
            <a:ext cx="16764" cy="15240"/>
          </a:xfrm>
          <a:prstGeom prst="rect"/>
          <a:ln w="0">
            <a:noFill/>
          </a:ln>
        </p:spPr>
      </p:pic>
      <p:pic>
        <p:nvPicPr>
          <p:cNvPr id="1921" name="New picture"/>
          <p:cNvPicPr/>
          <p:nvPr/>
        </p:nvPicPr>
        <p:blipFill>
          <a:blip r:embed="rId1159"/>
          <a:srcRect/>
          <a:stretch>
            <a:fillRect/>
          </a:stretch>
        </p:blipFill>
        <p:spPr>
          <a:xfrm>
            <a:off x="4940903" y="6338792"/>
            <a:ext cx="68675" cy="79343"/>
          </a:xfrm>
          <a:prstGeom prst="rect"/>
          <a:ln w="0">
            <a:noFill/>
          </a:ln>
        </p:spPr>
      </p:pic>
      <p:pic>
        <p:nvPicPr>
          <p:cNvPr id="1922" name="New picture"/>
          <p:cNvPicPr/>
          <p:nvPr/>
        </p:nvPicPr>
        <p:blipFill>
          <a:blip r:embed="rId1160"/>
          <a:srcRect/>
          <a:stretch>
            <a:fillRect/>
          </a:stretch>
        </p:blipFill>
        <p:spPr>
          <a:xfrm>
            <a:off x="5024913" y="6338792"/>
            <a:ext cx="77819" cy="118967"/>
          </a:xfrm>
          <a:prstGeom prst="rect"/>
          <a:ln w="0">
            <a:noFill/>
          </a:ln>
        </p:spPr>
      </p:pic>
      <p:sp>
        <p:nvSpPr>
          <p:cNvPr id="1923" name="New shape"/>
          <p:cNvSpPr/>
          <p:nvPr/>
        </p:nvSpPr>
        <p:spPr>
          <a:xfrm>
            <a:off x="5041678" y="6347936"/>
            <a:ext cx="39719" cy="3657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24" name="New shape"/>
          <p:cNvSpPr/>
          <p:nvPr/>
        </p:nvSpPr>
        <p:spPr>
          <a:xfrm>
            <a:off x="5037105" y="6418135"/>
            <a:ext cx="51911" cy="3048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5" name="New picture"/>
          <p:cNvPicPr/>
          <p:nvPr/>
        </p:nvPicPr>
        <p:blipFill>
          <a:blip r:embed="rId1161"/>
          <a:srcRect/>
          <a:stretch>
            <a:fillRect/>
          </a:stretch>
        </p:blipFill>
        <p:spPr>
          <a:xfrm>
            <a:off x="5114925" y="6402896"/>
            <a:ext cx="16859" cy="16764"/>
          </a:xfrm>
          <a:prstGeom prst="rect"/>
          <a:ln w="0">
            <a:noFill/>
          </a:ln>
        </p:spPr>
      </p:pic>
      <p:pic>
        <p:nvPicPr>
          <p:cNvPr id="1926" name="New picture"/>
          <p:cNvPicPr/>
          <p:nvPr/>
        </p:nvPicPr>
        <p:blipFill>
          <a:blip r:embed="rId1162"/>
          <a:srcRect/>
          <a:stretch>
            <a:fillRect/>
          </a:stretch>
        </p:blipFill>
        <p:spPr>
          <a:xfrm>
            <a:off x="665226" y="6691313"/>
            <a:ext cx="97726" cy="108299"/>
          </a:xfrm>
          <a:prstGeom prst="rect"/>
          <a:ln w="0">
            <a:noFill/>
          </a:ln>
        </p:spPr>
      </p:pic>
      <p:sp>
        <p:nvSpPr>
          <p:cNvPr id="1927" name="New shape"/>
          <p:cNvSpPr/>
          <p:nvPr/>
        </p:nvSpPr>
        <p:spPr>
          <a:xfrm>
            <a:off x="698849" y="6703505"/>
            <a:ext cx="42672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28" name="New picture"/>
          <p:cNvPicPr/>
          <p:nvPr/>
        </p:nvPicPr>
        <p:blipFill>
          <a:blip r:embed="rId1163"/>
          <a:srcRect/>
          <a:stretch>
            <a:fillRect/>
          </a:stretch>
        </p:blipFill>
        <p:spPr>
          <a:xfrm>
            <a:off x="773621" y="6721793"/>
            <a:ext cx="70295" cy="77819"/>
          </a:xfrm>
          <a:prstGeom prst="rect"/>
          <a:ln w="0">
            <a:noFill/>
          </a:ln>
        </p:spPr>
      </p:pic>
      <p:sp>
        <p:nvSpPr>
          <p:cNvPr id="1929" name="New shape"/>
          <p:cNvSpPr/>
          <p:nvPr/>
        </p:nvSpPr>
        <p:spPr>
          <a:xfrm>
            <a:off x="845439" y="6721793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0" name="New picture"/>
          <p:cNvPicPr/>
          <p:nvPr/>
        </p:nvPicPr>
        <p:blipFill>
          <a:blip r:embed="rId1164"/>
          <a:srcRect/>
          <a:stretch>
            <a:fillRect/>
          </a:stretch>
        </p:blipFill>
        <p:spPr>
          <a:xfrm>
            <a:off x="860679" y="6688265"/>
            <a:ext cx="16764" cy="15240"/>
          </a:xfrm>
          <a:prstGeom prst="rect"/>
          <a:ln w="0">
            <a:noFill/>
          </a:ln>
        </p:spPr>
      </p:pic>
      <p:pic>
        <p:nvPicPr>
          <p:cNvPr id="1931" name="New picture"/>
          <p:cNvPicPr/>
          <p:nvPr/>
        </p:nvPicPr>
        <p:blipFill>
          <a:blip r:embed="rId1165"/>
          <a:srcRect/>
          <a:stretch>
            <a:fillRect/>
          </a:stretch>
        </p:blipFill>
        <p:spPr>
          <a:xfrm>
            <a:off x="875919" y="6720269"/>
            <a:ext cx="65723" cy="82391"/>
          </a:xfrm>
          <a:prstGeom prst="rect"/>
          <a:ln w="0">
            <a:noFill/>
          </a:ln>
        </p:spPr>
      </p:pic>
      <p:pic>
        <p:nvPicPr>
          <p:cNvPr id="1932" name="New picture"/>
          <p:cNvPicPr/>
          <p:nvPr/>
        </p:nvPicPr>
        <p:blipFill>
          <a:blip r:embed="rId1166"/>
          <a:srcRect/>
          <a:stretch>
            <a:fillRect/>
          </a:stretch>
        </p:blipFill>
        <p:spPr>
          <a:xfrm>
            <a:off x="990505" y="6691312"/>
            <a:ext cx="83915" cy="111347"/>
          </a:xfrm>
          <a:prstGeom prst="rect"/>
          <a:ln w="0">
            <a:noFill/>
          </a:ln>
        </p:spPr>
      </p:pic>
      <p:sp>
        <p:nvSpPr>
          <p:cNvPr id="1933" name="New shape"/>
          <p:cNvSpPr/>
          <p:nvPr/>
        </p:nvSpPr>
        <p:spPr>
          <a:xfrm>
            <a:off x="1004221" y="673093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4" name="New picture"/>
          <p:cNvPicPr/>
          <p:nvPr/>
        </p:nvPicPr>
        <p:blipFill>
          <a:blip r:embed="rId1167"/>
          <a:srcRect/>
          <a:stretch>
            <a:fillRect/>
          </a:stretch>
        </p:blipFill>
        <p:spPr>
          <a:xfrm>
            <a:off x="1083659" y="6720269"/>
            <a:ext cx="70199" cy="82391"/>
          </a:xfrm>
          <a:prstGeom prst="rect"/>
          <a:ln w="0">
            <a:noFill/>
          </a:ln>
        </p:spPr>
      </p:pic>
      <p:sp>
        <p:nvSpPr>
          <p:cNvPr id="1935" name="New shape"/>
          <p:cNvSpPr/>
          <p:nvPr/>
        </p:nvSpPr>
        <p:spPr>
          <a:xfrm>
            <a:off x="1097375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6" name="New picture"/>
          <p:cNvPicPr/>
          <p:nvPr/>
        </p:nvPicPr>
        <p:blipFill>
          <a:blip r:embed="rId1168"/>
          <a:srcRect/>
          <a:stretch>
            <a:fillRect/>
          </a:stretch>
        </p:blipFill>
        <p:spPr>
          <a:xfrm>
            <a:off x="1204246" y="6720267"/>
            <a:ext cx="74867" cy="79343"/>
          </a:xfrm>
          <a:prstGeom prst="rect"/>
          <a:ln w="0">
            <a:noFill/>
          </a:ln>
        </p:spPr>
      </p:pic>
      <p:pic>
        <p:nvPicPr>
          <p:cNvPr id="1937" name="New picture"/>
          <p:cNvPicPr/>
          <p:nvPr/>
        </p:nvPicPr>
        <p:blipFill>
          <a:blip r:embed="rId1169"/>
          <a:srcRect/>
          <a:stretch>
            <a:fillRect/>
          </a:stretch>
        </p:blipFill>
        <p:spPr>
          <a:xfrm>
            <a:off x="1297400" y="6720268"/>
            <a:ext cx="76390" cy="82392"/>
          </a:xfrm>
          <a:prstGeom prst="rect"/>
          <a:ln w="0">
            <a:noFill/>
          </a:ln>
        </p:spPr>
      </p:pic>
      <p:sp>
        <p:nvSpPr>
          <p:cNvPr id="1938" name="New shape"/>
          <p:cNvSpPr/>
          <p:nvPr/>
        </p:nvSpPr>
        <p:spPr>
          <a:xfrm>
            <a:off x="1309592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9" name="New picture"/>
          <p:cNvPicPr/>
          <p:nvPr/>
        </p:nvPicPr>
        <p:blipFill>
          <a:blip r:embed="rId1170"/>
          <a:srcRect/>
          <a:stretch>
            <a:fillRect/>
          </a:stretch>
        </p:blipFill>
        <p:spPr>
          <a:xfrm>
            <a:off x="1389031" y="6720267"/>
            <a:ext cx="74771" cy="79343"/>
          </a:xfrm>
          <a:prstGeom prst="rect"/>
          <a:ln w="0">
            <a:noFill/>
          </a:ln>
        </p:spPr>
      </p:pic>
      <p:sp>
        <p:nvSpPr>
          <p:cNvPr id="1940" name="New shape"/>
          <p:cNvSpPr/>
          <p:nvPr/>
        </p:nvSpPr>
        <p:spPr>
          <a:xfrm>
            <a:off x="1480661" y="6750748"/>
            <a:ext cx="35147" cy="9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1" name="New picture"/>
          <p:cNvPicPr/>
          <p:nvPr/>
        </p:nvPicPr>
        <p:blipFill>
          <a:blip r:embed="rId1171"/>
          <a:srcRect/>
          <a:stretch>
            <a:fillRect/>
          </a:stretch>
        </p:blipFill>
        <p:spPr>
          <a:xfrm>
            <a:off x="1528001" y="6720267"/>
            <a:ext cx="51911" cy="79343"/>
          </a:xfrm>
          <a:prstGeom prst="rect"/>
          <a:ln w="0">
            <a:noFill/>
          </a:ln>
        </p:spPr>
      </p:pic>
      <p:pic>
        <p:nvPicPr>
          <p:cNvPr id="1942" name="New picture"/>
          <p:cNvPicPr/>
          <p:nvPr/>
        </p:nvPicPr>
        <p:blipFill>
          <a:blip r:embed="rId1172"/>
          <a:srcRect/>
          <a:stretch>
            <a:fillRect/>
          </a:stretch>
        </p:blipFill>
        <p:spPr>
          <a:xfrm>
            <a:off x="1579912" y="6720269"/>
            <a:ext cx="70199" cy="82391"/>
          </a:xfrm>
          <a:prstGeom prst="rect"/>
          <a:ln w="0">
            <a:noFill/>
          </a:ln>
        </p:spPr>
      </p:pic>
      <p:sp>
        <p:nvSpPr>
          <p:cNvPr id="1943" name="New shape"/>
          <p:cNvSpPr/>
          <p:nvPr/>
        </p:nvSpPr>
        <p:spPr>
          <a:xfrm>
            <a:off x="1593628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4" name="New picture"/>
          <p:cNvPicPr/>
          <p:nvPr/>
        </p:nvPicPr>
        <p:blipFill>
          <a:blip r:embed="rId1173"/>
          <a:srcRect/>
          <a:stretch>
            <a:fillRect/>
          </a:stretch>
        </p:blipFill>
        <p:spPr>
          <a:xfrm>
            <a:off x="1653159" y="6720269"/>
            <a:ext cx="65723" cy="82391"/>
          </a:xfrm>
          <a:prstGeom prst="rect"/>
          <a:ln w="0">
            <a:noFill/>
          </a:ln>
        </p:spPr>
      </p:pic>
      <p:pic>
        <p:nvPicPr>
          <p:cNvPr id="1945" name="New picture"/>
          <p:cNvPicPr/>
          <p:nvPr/>
        </p:nvPicPr>
        <p:blipFill>
          <a:blip r:embed="rId1174"/>
          <a:srcRect/>
          <a:stretch>
            <a:fillRect/>
          </a:stretch>
        </p:blipFill>
        <p:spPr>
          <a:xfrm>
            <a:off x="1723453" y="6720268"/>
            <a:ext cx="84011" cy="117539"/>
          </a:xfrm>
          <a:prstGeom prst="rect"/>
          <a:ln w="0">
            <a:noFill/>
          </a:ln>
        </p:spPr>
      </p:pic>
      <p:sp>
        <p:nvSpPr>
          <p:cNvPr id="1946" name="New shape"/>
          <p:cNvSpPr/>
          <p:nvPr/>
        </p:nvSpPr>
        <p:spPr>
          <a:xfrm>
            <a:off x="1743265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7" name="New picture"/>
          <p:cNvPicPr/>
          <p:nvPr/>
        </p:nvPicPr>
        <p:blipFill>
          <a:blip r:embed="rId1175"/>
          <a:srcRect/>
          <a:stretch>
            <a:fillRect/>
          </a:stretch>
        </p:blipFill>
        <p:spPr>
          <a:xfrm>
            <a:off x="1822704" y="6720268"/>
            <a:ext cx="77914" cy="82392"/>
          </a:xfrm>
          <a:prstGeom prst="rect"/>
          <a:ln w="0">
            <a:noFill/>
          </a:ln>
        </p:spPr>
      </p:pic>
      <p:sp>
        <p:nvSpPr>
          <p:cNvPr id="1948" name="New shape"/>
          <p:cNvSpPr/>
          <p:nvPr/>
        </p:nvSpPr>
        <p:spPr>
          <a:xfrm>
            <a:off x="1834896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9" name="New picture"/>
          <p:cNvPicPr/>
          <p:nvPr/>
        </p:nvPicPr>
        <p:blipFill>
          <a:blip r:embed="rId1176"/>
          <a:srcRect/>
          <a:stretch>
            <a:fillRect/>
          </a:stretch>
        </p:blipFill>
        <p:spPr>
          <a:xfrm>
            <a:off x="1914334" y="6720267"/>
            <a:ext cx="74771" cy="79343"/>
          </a:xfrm>
          <a:prstGeom prst="rect"/>
          <a:ln w="0">
            <a:noFill/>
          </a:ln>
        </p:spPr>
      </p:pic>
      <p:pic>
        <p:nvPicPr>
          <p:cNvPr id="1950" name="New picture"/>
          <p:cNvPicPr/>
          <p:nvPr/>
        </p:nvPicPr>
        <p:blipFill>
          <a:blip r:embed="rId1177"/>
          <a:srcRect/>
          <a:stretch>
            <a:fillRect/>
          </a:stretch>
        </p:blipFill>
        <p:spPr>
          <a:xfrm>
            <a:off x="1998345" y="6720269"/>
            <a:ext cx="65627" cy="82391"/>
          </a:xfrm>
          <a:prstGeom prst="rect"/>
          <a:ln w="0">
            <a:noFill/>
          </a:ln>
        </p:spPr>
      </p:pic>
      <p:pic>
        <p:nvPicPr>
          <p:cNvPr id="1951" name="New picture"/>
          <p:cNvPicPr/>
          <p:nvPr/>
        </p:nvPicPr>
        <p:blipFill>
          <a:blip r:embed="rId1178"/>
          <a:srcRect/>
          <a:stretch>
            <a:fillRect/>
          </a:stretch>
        </p:blipFill>
        <p:spPr>
          <a:xfrm>
            <a:off x="2074640" y="6720269"/>
            <a:ext cx="76390" cy="82391"/>
          </a:xfrm>
          <a:prstGeom prst="rect"/>
          <a:ln w="0">
            <a:noFill/>
          </a:ln>
        </p:spPr>
      </p:pic>
      <p:sp>
        <p:nvSpPr>
          <p:cNvPr id="1952" name="New shape"/>
          <p:cNvSpPr/>
          <p:nvPr/>
        </p:nvSpPr>
        <p:spPr>
          <a:xfrm>
            <a:off x="2086832" y="673093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3" name="New picture"/>
          <p:cNvPicPr/>
          <p:nvPr/>
        </p:nvPicPr>
        <p:blipFill>
          <a:blip r:embed="rId1179"/>
          <a:srcRect/>
          <a:stretch>
            <a:fillRect/>
          </a:stretch>
        </p:blipFill>
        <p:spPr>
          <a:xfrm>
            <a:off x="2166271" y="6691312"/>
            <a:ext cx="77914" cy="111347"/>
          </a:xfrm>
          <a:prstGeom prst="rect"/>
          <a:ln w="0">
            <a:noFill/>
          </a:ln>
        </p:spPr>
      </p:pic>
      <p:sp>
        <p:nvSpPr>
          <p:cNvPr id="1954" name="New shape"/>
          <p:cNvSpPr/>
          <p:nvPr/>
        </p:nvSpPr>
        <p:spPr>
          <a:xfrm>
            <a:off x="2179987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55" name="New shape"/>
          <p:cNvSpPr/>
          <p:nvPr/>
        </p:nvSpPr>
        <p:spPr>
          <a:xfrm>
            <a:off x="2259425" y="6721793"/>
            <a:ext cx="244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6" name="New picture"/>
          <p:cNvPicPr/>
          <p:nvPr/>
        </p:nvPicPr>
        <p:blipFill>
          <a:blip r:embed="rId1180"/>
          <a:srcRect/>
          <a:stretch>
            <a:fillRect/>
          </a:stretch>
        </p:blipFill>
        <p:spPr>
          <a:xfrm>
            <a:off x="2273141" y="6688265"/>
            <a:ext cx="16859" cy="15240"/>
          </a:xfrm>
          <a:prstGeom prst="rect"/>
          <a:ln w="0">
            <a:noFill/>
          </a:ln>
        </p:spPr>
      </p:pic>
      <p:sp>
        <p:nvSpPr>
          <p:cNvPr id="1957" name="New shape"/>
          <p:cNvSpPr/>
          <p:nvPr/>
        </p:nvSpPr>
        <p:spPr>
          <a:xfrm>
            <a:off x="2297621" y="6691312"/>
            <a:ext cx="28956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58" name="New shape"/>
          <p:cNvSpPr/>
          <p:nvPr/>
        </p:nvSpPr>
        <p:spPr>
          <a:xfrm>
            <a:off x="2335816" y="6721793"/>
            <a:ext cx="25908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59" name="New picture"/>
          <p:cNvPicPr/>
          <p:nvPr/>
        </p:nvPicPr>
        <p:blipFill>
          <a:blip r:embed="rId1181"/>
          <a:srcRect/>
          <a:stretch>
            <a:fillRect/>
          </a:stretch>
        </p:blipFill>
        <p:spPr>
          <a:xfrm>
            <a:off x="2351056" y="6688265"/>
            <a:ext cx="16764" cy="15240"/>
          </a:xfrm>
          <a:prstGeom prst="rect"/>
          <a:ln w="0">
            <a:noFill/>
          </a:ln>
        </p:spPr>
      </p:pic>
      <p:pic>
        <p:nvPicPr>
          <p:cNvPr id="1960" name="New picture"/>
          <p:cNvPicPr/>
          <p:nvPr/>
        </p:nvPicPr>
        <p:blipFill>
          <a:blip r:embed="rId1182"/>
          <a:srcRect/>
          <a:stretch>
            <a:fillRect/>
          </a:stretch>
        </p:blipFill>
        <p:spPr>
          <a:xfrm>
            <a:off x="2375440" y="6698933"/>
            <a:ext cx="47339" cy="103727"/>
          </a:xfrm>
          <a:prstGeom prst="rect"/>
          <a:ln w="0">
            <a:noFill/>
          </a:ln>
        </p:spPr>
      </p:pic>
      <p:pic>
        <p:nvPicPr>
          <p:cNvPr id="1961" name="New picture"/>
          <p:cNvPicPr/>
          <p:nvPr/>
        </p:nvPicPr>
        <p:blipFill>
          <a:blip r:embed="rId1183"/>
          <a:srcRect/>
          <a:stretch>
            <a:fillRect/>
          </a:stretch>
        </p:blipFill>
        <p:spPr>
          <a:xfrm>
            <a:off x="2427446" y="6720269"/>
            <a:ext cx="70199" cy="82391"/>
          </a:xfrm>
          <a:prstGeom prst="rect"/>
          <a:ln w="0">
            <a:noFill/>
          </a:ln>
        </p:spPr>
      </p:pic>
      <p:sp>
        <p:nvSpPr>
          <p:cNvPr id="1962" name="New shape"/>
          <p:cNvSpPr/>
          <p:nvPr/>
        </p:nvSpPr>
        <p:spPr>
          <a:xfrm>
            <a:off x="2441162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63" name="New shape"/>
          <p:cNvSpPr/>
          <p:nvPr/>
        </p:nvSpPr>
        <p:spPr>
          <a:xfrm>
            <a:off x="2457926" y="6685217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4" name="New picture"/>
          <p:cNvPicPr/>
          <p:nvPr/>
        </p:nvPicPr>
        <p:blipFill>
          <a:blip r:embed="rId1184"/>
          <a:srcRect/>
          <a:stretch>
            <a:fillRect/>
          </a:stretch>
        </p:blipFill>
        <p:spPr>
          <a:xfrm>
            <a:off x="2548033" y="6784370"/>
            <a:ext cx="16764" cy="16764"/>
          </a:xfrm>
          <a:prstGeom prst="rect"/>
          <a:ln w="0">
            <a:noFill/>
          </a:ln>
        </p:spPr>
      </p:pic>
      <p:pic>
        <p:nvPicPr>
          <p:cNvPr id="1965" name="New picture"/>
          <p:cNvPicPr/>
          <p:nvPr/>
        </p:nvPicPr>
        <p:blipFill>
          <a:blip r:embed="rId1185"/>
          <a:srcRect/>
          <a:stretch>
            <a:fillRect/>
          </a:stretch>
        </p:blipFill>
        <p:spPr>
          <a:xfrm>
            <a:off x="2555653" y="6729412"/>
            <a:ext cx="16859" cy="15239"/>
          </a:xfrm>
          <a:prstGeom prst="rect"/>
          <a:ln w="0">
            <a:noFill/>
          </a:ln>
        </p:spPr>
      </p:pic>
      <p:pic>
        <p:nvPicPr>
          <p:cNvPr id="1966" name="New picture"/>
          <p:cNvPicPr/>
          <p:nvPr/>
        </p:nvPicPr>
        <p:blipFill>
          <a:blip r:embed="rId1186"/>
          <a:srcRect/>
          <a:stretch>
            <a:fillRect/>
          </a:stretch>
        </p:blipFill>
        <p:spPr>
          <a:xfrm>
            <a:off x="2628995" y="6691312"/>
            <a:ext cx="82391" cy="108300"/>
          </a:xfrm>
          <a:prstGeom prst="rect"/>
          <a:ln w="0">
            <a:noFill/>
          </a:ln>
        </p:spPr>
      </p:pic>
      <p:pic>
        <p:nvPicPr>
          <p:cNvPr id="1967" name="New picture"/>
          <p:cNvPicPr/>
          <p:nvPr/>
        </p:nvPicPr>
        <p:blipFill>
          <a:blip r:embed="rId1187"/>
          <a:srcRect/>
          <a:stretch>
            <a:fillRect/>
          </a:stretch>
        </p:blipFill>
        <p:spPr>
          <a:xfrm>
            <a:off x="2697670" y="6720269"/>
            <a:ext cx="76390" cy="82391"/>
          </a:xfrm>
          <a:prstGeom prst="rect"/>
          <a:ln w="0">
            <a:noFill/>
          </a:ln>
        </p:spPr>
      </p:pic>
      <p:sp>
        <p:nvSpPr>
          <p:cNvPr id="1968" name="New shape"/>
          <p:cNvSpPr/>
          <p:nvPr/>
        </p:nvSpPr>
        <p:spPr>
          <a:xfrm>
            <a:off x="2711386" y="673093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9" name="New picture"/>
          <p:cNvPicPr/>
          <p:nvPr/>
        </p:nvPicPr>
        <p:blipFill>
          <a:blip r:embed="rId1188"/>
          <a:srcRect/>
          <a:stretch>
            <a:fillRect/>
          </a:stretch>
        </p:blipFill>
        <p:spPr>
          <a:xfrm>
            <a:off x="2789301" y="6691312"/>
            <a:ext cx="79439" cy="111347"/>
          </a:xfrm>
          <a:prstGeom prst="rect"/>
          <a:ln w="0">
            <a:noFill/>
          </a:ln>
        </p:spPr>
      </p:pic>
      <p:sp>
        <p:nvSpPr>
          <p:cNvPr id="1970" name="New shape"/>
          <p:cNvSpPr/>
          <p:nvPr/>
        </p:nvSpPr>
        <p:spPr>
          <a:xfrm>
            <a:off x="2803017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71" name="New shape"/>
          <p:cNvSpPr/>
          <p:nvPr/>
        </p:nvSpPr>
        <p:spPr>
          <a:xfrm>
            <a:off x="2882455" y="6691312"/>
            <a:ext cx="29051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2" name="New picture"/>
          <p:cNvPicPr/>
          <p:nvPr/>
        </p:nvPicPr>
        <p:blipFill>
          <a:blip r:embed="rId1189"/>
          <a:srcRect/>
          <a:stretch>
            <a:fillRect/>
          </a:stretch>
        </p:blipFill>
        <p:spPr>
          <a:xfrm>
            <a:off x="2920650" y="6720269"/>
            <a:ext cx="70199" cy="82391"/>
          </a:xfrm>
          <a:prstGeom prst="rect"/>
          <a:ln w="0">
            <a:noFill/>
          </a:ln>
        </p:spPr>
      </p:pic>
      <p:sp>
        <p:nvSpPr>
          <p:cNvPr id="1973" name="New shape"/>
          <p:cNvSpPr/>
          <p:nvPr/>
        </p:nvSpPr>
        <p:spPr>
          <a:xfrm>
            <a:off x="2934367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4" name="New picture"/>
          <p:cNvPicPr/>
          <p:nvPr/>
        </p:nvPicPr>
        <p:blipFill>
          <a:blip r:embed="rId1190"/>
          <a:srcRect/>
          <a:stretch>
            <a:fillRect/>
          </a:stretch>
        </p:blipFill>
        <p:spPr>
          <a:xfrm>
            <a:off x="3001518" y="6720269"/>
            <a:ext cx="77914" cy="82391"/>
          </a:xfrm>
          <a:prstGeom prst="rect"/>
          <a:ln w="0">
            <a:noFill/>
          </a:ln>
        </p:spPr>
      </p:pic>
      <p:sp>
        <p:nvSpPr>
          <p:cNvPr id="1975" name="New shape"/>
          <p:cNvSpPr/>
          <p:nvPr/>
        </p:nvSpPr>
        <p:spPr>
          <a:xfrm>
            <a:off x="3015329" y="673093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76" name="New picture"/>
          <p:cNvPicPr/>
          <p:nvPr/>
        </p:nvPicPr>
        <p:blipFill>
          <a:blip r:embed="rId1191"/>
          <a:srcRect/>
          <a:stretch>
            <a:fillRect/>
          </a:stretch>
        </p:blipFill>
        <p:spPr>
          <a:xfrm>
            <a:off x="3096196" y="6721793"/>
            <a:ext cx="74867" cy="80867"/>
          </a:xfrm>
          <a:prstGeom prst="rect"/>
          <a:ln w="0">
            <a:noFill/>
          </a:ln>
        </p:spPr>
      </p:pic>
      <p:pic>
        <p:nvPicPr>
          <p:cNvPr id="1977" name="New picture"/>
          <p:cNvPicPr/>
          <p:nvPr/>
        </p:nvPicPr>
        <p:blipFill>
          <a:blip r:embed="rId1192"/>
          <a:srcRect/>
          <a:stretch>
            <a:fillRect/>
          </a:stretch>
        </p:blipFill>
        <p:spPr>
          <a:xfrm>
            <a:off x="3222974" y="6720267"/>
            <a:ext cx="76391" cy="79343"/>
          </a:xfrm>
          <a:prstGeom prst="rect"/>
          <a:ln w="0">
            <a:noFill/>
          </a:ln>
        </p:spPr>
      </p:pic>
      <p:pic>
        <p:nvPicPr>
          <p:cNvPr id="1978" name="New picture"/>
          <p:cNvPicPr/>
          <p:nvPr/>
        </p:nvPicPr>
        <p:blipFill>
          <a:blip r:embed="rId1193"/>
          <a:srcRect/>
          <a:stretch>
            <a:fillRect/>
          </a:stretch>
        </p:blipFill>
        <p:spPr>
          <a:xfrm>
            <a:off x="3316129" y="6720269"/>
            <a:ext cx="70199" cy="82391"/>
          </a:xfrm>
          <a:prstGeom prst="rect"/>
          <a:ln w="0">
            <a:noFill/>
          </a:ln>
        </p:spPr>
      </p:pic>
      <p:sp>
        <p:nvSpPr>
          <p:cNvPr id="1979" name="New shape"/>
          <p:cNvSpPr/>
          <p:nvPr/>
        </p:nvSpPr>
        <p:spPr>
          <a:xfrm>
            <a:off x="3328321" y="6729412"/>
            <a:ext cx="45815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0" name="New picture"/>
          <p:cNvPicPr/>
          <p:nvPr/>
        </p:nvPicPr>
        <p:blipFill>
          <a:blip r:embed="rId1194"/>
          <a:srcRect/>
          <a:stretch>
            <a:fillRect/>
          </a:stretch>
        </p:blipFill>
        <p:spPr>
          <a:xfrm>
            <a:off x="3427571" y="6720269"/>
            <a:ext cx="65722" cy="82391"/>
          </a:xfrm>
          <a:prstGeom prst="rect"/>
          <a:ln w="0">
            <a:noFill/>
          </a:ln>
        </p:spPr>
      </p:pic>
      <p:pic>
        <p:nvPicPr>
          <p:cNvPr id="1981" name="New picture"/>
          <p:cNvPicPr/>
          <p:nvPr/>
        </p:nvPicPr>
        <p:blipFill>
          <a:blip r:embed="rId1195"/>
          <a:srcRect/>
          <a:stretch>
            <a:fillRect/>
          </a:stretch>
        </p:blipFill>
        <p:spPr>
          <a:xfrm>
            <a:off x="3503961" y="6720268"/>
            <a:ext cx="77915" cy="82392"/>
          </a:xfrm>
          <a:prstGeom prst="rect"/>
          <a:ln w="0">
            <a:noFill/>
          </a:ln>
        </p:spPr>
      </p:pic>
      <p:sp>
        <p:nvSpPr>
          <p:cNvPr id="1982" name="New shape"/>
          <p:cNvSpPr/>
          <p:nvPr/>
        </p:nvSpPr>
        <p:spPr>
          <a:xfrm>
            <a:off x="3516154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3" name="New picture"/>
          <p:cNvPicPr/>
          <p:nvPr/>
        </p:nvPicPr>
        <p:blipFill>
          <a:blip r:embed="rId1196"/>
          <a:srcRect/>
          <a:stretch>
            <a:fillRect/>
          </a:stretch>
        </p:blipFill>
        <p:spPr>
          <a:xfrm>
            <a:off x="3598640" y="6721793"/>
            <a:ext cx="74866" cy="80867"/>
          </a:xfrm>
          <a:prstGeom prst="rect"/>
          <a:ln w="0">
            <a:noFill/>
          </a:ln>
        </p:spPr>
      </p:pic>
      <p:pic>
        <p:nvPicPr>
          <p:cNvPr id="1984" name="New picture"/>
          <p:cNvPicPr/>
          <p:nvPr/>
        </p:nvPicPr>
        <p:blipFill>
          <a:blip r:embed="rId1197"/>
          <a:srcRect/>
          <a:stretch>
            <a:fillRect/>
          </a:stretch>
        </p:blipFill>
        <p:spPr>
          <a:xfrm>
            <a:off x="3687222" y="6698933"/>
            <a:ext cx="48863" cy="103727"/>
          </a:xfrm>
          <a:prstGeom prst="rect"/>
          <a:ln w="0">
            <a:noFill/>
          </a:ln>
        </p:spPr>
      </p:pic>
      <p:sp>
        <p:nvSpPr>
          <p:cNvPr id="1985" name="New shape"/>
          <p:cNvSpPr/>
          <p:nvPr/>
        </p:nvSpPr>
        <p:spPr>
          <a:xfrm>
            <a:off x="3740658" y="6721793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6" name="New picture"/>
          <p:cNvPicPr/>
          <p:nvPr/>
        </p:nvPicPr>
        <p:blipFill>
          <a:blip r:embed="rId1198"/>
          <a:srcRect/>
          <a:stretch>
            <a:fillRect/>
          </a:stretch>
        </p:blipFill>
        <p:spPr>
          <a:xfrm>
            <a:off x="3755898" y="6688265"/>
            <a:ext cx="16764" cy="15240"/>
          </a:xfrm>
          <a:prstGeom prst="rect"/>
          <a:ln w="0">
            <a:noFill/>
          </a:ln>
        </p:spPr>
      </p:pic>
      <p:pic>
        <p:nvPicPr>
          <p:cNvPr id="1987" name="New picture"/>
          <p:cNvPicPr/>
          <p:nvPr/>
        </p:nvPicPr>
        <p:blipFill>
          <a:blip r:embed="rId1199"/>
          <a:srcRect/>
          <a:stretch>
            <a:fillRect/>
          </a:stretch>
        </p:blipFill>
        <p:spPr>
          <a:xfrm>
            <a:off x="3780378" y="6720269"/>
            <a:ext cx="70199" cy="82391"/>
          </a:xfrm>
          <a:prstGeom prst="rect"/>
          <a:ln w="0">
            <a:noFill/>
          </a:ln>
        </p:spPr>
      </p:pic>
      <p:sp>
        <p:nvSpPr>
          <p:cNvPr id="1988" name="New shape"/>
          <p:cNvSpPr/>
          <p:nvPr/>
        </p:nvSpPr>
        <p:spPr>
          <a:xfrm>
            <a:off x="3792569" y="6729412"/>
            <a:ext cx="45815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89" name="New picture"/>
          <p:cNvPicPr/>
          <p:nvPr/>
        </p:nvPicPr>
        <p:blipFill>
          <a:blip r:embed="rId1200"/>
          <a:srcRect/>
          <a:stretch>
            <a:fillRect/>
          </a:stretch>
        </p:blipFill>
        <p:spPr>
          <a:xfrm>
            <a:off x="3861245" y="6720267"/>
            <a:ext cx="74867" cy="79343"/>
          </a:xfrm>
          <a:prstGeom prst="rect"/>
          <a:ln w="0">
            <a:noFill/>
          </a:ln>
        </p:spPr>
      </p:pic>
      <p:pic>
        <p:nvPicPr>
          <p:cNvPr id="1990" name="New picture"/>
          <p:cNvPicPr/>
          <p:nvPr/>
        </p:nvPicPr>
        <p:blipFill>
          <a:blip r:embed="rId1201"/>
          <a:srcRect/>
          <a:stretch>
            <a:fillRect/>
          </a:stretch>
        </p:blipFill>
        <p:spPr>
          <a:xfrm>
            <a:off x="3952875" y="6698933"/>
            <a:ext cx="47339" cy="103727"/>
          </a:xfrm>
          <a:prstGeom prst="rect"/>
          <a:ln w="0">
            <a:noFill/>
          </a:ln>
        </p:spPr>
      </p:pic>
      <p:pic>
        <p:nvPicPr>
          <p:cNvPr id="1991" name="New picture"/>
          <p:cNvPicPr/>
          <p:nvPr/>
        </p:nvPicPr>
        <p:blipFill>
          <a:blip r:embed="rId1202"/>
          <a:srcRect/>
          <a:stretch>
            <a:fillRect/>
          </a:stretch>
        </p:blipFill>
        <p:spPr>
          <a:xfrm>
            <a:off x="4038410" y="6720268"/>
            <a:ext cx="85534" cy="117539"/>
          </a:xfrm>
          <a:prstGeom prst="rect"/>
          <a:ln w="0">
            <a:noFill/>
          </a:ln>
        </p:spPr>
      </p:pic>
      <p:sp>
        <p:nvSpPr>
          <p:cNvPr id="1992" name="New shape"/>
          <p:cNvSpPr/>
          <p:nvPr/>
        </p:nvSpPr>
        <p:spPr>
          <a:xfrm>
            <a:off x="4059746" y="6730936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3" name="New picture"/>
          <p:cNvPicPr/>
          <p:nvPr/>
        </p:nvPicPr>
        <p:blipFill>
          <a:blip r:embed="rId1203"/>
          <a:srcRect/>
          <a:stretch>
            <a:fillRect/>
          </a:stretch>
        </p:blipFill>
        <p:spPr>
          <a:xfrm>
            <a:off x="4139184" y="6720269"/>
            <a:ext cx="76391" cy="82391"/>
          </a:xfrm>
          <a:prstGeom prst="rect"/>
          <a:ln w="0">
            <a:noFill/>
          </a:ln>
        </p:spPr>
      </p:pic>
      <p:sp>
        <p:nvSpPr>
          <p:cNvPr id="1994" name="New shape"/>
          <p:cNvSpPr/>
          <p:nvPr/>
        </p:nvSpPr>
        <p:spPr>
          <a:xfrm>
            <a:off x="4151376" y="673093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5" name="New picture"/>
          <p:cNvPicPr/>
          <p:nvPr/>
        </p:nvPicPr>
        <p:blipFill>
          <a:blip r:embed="rId1204"/>
          <a:srcRect/>
          <a:stretch>
            <a:fillRect/>
          </a:stretch>
        </p:blipFill>
        <p:spPr>
          <a:xfrm>
            <a:off x="4221670" y="6720269"/>
            <a:ext cx="65627" cy="82391"/>
          </a:xfrm>
          <a:prstGeom prst="rect"/>
          <a:ln w="0">
            <a:noFill/>
          </a:ln>
        </p:spPr>
      </p:pic>
      <p:sp>
        <p:nvSpPr>
          <p:cNvPr id="1996" name="New shape"/>
          <p:cNvSpPr/>
          <p:nvPr/>
        </p:nvSpPr>
        <p:spPr>
          <a:xfrm>
            <a:off x="4336161" y="6691312"/>
            <a:ext cx="29051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7" name="New picture"/>
          <p:cNvPicPr/>
          <p:nvPr/>
        </p:nvPicPr>
        <p:blipFill>
          <a:blip r:embed="rId1205"/>
          <a:srcRect/>
          <a:stretch>
            <a:fillRect/>
          </a:stretch>
        </p:blipFill>
        <p:spPr>
          <a:xfrm>
            <a:off x="4374356" y="6720269"/>
            <a:ext cx="70199" cy="82391"/>
          </a:xfrm>
          <a:prstGeom prst="rect"/>
          <a:ln w="0">
            <a:noFill/>
          </a:ln>
        </p:spPr>
      </p:pic>
      <p:sp>
        <p:nvSpPr>
          <p:cNvPr id="1998" name="New shape"/>
          <p:cNvSpPr/>
          <p:nvPr/>
        </p:nvSpPr>
        <p:spPr>
          <a:xfrm>
            <a:off x="4388072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9" name="New picture"/>
          <p:cNvPicPr/>
          <p:nvPr/>
        </p:nvPicPr>
        <p:blipFill>
          <a:blip r:embed="rId1206"/>
          <a:srcRect/>
          <a:stretch>
            <a:fillRect/>
          </a:stretch>
        </p:blipFill>
        <p:spPr>
          <a:xfrm>
            <a:off x="4449223" y="6720269"/>
            <a:ext cx="65627" cy="82391"/>
          </a:xfrm>
          <a:prstGeom prst="rect"/>
          <a:ln w="0">
            <a:noFill/>
          </a:ln>
        </p:spPr>
      </p:pic>
      <p:pic>
        <p:nvPicPr>
          <p:cNvPr id="2000" name="New picture"/>
          <p:cNvPicPr/>
          <p:nvPr/>
        </p:nvPicPr>
        <p:blipFill>
          <a:blip r:embed="rId1207"/>
          <a:srcRect/>
          <a:stretch>
            <a:fillRect/>
          </a:stretch>
        </p:blipFill>
        <p:spPr>
          <a:xfrm>
            <a:off x="4556093" y="6720268"/>
            <a:ext cx="85534" cy="117539"/>
          </a:xfrm>
          <a:prstGeom prst="rect"/>
          <a:ln w="0">
            <a:noFill/>
          </a:ln>
        </p:spPr>
      </p:pic>
      <p:sp>
        <p:nvSpPr>
          <p:cNvPr id="2001" name="New shape"/>
          <p:cNvSpPr/>
          <p:nvPr/>
        </p:nvSpPr>
        <p:spPr>
          <a:xfrm>
            <a:off x="4577429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2" name="New picture"/>
          <p:cNvPicPr/>
          <p:nvPr/>
        </p:nvPicPr>
        <p:blipFill>
          <a:blip r:embed="rId1208"/>
          <a:srcRect/>
          <a:stretch>
            <a:fillRect/>
          </a:stretch>
        </p:blipFill>
        <p:spPr>
          <a:xfrm>
            <a:off x="4655344" y="6720267"/>
            <a:ext cx="53435" cy="79343"/>
          </a:xfrm>
          <a:prstGeom prst="rect"/>
          <a:ln w="0">
            <a:noFill/>
          </a:ln>
        </p:spPr>
      </p:pic>
      <p:pic>
        <p:nvPicPr>
          <p:cNvPr id="2003" name="New picture"/>
          <p:cNvPicPr/>
          <p:nvPr/>
        </p:nvPicPr>
        <p:blipFill>
          <a:blip r:embed="rId1209"/>
          <a:srcRect/>
          <a:stretch>
            <a:fillRect/>
          </a:stretch>
        </p:blipFill>
        <p:spPr>
          <a:xfrm>
            <a:off x="4708779" y="6720268"/>
            <a:ext cx="77915" cy="82392"/>
          </a:xfrm>
          <a:prstGeom prst="rect"/>
          <a:ln w="0">
            <a:noFill/>
          </a:ln>
        </p:spPr>
      </p:pic>
      <p:sp>
        <p:nvSpPr>
          <p:cNvPr id="2004" name="New shape"/>
          <p:cNvSpPr/>
          <p:nvPr/>
        </p:nvSpPr>
        <p:spPr>
          <a:xfrm>
            <a:off x="4720971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5" name="New picture"/>
          <p:cNvPicPr/>
          <p:nvPr/>
        </p:nvPicPr>
        <p:blipFill>
          <a:blip r:embed="rId1210"/>
          <a:srcRect/>
          <a:stretch>
            <a:fillRect/>
          </a:stretch>
        </p:blipFill>
        <p:spPr>
          <a:xfrm>
            <a:off x="4800409" y="6691312"/>
            <a:ext cx="84010" cy="111347"/>
          </a:xfrm>
          <a:prstGeom prst="rect"/>
          <a:ln w="0">
            <a:noFill/>
          </a:ln>
        </p:spPr>
      </p:pic>
      <p:sp>
        <p:nvSpPr>
          <p:cNvPr id="2006" name="New shape"/>
          <p:cNvSpPr/>
          <p:nvPr/>
        </p:nvSpPr>
        <p:spPr>
          <a:xfrm>
            <a:off x="4814125" y="673093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7" name="New picture"/>
          <p:cNvPicPr/>
          <p:nvPr/>
        </p:nvPicPr>
        <p:blipFill>
          <a:blip r:embed="rId1211"/>
          <a:srcRect/>
          <a:stretch>
            <a:fillRect/>
          </a:stretch>
        </p:blipFill>
        <p:spPr>
          <a:xfrm>
            <a:off x="4896612" y="6721793"/>
            <a:ext cx="74771" cy="80867"/>
          </a:xfrm>
          <a:prstGeom prst="rect"/>
          <a:ln w="0">
            <a:noFill/>
          </a:ln>
        </p:spPr>
      </p:pic>
      <p:sp>
        <p:nvSpPr>
          <p:cNvPr id="2008" name="New shape"/>
          <p:cNvSpPr/>
          <p:nvPr/>
        </p:nvSpPr>
        <p:spPr>
          <a:xfrm>
            <a:off x="4985195" y="6721793"/>
            <a:ext cx="25908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09" name="New picture"/>
          <p:cNvPicPr/>
          <p:nvPr/>
        </p:nvPicPr>
        <p:blipFill>
          <a:blip r:embed="rId1212"/>
          <a:srcRect/>
          <a:stretch>
            <a:fillRect/>
          </a:stretch>
        </p:blipFill>
        <p:spPr>
          <a:xfrm>
            <a:off x="5000434" y="6688265"/>
            <a:ext cx="16764" cy="15240"/>
          </a:xfrm>
          <a:prstGeom prst="rect"/>
          <a:ln w="0">
            <a:noFill/>
          </a:ln>
        </p:spPr>
      </p:pic>
      <p:pic>
        <p:nvPicPr>
          <p:cNvPr id="2010" name="New picture"/>
          <p:cNvPicPr/>
          <p:nvPr/>
        </p:nvPicPr>
        <p:blipFill>
          <a:blip r:embed="rId1213"/>
          <a:srcRect/>
          <a:stretch>
            <a:fillRect/>
          </a:stretch>
        </p:blipFill>
        <p:spPr>
          <a:xfrm>
            <a:off x="5024913" y="6698933"/>
            <a:ext cx="47339" cy="103727"/>
          </a:xfrm>
          <a:prstGeom prst="rect"/>
          <a:ln w="0">
            <a:noFill/>
          </a:ln>
        </p:spPr>
      </p:pic>
      <p:pic>
        <p:nvPicPr>
          <p:cNvPr id="2011" name="New picture"/>
          <p:cNvPicPr/>
          <p:nvPr/>
        </p:nvPicPr>
        <p:blipFill>
          <a:blip r:embed="rId1214"/>
          <a:srcRect/>
          <a:stretch>
            <a:fillRect/>
          </a:stretch>
        </p:blipFill>
        <p:spPr>
          <a:xfrm>
            <a:off x="5070729" y="6720269"/>
            <a:ext cx="64103" cy="82391"/>
          </a:xfrm>
          <a:prstGeom prst="rect"/>
          <a:ln w="0">
            <a:noFill/>
          </a:ln>
        </p:spPr>
      </p:pic>
      <p:pic>
        <p:nvPicPr>
          <p:cNvPr id="2012" name="New picture"/>
          <p:cNvPicPr/>
          <p:nvPr/>
        </p:nvPicPr>
        <p:blipFill>
          <a:blip r:embed="rId1215"/>
          <a:srcRect/>
          <a:stretch>
            <a:fillRect/>
          </a:stretch>
        </p:blipFill>
        <p:spPr>
          <a:xfrm>
            <a:off x="5177599" y="6720268"/>
            <a:ext cx="85534" cy="117539"/>
          </a:xfrm>
          <a:prstGeom prst="rect"/>
          <a:ln w="0">
            <a:noFill/>
          </a:ln>
        </p:spPr>
      </p:pic>
      <p:sp>
        <p:nvSpPr>
          <p:cNvPr id="2013" name="New shape"/>
          <p:cNvSpPr/>
          <p:nvPr/>
        </p:nvSpPr>
        <p:spPr>
          <a:xfrm>
            <a:off x="5198935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4" name="New picture"/>
          <p:cNvPicPr/>
          <p:nvPr/>
        </p:nvPicPr>
        <p:blipFill>
          <a:blip r:embed="rId1216"/>
          <a:srcRect/>
          <a:stretch>
            <a:fillRect/>
          </a:stretch>
        </p:blipFill>
        <p:spPr>
          <a:xfrm>
            <a:off x="5276850" y="6720267"/>
            <a:ext cx="53435" cy="79343"/>
          </a:xfrm>
          <a:prstGeom prst="rect"/>
          <a:ln w="0">
            <a:noFill/>
          </a:ln>
        </p:spPr>
      </p:pic>
      <p:pic>
        <p:nvPicPr>
          <p:cNvPr id="2015" name="New picture"/>
          <p:cNvPicPr/>
          <p:nvPr/>
        </p:nvPicPr>
        <p:blipFill>
          <a:blip r:embed="rId1217"/>
          <a:srcRect/>
          <a:stretch>
            <a:fillRect/>
          </a:stretch>
        </p:blipFill>
        <p:spPr>
          <a:xfrm>
            <a:off x="5330285" y="6720269"/>
            <a:ext cx="70199" cy="82391"/>
          </a:xfrm>
          <a:prstGeom prst="rect"/>
          <a:ln w="0">
            <a:noFill/>
          </a:ln>
        </p:spPr>
      </p:pic>
      <p:sp>
        <p:nvSpPr>
          <p:cNvPr id="2016" name="New shape"/>
          <p:cNvSpPr/>
          <p:nvPr/>
        </p:nvSpPr>
        <p:spPr>
          <a:xfrm>
            <a:off x="5342477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17" name="New shape"/>
          <p:cNvSpPr/>
          <p:nvPr/>
        </p:nvSpPr>
        <p:spPr>
          <a:xfrm>
            <a:off x="5359336" y="6685217"/>
            <a:ext cx="32004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8" name="New picture"/>
          <p:cNvPicPr/>
          <p:nvPr/>
        </p:nvPicPr>
        <p:blipFill>
          <a:blip r:embed="rId1218"/>
          <a:srcRect/>
          <a:stretch>
            <a:fillRect/>
          </a:stretch>
        </p:blipFill>
        <p:spPr>
          <a:xfrm>
            <a:off x="5403533" y="6720269"/>
            <a:ext cx="65722" cy="82391"/>
          </a:xfrm>
          <a:prstGeom prst="rect"/>
          <a:ln w="0">
            <a:noFill/>
          </a:ln>
        </p:spPr>
      </p:pic>
      <p:pic>
        <p:nvPicPr>
          <p:cNvPr id="2019" name="New picture"/>
          <p:cNvPicPr/>
          <p:nvPr/>
        </p:nvPicPr>
        <p:blipFill>
          <a:blip r:embed="rId1219"/>
          <a:srcRect/>
          <a:stretch>
            <a:fillRect/>
          </a:stretch>
        </p:blipFill>
        <p:spPr>
          <a:xfrm>
            <a:off x="5478400" y="6720269"/>
            <a:ext cx="70199" cy="82391"/>
          </a:xfrm>
          <a:prstGeom prst="rect"/>
          <a:ln w="0">
            <a:noFill/>
          </a:ln>
        </p:spPr>
      </p:pic>
      <p:sp>
        <p:nvSpPr>
          <p:cNvPr id="2020" name="New shape"/>
          <p:cNvSpPr/>
          <p:nvPr/>
        </p:nvSpPr>
        <p:spPr>
          <a:xfrm>
            <a:off x="5492115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1" name="New picture"/>
          <p:cNvPicPr/>
          <p:nvPr/>
        </p:nvPicPr>
        <p:blipFill>
          <a:blip r:embed="rId1220"/>
          <a:srcRect/>
          <a:stretch>
            <a:fillRect/>
          </a:stretch>
        </p:blipFill>
        <p:spPr>
          <a:xfrm>
            <a:off x="5560886" y="6720267"/>
            <a:ext cx="74771" cy="79343"/>
          </a:xfrm>
          <a:prstGeom prst="rect"/>
          <a:ln w="0">
            <a:noFill/>
          </a:ln>
        </p:spPr>
      </p:pic>
      <p:pic>
        <p:nvPicPr>
          <p:cNvPr id="2022" name="New picture"/>
          <p:cNvPicPr/>
          <p:nvPr/>
        </p:nvPicPr>
        <p:blipFill>
          <a:blip r:embed="rId1221"/>
          <a:srcRect/>
          <a:stretch>
            <a:fillRect/>
          </a:stretch>
        </p:blipFill>
        <p:spPr>
          <a:xfrm>
            <a:off x="5652515" y="6698933"/>
            <a:ext cx="47339" cy="103727"/>
          </a:xfrm>
          <a:prstGeom prst="rect"/>
          <a:ln w="0">
            <a:noFill/>
          </a:ln>
        </p:spPr>
      </p:pic>
      <p:pic>
        <p:nvPicPr>
          <p:cNvPr id="2023" name="New picture"/>
          <p:cNvPicPr/>
          <p:nvPr/>
        </p:nvPicPr>
        <p:blipFill>
          <a:blip r:embed="rId1222"/>
          <a:srcRect/>
          <a:stretch>
            <a:fillRect/>
          </a:stretch>
        </p:blipFill>
        <p:spPr>
          <a:xfrm>
            <a:off x="5705952" y="6720269"/>
            <a:ext cx="70199" cy="82391"/>
          </a:xfrm>
          <a:prstGeom prst="rect"/>
          <a:ln w="0">
            <a:noFill/>
          </a:ln>
        </p:spPr>
      </p:pic>
      <p:sp>
        <p:nvSpPr>
          <p:cNvPr id="2024" name="New shape"/>
          <p:cNvSpPr/>
          <p:nvPr/>
        </p:nvSpPr>
        <p:spPr>
          <a:xfrm>
            <a:off x="5718143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25" name="New shape"/>
          <p:cNvSpPr/>
          <p:nvPr/>
        </p:nvSpPr>
        <p:spPr>
          <a:xfrm>
            <a:off x="5734907" y="6685217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6" name="New picture"/>
          <p:cNvPicPr/>
          <p:nvPr/>
        </p:nvPicPr>
        <p:blipFill>
          <a:blip r:embed="rId1223"/>
          <a:srcRect/>
          <a:stretch>
            <a:fillRect/>
          </a:stretch>
        </p:blipFill>
        <p:spPr>
          <a:xfrm>
            <a:off x="5779199" y="6720269"/>
            <a:ext cx="65722" cy="82391"/>
          </a:xfrm>
          <a:prstGeom prst="rect"/>
          <a:ln w="0">
            <a:noFill/>
          </a:ln>
        </p:spPr>
      </p:pic>
      <p:pic>
        <p:nvPicPr>
          <p:cNvPr id="2027" name="New picture"/>
          <p:cNvPicPr/>
          <p:nvPr/>
        </p:nvPicPr>
        <p:blipFill>
          <a:blip r:embed="rId1224"/>
          <a:srcRect/>
          <a:stretch>
            <a:fillRect/>
          </a:stretch>
        </p:blipFill>
        <p:spPr>
          <a:xfrm>
            <a:off x="5893784" y="6720269"/>
            <a:ext cx="70199" cy="82391"/>
          </a:xfrm>
          <a:prstGeom prst="rect"/>
          <a:ln w="0">
            <a:noFill/>
          </a:ln>
        </p:spPr>
      </p:pic>
      <p:sp>
        <p:nvSpPr>
          <p:cNvPr id="2028" name="New shape"/>
          <p:cNvSpPr/>
          <p:nvPr/>
        </p:nvSpPr>
        <p:spPr>
          <a:xfrm>
            <a:off x="5905976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29" name="New picture"/>
          <p:cNvPicPr/>
          <p:nvPr/>
        </p:nvPicPr>
        <p:blipFill>
          <a:blip r:embed="rId1225"/>
          <a:srcRect/>
          <a:stretch>
            <a:fillRect/>
          </a:stretch>
        </p:blipFill>
        <p:spPr>
          <a:xfrm>
            <a:off x="5974652" y="6698933"/>
            <a:ext cx="47339" cy="103727"/>
          </a:xfrm>
          <a:prstGeom prst="rect"/>
          <a:ln w="0">
            <a:noFill/>
          </a:ln>
        </p:spPr>
      </p:pic>
      <p:sp>
        <p:nvSpPr>
          <p:cNvPr id="2030" name="New shape"/>
          <p:cNvSpPr/>
          <p:nvPr/>
        </p:nvSpPr>
        <p:spPr>
          <a:xfrm>
            <a:off x="6066282" y="6691312"/>
            <a:ext cx="29051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1" name="New picture"/>
          <p:cNvPicPr/>
          <p:nvPr/>
        </p:nvPicPr>
        <p:blipFill>
          <a:blip r:embed="rId1226"/>
          <a:srcRect/>
          <a:stretch>
            <a:fillRect/>
          </a:stretch>
        </p:blipFill>
        <p:spPr>
          <a:xfrm>
            <a:off x="6106002" y="6720269"/>
            <a:ext cx="68675" cy="82391"/>
          </a:xfrm>
          <a:prstGeom prst="rect"/>
          <a:ln w="0">
            <a:noFill/>
          </a:ln>
        </p:spPr>
      </p:pic>
      <p:sp>
        <p:nvSpPr>
          <p:cNvPr id="2032" name="New shape"/>
          <p:cNvSpPr/>
          <p:nvPr/>
        </p:nvSpPr>
        <p:spPr>
          <a:xfrm>
            <a:off x="6118193" y="6729412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3" name="New picture"/>
          <p:cNvPicPr/>
          <p:nvPr/>
        </p:nvPicPr>
        <p:blipFill>
          <a:blip r:embed="rId1227"/>
          <a:srcRect/>
          <a:stretch>
            <a:fillRect/>
          </a:stretch>
        </p:blipFill>
        <p:spPr>
          <a:xfrm>
            <a:off x="6179344" y="6720269"/>
            <a:ext cx="65627" cy="82391"/>
          </a:xfrm>
          <a:prstGeom prst="rect"/>
          <a:ln w="0">
            <a:noFill/>
          </a:ln>
        </p:spPr>
      </p:pic>
      <p:pic>
        <p:nvPicPr>
          <p:cNvPr id="2034" name="New picture"/>
          <p:cNvPicPr/>
          <p:nvPr/>
        </p:nvPicPr>
        <p:blipFill>
          <a:blip r:embed="rId1228"/>
          <a:srcRect/>
          <a:stretch>
            <a:fillRect/>
          </a:stretch>
        </p:blipFill>
        <p:spPr>
          <a:xfrm>
            <a:off x="6293834" y="6720268"/>
            <a:ext cx="76391" cy="82392"/>
          </a:xfrm>
          <a:prstGeom prst="rect"/>
          <a:ln w="0">
            <a:noFill/>
          </a:ln>
        </p:spPr>
      </p:pic>
      <p:sp>
        <p:nvSpPr>
          <p:cNvPr id="2035" name="New shape"/>
          <p:cNvSpPr/>
          <p:nvPr/>
        </p:nvSpPr>
        <p:spPr>
          <a:xfrm>
            <a:off x="6306026" y="6730936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6" name="New picture"/>
          <p:cNvPicPr/>
          <p:nvPr/>
        </p:nvPicPr>
        <p:blipFill>
          <a:blip r:embed="rId1229"/>
          <a:srcRect/>
          <a:stretch>
            <a:fillRect/>
          </a:stretch>
        </p:blipFill>
        <p:spPr>
          <a:xfrm>
            <a:off x="6379369" y="6720268"/>
            <a:ext cx="85534" cy="117539"/>
          </a:xfrm>
          <a:prstGeom prst="rect"/>
          <a:ln w="0">
            <a:noFill/>
          </a:ln>
        </p:spPr>
      </p:pic>
      <p:sp>
        <p:nvSpPr>
          <p:cNvPr id="2037" name="New shape"/>
          <p:cNvSpPr/>
          <p:nvPr/>
        </p:nvSpPr>
        <p:spPr>
          <a:xfrm>
            <a:off x="6400705" y="6730936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38" name="New shape"/>
          <p:cNvSpPr/>
          <p:nvPr/>
        </p:nvSpPr>
        <p:spPr>
          <a:xfrm>
            <a:off x="6478619" y="6721793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9" name="New picture"/>
          <p:cNvPicPr/>
          <p:nvPr/>
        </p:nvPicPr>
        <p:blipFill>
          <a:blip r:embed="rId1230"/>
          <a:srcRect/>
          <a:stretch>
            <a:fillRect/>
          </a:stretch>
        </p:blipFill>
        <p:spPr>
          <a:xfrm>
            <a:off x="6493859" y="6688265"/>
            <a:ext cx="15240" cy="15240"/>
          </a:xfrm>
          <a:prstGeom prst="rect"/>
          <a:ln w="0">
            <a:noFill/>
          </a:ln>
        </p:spPr>
      </p:pic>
      <p:pic>
        <p:nvPicPr>
          <p:cNvPr id="2040" name="New picture"/>
          <p:cNvPicPr/>
          <p:nvPr/>
        </p:nvPicPr>
        <p:blipFill>
          <a:blip r:embed="rId1231"/>
          <a:srcRect/>
          <a:stretch>
            <a:fillRect/>
          </a:stretch>
        </p:blipFill>
        <p:spPr>
          <a:xfrm>
            <a:off x="6516815" y="6720267"/>
            <a:ext cx="76390" cy="79343"/>
          </a:xfrm>
          <a:prstGeom prst="rect"/>
          <a:ln w="0">
            <a:noFill/>
          </a:ln>
        </p:spPr>
      </p:pic>
      <p:sp>
        <p:nvSpPr>
          <p:cNvPr id="2041" name="New shape"/>
          <p:cNvSpPr/>
          <p:nvPr/>
        </p:nvSpPr>
        <p:spPr>
          <a:xfrm>
            <a:off x="6609969" y="6721793"/>
            <a:ext cx="24385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2" name="New picture"/>
          <p:cNvPicPr/>
          <p:nvPr/>
        </p:nvPicPr>
        <p:blipFill>
          <a:blip r:embed="rId1232"/>
          <a:srcRect/>
          <a:stretch>
            <a:fillRect/>
          </a:stretch>
        </p:blipFill>
        <p:spPr>
          <a:xfrm>
            <a:off x="6623684" y="6688265"/>
            <a:ext cx="16764" cy="15240"/>
          </a:xfrm>
          <a:prstGeom prst="rect"/>
          <a:ln w="0">
            <a:noFill/>
          </a:ln>
        </p:spPr>
      </p:pic>
      <p:pic>
        <p:nvPicPr>
          <p:cNvPr id="2043" name="New picture"/>
          <p:cNvPicPr/>
          <p:nvPr/>
        </p:nvPicPr>
        <p:blipFill>
          <a:blip r:embed="rId1233"/>
          <a:srcRect/>
          <a:stretch>
            <a:fillRect/>
          </a:stretch>
        </p:blipFill>
        <p:spPr>
          <a:xfrm>
            <a:off x="6648069" y="6720268"/>
            <a:ext cx="77915" cy="82392"/>
          </a:xfrm>
          <a:prstGeom prst="rect"/>
          <a:ln w="0">
            <a:noFill/>
          </a:ln>
        </p:spPr>
      </p:pic>
      <p:sp>
        <p:nvSpPr>
          <p:cNvPr id="2044" name="New shape"/>
          <p:cNvSpPr/>
          <p:nvPr/>
        </p:nvSpPr>
        <p:spPr>
          <a:xfrm>
            <a:off x="6660356" y="6730936"/>
            <a:ext cx="53435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45" name="New picture"/>
          <p:cNvPicPr/>
          <p:nvPr/>
        </p:nvPicPr>
        <p:blipFill>
          <a:blip r:embed="rId1234"/>
          <a:srcRect/>
          <a:stretch>
            <a:fillRect/>
          </a:stretch>
        </p:blipFill>
        <p:spPr>
          <a:xfrm>
            <a:off x="6739700" y="6720267"/>
            <a:ext cx="76390" cy="79343"/>
          </a:xfrm>
          <a:prstGeom prst="rect"/>
          <a:ln w="0">
            <a:noFill/>
          </a:ln>
        </p:spPr>
      </p:pic>
      <p:pic>
        <p:nvPicPr>
          <p:cNvPr id="2046" name="New picture"/>
          <p:cNvPicPr/>
          <p:nvPr/>
        </p:nvPicPr>
        <p:blipFill>
          <a:blip r:embed="rId1235"/>
          <a:srcRect/>
          <a:stretch>
            <a:fillRect/>
          </a:stretch>
        </p:blipFill>
        <p:spPr>
          <a:xfrm>
            <a:off x="6823710" y="6720269"/>
            <a:ext cx="65627" cy="82391"/>
          </a:xfrm>
          <a:prstGeom prst="rect"/>
          <a:ln w="0">
            <a:noFill/>
          </a:ln>
        </p:spPr>
      </p:pic>
      <p:pic>
        <p:nvPicPr>
          <p:cNvPr id="2047" name="New picture"/>
          <p:cNvPicPr/>
          <p:nvPr/>
        </p:nvPicPr>
        <p:blipFill>
          <a:blip r:embed="rId1236"/>
          <a:srcRect/>
          <a:stretch>
            <a:fillRect/>
          </a:stretch>
        </p:blipFill>
        <p:spPr>
          <a:xfrm>
            <a:off x="662178" y="6918675"/>
            <a:ext cx="74771" cy="149542"/>
          </a:xfrm>
          <a:prstGeom prst="rect"/>
          <a:ln w="0">
            <a:noFill/>
          </a:ln>
        </p:spPr>
      </p:pic>
      <p:pic>
        <p:nvPicPr>
          <p:cNvPr id="2048" name="New picture"/>
          <p:cNvPicPr/>
          <p:nvPr/>
        </p:nvPicPr>
        <p:blipFill>
          <a:blip r:embed="rId1237"/>
          <a:srcRect/>
          <a:stretch>
            <a:fillRect/>
          </a:stretch>
        </p:blipFill>
        <p:spPr>
          <a:xfrm>
            <a:off x="727805" y="6949154"/>
            <a:ext cx="77915" cy="82392"/>
          </a:xfrm>
          <a:prstGeom prst="rect"/>
          <a:ln w="0">
            <a:noFill/>
          </a:ln>
        </p:spPr>
      </p:pic>
      <p:sp>
        <p:nvSpPr>
          <p:cNvPr id="2049" name="New shape"/>
          <p:cNvSpPr/>
          <p:nvPr/>
        </p:nvSpPr>
        <p:spPr>
          <a:xfrm>
            <a:off x="739997" y="695982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0" name="New picture"/>
          <p:cNvPicPr/>
          <p:nvPr/>
        </p:nvPicPr>
        <p:blipFill>
          <a:blip r:embed="rId1238"/>
          <a:srcRect/>
          <a:stretch>
            <a:fillRect/>
          </a:stretch>
        </p:blipFill>
        <p:spPr>
          <a:xfrm>
            <a:off x="819436" y="6949154"/>
            <a:ext cx="53435" cy="79343"/>
          </a:xfrm>
          <a:prstGeom prst="rect"/>
          <a:ln w="0">
            <a:noFill/>
          </a:ln>
        </p:spPr>
      </p:pic>
      <p:pic>
        <p:nvPicPr>
          <p:cNvPr id="2051" name="New picture"/>
          <p:cNvPicPr/>
          <p:nvPr/>
        </p:nvPicPr>
        <p:blipFill>
          <a:blip r:embed="rId1239"/>
          <a:srcRect/>
          <a:stretch>
            <a:fillRect/>
          </a:stretch>
        </p:blipFill>
        <p:spPr>
          <a:xfrm>
            <a:off x="874395" y="6949154"/>
            <a:ext cx="125254" cy="79343"/>
          </a:xfrm>
          <a:prstGeom prst="rect"/>
          <a:ln w="0">
            <a:noFill/>
          </a:ln>
        </p:spPr>
      </p:pic>
      <p:pic>
        <p:nvPicPr>
          <p:cNvPr id="2052" name="New picture"/>
          <p:cNvPicPr/>
          <p:nvPr/>
        </p:nvPicPr>
        <p:blipFill>
          <a:blip r:embed="rId1240"/>
          <a:srcRect/>
          <a:stretch>
            <a:fillRect/>
          </a:stretch>
        </p:blipFill>
        <p:spPr>
          <a:xfrm>
            <a:off x="1019461" y="6950678"/>
            <a:ext cx="74866" cy="80867"/>
          </a:xfrm>
          <a:prstGeom prst="rect"/>
          <a:ln w="0">
            <a:noFill/>
          </a:ln>
        </p:spPr>
      </p:pic>
      <p:sp>
        <p:nvSpPr>
          <p:cNvPr id="2053" name="New shape"/>
          <p:cNvSpPr/>
          <p:nvPr/>
        </p:nvSpPr>
        <p:spPr>
          <a:xfrm>
            <a:off x="1108043" y="6920198"/>
            <a:ext cx="29051" cy="1083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4" name="New picture"/>
          <p:cNvPicPr/>
          <p:nvPr/>
        </p:nvPicPr>
        <p:blipFill>
          <a:blip r:embed="rId1241"/>
          <a:srcRect/>
          <a:stretch>
            <a:fillRect/>
          </a:stretch>
        </p:blipFill>
        <p:spPr>
          <a:xfrm>
            <a:off x="1147762" y="6949154"/>
            <a:ext cx="70199" cy="82391"/>
          </a:xfrm>
          <a:prstGeom prst="rect"/>
          <a:ln w="0">
            <a:noFill/>
          </a:ln>
        </p:spPr>
      </p:pic>
      <p:sp>
        <p:nvSpPr>
          <p:cNvPr id="2055" name="New shape"/>
          <p:cNvSpPr/>
          <p:nvPr/>
        </p:nvSpPr>
        <p:spPr>
          <a:xfrm>
            <a:off x="1159954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56" name="New shape"/>
          <p:cNvSpPr/>
          <p:nvPr/>
        </p:nvSpPr>
        <p:spPr>
          <a:xfrm>
            <a:off x="1176814" y="6914104"/>
            <a:ext cx="32004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7" name="New picture"/>
          <p:cNvPicPr/>
          <p:nvPr/>
        </p:nvPicPr>
        <p:blipFill>
          <a:blip r:embed="rId1242"/>
          <a:srcRect/>
          <a:stretch>
            <a:fillRect/>
          </a:stretch>
        </p:blipFill>
        <p:spPr>
          <a:xfrm>
            <a:off x="1228725" y="6949154"/>
            <a:ext cx="70199" cy="82391"/>
          </a:xfrm>
          <a:prstGeom prst="rect"/>
          <a:ln w="0">
            <a:noFill/>
          </a:ln>
        </p:spPr>
      </p:pic>
      <p:sp>
        <p:nvSpPr>
          <p:cNvPr id="2058" name="New shape"/>
          <p:cNvSpPr/>
          <p:nvPr/>
        </p:nvSpPr>
        <p:spPr>
          <a:xfrm>
            <a:off x="1240917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9" name="New picture"/>
          <p:cNvPicPr/>
          <p:nvPr/>
        </p:nvPicPr>
        <p:blipFill>
          <a:blip r:embed="rId1243"/>
          <a:srcRect/>
          <a:stretch>
            <a:fillRect/>
          </a:stretch>
        </p:blipFill>
        <p:spPr>
          <a:xfrm>
            <a:off x="1301877" y="6949154"/>
            <a:ext cx="65723" cy="82391"/>
          </a:xfrm>
          <a:prstGeom prst="rect"/>
          <a:ln w="0">
            <a:noFill/>
          </a:ln>
        </p:spPr>
      </p:pic>
      <p:pic>
        <p:nvPicPr>
          <p:cNvPr id="2060" name="New picture"/>
          <p:cNvPicPr/>
          <p:nvPr/>
        </p:nvPicPr>
        <p:blipFill>
          <a:blip r:embed="rId1244"/>
          <a:srcRect/>
          <a:stretch>
            <a:fillRect/>
          </a:stretch>
        </p:blipFill>
        <p:spPr>
          <a:xfrm>
            <a:off x="1369124" y="7013257"/>
            <a:ext cx="24479" cy="42767"/>
          </a:xfrm>
          <a:prstGeom prst="rect"/>
          <a:ln w="0">
            <a:noFill/>
          </a:ln>
        </p:spPr>
      </p:pic>
      <p:pic>
        <p:nvPicPr>
          <p:cNvPr id="2061" name="New picture"/>
          <p:cNvPicPr/>
          <p:nvPr/>
        </p:nvPicPr>
        <p:blipFill>
          <a:blip r:embed="rId1245"/>
          <a:srcRect/>
          <a:stretch>
            <a:fillRect/>
          </a:stretch>
        </p:blipFill>
        <p:spPr>
          <a:xfrm>
            <a:off x="1456182" y="6949154"/>
            <a:ext cx="70294" cy="82391"/>
          </a:xfrm>
          <a:prstGeom prst="rect"/>
          <a:ln w="0">
            <a:noFill/>
          </a:ln>
        </p:spPr>
      </p:pic>
      <p:sp>
        <p:nvSpPr>
          <p:cNvPr id="2062" name="New shape"/>
          <p:cNvSpPr/>
          <p:nvPr/>
        </p:nvSpPr>
        <p:spPr>
          <a:xfrm>
            <a:off x="1469993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3" name="New picture"/>
          <p:cNvPicPr/>
          <p:nvPr/>
        </p:nvPicPr>
        <p:blipFill>
          <a:blip r:embed="rId1246"/>
          <a:srcRect/>
          <a:stretch>
            <a:fillRect/>
          </a:stretch>
        </p:blipFill>
        <p:spPr>
          <a:xfrm>
            <a:off x="1538668" y="6927818"/>
            <a:ext cx="47339" cy="103727"/>
          </a:xfrm>
          <a:prstGeom prst="rect"/>
          <a:ln w="0">
            <a:noFill/>
          </a:ln>
        </p:spPr>
      </p:pic>
      <p:pic>
        <p:nvPicPr>
          <p:cNvPr id="2064" name="New picture"/>
          <p:cNvPicPr/>
          <p:nvPr/>
        </p:nvPicPr>
        <p:blipFill>
          <a:blip r:embed="rId1247"/>
          <a:srcRect/>
          <a:stretch>
            <a:fillRect/>
          </a:stretch>
        </p:blipFill>
        <p:spPr>
          <a:xfrm>
            <a:off x="1630299" y="6949154"/>
            <a:ext cx="74771" cy="79343"/>
          </a:xfrm>
          <a:prstGeom prst="rect"/>
          <a:ln w="0">
            <a:noFill/>
          </a:ln>
        </p:spPr>
      </p:pic>
      <p:sp>
        <p:nvSpPr>
          <p:cNvPr id="2065" name="New shape"/>
          <p:cNvSpPr/>
          <p:nvPr/>
        </p:nvSpPr>
        <p:spPr>
          <a:xfrm>
            <a:off x="1726501" y="6920199"/>
            <a:ext cx="15240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6" name="New picture"/>
          <p:cNvPicPr/>
          <p:nvPr/>
        </p:nvPicPr>
        <p:blipFill>
          <a:blip r:embed="rId1248"/>
          <a:srcRect/>
          <a:stretch>
            <a:fillRect/>
          </a:stretch>
        </p:blipFill>
        <p:spPr>
          <a:xfrm>
            <a:off x="1738693" y="6949154"/>
            <a:ext cx="70295" cy="82391"/>
          </a:xfrm>
          <a:prstGeom prst="rect"/>
          <a:ln w="0">
            <a:noFill/>
          </a:ln>
        </p:spPr>
      </p:pic>
      <p:sp>
        <p:nvSpPr>
          <p:cNvPr id="2067" name="New shape"/>
          <p:cNvSpPr/>
          <p:nvPr/>
        </p:nvSpPr>
        <p:spPr>
          <a:xfrm>
            <a:off x="1752410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68" name="New picture"/>
          <p:cNvPicPr/>
          <p:nvPr/>
        </p:nvPicPr>
        <p:blipFill>
          <a:blip r:embed="rId1249"/>
          <a:srcRect/>
          <a:stretch>
            <a:fillRect/>
          </a:stretch>
        </p:blipFill>
        <p:spPr>
          <a:xfrm>
            <a:off x="1819656" y="6949154"/>
            <a:ext cx="76295" cy="79343"/>
          </a:xfrm>
          <a:prstGeom prst="rect"/>
          <a:ln w="0">
            <a:noFill/>
          </a:ln>
        </p:spPr>
      </p:pic>
      <p:pic>
        <p:nvPicPr>
          <p:cNvPr id="2069" name="New picture"/>
          <p:cNvPicPr/>
          <p:nvPr/>
        </p:nvPicPr>
        <p:blipFill>
          <a:blip r:embed="rId1250"/>
          <a:srcRect/>
          <a:stretch>
            <a:fillRect/>
          </a:stretch>
        </p:blipFill>
        <p:spPr>
          <a:xfrm>
            <a:off x="1951006" y="6927818"/>
            <a:ext cx="47339" cy="103727"/>
          </a:xfrm>
          <a:prstGeom prst="rect"/>
          <a:ln w="0">
            <a:noFill/>
          </a:ln>
        </p:spPr>
      </p:pic>
      <p:sp>
        <p:nvSpPr>
          <p:cNvPr id="2070" name="New shape"/>
          <p:cNvSpPr/>
          <p:nvPr/>
        </p:nvSpPr>
        <p:spPr>
          <a:xfrm>
            <a:off x="2004441" y="6950680"/>
            <a:ext cx="244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1" name="New picture"/>
          <p:cNvPicPr/>
          <p:nvPr/>
        </p:nvPicPr>
        <p:blipFill>
          <a:blip r:embed="rId1251"/>
          <a:srcRect/>
          <a:stretch>
            <a:fillRect/>
          </a:stretch>
        </p:blipFill>
        <p:spPr>
          <a:xfrm>
            <a:off x="2018157" y="6917151"/>
            <a:ext cx="16859" cy="15240"/>
          </a:xfrm>
          <a:prstGeom prst="rect"/>
          <a:ln w="0">
            <a:noFill/>
          </a:ln>
        </p:spPr>
      </p:pic>
      <p:pic>
        <p:nvPicPr>
          <p:cNvPr id="2072" name="New picture"/>
          <p:cNvPicPr/>
          <p:nvPr/>
        </p:nvPicPr>
        <p:blipFill>
          <a:blip r:embed="rId1252"/>
          <a:srcRect/>
          <a:stretch>
            <a:fillRect/>
          </a:stretch>
        </p:blipFill>
        <p:spPr>
          <a:xfrm>
            <a:off x="2042636" y="6949154"/>
            <a:ext cx="53435" cy="79343"/>
          </a:xfrm>
          <a:prstGeom prst="rect"/>
          <a:ln w="0">
            <a:noFill/>
          </a:ln>
        </p:spPr>
      </p:pic>
      <p:pic>
        <p:nvPicPr>
          <p:cNvPr id="2073" name="New picture"/>
          <p:cNvPicPr/>
          <p:nvPr/>
        </p:nvPicPr>
        <p:blipFill>
          <a:blip r:embed="rId1253"/>
          <a:srcRect/>
          <a:stretch>
            <a:fillRect/>
          </a:stretch>
        </p:blipFill>
        <p:spPr>
          <a:xfrm>
            <a:off x="2094452" y="6949154"/>
            <a:ext cx="70295" cy="82391"/>
          </a:xfrm>
          <a:prstGeom prst="rect"/>
          <a:ln w="0">
            <a:noFill/>
          </a:ln>
        </p:spPr>
      </p:pic>
      <p:sp>
        <p:nvSpPr>
          <p:cNvPr id="2074" name="New shape"/>
          <p:cNvSpPr/>
          <p:nvPr/>
        </p:nvSpPr>
        <p:spPr>
          <a:xfrm>
            <a:off x="2108264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5" name="New picture"/>
          <p:cNvPicPr/>
          <p:nvPr/>
        </p:nvPicPr>
        <p:blipFill>
          <a:blip r:embed="rId1254"/>
          <a:srcRect/>
          <a:stretch>
            <a:fillRect/>
          </a:stretch>
        </p:blipFill>
        <p:spPr>
          <a:xfrm>
            <a:off x="2215134" y="6949154"/>
            <a:ext cx="76390" cy="82391"/>
          </a:xfrm>
          <a:prstGeom prst="rect"/>
          <a:ln w="0">
            <a:noFill/>
          </a:ln>
        </p:spPr>
      </p:pic>
      <p:sp>
        <p:nvSpPr>
          <p:cNvPr id="2076" name="New shape"/>
          <p:cNvSpPr/>
          <p:nvPr/>
        </p:nvSpPr>
        <p:spPr>
          <a:xfrm>
            <a:off x="2227326" y="695982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77" name="New picture"/>
          <p:cNvPicPr/>
          <p:nvPr/>
        </p:nvPicPr>
        <p:blipFill>
          <a:blip r:embed="rId1255"/>
          <a:srcRect/>
          <a:stretch>
            <a:fillRect/>
          </a:stretch>
        </p:blipFill>
        <p:spPr>
          <a:xfrm>
            <a:off x="2308289" y="6950678"/>
            <a:ext cx="76390" cy="80867"/>
          </a:xfrm>
          <a:prstGeom prst="rect"/>
          <a:ln w="0">
            <a:noFill/>
          </a:ln>
        </p:spPr>
      </p:pic>
      <p:pic>
        <p:nvPicPr>
          <p:cNvPr id="2078" name="New picture"/>
          <p:cNvPicPr/>
          <p:nvPr/>
        </p:nvPicPr>
        <p:blipFill>
          <a:blip r:embed="rId1256"/>
          <a:srcRect/>
          <a:stretch>
            <a:fillRect/>
          </a:stretch>
        </p:blipFill>
        <p:spPr>
          <a:xfrm>
            <a:off x="2398395" y="6949154"/>
            <a:ext cx="68675" cy="82392"/>
          </a:xfrm>
          <a:prstGeom prst="rect"/>
          <a:ln w="0">
            <a:noFill/>
          </a:ln>
        </p:spPr>
      </p:pic>
      <p:pic>
        <p:nvPicPr>
          <p:cNvPr id="2079" name="New picture"/>
          <p:cNvPicPr/>
          <p:nvPr/>
        </p:nvPicPr>
        <p:blipFill>
          <a:blip r:embed="rId1257"/>
          <a:srcRect/>
          <a:stretch>
            <a:fillRect/>
          </a:stretch>
        </p:blipFill>
        <p:spPr>
          <a:xfrm>
            <a:off x="2476310" y="6950678"/>
            <a:ext cx="74771" cy="80867"/>
          </a:xfrm>
          <a:prstGeom prst="rect"/>
          <a:ln w="0">
            <a:noFill/>
          </a:ln>
        </p:spPr>
      </p:pic>
      <p:pic>
        <p:nvPicPr>
          <p:cNvPr id="2080" name="New picture"/>
          <p:cNvPicPr/>
          <p:nvPr/>
        </p:nvPicPr>
        <p:blipFill>
          <a:blip r:embed="rId1258"/>
          <a:srcRect/>
          <a:stretch>
            <a:fillRect/>
          </a:stretch>
        </p:blipFill>
        <p:spPr>
          <a:xfrm>
            <a:off x="2564797" y="6949154"/>
            <a:ext cx="74866" cy="79343"/>
          </a:xfrm>
          <a:prstGeom prst="rect"/>
          <a:ln w="0">
            <a:noFill/>
          </a:ln>
        </p:spPr>
      </p:pic>
      <p:pic>
        <p:nvPicPr>
          <p:cNvPr id="2081" name="New picture"/>
          <p:cNvPicPr/>
          <p:nvPr/>
        </p:nvPicPr>
        <p:blipFill>
          <a:blip r:embed="rId1259"/>
          <a:srcRect/>
          <a:stretch>
            <a:fillRect/>
          </a:stretch>
        </p:blipFill>
        <p:spPr>
          <a:xfrm>
            <a:off x="2690051" y="6949156"/>
            <a:ext cx="84011" cy="117538"/>
          </a:xfrm>
          <a:prstGeom prst="rect"/>
          <a:ln w="0">
            <a:noFill/>
          </a:ln>
        </p:spPr>
      </p:pic>
      <p:sp>
        <p:nvSpPr>
          <p:cNvPr id="2082" name="New shape"/>
          <p:cNvSpPr/>
          <p:nvPr/>
        </p:nvSpPr>
        <p:spPr>
          <a:xfrm>
            <a:off x="2709862" y="695982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3" name="New picture"/>
          <p:cNvPicPr/>
          <p:nvPr/>
        </p:nvPicPr>
        <p:blipFill>
          <a:blip r:embed="rId1260"/>
          <a:srcRect/>
          <a:stretch>
            <a:fillRect/>
          </a:stretch>
        </p:blipFill>
        <p:spPr>
          <a:xfrm>
            <a:off x="2789301" y="6949154"/>
            <a:ext cx="51911" cy="79343"/>
          </a:xfrm>
          <a:prstGeom prst="rect"/>
          <a:ln w="0">
            <a:noFill/>
          </a:ln>
        </p:spPr>
      </p:pic>
      <p:pic>
        <p:nvPicPr>
          <p:cNvPr id="2084" name="New picture"/>
          <p:cNvPicPr/>
          <p:nvPr/>
        </p:nvPicPr>
        <p:blipFill>
          <a:blip r:embed="rId1261"/>
          <a:srcRect/>
          <a:stretch>
            <a:fillRect/>
          </a:stretch>
        </p:blipFill>
        <p:spPr>
          <a:xfrm>
            <a:off x="2841212" y="6949154"/>
            <a:ext cx="77914" cy="82392"/>
          </a:xfrm>
          <a:prstGeom prst="rect"/>
          <a:ln w="0">
            <a:noFill/>
          </a:ln>
        </p:spPr>
      </p:pic>
      <p:sp>
        <p:nvSpPr>
          <p:cNvPr id="2085" name="New shape"/>
          <p:cNvSpPr/>
          <p:nvPr/>
        </p:nvSpPr>
        <p:spPr>
          <a:xfrm>
            <a:off x="2853404" y="6959822"/>
            <a:ext cx="53435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6" name="New picture"/>
          <p:cNvPicPr/>
          <p:nvPr/>
        </p:nvPicPr>
        <p:blipFill>
          <a:blip r:embed="rId1262"/>
          <a:srcRect/>
          <a:stretch>
            <a:fillRect/>
          </a:stretch>
        </p:blipFill>
        <p:spPr>
          <a:xfrm>
            <a:off x="2917603" y="6918675"/>
            <a:ext cx="74771" cy="149542"/>
          </a:xfrm>
          <a:prstGeom prst="rect"/>
          <a:ln w="0">
            <a:noFill/>
          </a:ln>
        </p:spPr>
      </p:pic>
      <p:sp>
        <p:nvSpPr>
          <p:cNvPr id="2087" name="New shape"/>
          <p:cNvSpPr/>
          <p:nvPr/>
        </p:nvSpPr>
        <p:spPr>
          <a:xfrm>
            <a:off x="2981706" y="6950680"/>
            <a:ext cx="26003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8" name="New picture"/>
          <p:cNvPicPr/>
          <p:nvPr/>
        </p:nvPicPr>
        <p:blipFill>
          <a:blip r:embed="rId1263"/>
          <a:srcRect/>
          <a:stretch>
            <a:fillRect/>
          </a:stretch>
        </p:blipFill>
        <p:spPr>
          <a:xfrm>
            <a:off x="2996946" y="6917151"/>
            <a:ext cx="16859" cy="15240"/>
          </a:xfrm>
          <a:prstGeom prst="rect"/>
          <a:ln w="0">
            <a:noFill/>
          </a:ln>
        </p:spPr>
      </p:pic>
      <p:pic>
        <p:nvPicPr>
          <p:cNvPr id="2089" name="New picture"/>
          <p:cNvPicPr/>
          <p:nvPr/>
        </p:nvPicPr>
        <p:blipFill>
          <a:blip r:embed="rId1264"/>
          <a:srcRect/>
          <a:stretch>
            <a:fillRect/>
          </a:stretch>
        </p:blipFill>
        <p:spPr>
          <a:xfrm>
            <a:off x="3021330" y="6927818"/>
            <a:ext cx="47339" cy="103727"/>
          </a:xfrm>
          <a:prstGeom prst="rect"/>
          <a:ln w="0">
            <a:noFill/>
          </a:ln>
        </p:spPr>
      </p:pic>
      <p:pic>
        <p:nvPicPr>
          <p:cNvPr id="2090" name="New picture"/>
          <p:cNvPicPr/>
          <p:nvPr/>
        </p:nvPicPr>
        <p:blipFill>
          <a:blip r:embed="rId1265"/>
          <a:srcRect/>
          <a:stretch>
            <a:fillRect/>
          </a:stretch>
        </p:blipFill>
        <p:spPr>
          <a:xfrm>
            <a:off x="3074860" y="7013257"/>
            <a:ext cx="15240" cy="16764"/>
          </a:xfrm>
          <a:prstGeom prst="rect"/>
          <a:ln w="0">
            <a:noFill/>
          </a:ln>
        </p:spPr>
      </p:pic>
      <p:pic>
        <p:nvPicPr>
          <p:cNvPr id="2091" name="New picture"/>
          <p:cNvPicPr/>
          <p:nvPr/>
        </p:nvPicPr>
        <p:blipFill>
          <a:blip r:embed="rId1266"/>
          <a:srcRect/>
          <a:stretch>
            <a:fillRect/>
          </a:stretch>
        </p:blipFill>
        <p:spPr>
          <a:xfrm>
            <a:off x="3152775" y="6920199"/>
            <a:ext cx="97727" cy="108299"/>
          </a:xfrm>
          <a:prstGeom prst="rect"/>
          <a:ln w="0">
            <a:noFill/>
          </a:ln>
        </p:spPr>
      </p:pic>
      <p:sp>
        <p:nvSpPr>
          <p:cNvPr id="2092" name="New shape"/>
          <p:cNvSpPr/>
          <p:nvPr/>
        </p:nvSpPr>
        <p:spPr>
          <a:xfrm>
            <a:off x="3168015" y="6930866"/>
            <a:ext cx="70199" cy="8696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3" name="New picture"/>
          <p:cNvPicPr/>
          <p:nvPr/>
        </p:nvPicPr>
        <p:blipFill>
          <a:blip r:embed="rId1267"/>
          <a:srcRect/>
          <a:stretch>
            <a:fillRect/>
          </a:stretch>
        </p:blipFill>
        <p:spPr>
          <a:xfrm>
            <a:off x="3262694" y="6949154"/>
            <a:ext cx="70199" cy="82391"/>
          </a:xfrm>
          <a:prstGeom prst="rect"/>
          <a:ln w="0">
            <a:noFill/>
          </a:ln>
        </p:spPr>
      </p:pic>
      <p:sp>
        <p:nvSpPr>
          <p:cNvPr id="2094" name="New shape"/>
          <p:cNvSpPr/>
          <p:nvPr/>
        </p:nvSpPr>
        <p:spPr>
          <a:xfrm>
            <a:off x="3276409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5" name="New picture"/>
          <p:cNvPicPr/>
          <p:nvPr/>
        </p:nvPicPr>
        <p:blipFill>
          <a:blip r:embed="rId1268"/>
          <a:srcRect/>
          <a:stretch>
            <a:fillRect/>
          </a:stretch>
        </p:blipFill>
        <p:spPr>
          <a:xfrm>
            <a:off x="3383280" y="6949154"/>
            <a:ext cx="68771" cy="82392"/>
          </a:xfrm>
          <a:prstGeom prst="rect"/>
          <a:ln w="0">
            <a:noFill/>
          </a:ln>
        </p:spPr>
      </p:pic>
      <p:pic>
        <p:nvPicPr>
          <p:cNvPr id="2096" name="New picture"/>
          <p:cNvPicPr/>
          <p:nvPr/>
        </p:nvPicPr>
        <p:blipFill>
          <a:blip r:embed="rId1269"/>
          <a:srcRect/>
          <a:stretch>
            <a:fillRect/>
          </a:stretch>
        </p:blipFill>
        <p:spPr>
          <a:xfrm>
            <a:off x="3459671" y="6949154"/>
            <a:ext cx="70199" cy="82391"/>
          </a:xfrm>
          <a:prstGeom prst="rect"/>
          <a:ln w="0">
            <a:noFill/>
          </a:ln>
        </p:spPr>
      </p:pic>
      <p:sp>
        <p:nvSpPr>
          <p:cNvPr id="2097" name="New shape"/>
          <p:cNvSpPr/>
          <p:nvPr/>
        </p:nvSpPr>
        <p:spPr>
          <a:xfrm>
            <a:off x="3473386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98" name="New picture"/>
          <p:cNvPicPr/>
          <p:nvPr/>
        </p:nvPicPr>
        <p:blipFill>
          <a:blip r:embed="rId1270"/>
          <a:srcRect/>
          <a:stretch>
            <a:fillRect/>
          </a:stretch>
        </p:blipFill>
        <p:spPr>
          <a:xfrm>
            <a:off x="3563493" y="6918675"/>
            <a:ext cx="76391" cy="149542"/>
          </a:xfrm>
          <a:prstGeom prst="rect"/>
          <a:ln w="0">
            <a:noFill/>
          </a:ln>
        </p:spPr>
      </p:pic>
      <p:pic>
        <p:nvPicPr>
          <p:cNvPr id="2099" name="New picture"/>
          <p:cNvPicPr/>
          <p:nvPr/>
        </p:nvPicPr>
        <p:blipFill>
          <a:blip r:embed="rId1271"/>
          <a:srcRect/>
          <a:stretch>
            <a:fillRect/>
          </a:stretch>
        </p:blipFill>
        <p:spPr>
          <a:xfrm>
            <a:off x="3629216" y="6949154"/>
            <a:ext cx="77819" cy="82391"/>
          </a:xfrm>
          <a:prstGeom prst="rect"/>
          <a:ln w="0">
            <a:noFill/>
          </a:ln>
        </p:spPr>
      </p:pic>
      <p:sp>
        <p:nvSpPr>
          <p:cNvPr id="2100" name="New shape"/>
          <p:cNvSpPr/>
          <p:nvPr/>
        </p:nvSpPr>
        <p:spPr>
          <a:xfrm>
            <a:off x="3642932" y="695982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01" name="New shape"/>
          <p:cNvSpPr/>
          <p:nvPr/>
        </p:nvSpPr>
        <p:spPr>
          <a:xfrm>
            <a:off x="3720751" y="6950680"/>
            <a:ext cx="244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2" name="New picture"/>
          <p:cNvPicPr/>
          <p:nvPr/>
        </p:nvPicPr>
        <p:blipFill>
          <a:blip r:embed="rId1272"/>
          <a:srcRect/>
          <a:stretch>
            <a:fillRect/>
          </a:stretch>
        </p:blipFill>
        <p:spPr>
          <a:xfrm>
            <a:off x="3734562" y="6917151"/>
            <a:ext cx="16764" cy="15240"/>
          </a:xfrm>
          <a:prstGeom prst="rect"/>
          <a:ln w="0">
            <a:noFill/>
          </a:ln>
        </p:spPr>
      </p:pic>
      <p:pic>
        <p:nvPicPr>
          <p:cNvPr id="2103" name="New picture"/>
          <p:cNvPicPr/>
          <p:nvPr/>
        </p:nvPicPr>
        <p:blipFill>
          <a:blip r:embed="rId1273"/>
          <a:srcRect/>
          <a:stretch>
            <a:fillRect/>
          </a:stretch>
        </p:blipFill>
        <p:spPr>
          <a:xfrm>
            <a:off x="3758946" y="6927818"/>
            <a:ext cx="47339" cy="103727"/>
          </a:xfrm>
          <a:prstGeom prst="rect"/>
          <a:ln w="0">
            <a:noFill/>
          </a:ln>
        </p:spPr>
      </p:pic>
      <p:pic>
        <p:nvPicPr>
          <p:cNvPr id="2104" name="New picture"/>
          <p:cNvPicPr/>
          <p:nvPr/>
        </p:nvPicPr>
        <p:blipFill>
          <a:blip r:embed="rId1274"/>
          <a:srcRect/>
          <a:stretch>
            <a:fillRect/>
          </a:stretch>
        </p:blipFill>
        <p:spPr>
          <a:xfrm>
            <a:off x="3804762" y="7013257"/>
            <a:ext cx="24479" cy="42767"/>
          </a:xfrm>
          <a:prstGeom prst="rect"/>
          <a:ln w="0">
            <a:noFill/>
          </a:ln>
        </p:spPr>
      </p:pic>
      <p:pic>
        <p:nvPicPr>
          <p:cNvPr id="2105" name="New picture"/>
          <p:cNvPicPr/>
          <p:nvPr/>
        </p:nvPicPr>
        <p:blipFill>
          <a:blip r:embed="rId1275"/>
          <a:srcRect/>
          <a:stretch>
            <a:fillRect/>
          </a:stretch>
        </p:blipFill>
        <p:spPr>
          <a:xfrm>
            <a:off x="3891820" y="6949154"/>
            <a:ext cx="68675" cy="82392"/>
          </a:xfrm>
          <a:prstGeom prst="rect"/>
          <a:ln w="0">
            <a:noFill/>
          </a:ln>
        </p:spPr>
      </p:pic>
      <p:pic>
        <p:nvPicPr>
          <p:cNvPr id="2106" name="New picture"/>
          <p:cNvPicPr/>
          <p:nvPr/>
        </p:nvPicPr>
        <p:blipFill>
          <a:blip r:embed="rId1276"/>
          <a:srcRect/>
          <a:stretch>
            <a:fillRect/>
          </a:stretch>
        </p:blipFill>
        <p:spPr>
          <a:xfrm>
            <a:off x="3968210" y="6949154"/>
            <a:ext cx="70199" cy="82391"/>
          </a:xfrm>
          <a:prstGeom prst="rect"/>
          <a:ln w="0">
            <a:noFill/>
          </a:ln>
        </p:spPr>
      </p:pic>
      <p:sp>
        <p:nvSpPr>
          <p:cNvPr id="2107" name="New shape"/>
          <p:cNvSpPr/>
          <p:nvPr/>
        </p:nvSpPr>
        <p:spPr>
          <a:xfrm>
            <a:off x="3981926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8" name="New picture"/>
          <p:cNvPicPr/>
          <p:nvPr/>
        </p:nvPicPr>
        <p:blipFill>
          <a:blip r:embed="rId1277"/>
          <a:srcRect/>
          <a:stretch>
            <a:fillRect/>
          </a:stretch>
        </p:blipFill>
        <p:spPr>
          <a:xfrm>
            <a:off x="4049077" y="6927818"/>
            <a:ext cx="48863" cy="103727"/>
          </a:xfrm>
          <a:prstGeom prst="rect"/>
          <a:ln w="0">
            <a:noFill/>
          </a:ln>
        </p:spPr>
      </p:pic>
      <p:pic>
        <p:nvPicPr>
          <p:cNvPr id="2109" name="New picture"/>
          <p:cNvPicPr/>
          <p:nvPr/>
        </p:nvPicPr>
        <p:blipFill>
          <a:blip r:embed="rId1278"/>
          <a:srcRect/>
          <a:stretch>
            <a:fillRect/>
          </a:stretch>
        </p:blipFill>
        <p:spPr>
          <a:xfrm>
            <a:off x="4102512" y="6927818"/>
            <a:ext cx="48863" cy="103727"/>
          </a:xfrm>
          <a:prstGeom prst="rect"/>
          <a:ln w="0">
            <a:noFill/>
          </a:ln>
        </p:spPr>
      </p:pic>
      <p:pic>
        <p:nvPicPr>
          <p:cNvPr id="2110" name="New picture"/>
          <p:cNvPicPr/>
          <p:nvPr/>
        </p:nvPicPr>
        <p:blipFill>
          <a:blip r:embed="rId1279"/>
          <a:srcRect/>
          <a:stretch>
            <a:fillRect/>
          </a:stretch>
        </p:blipFill>
        <p:spPr>
          <a:xfrm>
            <a:off x="4155948" y="6949154"/>
            <a:ext cx="70295" cy="82391"/>
          </a:xfrm>
          <a:prstGeom prst="rect"/>
          <a:ln w="0">
            <a:noFill/>
          </a:ln>
        </p:spPr>
      </p:pic>
      <p:sp>
        <p:nvSpPr>
          <p:cNvPr id="2111" name="New shape"/>
          <p:cNvSpPr/>
          <p:nvPr/>
        </p:nvSpPr>
        <p:spPr>
          <a:xfrm>
            <a:off x="4169759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2" name="New picture"/>
          <p:cNvPicPr/>
          <p:nvPr/>
        </p:nvPicPr>
        <p:blipFill>
          <a:blip r:embed="rId1280"/>
          <a:srcRect/>
          <a:stretch>
            <a:fillRect/>
          </a:stretch>
        </p:blipFill>
        <p:spPr>
          <a:xfrm>
            <a:off x="4270534" y="6949156"/>
            <a:ext cx="84010" cy="117538"/>
          </a:xfrm>
          <a:prstGeom prst="rect"/>
          <a:ln w="0">
            <a:noFill/>
          </a:ln>
        </p:spPr>
      </p:pic>
      <p:sp>
        <p:nvSpPr>
          <p:cNvPr id="2113" name="New shape"/>
          <p:cNvSpPr/>
          <p:nvPr/>
        </p:nvSpPr>
        <p:spPr>
          <a:xfrm>
            <a:off x="4290346" y="695982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4" name="New picture"/>
          <p:cNvPicPr/>
          <p:nvPr/>
        </p:nvPicPr>
        <p:blipFill>
          <a:blip r:embed="rId1281"/>
          <a:srcRect/>
          <a:stretch>
            <a:fillRect/>
          </a:stretch>
        </p:blipFill>
        <p:spPr>
          <a:xfrm>
            <a:off x="4369784" y="6949154"/>
            <a:ext cx="76391" cy="82391"/>
          </a:xfrm>
          <a:prstGeom prst="rect"/>
          <a:ln w="0">
            <a:noFill/>
          </a:ln>
        </p:spPr>
      </p:pic>
      <p:sp>
        <p:nvSpPr>
          <p:cNvPr id="2115" name="New shape"/>
          <p:cNvSpPr/>
          <p:nvPr/>
        </p:nvSpPr>
        <p:spPr>
          <a:xfrm>
            <a:off x="4381976" y="695982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6" name="New picture"/>
          <p:cNvPicPr/>
          <p:nvPr/>
        </p:nvPicPr>
        <p:blipFill>
          <a:blip r:embed="rId1282"/>
          <a:srcRect/>
          <a:stretch>
            <a:fillRect/>
          </a:stretch>
        </p:blipFill>
        <p:spPr>
          <a:xfrm>
            <a:off x="4458367" y="6949154"/>
            <a:ext cx="79343" cy="119062"/>
          </a:xfrm>
          <a:prstGeom prst="rect"/>
          <a:ln w="0">
            <a:noFill/>
          </a:ln>
        </p:spPr>
      </p:pic>
      <p:sp>
        <p:nvSpPr>
          <p:cNvPr id="2117" name="New shape"/>
          <p:cNvSpPr/>
          <p:nvPr/>
        </p:nvSpPr>
        <p:spPr>
          <a:xfrm>
            <a:off x="4473607" y="695982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8" name="New picture"/>
          <p:cNvPicPr/>
          <p:nvPr/>
        </p:nvPicPr>
        <p:blipFill>
          <a:blip r:embed="rId1283"/>
          <a:srcRect/>
          <a:stretch>
            <a:fillRect/>
          </a:stretch>
        </p:blipFill>
        <p:spPr>
          <a:xfrm>
            <a:off x="4551521" y="6949154"/>
            <a:ext cx="70199" cy="82391"/>
          </a:xfrm>
          <a:prstGeom prst="rect"/>
          <a:ln w="0">
            <a:noFill/>
          </a:ln>
        </p:spPr>
      </p:pic>
      <p:sp>
        <p:nvSpPr>
          <p:cNvPr id="2119" name="New shape"/>
          <p:cNvSpPr/>
          <p:nvPr/>
        </p:nvSpPr>
        <p:spPr>
          <a:xfrm>
            <a:off x="4565237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0" name="New picture"/>
          <p:cNvPicPr/>
          <p:nvPr/>
        </p:nvPicPr>
        <p:blipFill>
          <a:blip r:embed="rId1284"/>
          <a:srcRect/>
          <a:stretch>
            <a:fillRect/>
          </a:stretch>
        </p:blipFill>
        <p:spPr>
          <a:xfrm>
            <a:off x="4672108" y="6949154"/>
            <a:ext cx="74771" cy="79343"/>
          </a:xfrm>
          <a:prstGeom prst="rect"/>
          <a:ln w="0">
            <a:noFill/>
          </a:ln>
        </p:spPr>
      </p:pic>
      <p:pic>
        <p:nvPicPr>
          <p:cNvPr id="2121" name="New picture"/>
          <p:cNvPicPr/>
          <p:nvPr/>
        </p:nvPicPr>
        <p:blipFill>
          <a:blip r:embed="rId1285"/>
          <a:srcRect/>
          <a:stretch>
            <a:fillRect/>
          </a:stretch>
        </p:blipFill>
        <p:spPr>
          <a:xfrm>
            <a:off x="4763738" y="6949154"/>
            <a:ext cx="70295" cy="82391"/>
          </a:xfrm>
          <a:prstGeom prst="rect"/>
          <a:ln w="0">
            <a:noFill/>
          </a:ln>
        </p:spPr>
      </p:pic>
      <p:sp>
        <p:nvSpPr>
          <p:cNvPr id="2122" name="New shape"/>
          <p:cNvSpPr/>
          <p:nvPr/>
        </p:nvSpPr>
        <p:spPr>
          <a:xfrm>
            <a:off x="4777454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3" name="New picture"/>
          <p:cNvPicPr/>
          <p:nvPr/>
        </p:nvPicPr>
        <p:blipFill>
          <a:blip r:embed="rId1286"/>
          <a:srcRect/>
          <a:stretch>
            <a:fillRect/>
          </a:stretch>
        </p:blipFill>
        <p:spPr>
          <a:xfrm>
            <a:off x="4867561" y="6918675"/>
            <a:ext cx="76391" cy="149542"/>
          </a:xfrm>
          <a:prstGeom prst="rect"/>
          <a:ln w="0">
            <a:noFill/>
          </a:ln>
        </p:spPr>
      </p:pic>
      <p:pic>
        <p:nvPicPr>
          <p:cNvPr id="2124" name="New picture"/>
          <p:cNvPicPr/>
          <p:nvPr/>
        </p:nvPicPr>
        <p:blipFill>
          <a:blip r:embed="rId1287"/>
          <a:srcRect/>
          <a:stretch>
            <a:fillRect/>
          </a:stretch>
        </p:blipFill>
        <p:spPr>
          <a:xfrm>
            <a:off x="4933283" y="6949154"/>
            <a:ext cx="77819" cy="82391"/>
          </a:xfrm>
          <a:prstGeom prst="rect"/>
          <a:ln w="0">
            <a:noFill/>
          </a:ln>
        </p:spPr>
      </p:pic>
      <p:sp>
        <p:nvSpPr>
          <p:cNvPr id="2125" name="New shape"/>
          <p:cNvSpPr/>
          <p:nvPr/>
        </p:nvSpPr>
        <p:spPr>
          <a:xfrm>
            <a:off x="4946999" y="695982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26" name="New shape"/>
          <p:cNvSpPr/>
          <p:nvPr/>
        </p:nvSpPr>
        <p:spPr>
          <a:xfrm>
            <a:off x="5024914" y="6950680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27" name="New picture"/>
          <p:cNvPicPr/>
          <p:nvPr/>
        </p:nvPicPr>
        <p:blipFill>
          <a:blip r:embed="rId1288"/>
          <a:srcRect/>
          <a:stretch>
            <a:fillRect/>
          </a:stretch>
        </p:blipFill>
        <p:spPr>
          <a:xfrm>
            <a:off x="5040154" y="6917151"/>
            <a:ext cx="15240" cy="15240"/>
          </a:xfrm>
          <a:prstGeom prst="rect"/>
          <a:ln w="0">
            <a:noFill/>
          </a:ln>
        </p:spPr>
      </p:pic>
      <p:pic>
        <p:nvPicPr>
          <p:cNvPr id="2128" name="New picture"/>
          <p:cNvPicPr/>
          <p:nvPr/>
        </p:nvPicPr>
        <p:blipFill>
          <a:blip r:embed="rId1289"/>
          <a:srcRect/>
          <a:stretch>
            <a:fillRect/>
          </a:stretch>
        </p:blipFill>
        <p:spPr>
          <a:xfrm>
            <a:off x="5063013" y="6927818"/>
            <a:ext cx="48863" cy="103727"/>
          </a:xfrm>
          <a:prstGeom prst="rect"/>
          <a:ln w="0">
            <a:noFill/>
          </a:ln>
        </p:spPr>
      </p:pic>
      <p:pic>
        <p:nvPicPr>
          <p:cNvPr id="2129" name="New picture"/>
          <p:cNvPicPr/>
          <p:nvPr/>
        </p:nvPicPr>
        <p:blipFill>
          <a:blip r:embed="rId1290"/>
          <a:srcRect/>
          <a:stretch>
            <a:fillRect/>
          </a:stretch>
        </p:blipFill>
        <p:spPr>
          <a:xfrm>
            <a:off x="5150072" y="6949156"/>
            <a:ext cx="84010" cy="117538"/>
          </a:xfrm>
          <a:prstGeom prst="rect"/>
          <a:ln w="0">
            <a:noFill/>
          </a:ln>
        </p:spPr>
      </p:pic>
      <p:sp>
        <p:nvSpPr>
          <p:cNvPr id="2130" name="New shape"/>
          <p:cNvSpPr/>
          <p:nvPr/>
        </p:nvSpPr>
        <p:spPr>
          <a:xfrm>
            <a:off x="5169884" y="695982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1" name="New picture"/>
          <p:cNvPicPr/>
          <p:nvPr/>
        </p:nvPicPr>
        <p:blipFill>
          <a:blip r:embed="rId1291"/>
          <a:srcRect/>
          <a:stretch>
            <a:fillRect/>
          </a:stretch>
        </p:blipFill>
        <p:spPr>
          <a:xfrm>
            <a:off x="5249323" y="6949154"/>
            <a:ext cx="76391" cy="82391"/>
          </a:xfrm>
          <a:prstGeom prst="rect"/>
          <a:ln w="0">
            <a:noFill/>
          </a:ln>
        </p:spPr>
      </p:pic>
      <p:sp>
        <p:nvSpPr>
          <p:cNvPr id="2132" name="New shape"/>
          <p:cNvSpPr/>
          <p:nvPr/>
        </p:nvSpPr>
        <p:spPr>
          <a:xfrm>
            <a:off x="5261515" y="6959822"/>
            <a:ext cx="5048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3" name="New picture"/>
          <p:cNvPicPr/>
          <p:nvPr/>
        </p:nvPicPr>
        <p:blipFill>
          <a:blip r:embed="rId1292"/>
          <a:srcRect/>
          <a:stretch>
            <a:fillRect/>
          </a:stretch>
        </p:blipFill>
        <p:spPr>
          <a:xfrm>
            <a:off x="5339429" y="6949154"/>
            <a:ext cx="53435" cy="79343"/>
          </a:xfrm>
          <a:prstGeom prst="rect"/>
          <a:ln w="0">
            <a:noFill/>
          </a:ln>
        </p:spPr>
      </p:pic>
      <p:pic>
        <p:nvPicPr>
          <p:cNvPr id="2134" name="New picture"/>
          <p:cNvPicPr/>
          <p:nvPr/>
        </p:nvPicPr>
        <p:blipFill>
          <a:blip r:embed="rId1293"/>
          <a:srcRect/>
          <a:stretch>
            <a:fillRect/>
          </a:stretch>
        </p:blipFill>
        <p:spPr>
          <a:xfrm>
            <a:off x="5395912" y="6927818"/>
            <a:ext cx="47339" cy="103727"/>
          </a:xfrm>
          <a:prstGeom prst="rect"/>
          <a:ln w="0">
            <a:noFill/>
          </a:ln>
        </p:spPr>
      </p:pic>
      <p:sp>
        <p:nvSpPr>
          <p:cNvPr id="2135" name="New shape"/>
          <p:cNvSpPr/>
          <p:nvPr/>
        </p:nvSpPr>
        <p:spPr>
          <a:xfrm>
            <a:off x="5447919" y="6950680"/>
            <a:ext cx="26003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6" name="New picture"/>
          <p:cNvPicPr/>
          <p:nvPr/>
        </p:nvPicPr>
        <p:blipFill>
          <a:blip r:embed="rId1294"/>
          <a:srcRect/>
          <a:stretch>
            <a:fillRect/>
          </a:stretch>
        </p:blipFill>
        <p:spPr>
          <a:xfrm>
            <a:off x="5463159" y="6917151"/>
            <a:ext cx="16859" cy="15240"/>
          </a:xfrm>
          <a:prstGeom prst="rect"/>
          <a:ln w="0">
            <a:noFill/>
          </a:ln>
        </p:spPr>
      </p:pic>
      <p:pic>
        <p:nvPicPr>
          <p:cNvPr id="2137" name="New picture"/>
          <p:cNvPicPr/>
          <p:nvPr/>
        </p:nvPicPr>
        <p:blipFill>
          <a:blip r:embed="rId1295"/>
          <a:srcRect/>
          <a:stretch>
            <a:fillRect/>
          </a:stretch>
        </p:blipFill>
        <p:spPr>
          <a:xfrm>
            <a:off x="5487448" y="6949154"/>
            <a:ext cx="70295" cy="82391"/>
          </a:xfrm>
          <a:prstGeom prst="rect"/>
          <a:ln w="0">
            <a:noFill/>
          </a:ln>
        </p:spPr>
      </p:pic>
      <p:sp>
        <p:nvSpPr>
          <p:cNvPr id="2138" name="New shape"/>
          <p:cNvSpPr/>
          <p:nvPr/>
        </p:nvSpPr>
        <p:spPr>
          <a:xfrm>
            <a:off x="5501259" y="6958299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39" name="New picture"/>
          <p:cNvPicPr/>
          <p:nvPr/>
        </p:nvPicPr>
        <p:blipFill>
          <a:blip r:embed="rId1296"/>
          <a:srcRect/>
          <a:stretch>
            <a:fillRect/>
          </a:stretch>
        </p:blipFill>
        <p:spPr>
          <a:xfrm>
            <a:off x="5608224" y="6920198"/>
            <a:ext cx="83915" cy="111347"/>
          </a:xfrm>
          <a:prstGeom prst="rect"/>
          <a:ln w="0">
            <a:noFill/>
          </a:ln>
        </p:spPr>
      </p:pic>
      <p:sp>
        <p:nvSpPr>
          <p:cNvPr id="2140" name="New shape"/>
          <p:cNvSpPr/>
          <p:nvPr/>
        </p:nvSpPr>
        <p:spPr>
          <a:xfrm>
            <a:off x="5620417" y="6959822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41" name="New shape"/>
          <p:cNvSpPr/>
          <p:nvPr/>
        </p:nvSpPr>
        <p:spPr>
          <a:xfrm>
            <a:off x="5710524" y="6920199"/>
            <a:ext cx="16763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2" name="New picture"/>
          <p:cNvPicPr/>
          <p:nvPr/>
        </p:nvPicPr>
        <p:blipFill>
          <a:blip r:embed="rId1297"/>
          <a:srcRect/>
          <a:stretch>
            <a:fillRect/>
          </a:stretch>
        </p:blipFill>
        <p:spPr>
          <a:xfrm>
            <a:off x="5724239" y="6949154"/>
            <a:ext cx="76391" cy="82391"/>
          </a:xfrm>
          <a:prstGeom prst="rect"/>
          <a:ln w="0">
            <a:noFill/>
          </a:ln>
        </p:spPr>
      </p:pic>
      <p:sp>
        <p:nvSpPr>
          <p:cNvPr id="2143" name="New shape"/>
          <p:cNvSpPr/>
          <p:nvPr/>
        </p:nvSpPr>
        <p:spPr>
          <a:xfrm>
            <a:off x="5736431" y="6959822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4" name="New picture"/>
          <p:cNvPicPr/>
          <p:nvPr/>
        </p:nvPicPr>
        <p:blipFill>
          <a:blip r:embed="rId1298"/>
          <a:srcRect/>
          <a:stretch>
            <a:fillRect/>
          </a:stretch>
        </p:blipFill>
        <p:spPr>
          <a:xfrm>
            <a:off x="5817394" y="6950678"/>
            <a:ext cx="74866" cy="80867"/>
          </a:xfrm>
          <a:prstGeom prst="rect"/>
          <a:ln w="0">
            <a:noFill/>
          </a:ln>
        </p:spPr>
      </p:pic>
      <p:pic>
        <p:nvPicPr>
          <p:cNvPr id="2145" name="New picture"/>
          <p:cNvPicPr/>
          <p:nvPr/>
        </p:nvPicPr>
        <p:blipFill>
          <a:blip r:embed="rId1299"/>
          <a:srcRect/>
          <a:stretch>
            <a:fillRect/>
          </a:stretch>
        </p:blipFill>
        <p:spPr>
          <a:xfrm>
            <a:off x="5907501" y="6949154"/>
            <a:ext cx="68675" cy="82392"/>
          </a:xfrm>
          <a:prstGeom prst="rect"/>
          <a:ln w="0">
            <a:noFill/>
          </a:ln>
        </p:spPr>
      </p:pic>
      <p:pic>
        <p:nvPicPr>
          <p:cNvPr id="2146" name="New picture"/>
          <p:cNvPicPr/>
          <p:nvPr/>
        </p:nvPicPr>
        <p:blipFill>
          <a:blip r:embed="rId1300"/>
          <a:srcRect/>
          <a:stretch>
            <a:fillRect/>
          </a:stretch>
        </p:blipFill>
        <p:spPr>
          <a:xfrm>
            <a:off x="5983891" y="6950678"/>
            <a:ext cx="76391" cy="80867"/>
          </a:xfrm>
          <a:prstGeom prst="rect"/>
          <a:ln w="0">
            <a:noFill/>
          </a:ln>
        </p:spPr>
      </p:pic>
      <p:pic>
        <p:nvPicPr>
          <p:cNvPr id="2147" name="New picture"/>
          <p:cNvPicPr/>
          <p:nvPr/>
        </p:nvPicPr>
        <p:blipFill>
          <a:blip r:embed="rId1301"/>
          <a:srcRect/>
          <a:stretch>
            <a:fillRect/>
          </a:stretch>
        </p:blipFill>
        <p:spPr>
          <a:xfrm>
            <a:off x="6073997" y="6949249"/>
            <a:ext cx="74771" cy="79343"/>
          </a:xfrm>
          <a:prstGeom prst="rect"/>
          <a:ln w="0">
            <a:noFill/>
          </a:ln>
        </p:spPr>
      </p:pic>
      <p:pic>
        <p:nvPicPr>
          <p:cNvPr id="2148" name="New picture"/>
          <p:cNvPicPr/>
          <p:nvPr/>
        </p:nvPicPr>
        <p:blipFill>
          <a:blip r:embed="rId1302"/>
          <a:srcRect/>
          <a:stretch>
            <a:fillRect/>
          </a:stretch>
        </p:blipFill>
        <p:spPr>
          <a:xfrm>
            <a:off x="671322" y="7178134"/>
            <a:ext cx="85535" cy="117443"/>
          </a:xfrm>
          <a:prstGeom prst="rect"/>
          <a:ln w="0">
            <a:noFill/>
          </a:ln>
        </p:spPr>
      </p:pic>
      <p:sp>
        <p:nvSpPr>
          <p:cNvPr id="2149" name="New shape"/>
          <p:cNvSpPr/>
          <p:nvPr/>
        </p:nvSpPr>
        <p:spPr>
          <a:xfrm>
            <a:off x="692658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0" name="New picture"/>
          <p:cNvPicPr/>
          <p:nvPr/>
        </p:nvPicPr>
        <p:blipFill>
          <a:blip r:embed="rId1303"/>
          <a:srcRect/>
          <a:stretch>
            <a:fillRect/>
          </a:stretch>
        </p:blipFill>
        <p:spPr>
          <a:xfrm>
            <a:off x="770572" y="7178039"/>
            <a:ext cx="53435" cy="79343"/>
          </a:xfrm>
          <a:prstGeom prst="rect"/>
          <a:ln w="0">
            <a:noFill/>
          </a:ln>
        </p:spPr>
      </p:pic>
      <p:pic>
        <p:nvPicPr>
          <p:cNvPr id="2151" name="New picture"/>
          <p:cNvPicPr/>
          <p:nvPr/>
        </p:nvPicPr>
        <p:blipFill>
          <a:blip r:embed="rId1304"/>
          <a:srcRect/>
          <a:stretch>
            <a:fillRect/>
          </a:stretch>
        </p:blipFill>
        <p:spPr>
          <a:xfrm>
            <a:off x="822484" y="7178135"/>
            <a:ext cx="77915" cy="82392"/>
          </a:xfrm>
          <a:prstGeom prst="rect"/>
          <a:ln w="0">
            <a:noFill/>
          </a:ln>
        </p:spPr>
      </p:pic>
      <p:sp>
        <p:nvSpPr>
          <p:cNvPr id="2152" name="New shape"/>
          <p:cNvSpPr/>
          <p:nvPr/>
        </p:nvSpPr>
        <p:spPr>
          <a:xfrm>
            <a:off x="836200" y="718880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3" name="New picture"/>
          <p:cNvPicPr/>
          <p:nvPr/>
        </p:nvPicPr>
        <p:blipFill>
          <a:blip r:embed="rId1305"/>
          <a:srcRect/>
          <a:stretch>
            <a:fillRect/>
          </a:stretch>
        </p:blipFill>
        <p:spPr>
          <a:xfrm>
            <a:off x="912590" y="7178135"/>
            <a:ext cx="79438" cy="118967"/>
          </a:xfrm>
          <a:prstGeom prst="rect"/>
          <a:ln w="0">
            <a:noFill/>
          </a:ln>
        </p:spPr>
      </p:pic>
      <p:sp>
        <p:nvSpPr>
          <p:cNvPr id="2154" name="New shape"/>
          <p:cNvSpPr/>
          <p:nvPr/>
        </p:nvSpPr>
        <p:spPr>
          <a:xfrm>
            <a:off x="927830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5" name="New picture"/>
          <p:cNvPicPr/>
          <p:nvPr/>
        </p:nvPicPr>
        <p:blipFill>
          <a:blip r:embed="rId1306"/>
          <a:srcRect/>
          <a:stretch>
            <a:fillRect/>
          </a:stretch>
        </p:blipFill>
        <p:spPr>
          <a:xfrm>
            <a:off x="1005745" y="7178039"/>
            <a:ext cx="53435" cy="79343"/>
          </a:xfrm>
          <a:prstGeom prst="rect"/>
          <a:ln w="0">
            <a:noFill/>
          </a:ln>
        </p:spPr>
      </p:pic>
      <p:pic>
        <p:nvPicPr>
          <p:cNvPr id="2156" name="New picture"/>
          <p:cNvPicPr/>
          <p:nvPr/>
        </p:nvPicPr>
        <p:blipFill>
          <a:blip r:embed="rId1307"/>
          <a:srcRect/>
          <a:stretch>
            <a:fillRect/>
          </a:stretch>
        </p:blipFill>
        <p:spPr>
          <a:xfrm>
            <a:off x="1057656" y="7178135"/>
            <a:ext cx="77915" cy="82391"/>
          </a:xfrm>
          <a:prstGeom prst="rect"/>
          <a:ln w="0">
            <a:noFill/>
          </a:ln>
        </p:spPr>
      </p:pic>
      <p:sp>
        <p:nvSpPr>
          <p:cNvPr id="2157" name="New shape"/>
          <p:cNvSpPr/>
          <p:nvPr/>
        </p:nvSpPr>
        <p:spPr>
          <a:xfrm>
            <a:off x="1071372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58" name="New picture"/>
          <p:cNvPicPr/>
          <p:nvPr/>
        </p:nvPicPr>
        <p:blipFill>
          <a:blip r:embed="rId1308"/>
          <a:srcRect/>
          <a:stretch>
            <a:fillRect/>
          </a:stretch>
        </p:blipFill>
        <p:spPr>
          <a:xfrm>
            <a:off x="1149287" y="7178039"/>
            <a:ext cx="125254" cy="79343"/>
          </a:xfrm>
          <a:prstGeom prst="rect"/>
          <a:ln w="0">
            <a:noFill/>
          </a:ln>
        </p:spPr>
      </p:pic>
      <p:pic>
        <p:nvPicPr>
          <p:cNvPr id="2159" name="New picture"/>
          <p:cNvPicPr/>
          <p:nvPr/>
        </p:nvPicPr>
        <p:blipFill>
          <a:blip r:embed="rId1309"/>
          <a:srcRect/>
          <a:stretch>
            <a:fillRect/>
          </a:stretch>
        </p:blipFill>
        <p:spPr>
          <a:xfrm>
            <a:off x="1291304" y="7178039"/>
            <a:ext cx="125254" cy="79343"/>
          </a:xfrm>
          <a:prstGeom prst="rect"/>
          <a:ln w="0">
            <a:noFill/>
          </a:ln>
        </p:spPr>
      </p:pic>
      <p:pic>
        <p:nvPicPr>
          <p:cNvPr id="2160" name="New picture"/>
          <p:cNvPicPr/>
          <p:nvPr/>
        </p:nvPicPr>
        <p:blipFill>
          <a:blip r:embed="rId1310"/>
          <a:srcRect/>
          <a:stretch>
            <a:fillRect/>
          </a:stretch>
        </p:blipFill>
        <p:spPr>
          <a:xfrm>
            <a:off x="1433322" y="7178135"/>
            <a:ext cx="70199" cy="82392"/>
          </a:xfrm>
          <a:prstGeom prst="rect"/>
          <a:ln w="0">
            <a:noFill/>
          </a:ln>
        </p:spPr>
      </p:pic>
      <p:sp>
        <p:nvSpPr>
          <p:cNvPr id="2161" name="New shape"/>
          <p:cNvSpPr/>
          <p:nvPr/>
        </p:nvSpPr>
        <p:spPr>
          <a:xfrm>
            <a:off x="1447038" y="7187279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2" name="New picture"/>
          <p:cNvPicPr/>
          <p:nvPr/>
        </p:nvPicPr>
        <p:blipFill>
          <a:blip r:embed="rId1311"/>
          <a:srcRect/>
          <a:stretch>
            <a:fillRect/>
          </a:stretch>
        </p:blipFill>
        <p:spPr>
          <a:xfrm>
            <a:off x="1553909" y="7149084"/>
            <a:ext cx="84010" cy="111443"/>
          </a:xfrm>
          <a:prstGeom prst="rect"/>
          <a:ln w="0">
            <a:noFill/>
          </a:ln>
        </p:spPr>
      </p:pic>
      <p:sp>
        <p:nvSpPr>
          <p:cNvPr id="2163" name="New shape"/>
          <p:cNvSpPr/>
          <p:nvPr/>
        </p:nvSpPr>
        <p:spPr>
          <a:xfrm>
            <a:off x="1566196" y="718880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64" name="New shape"/>
          <p:cNvSpPr/>
          <p:nvPr/>
        </p:nvSpPr>
        <p:spPr>
          <a:xfrm>
            <a:off x="1657826" y="7149083"/>
            <a:ext cx="15240" cy="381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5" name="New picture"/>
          <p:cNvPicPr/>
          <p:nvPr/>
        </p:nvPicPr>
        <p:blipFill>
          <a:blip r:embed="rId1312"/>
          <a:srcRect/>
          <a:stretch>
            <a:fillRect/>
          </a:stretch>
        </p:blipFill>
        <p:spPr>
          <a:xfrm>
            <a:off x="1670018" y="7178135"/>
            <a:ext cx="76295" cy="82391"/>
          </a:xfrm>
          <a:prstGeom prst="rect"/>
          <a:ln w="0">
            <a:noFill/>
          </a:ln>
        </p:spPr>
      </p:pic>
      <p:sp>
        <p:nvSpPr>
          <p:cNvPr id="2166" name="New shape"/>
          <p:cNvSpPr/>
          <p:nvPr/>
        </p:nvSpPr>
        <p:spPr>
          <a:xfrm>
            <a:off x="1682210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7" name="New picture"/>
          <p:cNvPicPr/>
          <p:nvPr/>
        </p:nvPicPr>
        <p:blipFill>
          <a:blip r:embed="rId1313"/>
          <a:srcRect/>
          <a:stretch>
            <a:fillRect/>
          </a:stretch>
        </p:blipFill>
        <p:spPr>
          <a:xfrm>
            <a:off x="1744789" y="7147561"/>
            <a:ext cx="76390" cy="149542"/>
          </a:xfrm>
          <a:prstGeom prst="rect"/>
          <a:ln w="0">
            <a:noFill/>
          </a:ln>
        </p:spPr>
      </p:pic>
      <p:pic>
        <p:nvPicPr>
          <p:cNvPr id="2168" name="New picture"/>
          <p:cNvPicPr/>
          <p:nvPr/>
        </p:nvPicPr>
        <p:blipFill>
          <a:blip r:embed="rId1314"/>
          <a:srcRect/>
          <a:stretch>
            <a:fillRect/>
          </a:stretch>
        </p:blipFill>
        <p:spPr>
          <a:xfrm>
            <a:off x="1795177" y="7147561"/>
            <a:ext cx="76390" cy="149542"/>
          </a:xfrm>
          <a:prstGeom prst="rect"/>
          <a:ln w="0">
            <a:noFill/>
          </a:ln>
        </p:spPr>
      </p:pic>
      <p:sp>
        <p:nvSpPr>
          <p:cNvPr id="2169" name="New shape"/>
          <p:cNvSpPr/>
          <p:nvPr/>
        </p:nvSpPr>
        <p:spPr>
          <a:xfrm>
            <a:off x="1860899" y="7179659"/>
            <a:ext cx="244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0" name="New picture"/>
          <p:cNvPicPr/>
          <p:nvPr/>
        </p:nvPicPr>
        <p:blipFill>
          <a:blip r:embed="rId1315"/>
          <a:srcRect/>
          <a:stretch>
            <a:fillRect/>
          </a:stretch>
        </p:blipFill>
        <p:spPr>
          <a:xfrm>
            <a:off x="1874615" y="7146131"/>
            <a:ext cx="16859" cy="15240"/>
          </a:xfrm>
          <a:prstGeom prst="rect"/>
          <a:ln w="0">
            <a:noFill/>
          </a:ln>
        </p:spPr>
      </p:pic>
      <p:sp>
        <p:nvSpPr>
          <p:cNvPr id="2171" name="New shape"/>
          <p:cNvSpPr/>
          <p:nvPr/>
        </p:nvSpPr>
        <p:spPr>
          <a:xfrm>
            <a:off x="1899095" y="7149084"/>
            <a:ext cx="28956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72" name="New shape"/>
          <p:cNvSpPr/>
          <p:nvPr/>
        </p:nvSpPr>
        <p:spPr>
          <a:xfrm>
            <a:off x="1937290" y="7179659"/>
            <a:ext cx="25908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3" name="New picture"/>
          <p:cNvPicPr/>
          <p:nvPr/>
        </p:nvPicPr>
        <p:blipFill>
          <a:blip r:embed="rId1316"/>
          <a:srcRect/>
          <a:stretch>
            <a:fillRect/>
          </a:stretch>
        </p:blipFill>
        <p:spPr>
          <a:xfrm>
            <a:off x="1952530" y="7146131"/>
            <a:ext cx="16764" cy="15240"/>
          </a:xfrm>
          <a:prstGeom prst="rect"/>
          <a:ln w="0">
            <a:noFill/>
          </a:ln>
        </p:spPr>
      </p:pic>
      <p:pic>
        <p:nvPicPr>
          <p:cNvPr id="2174" name="New picture"/>
          <p:cNvPicPr/>
          <p:nvPr/>
        </p:nvPicPr>
        <p:blipFill>
          <a:blip r:embed="rId1317"/>
          <a:srcRect/>
          <a:stretch>
            <a:fillRect/>
          </a:stretch>
        </p:blipFill>
        <p:spPr>
          <a:xfrm>
            <a:off x="1976914" y="7178135"/>
            <a:ext cx="76390" cy="82391"/>
          </a:xfrm>
          <a:prstGeom prst="rect"/>
          <a:ln w="0">
            <a:noFill/>
          </a:ln>
        </p:spPr>
      </p:pic>
      <p:sp>
        <p:nvSpPr>
          <p:cNvPr id="2175" name="New shape"/>
          <p:cNvSpPr/>
          <p:nvPr/>
        </p:nvSpPr>
        <p:spPr>
          <a:xfrm>
            <a:off x="1989106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6" name="New picture"/>
          <p:cNvPicPr/>
          <p:nvPr/>
        </p:nvPicPr>
        <p:blipFill>
          <a:blip r:embed="rId1318"/>
          <a:srcRect/>
          <a:stretch>
            <a:fillRect/>
          </a:stretch>
        </p:blipFill>
        <p:spPr>
          <a:xfrm>
            <a:off x="2067020" y="7156800"/>
            <a:ext cx="48863" cy="103727"/>
          </a:xfrm>
          <a:prstGeom prst="rect"/>
          <a:ln w="0">
            <a:noFill/>
          </a:ln>
        </p:spPr>
      </p:pic>
      <p:sp>
        <p:nvSpPr>
          <p:cNvPr id="2177" name="New shape"/>
          <p:cNvSpPr/>
          <p:nvPr/>
        </p:nvSpPr>
        <p:spPr>
          <a:xfrm>
            <a:off x="2120455" y="7179659"/>
            <a:ext cx="25908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78" name="New picture"/>
          <p:cNvPicPr/>
          <p:nvPr/>
        </p:nvPicPr>
        <p:blipFill>
          <a:blip r:embed="rId1319"/>
          <a:srcRect/>
          <a:stretch>
            <a:fillRect/>
          </a:stretch>
        </p:blipFill>
        <p:spPr>
          <a:xfrm>
            <a:off x="2135695" y="7146131"/>
            <a:ext cx="16764" cy="15240"/>
          </a:xfrm>
          <a:prstGeom prst="rect"/>
          <a:ln w="0">
            <a:noFill/>
          </a:ln>
        </p:spPr>
      </p:pic>
      <p:pic>
        <p:nvPicPr>
          <p:cNvPr id="2179" name="New picture"/>
          <p:cNvPicPr/>
          <p:nvPr/>
        </p:nvPicPr>
        <p:blipFill>
          <a:blip r:embed="rId1320"/>
          <a:srcRect/>
          <a:stretch>
            <a:fillRect/>
          </a:stretch>
        </p:blipFill>
        <p:spPr>
          <a:xfrm>
            <a:off x="2160175" y="7178135"/>
            <a:ext cx="77914" cy="82392"/>
          </a:xfrm>
          <a:prstGeom prst="rect"/>
          <a:ln w="0">
            <a:noFill/>
          </a:ln>
        </p:spPr>
      </p:pic>
      <p:sp>
        <p:nvSpPr>
          <p:cNvPr id="2180" name="New shape"/>
          <p:cNvSpPr/>
          <p:nvPr/>
        </p:nvSpPr>
        <p:spPr>
          <a:xfrm>
            <a:off x="2172367" y="718880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1" name="New picture"/>
          <p:cNvPicPr/>
          <p:nvPr/>
        </p:nvPicPr>
        <p:blipFill>
          <a:blip r:embed="rId1321"/>
          <a:srcRect/>
          <a:stretch>
            <a:fillRect/>
          </a:stretch>
        </p:blipFill>
        <p:spPr>
          <a:xfrm>
            <a:off x="2251805" y="7178135"/>
            <a:ext cx="74771" cy="79343"/>
          </a:xfrm>
          <a:prstGeom prst="rect"/>
          <a:ln w="0">
            <a:noFill/>
          </a:ln>
        </p:spPr>
      </p:pic>
      <p:pic>
        <p:nvPicPr>
          <p:cNvPr id="2182" name="New picture"/>
          <p:cNvPicPr/>
          <p:nvPr/>
        </p:nvPicPr>
        <p:blipFill>
          <a:blip r:embed="rId1322"/>
          <a:srcRect/>
          <a:stretch>
            <a:fillRect/>
          </a:stretch>
        </p:blipFill>
        <p:spPr>
          <a:xfrm>
            <a:off x="2343436" y="7242144"/>
            <a:ext cx="16764" cy="16859"/>
          </a:xfrm>
          <a:prstGeom prst="rect"/>
          <a:ln w="0">
            <a:noFill/>
          </a:ln>
        </p:spPr>
      </p:pic>
      <p:pic>
        <p:nvPicPr>
          <p:cNvPr id="2183" name="New picture"/>
          <p:cNvPicPr/>
          <p:nvPr/>
        </p:nvPicPr>
        <p:blipFill>
          <a:blip r:embed="rId1323"/>
          <a:srcRect/>
          <a:stretch>
            <a:fillRect/>
          </a:stretch>
        </p:blipFill>
        <p:spPr>
          <a:xfrm>
            <a:off x="2422779" y="7149084"/>
            <a:ext cx="62674" cy="108395"/>
          </a:xfrm>
          <a:prstGeom prst="rect"/>
          <a:ln w="0">
            <a:noFill/>
          </a:ln>
        </p:spPr>
      </p:pic>
      <p:pic>
        <p:nvPicPr>
          <p:cNvPr id="2184" name="New picture"/>
          <p:cNvPicPr/>
          <p:nvPr/>
        </p:nvPicPr>
        <p:blipFill>
          <a:blip r:embed="rId1324"/>
          <a:srcRect/>
          <a:stretch>
            <a:fillRect/>
          </a:stretch>
        </p:blipFill>
        <p:spPr>
          <a:xfrm>
            <a:off x="2497645" y="7178135"/>
            <a:ext cx="70199" cy="82392"/>
          </a:xfrm>
          <a:prstGeom prst="rect"/>
          <a:ln w="0">
            <a:noFill/>
          </a:ln>
        </p:spPr>
      </p:pic>
      <p:sp>
        <p:nvSpPr>
          <p:cNvPr id="2185" name="New shape"/>
          <p:cNvSpPr/>
          <p:nvPr/>
        </p:nvSpPr>
        <p:spPr>
          <a:xfrm>
            <a:off x="2509838" y="7187279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6" name="New picture"/>
          <p:cNvPicPr/>
          <p:nvPr/>
        </p:nvPicPr>
        <p:blipFill>
          <a:blip r:embed="rId1325"/>
          <a:srcRect/>
          <a:stretch>
            <a:fillRect/>
          </a:stretch>
        </p:blipFill>
        <p:spPr>
          <a:xfrm>
            <a:off x="2610612" y="7178135"/>
            <a:ext cx="85535" cy="117539"/>
          </a:xfrm>
          <a:prstGeom prst="rect"/>
          <a:ln w="0">
            <a:noFill/>
          </a:ln>
        </p:spPr>
      </p:pic>
      <p:sp>
        <p:nvSpPr>
          <p:cNvPr id="2187" name="New shape"/>
          <p:cNvSpPr/>
          <p:nvPr/>
        </p:nvSpPr>
        <p:spPr>
          <a:xfrm>
            <a:off x="2631948" y="718880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88" name="New picture"/>
          <p:cNvPicPr/>
          <p:nvPr/>
        </p:nvPicPr>
        <p:blipFill>
          <a:blip r:embed="rId1326"/>
          <a:srcRect/>
          <a:stretch>
            <a:fillRect/>
          </a:stretch>
        </p:blipFill>
        <p:spPr>
          <a:xfrm>
            <a:off x="2709863" y="7178135"/>
            <a:ext cx="53530" cy="79343"/>
          </a:xfrm>
          <a:prstGeom prst="rect"/>
          <a:ln w="0">
            <a:noFill/>
          </a:ln>
        </p:spPr>
      </p:pic>
      <p:pic>
        <p:nvPicPr>
          <p:cNvPr id="2189" name="New picture"/>
          <p:cNvPicPr/>
          <p:nvPr/>
        </p:nvPicPr>
        <p:blipFill>
          <a:blip r:embed="rId1327"/>
          <a:srcRect/>
          <a:stretch>
            <a:fillRect/>
          </a:stretch>
        </p:blipFill>
        <p:spPr>
          <a:xfrm>
            <a:off x="2763393" y="7178039"/>
            <a:ext cx="70199" cy="82391"/>
          </a:xfrm>
          <a:prstGeom prst="rect"/>
          <a:ln w="0">
            <a:noFill/>
          </a:ln>
        </p:spPr>
      </p:pic>
      <p:sp>
        <p:nvSpPr>
          <p:cNvPr id="2190" name="New shape"/>
          <p:cNvSpPr/>
          <p:nvPr/>
        </p:nvSpPr>
        <p:spPr>
          <a:xfrm>
            <a:off x="2775585" y="7187184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91" name="New shape"/>
          <p:cNvSpPr/>
          <p:nvPr/>
        </p:nvSpPr>
        <p:spPr>
          <a:xfrm>
            <a:off x="2792444" y="7142989"/>
            <a:ext cx="32004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2" name="New picture"/>
          <p:cNvPicPr/>
          <p:nvPr/>
        </p:nvPicPr>
        <p:blipFill>
          <a:blip r:embed="rId1328"/>
          <a:srcRect/>
          <a:stretch>
            <a:fillRect/>
          </a:stretch>
        </p:blipFill>
        <p:spPr>
          <a:xfrm>
            <a:off x="2836640" y="7178135"/>
            <a:ext cx="65627" cy="82391"/>
          </a:xfrm>
          <a:prstGeom prst="rect"/>
          <a:ln w="0">
            <a:noFill/>
          </a:ln>
        </p:spPr>
      </p:pic>
      <p:pic>
        <p:nvPicPr>
          <p:cNvPr id="2193" name="New picture"/>
          <p:cNvPicPr/>
          <p:nvPr/>
        </p:nvPicPr>
        <p:blipFill>
          <a:blip r:embed="rId1329"/>
          <a:srcRect/>
          <a:stretch>
            <a:fillRect/>
          </a:stretch>
        </p:blipFill>
        <p:spPr>
          <a:xfrm>
            <a:off x="2911507" y="7178039"/>
            <a:ext cx="70199" cy="82391"/>
          </a:xfrm>
          <a:prstGeom prst="rect"/>
          <a:ln w="0">
            <a:noFill/>
          </a:ln>
        </p:spPr>
      </p:pic>
      <p:sp>
        <p:nvSpPr>
          <p:cNvPr id="2194" name="New shape"/>
          <p:cNvSpPr/>
          <p:nvPr/>
        </p:nvSpPr>
        <p:spPr>
          <a:xfrm>
            <a:off x="2925223" y="7187184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5" name="New picture"/>
          <p:cNvPicPr/>
          <p:nvPr/>
        </p:nvPicPr>
        <p:blipFill>
          <a:blip r:embed="rId1330"/>
          <a:srcRect/>
          <a:stretch>
            <a:fillRect/>
          </a:stretch>
        </p:blipFill>
        <p:spPr>
          <a:xfrm>
            <a:off x="2993898" y="7178135"/>
            <a:ext cx="74771" cy="79343"/>
          </a:xfrm>
          <a:prstGeom prst="rect"/>
          <a:ln w="0">
            <a:noFill/>
          </a:ln>
        </p:spPr>
      </p:pic>
      <p:pic>
        <p:nvPicPr>
          <p:cNvPr id="2196" name="New picture"/>
          <p:cNvPicPr/>
          <p:nvPr/>
        </p:nvPicPr>
        <p:blipFill>
          <a:blip r:embed="rId1331"/>
          <a:srcRect/>
          <a:stretch>
            <a:fillRect/>
          </a:stretch>
        </p:blipFill>
        <p:spPr>
          <a:xfrm>
            <a:off x="3085529" y="7156704"/>
            <a:ext cx="47339" cy="103822"/>
          </a:xfrm>
          <a:prstGeom prst="rect"/>
          <a:ln w="0">
            <a:noFill/>
          </a:ln>
        </p:spPr>
      </p:pic>
      <p:pic>
        <p:nvPicPr>
          <p:cNvPr id="2197" name="New picture"/>
          <p:cNvPicPr/>
          <p:nvPr/>
        </p:nvPicPr>
        <p:blipFill>
          <a:blip r:embed="rId1332"/>
          <a:srcRect/>
          <a:stretch>
            <a:fillRect/>
          </a:stretch>
        </p:blipFill>
        <p:spPr>
          <a:xfrm>
            <a:off x="3177159" y="7178135"/>
            <a:ext cx="77914" cy="82391"/>
          </a:xfrm>
          <a:prstGeom prst="rect"/>
          <a:ln w="0">
            <a:noFill/>
          </a:ln>
        </p:spPr>
      </p:pic>
      <p:sp>
        <p:nvSpPr>
          <p:cNvPr id="2198" name="New shape"/>
          <p:cNvSpPr/>
          <p:nvPr/>
        </p:nvSpPr>
        <p:spPr>
          <a:xfrm>
            <a:off x="3190875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9" name="New picture"/>
          <p:cNvPicPr/>
          <p:nvPr/>
        </p:nvPicPr>
        <p:blipFill>
          <a:blip r:embed="rId1333"/>
          <a:srcRect/>
          <a:stretch>
            <a:fillRect/>
          </a:stretch>
        </p:blipFill>
        <p:spPr>
          <a:xfrm>
            <a:off x="3268790" y="7178135"/>
            <a:ext cx="53435" cy="79343"/>
          </a:xfrm>
          <a:prstGeom prst="rect"/>
          <a:ln w="0">
            <a:noFill/>
          </a:ln>
        </p:spPr>
      </p:pic>
      <p:pic>
        <p:nvPicPr>
          <p:cNvPr id="2200" name="New picture"/>
          <p:cNvPicPr/>
          <p:nvPr/>
        </p:nvPicPr>
        <p:blipFill>
          <a:blip r:embed="rId1334"/>
          <a:srcRect/>
          <a:stretch>
            <a:fillRect/>
          </a:stretch>
        </p:blipFill>
        <p:spPr>
          <a:xfrm>
            <a:off x="3323748" y="7156800"/>
            <a:ext cx="47339" cy="103727"/>
          </a:xfrm>
          <a:prstGeom prst="rect"/>
          <a:ln w="0">
            <a:noFill/>
          </a:ln>
        </p:spPr>
      </p:pic>
      <p:sp>
        <p:nvSpPr>
          <p:cNvPr id="2201" name="New shape"/>
          <p:cNvSpPr/>
          <p:nvPr/>
        </p:nvSpPr>
        <p:spPr>
          <a:xfrm>
            <a:off x="3377280" y="7179659"/>
            <a:ext cx="244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2" name="New picture"/>
          <p:cNvPicPr/>
          <p:nvPr/>
        </p:nvPicPr>
        <p:blipFill>
          <a:blip r:embed="rId1335"/>
          <a:srcRect/>
          <a:stretch>
            <a:fillRect/>
          </a:stretch>
        </p:blipFill>
        <p:spPr>
          <a:xfrm>
            <a:off x="3390995" y="7146131"/>
            <a:ext cx="16859" cy="15240"/>
          </a:xfrm>
          <a:prstGeom prst="rect"/>
          <a:ln w="0">
            <a:noFill/>
          </a:ln>
        </p:spPr>
      </p:pic>
      <p:pic>
        <p:nvPicPr>
          <p:cNvPr id="2203" name="New picture"/>
          <p:cNvPicPr/>
          <p:nvPr/>
        </p:nvPicPr>
        <p:blipFill>
          <a:blip r:embed="rId1336"/>
          <a:srcRect/>
          <a:stretch>
            <a:fillRect/>
          </a:stretch>
        </p:blipFill>
        <p:spPr>
          <a:xfrm>
            <a:off x="3415379" y="7178135"/>
            <a:ext cx="68771" cy="82392"/>
          </a:xfrm>
          <a:prstGeom prst="rect"/>
          <a:ln w="0">
            <a:noFill/>
          </a:ln>
        </p:spPr>
      </p:pic>
      <p:sp>
        <p:nvSpPr>
          <p:cNvPr id="2204" name="New shape"/>
          <p:cNvSpPr/>
          <p:nvPr/>
        </p:nvSpPr>
        <p:spPr>
          <a:xfrm>
            <a:off x="3491770" y="7149084"/>
            <a:ext cx="30480" cy="10839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5" name="New picture"/>
          <p:cNvPicPr/>
          <p:nvPr/>
        </p:nvPicPr>
        <p:blipFill>
          <a:blip r:embed="rId1337"/>
          <a:srcRect/>
          <a:stretch>
            <a:fillRect/>
          </a:stretch>
        </p:blipFill>
        <p:spPr>
          <a:xfrm>
            <a:off x="3531394" y="7178135"/>
            <a:ext cx="70295" cy="82392"/>
          </a:xfrm>
          <a:prstGeom prst="rect"/>
          <a:ln w="0">
            <a:noFill/>
          </a:ln>
        </p:spPr>
      </p:pic>
      <p:sp>
        <p:nvSpPr>
          <p:cNvPr id="2206" name="New shape"/>
          <p:cNvSpPr/>
          <p:nvPr/>
        </p:nvSpPr>
        <p:spPr>
          <a:xfrm>
            <a:off x="3545205" y="7187279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7" name="New picture"/>
          <p:cNvPicPr/>
          <p:nvPr/>
        </p:nvPicPr>
        <p:blipFill>
          <a:blip r:embed="rId1338"/>
          <a:srcRect/>
          <a:stretch>
            <a:fillRect/>
          </a:stretch>
        </p:blipFill>
        <p:spPr>
          <a:xfrm>
            <a:off x="3652076" y="7178135"/>
            <a:ext cx="70199" cy="82392"/>
          </a:xfrm>
          <a:prstGeom prst="rect"/>
          <a:ln w="0">
            <a:noFill/>
          </a:ln>
        </p:spPr>
      </p:pic>
      <p:sp>
        <p:nvSpPr>
          <p:cNvPr id="2208" name="New shape"/>
          <p:cNvSpPr/>
          <p:nvPr/>
        </p:nvSpPr>
        <p:spPr>
          <a:xfrm>
            <a:off x="3664268" y="7187279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9" name="New picture"/>
          <p:cNvPicPr/>
          <p:nvPr/>
        </p:nvPicPr>
        <p:blipFill>
          <a:blip r:embed="rId1339"/>
          <a:srcRect/>
          <a:stretch>
            <a:fillRect/>
          </a:stretch>
        </p:blipFill>
        <p:spPr>
          <a:xfrm>
            <a:off x="3725418" y="7178135"/>
            <a:ext cx="65627" cy="82391"/>
          </a:xfrm>
          <a:prstGeom prst="rect"/>
          <a:ln w="0">
            <a:noFill/>
          </a:ln>
        </p:spPr>
      </p:pic>
      <p:pic>
        <p:nvPicPr>
          <p:cNvPr id="2210" name="New picture"/>
          <p:cNvPicPr/>
          <p:nvPr/>
        </p:nvPicPr>
        <p:blipFill>
          <a:blip r:embed="rId1340"/>
          <a:srcRect/>
          <a:stretch>
            <a:fillRect/>
          </a:stretch>
        </p:blipFill>
        <p:spPr>
          <a:xfrm>
            <a:off x="3800189" y="7156800"/>
            <a:ext cx="47339" cy="103727"/>
          </a:xfrm>
          <a:prstGeom prst="rect"/>
          <a:ln w="0">
            <a:noFill/>
          </a:ln>
        </p:spPr>
      </p:pic>
      <p:pic>
        <p:nvPicPr>
          <p:cNvPr id="2211" name="New picture"/>
          <p:cNvPicPr/>
          <p:nvPr/>
        </p:nvPicPr>
        <p:blipFill>
          <a:blip r:embed="rId1341"/>
          <a:srcRect/>
          <a:stretch>
            <a:fillRect/>
          </a:stretch>
        </p:blipFill>
        <p:spPr>
          <a:xfrm>
            <a:off x="3885724" y="7178135"/>
            <a:ext cx="85534" cy="117539"/>
          </a:xfrm>
          <a:prstGeom prst="rect"/>
          <a:ln w="0">
            <a:noFill/>
          </a:ln>
        </p:spPr>
      </p:pic>
      <p:sp>
        <p:nvSpPr>
          <p:cNvPr id="2212" name="New shape"/>
          <p:cNvSpPr/>
          <p:nvPr/>
        </p:nvSpPr>
        <p:spPr>
          <a:xfrm>
            <a:off x="3907060" y="7188803"/>
            <a:ext cx="5200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3" name="New picture"/>
          <p:cNvPicPr/>
          <p:nvPr/>
        </p:nvPicPr>
        <p:blipFill>
          <a:blip r:embed="rId1342"/>
          <a:srcRect/>
          <a:stretch>
            <a:fillRect/>
          </a:stretch>
        </p:blipFill>
        <p:spPr>
          <a:xfrm>
            <a:off x="3984974" y="7178135"/>
            <a:ext cx="53435" cy="79343"/>
          </a:xfrm>
          <a:prstGeom prst="rect"/>
          <a:ln w="0">
            <a:noFill/>
          </a:ln>
        </p:spPr>
      </p:pic>
      <p:pic>
        <p:nvPicPr>
          <p:cNvPr id="2214" name="New picture"/>
          <p:cNvPicPr/>
          <p:nvPr/>
        </p:nvPicPr>
        <p:blipFill>
          <a:blip r:embed="rId1343"/>
          <a:srcRect/>
          <a:stretch>
            <a:fillRect/>
          </a:stretch>
        </p:blipFill>
        <p:spPr>
          <a:xfrm>
            <a:off x="4038409" y="7178039"/>
            <a:ext cx="77915" cy="82392"/>
          </a:xfrm>
          <a:prstGeom prst="rect"/>
          <a:ln w="0">
            <a:noFill/>
          </a:ln>
        </p:spPr>
      </p:pic>
      <p:sp>
        <p:nvSpPr>
          <p:cNvPr id="2215" name="New shape"/>
          <p:cNvSpPr/>
          <p:nvPr/>
        </p:nvSpPr>
        <p:spPr>
          <a:xfrm>
            <a:off x="4050602" y="718870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6" name="New picture"/>
          <p:cNvPicPr/>
          <p:nvPr/>
        </p:nvPicPr>
        <p:blipFill>
          <a:blip r:embed="rId1344"/>
          <a:srcRect/>
          <a:stretch>
            <a:fillRect/>
          </a:stretch>
        </p:blipFill>
        <p:spPr>
          <a:xfrm>
            <a:off x="4123944" y="7178134"/>
            <a:ext cx="85534" cy="117443"/>
          </a:xfrm>
          <a:prstGeom prst="rect"/>
          <a:ln w="0">
            <a:noFill/>
          </a:ln>
        </p:spPr>
      </p:pic>
      <p:sp>
        <p:nvSpPr>
          <p:cNvPr id="2217" name="New shape"/>
          <p:cNvSpPr/>
          <p:nvPr/>
        </p:nvSpPr>
        <p:spPr>
          <a:xfrm>
            <a:off x="4145280" y="718880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18" name="New picture"/>
          <p:cNvPicPr/>
          <p:nvPr/>
        </p:nvPicPr>
        <p:blipFill>
          <a:blip r:embed="rId1345"/>
          <a:srcRect/>
          <a:stretch>
            <a:fillRect/>
          </a:stretch>
        </p:blipFill>
        <p:spPr>
          <a:xfrm>
            <a:off x="4224718" y="7178039"/>
            <a:ext cx="76391" cy="82392"/>
          </a:xfrm>
          <a:prstGeom prst="rect"/>
          <a:ln w="0">
            <a:noFill/>
          </a:ln>
        </p:spPr>
      </p:pic>
      <p:sp>
        <p:nvSpPr>
          <p:cNvPr id="2219" name="New shape"/>
          <p:cNvSpPr/>
          <p:nvPr/>
        </p:nvSpPr>
        <p:spPr>
          <a:xfrm>
            <a:off x="4236910" y="718870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0" name="New picture"/>
          <p:cNvPicPr/>
          <p:nvPr/>
        </p:nvPicPr>
        <p:blipFill>
          <a:blip r:embed="rId1346"/>
          <a:srcRect/>
          <a:stretch>
            <a:fillRect/>
          </a:stretch>
        </p:blipFill>
        <p:spPr>
          <a:xfrm>
            <a:off x="4308634" y="7178135"/>
            <a:ext cx="65722" cy="82391"/>
          </a:xfrm>
          <a:prstGeom prst="rect"/>
          <a:ln w="0">
            <a:noFill/>
          </a:ln>
        </p:spPr>
      </p:pic>
      <p:pic>
        <p:nvPicPr>
          <p:cNvPr id="2221" name="New picture"/>
          <p:cNvPicPr/>
          <p:nvPr/>
        </p:nvPicPr>
        <p:blipFill>
          <a:blip r:embed="rId1347"/>
          <a:srcRect/>
          <a:stretch>
            <a:fillRect/>
          </a:stretch>
        </p:blipFill>
        <p:spPr>
          <a:xfrm>
            <a:off x="4383500" y="7178135"/>
            <a:ext cx="70295" cy="82392"/>
          </a:xfrm>
          <a:prstGeom prst="rect"/>
          <a:ln w="0">
            <a:noFill/>
          </a:ln>
        </p:spPr>
      </p:pic>
      <p:sp>
        <p:nvSpPr>
          <p:cNvPr id="2222" name="New shape"/>
          <p:cNvSpPr/>
          <p:nvPr/>
        </p:nvSpPr>
        <p:spPr>
          <a:xfrm>
            <a:off x="4397311" y="7187279"/>
            <a:ext cx="44196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23" name="New shape"/>
          <p:cNvSpPr/>
          <p:nvPr/>
        </p:nvSpPr>
        <p:spPr>
          <a:xfrm>
            <a:off x="4414076" y="7142989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4" name="New picture"/>
          <p:cNvPicPr/>
          <p:nvPr/>
        </p:nvPicPr>
        <p:blipFill>
          <a:blip r:embed="rId1348"/>
          <a:srcRect/>
          <a:stretch>
            <a:fillRect/>
          </a:stretch>
        </p:blipFill>
        <p:spPr>
          <a:xfrm>
            <a:off x="4504182" y="7149084"/>
            <a:ext cx="83915" cy="111443"/>
          </a:xfrm>
          <a:prstGeom prst="rect"/>
          <a:ln w="0">
            <a:noFill/>
          </a:ln>
        </p:spPr>
      </p:pic>
      <p:sp>
        <p:nvSpPr>
          <p:cNvPr id="2225" name="New shape"/>
          <p:cNvSpPr/>
          <p:nvPr/>
        </p:nvSpPr>
        <p:spPr>
          <a:xfrm>
            <a:off x="4517898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6" name="New picture"/>
          <p:cNvPicPr/>
          <p:nvPr/>
        </p:nvPicPr>
        <p:blipFill>
          <a:blip r:embed="rId1349"/>
          <a:srcRect/>
          <a:stretch>
            <a:fillRect/>
          </a:stretch>
        </p:blipFill>
        <p:spPr>
          <a:xfrm>
            <a:off x="4597336" y="7178135"/>
            <a:ext cx="77819" cy="82391"/>
          </a:xfrm>
          <a:prstGeom prst="rect"/>
          <a:ln w="0">
            <a:noFill/>
          </a:ln>
        </p:spPr>
      </p:pic>
      <p:sp>
        <p:nvSpPr>
          <p:cNvPr id="2227" name="New shape"/>
          <p:cNvSpPr/>
          <p:nvPr/>
        </p:nvSpPr>
        <p:spPr>
          <a:xfrm>
            <a:off x="4611053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8" name="New picture"/>
          <p:cNvPicPr/>
          <p:nvPr/>
        </p:nvPicPr>
        <p:blipFill>
          <a:blip r:embed="rId1350"/>
          <a:srcRect/>
          <a:stretch>
            <a:fillRect/>
          </a:stretch>
        </p:blipFill>
        <p:spPr>
          <a:xfrm>
            <a:off x="4688967" y="7178135"/>
            <a:ext cx="74771" cy="79343"/>
          </a:xfrm>
          <a:prstGeom prst="rect"/>
          <a:ln w="0">
            <a:noFill/>
          </a:ln>
        </p:spPr>
      </p:pic>
      <p:pic>
        <p:nvPicPr>
          <p:cNvPr id="2229" name="New picture"/>
          <p:cNvPicPr/>
          <p:nvPr/>
        </p:nvPicPr>
        <p:blipFill>
          <a:blip r:embed="rId1351"/>
          <a:srcRect/>
          <a:stretch>
            <a:fillRect/>
          </a:stretch>
        </p:blipFill>
        <p:spPr>
          <a:xfrm>
            <a:off x="4772882" y="7178135"/>
            <a:ext cx="65722" cy="82391"/>
          </a:xfrm>
          <a:prstGeom prst="rect"/>
          <a:ln w="0">
            <a:noFill/>
          </a:ln>
        </p:spPr>
      </p:pic>
      <p:pic>
        <p:nvPicPr>
          <p:cNvPr id="2230" name="New picture"/>
          <p:cNvPicPr/>
          <p:nvPr/>
        </p:nvPicPr>
        <p:blipFill>
          <a:blip r:embed="rId1352"/>
          <a:srcRect/>
          <a:stretch>
            <a:fillRect/>
          </a:stretch>
        </p:blipFill>
        <p:spPr>
          <a:xfrm>
            <a:off x="4888992" y="7179659"/>
            <a:ext cx="76295" cy="80867"/>
          </a:xfrm>
          <a:prstGeom prst="rect"/>
          <a:ln w="0">
            <a:noFill/>
          </a:ln>
        </p:spPr>
      </p:pic>
      <p:pic>
        <p:nvPicPr>
          <p:cNvPr id="2231" name="New picture"/>
          <p:cNvPicPr/>
          <p:nvPr/>
        </p:nvPicPr>
        <p:blipFill>
          <a:blip r:embed="rId1353"/>
          <a:srcRect/>
          <a:stretch>
            <a:fillRect/>
          </a:stretch>
        </p:blipFill>
        <p:spPr>
          <a:xfrm>
            <a:off x="4979099" y="7178135"/>
            <a:ext cx="74771" cy="79343"/>
          </a:xfrm>
          <a:prstGeom prst="rect"/>
          <a:ln w="0">
            <a:noFill/>
          </a:ln>
        </p:spPr>
      </p:pic>
      <p:pic>
        <p:nvPicPr>
          <p:cNvPr id="2232" name="New picture"/>
          <p:cNvPicPr/>
          <p:nvPr/>
        </p:nvPicPr>
        <p:blipFill>
          <a:blip r:embed="rId1354"/>
          <a:srcRect/>
          <a:stretch>
            <a:fillRect/>
          </a:stretch>
        </p:blipFill>
        <p:spPr>
          <a:xfrm>
            <a:off x="5110352" y="7178135"/>
            <a:ext cx="76391" cy="82392"/>
          </a:xfrm>
          <a:prstGeom prst="rect"/>
          <a:ln w="0">
            <a:noFill/>
          </a:ln>
        </p:spPr>
      </p:pic>
      <p:sp>
        <p:nvSpPr>
          <p:cNvPr id="2233" name="New shape"/>
          <p:cNvSpPr/>
          <p:nvPr/>
        </p:nvSpPr>
        <p:spPr>
          <a:xfrm>
            <a:off x="5122640" y="7188803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4" name="New picture"/>
          <p:cNvPicPr/>
          <p:nvPr/>
        </p:nvPicPr>
        <p:blipFill>
          <a:blip r:embed="rId1355"/>
          <a:srcRect/>
          <a:stretch>
            <a:fillRect/>
          </a:stretch>
        </p:blipFill>
        <p:spPr>
          <a:xfrm>
            <a:off x="5201983" y="7149084"/>
            <a:ext cx="79439" cy="111443"/>
          </a:xfrm>
          <a:prstGeom prst="rect"/>
          <a:ln w="0">
            <a:noFill/>
          </a:ln>
        </p:spPr>
      </p:pic>
      <p:sp>
        <p:nvSpPr>
          <p:cNvPr id="2235" name="New shape"/>
          <p:cNvSpPr/>
          <p:nvPr/>
        </p:nvSpPr>
        <p:spPr>
          <a:xfrm>
            <a:off x="5215794" y="7188803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6" name="New picture"/>
          <p:cNvPicPr/>
          <p:nvPr/>
        </p:nvPicPr>
        <p:blipFill>
          <a:blip r:embed="rId1356"/>
          <a:srcRect/>
          <a:stretch>
            <a:fillRect/>
          </a:stretch>
        </p:blipFill>
        <p:spPr>
          <a:xfrm>
            <a:off x="5275326" y="7179658"/>
            <a:ext cx="44291" cy="117443"/>
          </a:xfrm>
          <a:prstGeom prst="rect"/>
          <a:ln w="0">
            <a:noFill/>
          </a:ln>
        </p:spPr>
      </p:pic>
      <p:pic>
        <p:nvPicPr>
          <p:cNvPr id="2237" name="New picture"/>
          <p:cNvPicPr/>
          <p:nvPr/>
        </p:nvPicPr>
        <p:blipFill>
          <a:blip r:embed="rId1357"/>
          <a:srcRect/>
          <a:stretch>
            <a:fillRect/>
          </a:stretch>
        </p:blipFill>
        <p:spPr>
          <a:xfrm>
            <a:off x="5308854" y="7146035"/>
            <a:ext cx="16859" cy="15240"/>
          </a:xfrm>
          <a:prstGeom prst="rect"/>
          <a:ln w="0">
            <a:noFill/>
          </a:ln>
        </p:spPr>
      </p:pic>
      <p:pic>
        <p:nvPicPr>
          <p:cNvPr id="2238" name="New picture"/>
          <p:cNvPicPr/>
          <p:nvPr/>
        </p:nvPicPr>
        <p:blipFill>
          <a:blip r:embed="rId1358"/>
          <a:srcRect/>
          <a:stretch>
            <a:fillRect/>
          </a:stretch>
        </p:blipFill>
        <p:spPr>
          <a:xfrm>
            <a:off x="5334857" y="7178039"/>
            <a:ext cx="70199" cy="82391"/>
          </a:xfrm>
          <a:prstGeom prst="rect"/>
          <a:ln w="0">
            <a:noFill/>
          </a:ln>
        </p:spPr>
      </p:pic>
      <p:sp>
        <p:nvSpPr>
          <p:cNvPr id="2239" name="New shape"/>
          <p:cNvSpPr/>
          <p:nvPr/>
        </p:nvSpPr>
        <p:spPr>
          <a:xfrm>
            <a:off x="5347049" y="7187184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0" name="New picture"/>
          <p:cNvPicPr/>
          <p:nvPr/>
        </p:nvPicPr>
        <p:blipFill>
          <a:blip r:embed="rId1359"/>
          <a:srcRect/>
          <a:stretch>
            <a:fillRect/>
          </a:stretch>
        </p:blipFill>
        <p:spPr>
          <a:xfrm>
            <a:off x="5415820" y="7178135"/>
            <a:ext cx="68675" cy="82392"/>
          </a:xfrm>
          <a:prstGeom prst="rect"/>
          <a:ln w="0">
            <a:noFill/>
          </a:ln>
        </p:spPr>
      </p:pic>
      <p:pic>
        <p:nvPicPr>
          <p:cNvPr id="2241" name="New picture"/>
          <p:cNvPicPr/>
          <p:nvPr/>
        </p:nvPicPr>
        <p:blipFill>
          <a:blip r:embed="rId1360"/>
          <a:srcRect/>
          <a:stretch>
            <a:fillRect/>
          </a:stretch>
        </p:blipFill>
        <p:spPr>
          <a:xfrm>
            <a:off x="5495162" y="7156800"/>
            <a:ext cx="47339" cy="103727"/>
          </a:xfrm>
          <a:prstGeom prst="rect"/>
          <a:ln w="0">
            <a:noFill/>
          </a:ln>
        </p:spPr>
      </p:pic>
      <p:sp>
        <p:nvSpPr>
          <p:cNvPr id="2242" name="New shape"/>
          <p:cNvSpPr/>
          <p:nvPr/>
        </p:nvSpPr>
        <p:spPr>
          <a:xfrm>
            <a:off x="5548693" y="7179659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3" name="New picture"/>
          <p:cNvPicPr/>
          <p:nvPr/>
        </p:nvPicPr>
        <p:blipFill>
          <a:blip r:embed="rId1361"/>
          <a:srcRect/>
          <a:stretch>
            <a:fillRect/>
          </a:stretch>
        </p:blipFill>
        <p:spPr>
          <a:xfrm>
            <a:off x="5562409" y="7146131"/>
            <a:ext cx="16764" cy="15240"/>
          </a:xfrm>
          <a:prstGeom prst="rect"/>
          <a:ln w="0">
            <a:noFill/>
          </a:ln>
        </p:spPr>
      </p:pic>
      <p:pic>
        <p:nvPicPr>
          <p:cNvPr id="2244" name="New picture"/>
          <p:cNvPicPr/>
          <p:nvPr/>
        </p:nvPicPr>
        <p:blipFill>
          <a:blip r:embed="rId1362"/>
          <a:srcRect/>
          <a:stretch>
            <a:fillRect/>
          </a:stretch>
        </p:blipFill>
        <p:spPr>
          <a:xfrm>
            <a:off x="5571554" y="7147561"/>
            <a:ext cx="74771" cy="149542"/>
          </a:xfrm>
          <a:prstGeom prst="rect"/>
          <a:ln w="0">
            <a:noFill/>
          </a:ln>
        </p:spPr>
      </p:pic>
      <p:pic>
        <p:nvPicPr>
          <p:cNvPr id="2245" name="New picture"/>
          <p:cNvPicPr/>
          <p:nvPr/>
        </p:nvPicPr>
        <p:blipFill>
          <a:blip r:embed="rId1363"/>
          <a:srcRect/>
          <a:stretch>
            <a:fillRect/>
          </a:stretch>
        </p:blipFill>
        <p:spPr>
          <a:xfrm>
            <a:off x="5669280" y="7178134"/>
            <a:ext cx="85534" cy="117443"/>
          </a:xfrm>
          <a:prstGeom prst="rect"/>
          <a:ln w="0">
            <a:noFill/>
          </a:ln>
        </p:spPr>
      </p:pic>
      <p:sp>
        <p:nvSpPr>
          <p:cNvPr id="2246" name="New shape"/>
          <p:cNvSpPr/>
          <p:nvPr/>
        </p:nvSpPr>
        <p:spPr>
          <a:xfrm>
            <a:off x="5690616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47" name="New picture"/>
          <p:cNvPicPr/>
          <p:nvPr/>
        </p:nvPicPr>
        <p:blipFill>
          <a:blip r:embed="rId1364"/>
          <a:srcRect/>
          <a:stretch>
            <a:fillRect/>
          </a:stretch>
        </p:blipFill>
        <p:spPr>
          <a:xfrm>
            <a:off x="5768531" y="7178039"/>
            <a:ext cx="70199" cy="82391"/>
          </a:xfrm>
          <a:prstGeom prst="rect"/>
          <a:ln w="0">
            <a:noFill/>
          </a:ln>
        </p:spPr>
      </p:pic>
      <p:sp>
        <p:nvSpPr>
          <p:cNvPr id="2248" name="New shape"/>
          <p:cNvSpPr/>
          <p:nvPr/>
        </p:nvSpPr>
        <p:spPr>
          <a:xfrm>
            <a:off x="5782246" y="7187184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49" name="New shape"/>
          <p:cNvSpPr/>
          <p:nvPr/>
        </p:nvSpPr>
        <p:spPr>
          <a:xfrm>
            <a:off x="5799011" y="7142989"/>
            <a:ext cx="32099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0" name="New picture"/>
          <p:cNvPicPr/>
          <p:nvPr/>
        </p:nvPicPr>
        <p:blipFill>
          <a:blip r:embed="rId1365"/>
          <a:srcRect/>
          <a:stretch>
            <a:fillRect/>
          </a:stretch>
        </p:blipFill>
        <p:spPr>
          <a:xfrm>
            <a:off x="5849493" y="7149084"/>
            <a:ext cx="83915" cy="111443"/>
          </a:xfrm>
          <a:prstGeom prst="rect"/>
          <a:ln w="0">
            <a:noFill/>
          </a:ln>
        </p:spPr>
      </p:pic>
      <p:sp>
        <p:nvSpPr>
          <p:cNvPr id="2251" name="New shape"/>
          <p:cNvSpPr/>
          <p:nvPr/>
        </p:nvSpPr>
        <p:spPr>
          <a:xfrm>
            <a:off x="5863209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2" name="New picture"/>
          <p:cNvPicPr/>
          <p:nvPr/>
        </p:nvPicPr>
        <p:blipFill>
          <a:blip r:embed="rId1366"/>
          <a:srcRect/>
          <a:stretch>
            <a:fillRect/>
          </a:stretch>
        </p:blipFill>
        <p:spPr>
          <a:xfrm>
            <a:off x="5942647" y="7178135"/>
            <a:ext cx="77819" cy="82391"/>
          </a:xfrm>
          <a:prstGeom prst="rect"/>
          <a:ln w="0">
            <a:noFill/>
          </a:ln>
        </p:spPr>
      </p:pic>
      <p:sp>
        <p:nvSpPr>
          <p:cNvPr id="2253" name="New shape"/>
          <p:cNvSpPr/>
          <p:nvPr/>
        </p:nvSpPr>
        <p:spPr>
          <a:xfrm>
            <a:off x="5956364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4" name="New picture"/>
          <p:cNvPicPr/>
          <p:nvPr/>
        </p:nvPicPr>
        <p:blipFill>
          <a:blip r:embed="rId1367"/>
          <a:srcRect/>
          <a:stretch>
            <a:fillRect/>
          </a:stretch>
        </p:blipFill>
        <p:spPr>
          <a:xfrm>
            <a:off x="6031135" y="7178135"/>
            <a:ext cx="80962" cy="118967"/>
          </a:xfrm>
          <a:prstGeom prst="rect"/>
          <a:ln w="0">
            <a:noFill/>
          </a:ln>
        </p:spPr>
      </p:pic>
      <p:sp>
        <p:nvSpPr>
          <p:cNvPr id="2255" name="New shape"/>
          <p:cNvSpPr/>
          <p:nvPr/>
        </p:nvSpPr>
        <p:spPr>
          <a:xfrm>
            <a:off x="6047994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6" name="New picture"/>
          <p:cNvPicPr/>
          <p:nvPr/>
        </p:nvPicPr>
        <p:blipFill>
          <a:blip r:embed="rId1368"/>
          <a:srcRect/>
          <a:stretch>
            <a:fillRect/>
          </a:stretch>
        </p:blipFill>
        <p:spPr>
          <a:xfrm>
            <a:off x="6125813" y="7178039"/>
            <a:ext cx="77915" cy="82392"/>
          </a:xfrm>
          <a:prstGeom prst="rect"/>
          <a:ln w="0">
            <a:noFill/>
          </a:ln>
        </p:spPr>
      </p:pic>
      <p:sp>
        <p:nvSpPr>
          <p:cNvPr id="2257" name="New shape"/>
          <p:cNvSpPr/>
          <p:nvPr/>
        </p:nvSpPr>
        <p:spPr>
          <a:xfrm>
            <a:off x="6138005" y="7188708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8" name="New picture"/>
          <p:cNvPicPr/>
          <p:nvPr/>
        </p:nvPicPr>
        <p:blipFill>
          <a:blip r:embed="rId1369"/>
          <a:srcRect/>
          <a:stretch>
            <a:fillRect/>
          </a:stretch>
        </p:blipFill>
        <p:spPr>
          <a:xfrm>
            <a:off x="6214396" y="7178135"/>
            <a:ext cx="79439" cy="118967"/>
          </a:xfrm>
          <a:prstGeom prst="rect"/>
          <a:ln w="0">
            <a:noFill/>
          </a:ln>
        </p:spPr>
      </p:pic>
      <p:sp>
        <p:nvSpPr>
          <p:cNvPr id="2259" name="New shape"/>
          <p:cNvSpPr/>
          <p:nvPr/>
        </p:nvSpPr>
        <p:spPr>
          <a:xfrm>
            <a:off x="6231255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60" name="New shape"/>
          <p:cNvSpPr/>
          <p:nvPr/>
        </p:nvSpPr>
        <p:spPr>
          <a:xfrm>
            <a:off x="6307646" y="7179659"/>
            <a:ext cx="25908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1" name="New picture"/>
          <p:cNvPicPr/>
          <p:nvPr/>
        </p:nvPicPr>
        <p:blipFill>
          <a:blip r:embed="rId1370"/>
          <a:srcRect/>
          <a:stretch>
            <a:fillRect/>
          </a:stretch>
        </p:blipFill>
        <p:spPr>
          <a:xfrm>
            <a:off x="6322885" y="7146131"/>
            <a:ext cx="16764" cy="15240"/>
          </a:xfrm>
          <a:prstGeom prst="rect"/>
          <a:ln w="0">
            <a:noFill/>
          </a:ln>
        </p:spPr>
      </p:pic>
      <p:pic>
        <p:nvPicPr>
          <p:cNvPr id="2262" name="New picture"/>
          <p:cNvPicPr/>
          <p:nvPr/>
        </p:nvPicPr>
        <p:blipFill>
          <a:blip r:embed="rId1371"/>
          <a:srcRect/>
          <a:stretch>
            <a:fillRect/>
          </a:stretch>
        </p:blipFill>
        <p:spPr>
          <a:xfrm>
            <a:off x="6347270" y="7178135"/>
            <a:ext cx="76391" cy="117443"/>
          </a:xfrm>
          <a:prstGeom prst="rect"/>
          <a:ln w="0">
            <a:noFill/>
          </a:ln>
        </p:spPr>
      </p:pic>
      <p:sp>
        <p:nvSpPr>
          <p:cNvPr id="2263" name="New shape"/>
          <p:cNvSpPr/>
          <p:nvPr/>
        </p:nvSpPr>
        <p:spPr>
          <a:xfrm>
            <a:off x="6359461" y="7188803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4" name="New picture"/>
          <p:cNvPicPr/>
          <p:nvPr/>
        </p:nvPicPr>
        <p:blipFill>
          <a:blip r:embed="rId1372"/>
          <a:srcRect/>
          <a:stretch>
            <a:fillRect/>
          </a:stretch>
        </p:blipFill>
        <p:spPr>
          <a:xfrm>
            <a:off x="6441948" y="7179565"/>
            <a:ext cx="74867" cy="80867"/>
          </a:xfrm>
          <a:prstGeom prst="rect"/>
          <a:ln w="0">
            <a:noFill/>
          </a:ln>
        </p:spPr>
      </p:pic>
      <p:pic>
        <p:nvPicPr>
          <p:cNvPr id="2265" name="New picture"/>
          <p:cNvPicPr/>
          <p:nvPr/>
        </p:nvPicPr>
        <p:blipFill>
          <a:blip r:embed="rId1373"/>
          <a:srcRect/>
          <a:stretch>
            <a:fillRect/>
          </a:stretch>
        </p:blipFill>
        <p:spPr>
          <a:xfrm>
            <a:off x="6532054" y="7178135"/>
            <a:ext cx="70200" cy="82392"/>
          </a:xfrm>
          <a:prstGeom prst="rect"/>
          <a:ln w="0">
            <a:noFill/>
          </a:ln>
        </p:spPr>
      </p:pic>
      <p:sp>
        <p:nvSpPr>
          <p:cNvPr id="2266" name="New shape"/>
          <p:cNvSpPr/>
          <p:nvPr/>
        </p:nvSpPr>
        <p:spPr>
          <a:xfrm>
            <a:off x="6544246" y="7187279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7" name="New picture"/>
          <p:cNvPicPr/>
          <p:nvPr/>
        </p:nvPicPr>
        <p:blipFill>
          <a:blip r:embed="rId1374"/>
          <a:srcRect/>
          <a:stretch>
            <a:fillRect/>
          </a:stretch>
        </p:blipFill>
        <p:spPr>
          <a:xfrm>
            <a:off x="6603778" y="7242144"/>
            <a:ext cx="26003" cy="42767"/>
          </a:xfrm>
          <a:prstGeom prst="rect"/>
          <a:ln w="0">
            <a:noFill/>
          </a:ln>
        </p:spPr>
      </p:pic>
      <p:pic>
        <p:nvPicPr>
          <p:cNvPr id="2268" name="New picture"/>
          <p:cNvPicPr/>
          <p:nvPr/>
        </p:nvPicPr>
        <p:blipFill>
          <a:blip r:embed="rId1375"/>
          <a:srcRect/>
          <a:stretch>
            <a:fillRect/>
          </a:stretch>
        </p:blipFill>
        <p:spPr>
          <a:xfrm>
            <a:off x="6692360" y="7178135"/>
            <a:ext cx="70295" cy="82392"/>
          </a:xfrm>
          <a:prstGeom prst="rect"/>
          <a:ln w="0">
            <a:noFill/>
          </a:ln>
        </p:spPr>
      </p:pic>
      <p:sp>
        <p:nvSpPr>
          <p:cNvPr id="2269" name="New shape"/>
          <p:cNvSpPr/>
          <p:nvPr/>
        </p:nvSpPr>
        <p:spPr>
          <a:xfrm>
            <a:off x="6706172" y="7187279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0" name="New picture"/>
          <p:cNvPicPr/>
          <p:nvPr/>
        </p:nvPicPr>
        <p:blipFill>
          <a:blip r:embed="rId1376"/>
          <a:srcRect/>
          <a:stretch>
            <a:fillRect/>
          </a:stretch>
        </p:blipFill>
        <p:spPr>
          <a:xfrm>
            <a:off x="6773323" y="7156800"/>
            <a:ext cx="47339" cy="103727"/>
          </a:xfrm>
          <a:prstGeom prst="rect"/>
          <a:ln w="0">
            <a:noFill/>
          </a:ln>
        </p:spPr>
      </p:pic>
      <p:sp>
        <p:nvSpPr>
          <p:cNvPr id="2271" name="New shape"/>
          <p:cNvSpPr/>
          <p:nvPr/>
        </p:nvSpPr>
        <p:spPr>
          <a:xfrm>
            <a:off x="677418" y="7377970"/>
            <a:ext cx="29051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2" name="New picture"/>
          <p:cNvPicPr/>
          <p:nvPr/>
        </p:nvPicPr>
        <p:blipFill>
          <a:blip r:embed="rId1377"/>
          <a:srcRect/>
          <a:stretch>
            <a:fillRect/>
          </a:stretch>
        </p:blipFill>
        <p:spPr>
          <a:xfrm>
            <a:off x="715613" y="7406926"/>
            <a:ext cx="70199" cy="82391"/>
          </a:xfrm>
          <a:prstGeom prst="rect"/>
          <a:ln w="0">
            <a:noFill/>
          </a:ln>
        </p:spPr>
      </p:pic>
      <p:sp>
        <p:nvSpPr>
          <p:cNvPr id="2273" name="New shape"/>
          <p:cNvSpPr/>
          <p:nvPr/>
        </p:nvSpPr>
        <p:spPr>
          <a:xfrm>
            <a:off x="729329" y="741607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4" name="New picture"/>
          <p:cNvPicPr/>
          <p:nvPr/>
        </p:nvPicPr>
        <p:blipFill>
          <a:blip r:embed="rId1378"/>
          <a:srcRect/>
          <a:stretch>
            <a:fillRect/>
          </a:stretch>
        </p:blipFill>
        <p:spPr>
          <a:xfrm>
            <a:off x="790384" y="7407021"/>
            <a:ext cx="65722" cy="82391"/>
          </a:xfrm>
          <a:prstGeom prst="rect"/>
          <a:ln w="0">
            <a:noFill/>
          </a:ln>
        </p:spPr>
      </p:pic>
      <p:sp>
        <p:nvSpPr>
          <p:cNvPr id="2275" name="New shape"/>
          <p:cNvSpPr/>
          <p:nvPr/>
        </p:nvSpPr>
        <p:spPr>
          <a:xfrm>
            <a:off x="903446" y="7408545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76" name="New picture"/>
          <p:cNvPicPr/>
          <p:nvPr/>
        </p:nvPicPr>
        <p:blipFill>
          <a:blip r:embed="rId1379"/>
          <a:srcRect/>
          <a:stretch>
            <a:fillRect/>
          </a:stretch>
        </p:blipFill>
        <p:spPr>
          <a:xfrm>
            <a:off x="918686" y="7374921"/>
            <a:ext cx="16764" cy="15335"/>
          </a:xfrm>
          <a:prstGeom prst="rect"/>
          <a:ln w="0">
            <a:noFill/>
          </a:ln>
        </p:spPr>
      </p:pic>
      <p:pic>
        <p:nvPicPr>
          <p:cNvPr id="2277" name="New picture"/>
          <p:cNvPicPr/>
          <p:nvPr/>
        </p:nvPicPr>
        <p:blipFill>
          <a:blip r:embed="rId1380"/>
          <a:srcRect/>
          <a:stretch>
            <a:fillRect/>
          </a:stretch>
        </p:blipFill>
        <p:spPr>
          <a:xfrm>
            <a:off x="941642" y="7407021"/>
            <a:ext cx="76295" cy="79343"/>
          </a:xfrm>
          <a:prstGeom prst="rect"/>
          <a:ln w="0">
            <a:noFill/>
          </a:ln>
        </p:spPr>
      </p:pic>
      <p:pic>
        <p:nvPicPr>
          <p:cNvPr id="2278" name="New picture"/>
          <p:cNvPicPr/>
          <p:nvPr/>
        </p:nvPicPr>
        <p:blipFill>
          <a:blip r:embed="rId1381"/>
          <a:srcRect/>
          <a:stretch>
            <a:fillRect/>
          </a:stretch>
        </p:blipFill>
        <p:spPr>
          <a:xfrm>
            <a:off x="1017937" y="7376446"/>
            <a:ext cx="76390" cy="149542"/>
          </a:xfrm>
          <a:prstGeom prst="rect"/>
          <a:ln w="0">
            <a:noFill/>
          </a:ln>
        </p:spPr>
      </p:pic>
      <p:pic>
        <p:nvPicPr>
          <p:cNvPr id="2279" name="New picture"/>
          <p:cNvPicPr/>
          <p:nvPr/>
        </p:nvPicPr>
        <p:blipFill>
          <a:blip r:embed="rId1382"/>
          <a:srcRect/>
          <a:stretch>
            <a:fillRect/>
          </a:stretch>
        </p:blipFill>
        <p:spPr>
          <a:xfrm>
            <a:off x="1083659" y="7407021"/>
            <a:ext cx="77819" cy="82392"/>
          </a:xfrm>
          <a:prstGeom prst="rect"/>
          <a:ln w="0">
            <a:noFill/>
          </a:ln>
        </p:spPr>
      </p:pic>
      <p:sp>
        <p:nvSpPr>
          <p:cNvPr id="2280" name="New shape"/>
          <p:cNvSpPr/>
          <p:nvPr/>
        </p:nvSpPr>
        <p:spPr>
          <a:xfrm>
            <a:off x="1097375" y="74176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1" name="New picture"/>
          <p:cNvPicPr/>
          <p:nvPr/>
        </p:nvPicPr>
        <p:blipFill>
          <a:blip r:embed="rId1383"/>
          <a:srcRect/>
          <a:stretch>
            <a:fillRect/>
          </a:stretch>
        </p:blipFill>
        <p:spPr>
          <a:xfrm>
            <a:off x="1175195" y="7407021"/>
            <a:ext cx="53531" cy="79343"/>
          </a:xfrm>
          <a:prstGeom prst="rect"/>
          <a:ln w="0">
            <a:noFill/>
          </a:ln>
        </p:spPr>
      </p:pic>
      <p:pic>
        <p:nvPicPr>
          <p:cNvPr id="2282" name="New picture"/>
          <p:cNvPicPr/>
          <p:nvPr/>
        </p:nvPicPr>
        <p:blipFill>
          <a:blip r:embed="rId1384"/>
          <a:srcRect/>
          <a:stretch>
            <a:fillRect/>
          </a:stretch>
        </p:blipFill>
        <p:spPr>
          <a:xfrm>
            <a:off x="1230249" y="7407021"/>
            <a:ext cx="125159" cy="79343"/>
          </a:xfrm>
          <a:prstGeom prst="rect"/>
          <a:ln w="0">
            <a:noFill/>
          </a:ln>
        </p:spPr>
      </p:pic>
      <p:pic>
        <p:nvPicPr>
          <p:cNvPr id="2283" name="New picture"/>
          <p:cNvPicPr/>
          <p:nvPr/>
        </p:nvPicPr>
        <p:blipFill>
          <a:blip r:embed="rId1385"/>
          <a:srcRect/>
          <a:stretch>
            <a:fillRect/>
          </a:stretch>
        </p:blipFill>
        <p:spPr>
          <a:xfrm>
            <a:off x="1372267" y="7407021"/>
            <a:ext cx="77819" cy="82391"/>
          </a:xfrm>
          <a:prstGeom prst="rect"/>
          <a:ln w="0">
            <a:noFill/>
          </a:ln>
        </p:spPr>
      </p:pic>
      <p:sp>
        <p:nvSpPr>
          <p:cNvPr id="2284" name="New shape"/>
          <p:cNvSpPr/>
          <p:nvPr/>
        </p:nvSpPr>
        <p:spPr>
          <a:xfrm>
            <a:off x="1385983" y="741768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5" name="New picture"/>
          <p:cNvPicPr/>
          <p:nvPr/>
        </p:nvPicPr>
        <p:blipFill>
          <a:blip r:embed="rId1386"/>
          <a:srcRect/>
          <a:stretch>
            <a:fillRect/>
          </a:stretch>
        </p:blipFill>
        <p:spPr>
          <a:xfrm>
            <a:off x="1463802" y="7385590"/>
            <a:ext cx="47339" cy="103822"/>
          </a:xfrm>
          <a:prstGeom prst="rect"/>
          <a:ln w="0">
            <a:noFill/>
          </a:ln>
        </p:spPr>
      </p:pic>
      <p:sp>
        <p:nvSpPr>
          <p:cNvPr id="2286" name="New shape"/>
          <p:cNvSpPr/>
          <p:nvPr/>
        </p:nvSpPr>
        <p:spPr>
          <a:xfrm>
            <a:off x="1517332" y="7408545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7" name="New picture"/>
          <p:cNvPicPr/>
          <p:nvPr/>
        </p:nvPicPr>
        <p:blipFill>
          <a:blip r:embed="rId1387"/>
          <a:srcRect/>
          <a:stretch>
            <a:fillRect/>
          </a:stretch>
        </p:blipFill>
        <p:spPr>
          <a:xfrm>
            <a:off x="1531048" y="7374921"/>
            <a:ext cx="16764" cy="15335"/>
          </a:xfrm>
          <a:prstGeom prst="rect"/>
          <a:ln w="0">
            <a:noFill/>
          </a:ln>
        </p:spPr>
      </p:pic>
      <p:pic>
        <p:nvPicPr>
          <p:cNvPr id="2288" name="New picture"/>
          <p:cNvPicPr/>
          <p:nvPr/>
        </p:nvPicPr>
        <p:blipFill>
          <a:blip r:embed="rId1388"/>
          <a:srcRect/>
          <a:stretch>
            <a:fillRect/>
          </a:stretch>
        </p:blipFill>
        <p:spPr>
          <a:xfrm>
            <a:off x="1556957" y="7407021"/>
            <a:ext cx="76390" cy="82392"/>
          </a:xfrm>
          <a:prstGeom prst="rect"/>
          <a:ln w="0">
            <a:noFill/>
          </a:ln>
        </p:spPr>
      </p:pic>
      <p:sp>
        <p:nvSpPr>
          <p:cNvPr id="2289" name="New shape"/>
          <p:cNvSpPr/>
          <p:nvPr/>
        </p:nvSpPr>
        <p:spPr>
          <a:xfrm>
            <a:off x="1569244" y="74176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0" name="New picture"/>
          <p:cNvPicPr/>
          <p:nvPr/>
        </p:nvPicPr>
        <p:blipFill>
          <a:blip r:embed="rId1389"/>
          <a:srcRect/>
          <a:stretch>
            <a:fillRect/>
          </a:stretch>
        </p:blipFill>
        <p:spPr>
          <a:xfrm>
            <a:off x="1648587" y="7407021"/>
            <a:ext cx="74866" cy="79343"/>
          </a:xfrm>
          <a:prstGeom prst="rect"/>
          <a:ln w="0">
            <a:noFill/>
          </a:ln>
        </p:spPr>
      </p:pic>
      <p:pic>
        <p:nvPicPr>
          <p:cNvPr id="2291" name="New picture"/>
          <p:cNvPicPr/>
          <p:nvPr/>
        </p:nvPicPr>
        <p:blipFill>
          <a:blip r:embed="rId1390"/>
          <a:srcRect/>
          <a:stretch>
            <a:fillRect/>
          </a:stretch>
        </p:blipFill>
        <p:spPr>
          <a:xfrm>
            <a:off x="1732598" y="7407021"/>
            <a:ext cx="65627" cy="82391"/>
          </a:xfrm>
          <a:prstGeom prst="rect"/>
          <a:ln w="0">
            <a:noFill/>
          </a:ln>
        </p:spPr>
      </p:pic>
      <p:pic>
        <p:nvPicPr>
          <p:cNvPr id="2292" name="New picture"/>
          <p:cNvPicPr/>
          <p:nvPr/>
        </p:nvPicPr>
        <p:blipFill>
          <a:blip r:embed="rId1391"/>
          <a:srcRect/>
          <a:stretch>
            <a:fillRect/>
          </a:stretch>
        </p:blipFill>
        <p:spPr>
          <a:xfrm>
            <a:off x="1837944" y="7407021"/>
            <a:ext cx="65723" cy="82391"/>
          </a:xfrm>
          <a:prstGeom prst="rect"/>
          <a:ln w="0">
            <a:noFill/>
          </a:ln>
        </p:spPr>
      </p:pic>
      <p:pic>
        <p:nvPicPr>
          <p:cNvPr id="2293" name="New picture"/>
          <p:cNvPicPr/>
          <p:nvPr/>
        </p:nvPicPr>
        <p:blipFill>
          <a:blip r:embed="rId1392"/>
          <a:srcRect/>
          <a:stretch>
            <a:fillRect/>
          </a:stretch>
        </p:blipFill>
        <p:spPr>
          <a:xfrm>
            <a:off x="1917383" y="7408545"/>
            <a:ext cx="74867" cy="80867"/>
          </a:xfrm>
          <a:prstGeom prst="rect"/>
          <a:ln w="0">
            <a:noFill/>
          </a:ln>
        </p:spPr>
      </p:pic>
      <p:pic>
        <p:nvPicPr>
          <p:cNvPr id="2294" name="New picture"/>
          <p:cNvPicPr/>
          <p:nvPr/>
        </p:nvPicPr>
        <p:blipFill>
          <a:blip r:embed="rId1393"/>
          <a:srcRect/>
          <a:stretch>
            <a:fillRect/>
          </a:stretch>
        </p:blipFill>
        <p:spPr>
          <a:xfrm>
            <a:off x="2005965" y="7407021"/>
            <a:ext cx="53435" cy="79343"/>
          </a:xfrm>
          <a:prstGeom prst="rect"/>
          <a:ln w="0">
            <a:noFill/>
          </a:ln>
        </p:spPr>
      </p:pic>
      <p:sp>
        <p:nvSpPr>
          <p:cNvPr id="2295" name="New shape"/>
          <p:cNvSpPr/>
          <p:nvPr/>
        </p:nvSpPr>
        <p:spPr>
          <a:xfrm>
            <a:off x="2099120" y="7377970"/>
            <a:ext cx="28956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6" name="New picture"/>
          <p:cNvPicPr/>
          <p:nvPr/>
        </p:nvPicPr>
        <p:blipFill>
          <a:blip r:embed="rId1394"/>
          <a:srcRect/>
          <a:stretch>
            <a:fillRect/>
          </a:stretch>
        </p:blipFill>
        <p:spPr>
          <a:xfrm>
            <a:off x="2137315" y="7406926"/>
            <a:ext cx="70199" cy="82391"/>
          </a:xfrm>
          <a:prstGeom prst="rect"/>
          <a:ln w="0">
            <a:noFill/>
          </a:ln>
        </p:spPr>
      </p:pic>
      <p:sp>
        <p:nvSpPr>
          <p:cNvPr id="2297" name="New shape"/>
          <p:cNvSpPr/>
          <p:nvPr/>
        </p:nvSpPr>
        <p:spPr>
          <a:xfrm>
            <a:off x="2151031" y="741607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8" name="New picture"/>
          <p:cNvPicPr/>
          <p:nvPr/>
        </p:nvPicPr>
        <p:blipFill>
          <a:blip r:embed="rId1395"/>
          <a:srcRect/>
          <a:stretch>
            <a:fillRect/>
          </a:stretch>
        </p:blipFill>
        <p:spPr>
          <a:xfrm>
            <a:off x="2212086" y="7407021"/>
            <a:ext cx="65627" cy="82391"/>
          </a:xfrm>
          <a:prstGeom prst="rect"/>
          <a:ln w="0">
            <a:noFill/>
          </a:ln>
        </p:spPr>
      </p:pic>
      <p:pic>
        <p:nvPicPr>
          <p:cNvPr id="2299" name="New picture"/>
          <p:cNvPicPr/>
          <p:nvPr/>
        </p:nvPicPr>
        <p:blipFill>
          <a:blip r:embed="rId1396"/>
          <a:srcRect/>
          <a:stretch>
            <a:fillRect/>
          </a:stretch>
        </p:blipFill>
        <p:spPr>
          <a:xfrm>
            <a:off x="2318957" y="7407021"/>
            <a:ext cx="85535" cy="117539"/>
          </a:xfrm>
          <a:prstGeom prst="rect"/>
          <a:ln w="0">
            <a:noFill/>
          </a:ln>
        </p:spPr>
      </p:pic>
      <p:sp>
        <p:nvSpPr>
          <p:cNvPr id="2300" name="New shape"/>
          <p:cNvSpPr/>
          <p:nvPr/>
        </p:nvSpPr>
        <p:spPr>
          <a:xfrm>
            <a:off x="2340293" y="74176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1" name="New picture"/>
          <p:cNvPicPr/>
          <p:nvPr/>
        </p:nvPicPr>
        <p:blipFill>
          <a:blip r:embed="rId1397"/>
          <a:srcRect/>
          <a:stretch>
            <a:fillRect/>
          </a:stretch>
        </p:blipFill>
        <p:spPr>
          <a:xfrm>
            <a:off x="2418302" y="7407021"/>
            <a:ext cx="53435" cy="79343"/>
          </a:xfrm>
          <a:prstGeom prst="rect"/>
          <a:ln w="0">
            <a:noFill/>
          </a:ln>
        </p:spPr>
      </p:pic>
      <p:pic>
        <p:nvPicPr>
          <p:cNvPr id="2302" name="New picture"/>
          <p:cNvPicPr/>
          <p:nvPr/>
        </p:nvPicPr>
        <p:blipFill>
          <a:blip r:embed="rId1398"/>
          <a:srcRect/>
          <a:stretch>
            <a:fillRect/>
          </a:stretch>
        </p:blipFill>
        <p:spPr>
          <a:xfrm>
            <a:off x="2471642" y="7406925"/>
            <a:ext cx="77914" cy="82392"/>
          </a:xfrm>
          <a:prstGeom prst="rect"/>
          <a:ln w="0">
            <a:noFill/>
          </a:ln>
        </p:spPr>
      </p:pic>
      <p:sp>
        <p:nvSpPr>
          <p:cNvPr id="2303" name="New shape"/>
          <p:cNvSpPr/>
          <p:nvPr/>
        </p:nvSpPr>
        <p:spPr>
          <a:xfrm>
            <a:off x="2483834" y="741759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4" name="New picture"/>
          <p:cNvPicPr/>
          <p:nvPr/>
        </p:nvPicPr>
        <p:blipFill>
          <a:blip r:embed="rId1399"/>
          <a:srcRect/>
          <a:stretch>
            <a:fillRect/>
          </a:stretch>
        </p:blipFill>
        <p:spPr>
          <a:xfrm>
            <a:off x="2563273" y="7377970"/>
            <a:ext cx="84011" cy="111347"/>
          </a:xfrm>
          <a:prstGeom prst="rect"/>
          <a:ln w="0">
            <a:noFill/>
          </a:ln>
        </p:spPr>
      </p:pic>
      <p:sp>
        <p:nvSpPr>
          <p:cNvPr id="2305" name="New shape"/>
          <p:cNvSpPr/>
          <p:nvPr/>
        </p:nvSpPr>
        <p:spPr>
          <a:xfrm>
            <a:off x="2576989" y="7417594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6" name="New picture"/>
          <p:cNvPicPr/>
          <p:nvPr/>
        </p:nvPicPr>
        <p:blipFill>
          <a:blip r:embed="rId1400"/>
          <a:srcRect/>
          <a:stretch>
            <a:fillRect/>
          </a:stretch>
        </p:blipFill>
        <p:spPr>
          <a:xfrm>
            <a:off x="2659475" y="7408545"/>
            <a:ext cx="74867" cy="80867"/>
          </a:xfrm>
          <a:prstGeom prst="rect"/>
          <a:ln w="0">
            <a:noFill/>
          </a:ln>
        </p:spPr>
      </p:pic>
      <p:sp>
        <p:nvSpPr>
          <p:cNvPr id="2307" name="New shape"/>
          <p:cNvSpPr/>
          <p:nvPr/>
        </p:nvSpPr>
        <p:spPr>
          <a:xfrm>
            <a:off x="2748058" y="7408545"/>
            <a:ext cx="25908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8" name="New picture"/>
          <p:cNvPicPr/>
          <p:nvPr/>
        </p:nvPicPr>
        <p:blipFill>
          <a:blip r:embed="rId1401"/>
          <a:srcRect/>
          <a:stretch>
            <a:fillRect/>
          </a:stretch>
        </p:blipFill>
        <p:spPr>
          <a:xfrm>
            <a:off x="2763298" y="7375017"/>
            <a:ext cx="16764" cy="15240"/>
          </a:xfrm>
          <a:prstGeom prst="rect"/>
          <a:ln w="0">
            <a:noFill/>
          </a:ln>
        </p:spPr>
      </p:pic>
      <p:pic>
        <p:nvPicPr>
          <p:cNvPr id="2309" name="New picture"/>
          <p:cNvPicPr/>
          <p:nvPr/>
        </p:nvPicPr>
        <p:blipFill>
          <a:blip r:embed="rId1402"/>
          <a:srcRect/>
          <a:stretch>
            <a:fillRect/>
          </a:stretch>
        </p:blipFill>
        <p:spPr>
          <a:xfrm>
            <a:off x="2787872" y="7385685"/>
            <a:ext cx="47339" cy="103727"/>
          </a:xfrm>
          <a:prstGeom prst="rect"/>
          <a:ln w="0">
            <a:noFill/>
          </a:ln>
        </p:spPr>
      </p:pic>
      <p:pic>
        <p:nvPicPr>
          <p:cNvPr id="2310" name="New picture"/>
          <p:cNvPicPr/>
          <p:nvPr/>
        </p:nvPicPr>
        <p:blipFill>
          <a:blip r:embed="rId1403"/>
          <a:srcRect/>
          <a:stretch>
            <a:fillRect/>
          </a:stretch>
        </p:blipFill>
        <p:spPr>
          <a:xfrm>
            <a:off x="2833593" y="7407021"/>
            <a:ext cx="64103" cy="82391"/>
          </a:xfrm>
          <a:prstGeom prst="rect"/>
          <a:ln w="0">
            <a:noFill/>
          </a:ln>
        </p:spPr>
      </p:pic>
      <p:pic>
        <p:nvPicPr>
          <p:cNvPr id="2311" name="New picture"/>
          <p:cNvPicPr/>
          <p:nvPr/>
        </p:nvPicPr>
        <p:blipFill>
          <a:blip r:embed="rId1404"/>
          <a:srcRect/>
          <a:stretch>
            <a:fillRect/>
          </a:stretch>
        </p:blipFill>
        <p:spPr>
          <a:xfrm>
            <a:off x="2946654" y="7406926"/>
            <a:ext cx="70199" cy="82391"/>
          </a:xfrm>
          <a:prstGeom prst="rect"/>
          <a:ln w="0">
            <a:noFill/>
          </a:ln>
        </p:spPr>
      </p:pic>
      <p:sp>
        <p:nvSpPr>
          <p:cNvPr id="2312" name="New shape"/>
          <p:cNvSpPr/>
          <p:nvPr/>
        </p:nvSpPr>
        <p:spPr>
          <a:xfrm>
            <a:off x="2960370" y="741607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3" name="New picture"/>
          <p:cNvPicPr/>
          <p:nvPr/>
        </p:nvPicPr>
        <p:blipFill>
          <a:blip r:embed="rId1405"/>
          <a:srcRect/>
          <a:stretch>
            <a:fillRect/>
          </a:stretch>
        </p:blipFill>
        <p:spPr>
          <a:xfrm>
            <a:off x="3029045" y="7385685"/>
            <a:ext cx="47339" cy="103727"/>
          </a:xfrm>
          <a:prstGeom prst="rect"/>
          <a:ln w="0">
            <a:noFill/>
          </a:ln>
        </p:spPr>
      </p:pic>
      <p:sp>
        <p:nvSpPr>
          <p:cNvPr id="2314" name="New shape"/>
          <p:cNvSpPr/>
          <p:nvPr/>
        </p:nvSpPr>
        <p:spPr>
          <a:xfrm>
            <a:off x="3120676" y="7377970"/>
            <a:ext cx="29051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5" name="New picture"/>
          <p:cNvPicPr/>
          <p:nvPr/>
        </p:nvPicPr>
        <p:blipFill>
          <a:blip r:embed="rId1406"/>
          <a:srcRect/>
          <a:stretch>
            <a:fillRect/>
          </a:stretch>
        </p:blipFill>
        <p:spPr>
          <a:xfrm>
            <a:off x="3158871" y="7407021"/>
            <a:ext cx="70199" cy="82392"/>
          </a:xfrm>
          <a:prstGeom prst="rect"/>
          <a:ln w="0">
            <a:noFill/>
          </a:ln>
        </p:spPr>
      </p:pic>
      <p:sp>
        <p:nvSpPr>
          <p:cNvPr id="2316" name="New shape"/>
          <p:cNvSpPr/>
          <p:nvPr/>
        </p:nvSpPr>
        <p:spPr>
          <a:xfrm>
            <a:off x="3172587" y="7416164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17" name="New picture"/>
          <p:cNvPicPr/>
          <p:nvPr/>
        </p:nvPicPr>
        <p:blipFill>
          <a:blip r:embed="rId1407"/>
          <a:srcRect/>
          <a:stretch>
            <a:fillRect/>
          </a:stretch>
        </p:blipFill>
        <p:spPr>
          <a:xfrm>
            <a:off x="3232214" y="7407021"/>
            <a:ext cx="65627" cy="82391"/>
          </a:xfrm>
          <a:prstGeom prst="rect"/>
          <a:ln w="0">
            <a:noFill/>
          </a:ln>
        </p:spPr>
      </p:pic>
      <p:pic>
        <p:nvPicPr>
          <p:cNvPr id="2318" name="New picture"/>
          <p:cNvPicPr/>
          <p:nvPr/>
        </p:nvPicPr>
        <p:blipFill>
          <a:blip r:embed="rId1408"/>
          <a:srcRect/>
          <a:stretch>
            <a:fillRect/>
          </a:stretch>
        </p:blipFill>
        <p:spPr>
          <a:xfrm>
            <a:off x="3340513" y="7407021"/>
            <a:ext cx="85534" cy="117539"/>
          </a:xfrm>
          <a:prstGeom prst="rect"/>
          <a:ln w="0">
            <a:noFill/>
          </a:ln>
        </p:spPr>
      </p:pic>
      <p:sp>
        <p:nvSpPr>
          <p:cNvPr id="2319" name="New shape"/>
          <p:cNvSpPr/>
          <p:nvPr/>
        </p:nvSpPr>
        <p:spPr>
          <a:xfrm>
            <a:off x="3361849" y="74176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0" name="New picture"/>
          <p:cNvPicPr/>
          <p:nvPr/>
        </p:nvPicPr>
        <p:blipFill>
          <a:blip r:embed="rId1409"/>
          <a:srcRect/>
          <a:stretch>
            <a:fillRect/>
          </a:stretch>
        </p:blipFill>
        <p:spPr>
          <a:xfrm>
            <a:off x="3442907" y="7408545"/>
            <a:ext cx="76295" cy="80867"/>
          </a:xfrm>
          <a:prstGeom prst="rect"/>
          <a:ln w="0">
            <a:noFill/>
          </a:ln>
        </p:spPr>
      </p:pic>
      <p:pic>
        <p:nvPicPr>
          <p:cNvPr id="2321" name="New picture"/>
          <p:cNvPicPr/>
          <p:nvPr/>
        </p:nvPicPr>
        <p:blipFill>
          <a:blip r:embed="rId1410"/>
          <a:srcRect/>
          <a:stretch>
            <a:fillRect/>
          </a:stretch>
        </p:blipFill>
        <p:spPr>
          <a:xfrm>
            <a:off x="3533013" y="7377970"/>
            <a:ext cx="79343" cy="111443"/>
          </a:xfrm>
          <a:prstGeom prst="rect"/>
          <a:ln w="0">
            <a:noFill/>
          </a:ln>
        </p:spPr>
      </p:pic>
      <p:sp>
        <p:nvSpPr>
          <p:cNvPr id="2322" name="New shape"/>
          <p:cNvSpPr/>
          <p:nvPr/>
        </p:nvSpPr>
        <p:spPr>
          <a:xfrm>
            <a:off x="3546729" y="7417689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23" name="New shape"/>
          <p:cNvSpPr/>
          <p:nvPr/>
        </p:nvSpPr>
        <p:spPr>
          <a:xfrm>
            <a:off x="3626072" y="7377970"/>
            <a:ext cx="29051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24" name="New shape"/>
          <p:cNvSpPr/>
          <p:nvPr/>
        </p:nvSpPr>
        <p:spPr>
          <a:xfrm>
            <a:off x="3664363" y="7408545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5" name="New picture"/>
          <p:cNvPicPr/>
          <p:nvPr/>
        </p:nvPicPr>
        <p:blipFill>
          <a:blip r:embed="rId1411"/>
          <a:srcRect/>
          <a:stretch>
            <a:fillRect/>
          </a:stretch>
        </p:blipFill>
        <p:spPr>
          <a:xfrm>
            <a:off x="3679603" y="7375017"/>
            <a:ext cx="15240" cy="15240"/>
          </a:xfrm>
          <a:prstGeom prst="rect"/>
          <a:ln w="0">
            <a:noFill/>
          </a:ln>
        </p:spPr>
      </p:pic>
      <p:pic>
        <p:nvPicPr>
          <p:cNvPr id="2326" name="New picture"/>
          <p:cNvPicPr/>
          <p:nvPr/>
        </p:nvPicPr>
        <p:blipFill>
          <a:blip r:embed="rId1412"/>
          <a:srcRect/>
          <a:stretch>
            <a:fillRect/>
          </a:stretch>
        </p:blipFill>
        <p:spPr>
          <a:xfrm>
            <a:off x="3703987" y="7407021"/>
            <a:ext cx="68675" cy="82392"/>
          </a:xfrm>
          <a:prstGeom prst="rect"/>
          <a:ln w="0">
            <a:noFill/>
          </a:ln>
        </p:spPr>
      </p:pic>
      <p:pic>
        <p:nvPicPr>
          <p:cNvPr id="2327" name="New picture"/>
          <p:cNvPicPr/>
          <p:nvPr/>
        </p:nvPicPr>
        <p:blipFill>
          <a:blip r:embed="rId1413"/>
          <a:srcRect/>
          <a:stretch>
            <a:fillRect/>
          </a:stretch>
        </p:blipFill>
        <p:spPr>
          <a:xfrm>
            <a:off x="3780282" y="7407021"/>
            <a:ext cx="76391" cy="82391"/>
          </a:xfrm>
          <a:prstGeom prst="rect"/>
          <a:ln w="0">
            <a:noFill/>
          </a:ln>
        </p:spPr>
      </p:pic>
      <p:sp>
        <p:nvSpPr>
          <p:cNvPr id="2328" name="New shape"/>
          <p:cNvSpPr/>
          <p:nvPr/>
        </p:nvSpPr>
        <p:spPr>
          <a:xfrm>
            <a:off x="3792474" y="741768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9" name="New picture"/>
          <p:cNvPicPr/>
          <p:nvPr/>
        </p:nvPicPr>
        <p:blipFill>
          <a:blip r:embed="rId1414"/>
          <a:srcRect/>
          <a:stretch>
            <a:fillRect/>
          </a:stretch>
        </p:blipFill>
        <p:spPr>
          <a:xfrm>
            <a:off x="3870389" y="7385685"/>
            <a:ext cx="47339" cy="103727"/>
          </a:xfrm>
          <a:prstGeom prst="rect"/>
          <a:ln w="0">
            <a:noFill/>
          </a:ln>
        </p:spPr>
      </p:pic>
      <p:sp>
        <p:nvSpPr>
          <p:cNvPr id="2330" name="New shape"/>
          <p:cNvSpPr/>
          <p:nvPr/>
        </p:nvSpPr>
        <p:spPr>
          <a:xfrm>
            <a:off x="3923919" y="7408545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1" name="New picture"/>
          <p:cNvPicPr/>
          <p:nvPr/>
        </p:nvPicPr>
        <p:blipFill>
          <a:blip r:embed="rId1415"/>
          <a:srcRect/>
          <a:stretch>
            <a:fillRect/>
          </a:stretch>
        </p:blipFill>
        <p:spPr>
          <a:xfrm>
            <a:off x="3939159" y="7374921"/>
            <a:ext cx="15240" cy="15335"/>
          </a:xfrm>
          <a:prstGeom prst="rect"/>
          <a:ln w="0">
            <a:noFill/>
          </a:ln>
        </p:spPr>
      </p:pic>
      <p:pic>
        <p:nvPicPr>
          <p:cNvPr id="2332" name="New picture"/>
          <p:cNvPicPr/>
          <p:nvPr/>
        </p:nvPicPr>
        <p:blipFill>
          <a:blip r:embed="rId1416"/>
          <a:srcRect/>
          <a:stretch>
            <a:fillRect/>
          </a:stretch>
        </p:blipFill>
        <p:spPr>
          <a:xfrm>
            <a:off x="3963543" y="7407021"/>
            <a:ext cx="76391" cy="82392"/>
          </a:xfrm>
          <a:prstGeom prst="rect"/>
          <a:ln w="0">
            <a:noFill/>
          </a:ln>
        </p:spPr>
      </p:pic>
      <p:sp>
        <p:nvSpPr>
          <p:cNvPr id="2333" name="New shape"/>
          <p:cNvSpPr/>
          <p:nvPr/>
        </p:nvSpPr>
        <p:spPr>
          <a:xfrm>
            <a:off x="3975830" y="74176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4" name="New picture"/>
          <p:cNvPicPr/>
          <p:nvPr/>
        </p:nvPicPr>
        <p:blipFill>
          <a:blip r:embed="rId1417"/>
          <a:srcRect/>
          <a:stretch>
            <a:fillRect/>
          </a:stretch>
        </p:blipFill>
        <p:spPr>
          <a:xfrm>
            <a:off x="4055173" y="7407021"/>
            <a:ext cx="74867" cy="79343"/>
          </a:xfrm>
          <a:prstGeom prst="rect"/>
          <a:ln w="0">
            <a:noFill/>
          </a:ln>
        </p:spPr>
      </p:pic>
      <p:pic>
        <p:nvPicPr>
          <p:cNvPr id="2335" name="New picture"/>
          <p:cNvPicPr/>
          <p:nvPr/>
        </p:nvPicPr>
        <p:blipFill>
          <a:blip r:embed="rId1418"/>
          <a:srcRect/>
          <a:stretch>
            <a:fillRect/>
          </a:stretch>
        </p:blipFill>
        <p:spPr>
          <a:xfrm>
            <a:off x="4139089" y="7407021"/>
            <a:ext cx="65722" cy="82391"/>
          </a:xfrm>
          <a:prstGeom prst="rect"/>
          <a:ln w="0">
            <a:noFill/>
          </a:ln>
        </p:spPr>
      </p:pic>
      <p:pic>
        <p:nvPicPr>
          <p:cNvPr id="2336" name="New picture"/>
          <p:cNvPicPr/>
          <p:nvPr/>
        </p:nvPicPr>
        <p:blipFill>
          <a:blip r:embed="rId1419"/>
          <a:srcRect/>
          <a:stretch>
            <a:fillRect/>
          </a:stretch>
        </p:blipFill>
        <p:spPr>
          <a:xfrm>
            <a:off x="4246054" y="7407021"/>
            <a:ext cx="64198" cy="82391"/>
          </a:xfrm>
          <a:prstGeom prst="rect"/>
          <a:ln w="0">
            <a:noFill/>
          </a:ln>
        </p:spPr>
      </p:pic>
      <p:pic>
        <p:nvPicPr>
          <p:cNvPr id="2337" name="New picture"/>
          <p:cNvPicPr/>
          <p:nvPr/>
        </p:nvPicPr>
        <p:blipFill>
          <a:blip r:embed="rId1420"/>
          <a:srcRect/>
          <a:stretch>
            <a:fillRect/>
          </a:stretch>
        </p:blipFill>
        <p:spPr>
          <a:xfrm>
            <a:off x="4320921" y="7407021"/>
            <a:ext cx="77915" cy="82392"/>
          </a:xfrm>
          <a:prstGeom prst="rect"/>
          <a:ln w="0">
            <a:noFill/>
          </a:ln>
        </p:spPr>
      </p:pic>
      <p:sp>
        <p:nvSpPr>
          <p:cNvPr id="2338" name="New shape"/>
          <p:cNvSpPr/>
          <p:nvPr/>
        </p:nvSpPr>
        <p:spPr>
          <a:xfrm>
            <a:off x="4334637" y="74176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39" name="New picture"/>
          <p:cNvPicPr/>
          <p:nvPr/>
        </p:nvPicPr>
        <p:blipFill>
          <a:blip r:embed="rId1421"/>
          <a:srcRect/>
          <a:stretch>
            <a:fillRect/>
          </a:stretch>
        </p:blipFill>
        <p:spPr>
          <a:xfrm>
            <a:off x="4412552" y="7407021"/>
            <a:ext cx="76295" cy="79343"/>
          </a:xfrm>
          <a:prstGeom prst="rect"/>
          <a:ln w="0">
            <a:noFill/>
          </a:ln>
        </p:spPr>
      </p:pic>
      <p:pic>
        <p:nvPicPr>
          <p:cNvPr id="2340" name="New picture"/>
          <p:cNvPicPr/>
          <p:nvPr/>
        </p:nvPicPr>
        <p:blipFill>
          <a:blip r:embed="rId1422"/>
          <a:srcRect/>
          <a:stretch>
            <a:fillRect/>
          </a:stretch>
        </p:blipFill>
        <p:spPr>
          <a:xfrm>
            <a:off x="4505610" y="7385685"/>
            <a:ext cx="47339" cy="103727"/>
          </a:xfrm>
          <a:prstGeom prst="rect"/>
          <a:ln w="0">
            <a:noFill/>
          </a:ln>
        </p:spPr>
      </p:pic>
      <p:pic>
        <p:nvPicPr>
          <p:cNvPr id="2341" name="New picture"/>
          <p:cNvPicPr/>
          <p:nvPr/>
        </p:nvPicPr>
        <p:blipFill>
          <a:blip r:embed="rId1423"/>
          <a:srcRect/>
          <a:stretch>
            <a:fillRect/>
          </a:stretch>
        </p:blipFill>
        <p:spPr>
          <a:xfrm>
            <a:off x="4582001" y="7376446"/>
            <a:ext cx="74866" cy="149542"/>
          </a:xfrm>
          <a:prstGeom prst="rect"/>
          <a:ln w="0">
            <a:noFill/>
          </a:ln>
        </p:spPr>
      </p:pic>
      <p:pic>
        <p:nvPicPr>
          <p:cNvPr id="2342" name="New picture"/>
          <p:cNvPicPr/>
          <p:nvPr/>
        </p:nvPicPr>
        <p:blipFill>
          <a:blip r:embed="rId1424"/>
          <a:srcRect/>
          <a:stretch>
            <a:fillRect/>
          </a:stretch>
        </p:blipFill>
        <p:spPr>
          <a:xfrm>
            <a:off x="4647628" y="7406925"/>
            <a:ext cx="77915" cy="82392"/>
          </a:xfrm>
          <a:prstGeom prst="rect"/>
          <a:ln w="0">
            <a:noFill/>
          </a:ln>
        </p:spPr>
      </p:pic>
      <p:sp>
        <p:nvSpPr>
          <p:cNvPr id="2343" name="New shape"/>
          <p:cNvSpPr/>
          <p:nvPr/>
        </p:nvSpPr>
        <p:spPr>
          <a:xfrm>
            <a:off x="4659820" y="741759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4" name="New picture"/>
          <p:cNvPicPr/>
          <p:nvPr/>
        </p:nvPicPr>
        <p:blipFill>
          <a:blip r:embed="rId1425"/>
          <a:srcRect/>
          <a:stretch>
            <a:fillRect/>
          </a:stretch>
        </p:blipFill>
        <p:spPr>
          <a:xfrm>
            <a:off x="4742402" y="7408545"/>
            <a:ext cx="74866" cy="80867"/>
          </a:xfrm>
          <a:prstGeom prst="rect"/>
          <a:ln w="0">
            <a:noFill/>
          </a:ln>
        </p:spPr>
      </p:pic>
      <p:pic>
        <p:nvPicPr>
          <p:cNvPr id="2345" name="New picture"/>
          <p:cNvPicPr/>
          <p:nvPr/>
        </p:nvPicPr>
        <p:blipFill>
          <a:blip r:embed="rId1426"/>
          <a:srcRect/>
          <a:stretch>
            <a:fillRect/>
          </a:stretch>
        </p:blipFill>
        <p:spPr>
          <a:xfrm>
            <a:off x="4830984" y="7407021"/>
            <a:ext cx="53435" cy="79343"/>
          </a:xfrm>
          <a:prstGeom prst="rect"/>
          <a:ln w="0">
            <a:noFill/>
          </a:ln>
        </p:spPr>
      </p:pic>
      <p:pic>
        <p:nvPicPr>
          <p:cNvPr id="2346" name="New picture"/>
          <p:cNvPicPr/>
          <p:nvPr/>
        </p:nvPicPr>
        <p:blipFill>
          <a:blip r:embed="rId1427"/>
          <a:srcRect/>
          <a:stretch>
            <a:fillRect/>
          </a:stretch>
        </p:blipFill>
        <p:spPr>
          <a:xfrm>
            <a:off x="4885944" y="7407021"/>
            <a:ext cx="74866" cy="79343"/>
          </a:xfrm>
          <a:prstGeom prst="rect"/>
          <a:ln w="0">
            <a:noFill/>
          </a:ln>
        </p:spPr>
      </p:pic>
      <p:sp>
        <p:nvSpPr>
          <p:cNvPr id="2347" name="New shape"/>
          <p:cNvSpPr/>
          <p:nvPr/>
        </p:nvSpPr>
        <p:spPr>
          <a:xfrm>
            <a:off x="4977574" y="7408545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8" name="New picture"/>
          <p:cNvPicPr/>
          <p:nvPr/>
        </p:nvPicPr>
        <p:blipFill>
          <a:blip r:embed="rId1428"/>
          <a:srcRect/>
          <a:stretch>
            <a:fillRect/>
          </a:stretch>
        </p:blipFill>
        <p:spPr>
          <a:xfrm>
            <a:off x="4992814" y="7374921"/>
            <a:ext cx="16764" cy="15335"/>
          </a:xfrm>
          <a:prstGeom prst="rect"/>
          <a:ln w="0">
            <a:noFill/>
          </a:ln>
        </p:spPr>
      </p:pic>
      <p:pic>
        <p:nvPicPr>
          <p:cNvPr id="2349" name="New picture"/>
          <p:cNvPicPr/>
          <p:nvPr/>
        </p:nvPicPr>
        <p:blipFill>
          <a:blip r:embed="rId1429"/>
          <a:srcRect/>
          <a:stretch>
            <a:fillRect/>
          </a:stretch>
        </p:blipFill>
        <p:spPr>
          <a:xfrm>
            <a:off x="5017295" y="7407021"/>
            <a:ext cx="70199" cy="82392"/>
          </a:xfrm>
          <a:prstGeom prst="rect"/>
          <a:ln w="0">
            <a:noFill/>
          </a:ln>
        </p:spPr>
      </p:pic>
      <p:sp>
        <p:nvSpPr>
          <p:cNvPr id="2350" name="New shape"/>
          <p:cNvSpPr/>
          <p:nvPr/>
        </p:nvSpPr>
        <p:spPr>
          <a:xfrm>
            <a:off x="5029486" y="7416164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1" name="New picture"/>
          <p:cNvPicPr/>
          <p:nvPr/>
        </p:nvPicPr>
        <p:blipFill>
          <a:blip r:embed="rId1430"/>
          <a:srcRect/>
          <a:stretch>
            <a:fillRect/>
          </a:stretch>
        </p:blipFill>
        <p:spPr>
          <a:xfrm>
            <a:off x="5090541" y="7407021"/>
            <a:ext cx="65627" cy="82391"/>
          </a:xfrm>
          <a:prstGeom prst="rect"/>
          <a:ln w="0">
            <a:noFill/>
          </a:ln>
        </p:spPr>
      </p:pic>
      <p:pic>
        <p:nvPicPr>
          <p:cNvPr id="2352" name="New picture"/>
          <p:cNvPicPr/>
          <p:nvPr/>
        </p:nvPicPr>
        <p:blipFill>
          <a:blip r:embed="rId1431"/>
          <a:srcRect/>
          <a:stretch>
            <a:fillRect/>
          </a:stretch>
        </p:blipFill>
        <p:spPr>
          <a:xfrm>
            <a:off x="5198936" y="7406926"/>
            <a:ext cx="84010" cy="117538"/>
          </a:xfrm>
          <a:prstGeom prst="rect"/>
          <a:ln w="0">
            <a:noFill/>
          </a:ln>
        </p:spPr>
      </p:pic>
      <p:sp>
        <p:nvSpPr>
          <p:cNvPr id="2353" name="New shape"/>
          <p:cNvSpPr/>
          <p:nvPr/>
        </p:nvSpPr>
        <p:spPr>
          <a:xfrm>
            <a:off x="5218747" y="741759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4" name="New picture"/>
          <p:cNvPicPr/>
          <p:nvPr/>
        </p:nvPicPr>
        <p:blipFill>
          <a:blip r:embed="rId1432"/>
          <a:srcRect/>
          <a:stretch>
            <a:fillRect/>
          </a:stretch>
        </p:blipFill>
        <p:spPr>
          <a:xfrm>
            <a:off x="5298186" y="7407021"/>
            <a:ext cx="77915" cy="82392"/>
          </a:xfrm>
          <a:prstGeom prst="rect"/>
          <a:ln w="0">
            <a:noFill/>
          </a:ln>
        </p:spPr>
      </p:pic>
      <p:sp>
        <p:nvSpPr>
          <p:cNvPr id="2355" name="New shape"/>
          <p:cNvSpPr/>
          <p:nvPr/>
        </p:nvSpPr>
        <p:spPr>
          <a:xfrm>
            <a:off x="5310473" y="7417689"/>
            <a:ext cx="51912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56" name="New picture"/>
          <p:cNvPicPr/>
          <p:nvPr/>
        </p:nvPicPr>
        <p:blipFill>
          <a:blip r:embed="rId1433"/>
          <a:srcRect/>
          <a:stretch>
            <a:fillRect/>
          </a:stretch>
        </p:blipFill>
        <p:spPr>
          <a:xfrm>
            <a:off x="5392865" y="7408545"/>
            <a:ext cx="74866" cy="80867"/>
          </a:xfrm>
          <a:prstGeom prst="rect"/>
          <a:ln w="0">
            <a:noFill/>
          </a:ln>
        </p:spPr>
      </p:pic>
      <p:pic>
        <p:nvPicPr>
          <p:cNvPr id="2357" name="New picture"/>
          <p:cNvPicPr/>
          <p:nvPr/>
        </p:nvPicPr>
        <p:blipFill>
          <a:blip r:embed="rId1434"/>
          <a:srcRect/>
          <a:stretch>
            <a:fillRect/>
          </a:stretch>
        </p:blipFill>
        <p:spPr>
          <a:xfrm>
            <a:off x="5481447" y="7407021"/>
            <a:ext cx="53435" cy="79343"/>
          </a:xfrm>
          <a:prstGeom prst="rect"/>
          <a:ln w="0">
            <a:noFill/>
          </a:ln>
        </p:spPr>
      </p:pic>
      <p:pic>
        <p:nvPicPr>
          <p:cNvPr id="2358" name="New picture"/>
          <p:cNvPicPr/>
          <p:nvPr/>
        </p:nvPicPr>
        <p:blipFill>
          <a:blip r:embed="rId1435"/>
          <a:srcRect/>
          <a:stretch>
            <a:fillRect/>
          </a:stretch>
        </p:blipFill>
        <p:spPr>
          <a:xfrm>
            <a:off x="5576126" y="7407021"/>
            <a:ext cx="76391" cy="82391"/>
          </a:xfrm>
          <a:prstGeom prst="rect"/>
          <a:ln w="0">
            <a:noFill/>
          </a:ln>
        </p:spPr>
      </p:pic>
      <p:sp>
        <p:nvSpPr>
          <p:cNvPr id="2359" name="New shape"/>
          <p:cNvSpPr/>
          <p:nvPr/>
        </p:nvSpPr>
        <p:spPr>
          <a:xfrm>
            <a:off x="5588318" y="7417688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60" name="New shape"/>
          <p:cNvSpPr/>
          <p:nvPr/>
        </p:nvSpPr>
        <p:spPr>
          <a:xfrm>
            <a:off x="5666232" y="7408545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1" name="New picture"/>
          <p:cNvPicPr/>
          <p:nvPr/>
        </p:nvPicPr>
        <p:blipFill>
          <a:blip r:embed="rId1436"/>
          <a:srcRect/>
          <a:stretch>
            <a:fillRect/>
          </a:stretch>
        </p:blipFill>
        <p:spPr>
          <a:xfrm>
            <a:off x="5681472" y="7374921"/>
            <a:ext cx="16764" cy="15335"/>
          </a:xfrm>
          <a:prstGeom prst="rect"/>
          <a:ln w="0">
            <a:noFill/>
          </a:ln>
        </p:spPr>
      </p:pic>
      <p:pic>
        <p:nvPicPr>
          <p:cNvPr id="2362" name="New picture"/>
          <p:cNvPicPr/>
          <p:nvPr/>
        </p:nvPicPr>
        <p:blipFill>
          <a:blip r:embed="rId1437"/>
          <a:srcRect/>
          <a:stretch>
            <a:fillRect/>
          </a:stretch>
        </p:blipFill>
        <p:spPr>
          <a:xfrm>
            <a:off x="5705951" y="7377970"/>
            <a:ext cx="83915" cy="111443"/>
          </a:xfrm>
          <a:prstGeom prst="rect"/>
          <a:ln w="0">
            <a:noFill/>
          </a:ln>
        </p:spPr>
      </p:pic>
      <p:sp>
        <p:nvSpPr>
          <p:cNvPr id="2363" name="New shape"/>
          <p:cNvSpPr/>
          <p:nvPr/>
        </p:nvSpPr>
        <p:spPr>
          <a:xfrm>
            <a:off x="5718143" y="7417689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4" name="New picture"/>
          <p:cNvPicPr/>
          <p:nvPr/>
        </p:nvPicPr>
        <p:blipFill>
          <a:blip r:embed="rId1438"/>
          <a:srcRect/>
          <a:stretch>
            <a:fillRect/>
          </a:stretch>
        </p:blipFill>
        <p:spPr>
          <a:xfrm>
            <a:off x="5799106" y="7407021"/>
            <a:ext cx="70199" cy="82392"/>
          </a:xfrm>
          <a:prstGeom prst="rect"/>
          <a:ln w="0">
            <a:noFill/>
          </a:ln>
        </p:spPr>
      </p:pic>
      <p:sp>
        <p:nvSpPr>
          <p:cNvPr id="2365" name="New shape"/>
          <p:cNvSpPr/>
          <p:nvPr/>
        </p:nvSpPr>
        <p:spPr>
          <a:xfrm>
            <a:off x="5812821" y="7416164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6" name="New picture"/>
          <p:cNvPicPr/>
          <p:nvPr/>
        </p:nvPicPr>
        <p:blipFill>
          <a:blip r:embed="rId1439"/>
          <a:srcRect/>
          <a:stretch>
            <a:fillRect/>
          </a:stretch>
        </p:blipFill>
        <p:spPr>
          <a:xfrm>
            <a:off x="5880067" y="7406925"/>
            <a:ext cx="53435" cy="79343"/>
          </a:xfrm>
          <a:prstGeom prst="rect"/>
          <a:ln w="0">
            <a:noFill/>
          </a:ln>
        </p:spPr>
      </p:pic>
      <p:sp>
        <p:nvSpPr>
          <p:cNvPr id="2367" name="New shape"/>
          <p:cNvSpPr/>
          <p:nvPr/>
        </p:nvSpPr>
        <p:spPr>
          <a:xfrm>
            <a:off x="5973127" y="7377970"/>
            <a:ext cx="29052" cy="10839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8" name="New picture"/>
          <p:cNvPicPr/>
          <p:nvPr/>
        </p:nvPicPr>
        <p:blipFill>
          <a:blip r:embed="rId1440"/>
          <a:srcRect/>
          <a:stretch>
            <a:fillRect/>
          </a:stretch>
        </p:blipFill>
        <p:spPr>
          <a:xfrm>
            <a:off x="6012846" y="7407021"/>
            <a:ext cx="70295" cy="82392"/>
          </a:xfrm>
          <a:prstGeom prst="rect"/>
          <a:ln w="0">
            <a:noFill/>
          </a:ln>
        </p:spPr>
      </p:pic>
      <p:sp>
        <p:nvSpPr>
          <p:cNvPr id="2369" name="New shape"/>
          <p:cNvSpPr/>
          <p:nvPr/>
        </p:nvSpPr>
        <p:spPr>
          <a:xfrm>
            <a:off x="6025038" y="7416164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0" name="New picture"/>
          <p:cNvPicPr/>
          <p:nvPr/>
        </p:nvPicPr>
        <p:blipFill>
          <a:blip r:embed="rId1441"/>
          <a:srcRect/>
          <a:stretch>
            <a:fillRect/>
          </a:stretch>
        </p:blipFill>
        <p:spPr>
          <a:xfrm>
            <a:off x="6086189" y="7407021"/>
            <a:ext cx="65627" cy="82391"/>
          </a:xfrm>
          <a:prstGeom prst="rect"/>
          <a:ln w="0">
            <a:noFill/>
          </a:ln>
        </p:spPr>
      </p:pic>
      <p:pic>
        <p:nvPicPr>
          <p:cNvPr id="2371" name="New picture"/>
          <p:cNvPicPr/>
          <p:nvPr/>
        </p:nvPicPr>
        <p:blipFill>
          <a:blip r:embed="rId1442"/>
          <a:srcRect/>
          <a:stretch>
            <a:fillRect/>
          </a:stretch>
        </p:blipFill>
        <p:spPr>
          <a:xfrm>
            <a:off x="680466" y="7637431"/>
            <a:ext cx="74867" cy="80867"/>
          </a:xfrm>
          <a:prstGeom prst="rect"/>
          <a:ln w="0">
            <a:noFill/>
          </a:ln>
        </p:spPr>
      </p:pic>
      <p:pic>
        <p:nvPicPr>
          <p:cNvPr id="2372" name="New picture"/>
          <p:cNvPicPr/>
          <p:nvPr/>
        </p:nvPicPr>
        <p:blipFill>
          <a:blip r:embed="rId1443"/>
          <a:srcRect/>
          <a:stretch>
            <a:fillRect/>
          </a:stretch>
        </p:blipFill>
        <p:spPr>
          <a:xfrm>
            <a:off x="769049" y="7614571"/>
            <a:ext cx="47339" cy="103727"/>
          </a:xfrm>
          <a:prstGeom prst="rect"/>
          <a:ln w="0">
            <a:noFill/>
          </a:ln>
        </p:spPr>
      </p:pic>
      <p:sp>
        <p:nvSpPr>
          <p:cNvPr id="2373" name="New shape"/>
          <p:cNvSpPr/>
          <p:nvPr/>
        </p:nvSpPr>
        <p:spPr>
          <a:xfrm>
            <a:off x="822484" y="7637431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4" name="New picture"/>
          <p:cNvPicPr/>
          <p:nvPr/>
        </p:nvPicPr>
        <p:blipFill>
          <a:blip r:embed="rId1444"/>
          <a:srcRect/>
          <a:stretch>
            <a:fillRect/>
          </a:stretch>
        </p:blipFill>
        <p:spPr>
          <a:xfrm>
            <a:off x="837724" y="7603903"/>
            <a:ext cx="15240" cy="15240"/>
          </a:xfrm>
          <a:prstGeom prst="rect"/>
          <a:ln w="0">
            <a:noFill/>
          </a:ln>
        </p:spPr>
      </p:pic>
      <p:sp>
        <p:nvSpPr>
          <p:cNvPr id="2375" name="New shape"/>
          <p:cNvSpPr/>
          <p:nvPr/>
        </p:nvSpPr>
        <p:spPr>
          <a:xfrm>
            <a:off x="860679" y="7606951"/>
            <a:ext cx="30575" cy="1082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76" name="New shape"/>
          <p:cNvSpPr/>
          <p:nvPr/>
        </p:nvSpPr>
        <p:spPr>
          <a:xfrm>
            <a:off x="900398" y="7637431"/>
            <a:ext cx="244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7" name="New picture"/>
          <p:cNvPicPr/>
          <p:nvPr/>
        </p:nvPicPr>
        <p:blipFill>
          <a:blip r:embed="rId1445"/>
          <a:srcRect/>
          <a:stretch>
            <a:fillRect/>
          </a:stretch>
        </p:blipFill>
        <p:spPr>
          <a:xfrm>
            <a:off x="914114" y="7603903"/>
            <a:ext cx="16859" cy="15240"/>
          </a:xfrm>
          <a:prstGeom prst="rect"/>
          <a:ln w="0">
            <a:noFill/>
          </a:ln>
        </p:spPr>
      </p:pic>
      <p:pic>
        <p:nvPicPr>
          <p:cNvPr id="2378" name="New picture"/>
          <p:cNvPicPr/>
          <p:nvPr/>
        </p:nvPicPr>
        <p:blipFill>
          <a:blip r:embed="rId1446"/>
          <a:srcRect/>
          <a:stretch>
            <a:fillRect/>
          </a:stretch>
        </p:blipFill>
        <p:spPr>
          <a:xfrm>
            <a:off x="930973" y="7635906"/>
            <a:ext cx="65627" cy="82391"/>
          </a:xfrm>
          <a:prstGeom prst="rect"/>
          <a:ln w="0">
            <a:noFill/>
          </a:ln>
        </p:spPr>
      </p:pic>
      <p:pic>
        <p:nvPicPr>
          <p:cNvPr id="2379" name="New picture"/>
          <p:cNvPicPr/>
          <p:nvPr/>
        </p:nvPicPr>
        <p:blipFill>
          <a:blip r:embed="rId1447"/>
          <a:srcRect/>
          <a:stretch>
            <a:fillRect/>
          </a:stretch>
        </p:blipFill>
        <p:spPr>
          <a:xfrm>
            <a:off x="1005745" y="7635908"/>
            <a:ext cx="77915" cy="82391"/>
          </a:xfrm>
          <a:prstGeom prst="rect"/>
          <a:ln w="0">
            <a:noFill/>
          </a:ln>
        </p:spPr>
      </p:pic>
      <p:sp>
        <p:nvSpPr>
          <p:cNvPr id="2380" name="New shape"/>
          <p:cNvSpPr/>
          <p:nvPr/>
        </p:nvSpPr>
        <p:spPr>
          <a:xfrm>
            <a:off x="1019461" y="764657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1" name="New picture"/>
          <p:cNvPicPr/>
          <p:nvPr/>
        </p:nvPicPr>
        <p:blipFill>
          <a:blip r:embed="rId1448"/>
          <a:srcRect/>
          <a:stretch>
            <a:fillRect/>
          </a:stretch>
        </p:blipFill>
        <p:spPr>
          <a:xfrm>
            <a:off x="1097375" y="7614571"/>
            <a:ext cx="47339" cy="103727"/>
          </a:xfrm>
          <a:prstGeom prst="rect"/>
          <a:ln w="0">
            <a:noFill/>
          </a:ln>
        </p:spPr>
      </p:pic>
      <p:pic>
        <p:nvPicPr>
          <p:cNvPr id="2382" name="New picture"/>
          <p:cNvPicPr/>
          <p:nvPr/>
        </p:nvPicPr>
        <p:blipFill>
          <a:blip r:embed="rId1449"/>
          <a:srcRect/>
          <a:stretch>
            <a:fillRect/>
          </a:stretch>
        </p:blipFill>
        <p:spPr>
          <a:xfrm>
            <a:off x="1150810" y="7635906"/>
            <a:ext cx="70199" cy="82391"/>
          </a:xfrm>
          <a:prstGeom prst="rect"/>
          <a:ln w="0">
            <a:noFill/>
          </a:ln>
        </p:spPr>
      </p:pic>
      <p:sp>
        <p:nvSpPr>
          <p:cNvPr id="2383" name="New shape"/>
          <p:cNvSpPr/>
          <p:nvPr/>
        </p:nvSpPr>
        <p:spPr>
          <a:xfrm>
            <a:off x="1163002" y="764505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84" name="New picture"/>
          <p:cNvPicPr/>
          <p:nvPr/>
        </p:nvPicPr>
        <p:blipFill>
          <a:blip r:embed="rId1450"/>
          <a:srcRect/>
          <a:stretch>
            <a:fillRect/>
          </a:stretch>
        </p:blipFill>
        <p:spPr>
          <a:xfrm>
            <a:off x="1234821" y="7637431"/>
            <a:ext cx="74866" cy="80867"/>
          </a:xfrm>
          <a:prstGeom prst="rect"/>
          <a:ln w="0">
            <a:noFill/>
          </a:ln>
        </p:spPr>
      </p:pic>
      <p:pic>
        <p:nvPicPr>
          <p:cNvPr id="2385" name="New picture"/>
          <p:cNvPicPr/>
          <p:nvPr/>
        </p:nvPicPr>
        <p:blipFill>
          <a:blip r:embed="rId1451"/>
          <a:srcRect/>
          <a:stretch>
            <a:fillRect/>
          </a:stretch>
        </p:blipFill>
        <p:spPr>
          <a:xfrm>
            <a:off x="1323403" y="7635906"/>
            <a:ext cx="53435" cy="79343"/>
          </a:xfrm>
          <a:prstGeom prst="rect"/>
          <a:ln w="0">
            <a:noFill/>
          </a:ln>
        </p:spPr>
      </p:pic>
      <p:pic>
        <p:nvPicPr>
          <p:cNvPr id="2386" name="New picture"/>
          <p:cNvPicPr/>
          <p:nvPr/>
        </p:nvPicPr>
        <p:blipFill>
          <a:blip r:embed="rId1452"/>
          <a:srcRect/>
          <a:stretch>
            <a:fillRect/>
          </a:stretch>
        </p:blipFill>
        <p:spPr>
          <a:xfrm>
            <a:off x="1370743" y="7635906"/>
            <a:ext cx="65627" cy="82391"/>
          </a:xfrm>
          <a:prstGeom prst="rect"/>
          <a:ln w="0">
            <a:noFill/>
          </a:ln>
        </p:spPr>
      </p:pic>
      <p:pic>
        <p:nvPicPr>
          <p:cNvPr id="2387" name="New picture"/>
          <p:cNvPicPr/>
          <p:nvPr/>
        </p:nvPicPr>
        <p:blipFill>
          <a:blip r:embed="rId1453"/>
          <a:srcRect/>
          <a:stretch>
            <a:fillRect/>
          </a:stretch>
        </p:blipFill>
        <p:spPr>
          <a:xfrm>
            <a:off x="1485233" y="7635908"/>
            <a:ext cx="76390" cy="82391"/>
          </a:xfrm>
          <a:prstGeom prst="rect"/>
          <a:ln w="0">
            <a:noFill/>
          </a:ln>
        </p:spPr>
      </p:pic>
      <p:sp>
        <p:nvSpPr>
          <p:cNvPr id="2388" name="New shape"/>
          <p:cNvSpPr/>
          <p:nvPr/>
        </p:nvSpPr>
        <p:spPr>
          <a:xfrm>
            <a:off x="1497425" y="764657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389" name="New shape"/>
          <p:cNvSpPr/>
          <p:nvPr/>
        </p:nvSpPr>
        <p:spPr>
          <a:xfrm>
            <a:off x="1518857" y="7600855"/>
            <a:ext cx="32004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0" name="New picture"/>
          <p:cNvPicPr/>
          <p:nvPr/>
        </p:nvPicPr>
        <p:blipFill>
          <a:blip r:embed="rId1454"/>
          <a:srcRect/>
          <a:stretch>
            <a:fillRect/>
          </a:stretch>
        </p:blipFill>
        <p:spPr>
          <a:xfrm>
            <a:off x="1608868" y="7635906"/>
            <a:ext cx="84010" cy="117539"/>
          </a:xfrm>
          <a:prstGeom prst="rect"/>
          <a:ln w="0">
            <a:noFill/>
          </a:ln>
        </p:spPr>
      </p:pic>
      <p:sp>
        <p:nvSpPr>
          <p:cNvPr id="2391" name="New shape"/>
          <p:cNvSpPr/>
          <p:nvPr/>
        </p:nvSpPr>
        <p:spPr>
          <a:xfrm>
            <a:off x="1628680" y="7646574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2" name="New picture"/>
          <p:cNvPicPr/>
          <p:nvPr/>
        </p:nvPicPr>
        <p:blipFill>
          <a:blip r:embed="rId1455"/>
          <a:srcRect/>
          <a:stretch>
            <a:fillRect/>
          </a:stretch>
        </p:blipFill>
        <p:spPr>
          <a:xfrm>
            <a:off x="1708214" y="7635906"/>
            <a:ext cx="51911" cy="79343"/>
          </a:xfrm>
          <a:prstGeom prst="rect"/>
          <a:ln w="0">
            <a:noFill/>
          </a:ln>
        </p:spPr>
      </p:pic>
      <p:pic>
        <p:nvPicPr>
          <p:cNvPr id="2393" name="New picture"/>
          <p:cNvPicPr/>
          <p:nvPr/>
        </p:nvPicPr>
        <p:blipFill>
          <a:blip r:embed="rId1456"/>
          <a:srcRect/>
          <a:stretch>
            <a:fillRect/>
          </a:stretch>
        </p:blipFill>
        <p:spPr>
          <a:xfrm>
            <a:off x="1760030" y="7636001"/>
            <a:ext cx="70295" cy="82392"/>
          </a:xfrm>
          <a:prstGeom prst="rect"/>
          <a:ln w="0">
            <a:noFill/>
          </a:ln>
        </p:spPr>
      </p:pic>
      <p:sp>
        <p:nvSpPr>
          <p:cNvPr id="2394" name="New shape"/>
          <p:cNvSpPr/>
          <p:nvPr/>
        </p:nvSpPr>
        <p:spPr>
          <a:xfrm>
            <a:off x="1773841" y="7645146"/>
            <a:ext cx="4429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5" name="New picture"/>
          <p:cNvPicPr/>
          <p:nvPr/>
        </p:nvPicPr>
        <p:blipFill>
          <a:blip r:embed="rId1457"/>
          <a:srcRect/>
          <a:stretch>
            <a:fillRect/>
          </a:stretch>
        </p:blipFill>
        <p:spPr>
          <a:xfrm>
            <a:off x="1841087" y="7635906"/>
            <a:ext cx="74771" cy="79343"/>
          </a:xfrm>
          <a:prstGeom prst="rect"/>
          <a:ln w="0">
            <a:noFill/>
          </a:ln>
        </p:spPr>
      </p:pic>
      <p:pic>
        <p:nvPicPr>
          <p:cNvPr id="2396" name="New picture"/>
          <p:cNvPicPr/>
          <p:nvPr/>
        </p:nvPicPr>
        <p:blipFill>
          <a:blip r:embed="rId1458"/>
          <a:srcRect/>
          <a:stretch>
            <a:fillRect/>
          </a:stretch>
        </p:blipFill>
        <p:spPr>
          <a:xfrm>
            <a:off x="1934147" y="7606951"/>
            <a:ext cx="84011" cy="111347"/>
          </a:xfrm>
          <a:prstGeom prst="rect"/>
          <a:ln w="0">
            <a:noFill/>
          </a:ln>
        </p:spPr>
      </p:pic>
      <p:sp>
        <p:nvSpPr>
          <p:cNvPr id="2397" name="New shape"/>
          <p:cNvSpPr/>
          <p:nvPr/>
        </p:nvSpPr>
        <p:spPr>
          <a:xfrm>
            <a:off x="1946434" y="764657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98" name="New picture"/>
          <p:cNvPicPr/>
          <p:nvPr/>
        </p:nvPicPr>
        <p:blipFill>
          <a:blip r:embed="rId1459"/>
          <a:srcRect/>
          <a:stretch>
            <a:fillRect/>
          </a:stretch>
        </p:blipFill>
        <p:spPr>
          <a:xfrm>
            <a:off x="2027301" y="7635906"/>
            <a:ext cx="51911" cy="79343"/>
          </a:xfrm>
          <a:prstGeom prst="rect"/>
          <a:ln w="0">
            <a:noFill/>
          </a:ln>
        </p:spPr>
      </p:pic>
      <p:pic>
        <p:nvPicPr>
          <p:cNvPr id="2399" name="New picture"/>
          <p:cNvPicPr/>
          <p:nvPr/>
        </p:nvPicPr>
        <p:blipFill>
          <a:blip r:embed="rId1460"/>
          <a:srcRect/>
          <a:stretch>
            <a:fillRect/>
          </a:stretch>
        </p:blipFill>
        <p:spPr>
          <a:xfrm>
            <a:off x="2079212" y="7635906"/>
            <a:ext cx="70295" cy="82391"/>
          </a:xfrm>
          <a:prstGeom prst="rect"/>
          <a:ln w="0">
            <a:noFill/>
          </a:ln>
        </p:spPr>
      </p:pic>
      <p:sp>
        <p:nvSpPr>
          <p:cNvPr id="2400" name="New shape"/>
          <p:cNvSpPr/>
          <p:nvPr/>
        </p:nvSpPr>
        <p:spPr>
          <a:xfrm>
            <a:off x="2093023" y="7645050"/>
            <a:ext cx="44196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1" name="New picture"/>
          <p:cNvPicPr/>
          <p:nvPr/>
        </p:nvPicPr>
        <p:blipFill>
          <a:blip r:embed="rId1461"/>
          <a:srcRect/>
          <a:stretch>
            <a:fillRect/>
          </a:stretch>
        </p:blipFill>
        <p:spPr>
          <a:xfrm>
            <a:off x="2199894" y="7606951"/>
            <a:ext cx="84011" cy="111347"/>
          </a:xfrm>
          <a:prstGeom prst="rect"/>
          <a:ln w="0">
            <a:noFill/>
          </a:ln>
        </p:spPr>
      </p:pic>
      <p:sp>
        <p:nvSpPr>
          <p:cNvPr id="2402" name="New shape"/>
          <p:cNvSpPr/>
          <p:nvPr/>
        </p:nvSpPr>
        <p:spPr>
          <a:xfrm>
            <a:off x="2212086" y="764657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3" name="New picture"/>
          <p:cNvPicPr/>
          <p:nvPr/>
        </p:nvPicPr>
        <p:blipFill>
          <a:blip r:embed="rId1462"/>
          <a:srcRect/>
          <a:stretch>
            <a:fillRect/>
          </a:stretch>
        </p:blipFill>
        <p:spPr>
          <a:xfrm>
            <a:off x="2293048" y="7635906"/>
            <a:ext cx="70199" cy="82391"/>
          </a:xfrm>
          <a:prstGeom prst="rect"/>
          <a:ln w="0">
            <a:noFill/>
          </a:ln>
        </p:spPr>
      </p:pic>
      <p:sp>
        <p:nvSpPr>
          <p:cNvPr id="2404" name="New shape"/>
          <p:cNvSpPr/>
          <p:nvPr/>
        </p:nvSpPr>
        <p:spPr>
          <a:xfrm>
            <a:off x="2305241" y="7645050"/>
            <a:ext cx="45815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5" name="New picture"/>
          <p:cNvPicPr/>
          <p:nvPr/>
        </p:nvPicPr>
        <p:blipFill>
          <a:blip r:embed="rId1463"/>
          <a:srcRect/>
          <a:stretch>
            <a:fillRect/>
          </a:stretch>
        </p:blipFill>
        <p:spPr>
          <a:xfrm>
            <a:off x="2366296" y="7635906"/>
            <a:ext cx="65723" cy="82391"/>
          </a:xfrm>
          <a:prstGeom prst="rect"/>
          <a:ln w="0">
            <a:noFill/>
          </a:ln>
        </p:spPr>
      </p:pic>
      <p:pic>
        <p:nvPicPr>
          <p:cNvPr id="2406" name="New picture"/>
          <p:cNvPicPr/>
          <p:nvPr/>
        </p:nvPicPr>
        <p:blipFill>
          <a:blip r:embed="rId1464"/>
          <a:srcRect/>
          <a:stretch>
            <a:fillRect/>
          </a:stretch>
        </p:blipFill>
        <p:spPr>
          <a:xfrm>
            <a:off x="2480786" y="7606951"/>
            <a:ext cx="84011" cy="111443"/>
          </a:xfrm>
          <a:prstGeom prst="rect"/>
          <a:ln w="0">
            <a:noFill/>
          </a:ln>
        </p:spPr>
      </p:pic>
      <p:sp>
        <p:nvSpPr>
          <p:cNvPr id="2407" name="New shape"/>
          <p:cNvSpPr/>
          <p:nvPr/>
        </p:nvSpPr>
        <p:spPr>
          <a:xfrm>
            <a:off x="2493073" y="764667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8" name="New picture"/>
          <p:cNvPicPr/>
          <p:nvPr/>
        </p:nvPicPr>
        <p:blipFill>
          <a:blip r:embed="rId1465"/>
          <a:srcRect/>
          <a:stretch>
            <a:fillRect/>
          </a:stretch>
        </p:blipFill>
        <p:spPr>
          <a:xfrm>
            <a:off x="2574036" y="7635906"/>
            <a:ext cx="70199" cy="82391"/>
          </a:xfrm>
          <a:prstGeom prst="rect"/>
          <a:ln w="0">
            <a:noFill/>
          </a:ln>
        </p:spPr>
      </p:pic>
      <p:sp>
        <p:nvSpPr>
          <p:cNvPr id="2409" name="New shape"/>
          <p:cNvSpPr/>
          <p:nvPr/>
        </p:nvSpPr>
        <p:spPr>
          <a:xfrm>
            <a:off x="2587752" y="764505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10" name="New shape"/>
          <p:cNvSpPr/>
          <p:nvPr/>
        </p:nvSpPr>
        <p:spPr>
          <a:xfrm>
            <a:off x="2602992" y="7600855"/>
            <a:ext cx="33623" cy="2743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1" name="New picture"/>
          <p:cNvPicPr/>
          <p:nvPr/>
        </p:nvPicPr>
        <p:blipFill>
          <a:blip r:embed="rId1466"/>
          <a:srcRect/>
          <a:stretch>
            <a:fillRect/>
          </a:stretch>
        </p:blipFill>
        <p:spPr>
          <a:xfrm>
            <a:off x="2654903" y="7635907"/>
            <a:ext cx="68770" cy="82392"/>
          </a:xfrm>
          <a:prstGeom prst="rect"/>
          <a:ln w="0">
            <a:noFill/>
          </a:ln>
        </p:spPr>
      </p:pic>
      <p:sp>
        <p:nvSpPr>
          <p:cNvPr id="2412" name="New shape"/>
          <p:cNvSpPr/>
          <p:nvPr/>
        </p:nvSpPr>
        <p:spPr>
          <a:xfrm>
            <a:off x="2731294" y="7637431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3" name="New picture"/>
          <p:cNvPicPr/>
          <p:nvPr/>
        </p:nvPicPr>
        <p:blipFill>
          <a:blip r:embed="rId1467"/>
          <a:srcRect/>
          <a:stretch>
            <a:fillRect/>
          </a:stretch>
        </p:blipFill>
        <p:spPr>
          <a:xfrm>
            <a:off x="2746534" y="7603807"/>
            <a:ext cx="15240" cy="15335"/>
          </a:xfrm>
          <a:prstGeom prst="rect"/>
          <a:ln w="0">
            <a:noFill/>
          </a:ln>
        </p:spPr>
      </p:pic>
      <p:pic>
        <p:nvPicPr>
          <p:cNvPr id="2414" name="New picture"/>
          <p:cNvPicPr/>
          <p:nvPr/>
        </p:nvPicPr>
        <p:blipFill>
          <a:blip r:embed="rId1468"/>
          <a:srcRect/>
          <a:stretch>
            <a:fillRect/>
          </a:stretch>
        </p:blipFill>
        <p:spPr>
          <a:xfrm>
            <a:off x="2761774" y="7635906"/>
            <a:ext cx="65723" cy="82391"/>
          </a:xfrm>
          <a:prstGeom prst="rect"/>
          <a:ln w="0">
            <a:noFill/>
          </a:ln>
        </p:spPr>
      </p:pic>
      <p:sp>
        <p:nvSpPr>
          <p:cNvPr id="2415" name="New shape"/>
          <p:cNvSpPr/>
          <p:nvPr/>
        </p:nvSpPr>
        <p:spPr>
          <a:xfrm>
            <a:off x="2838164" y="7637431"/>
            <a:ext cx="24479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6" name="New picture"/>
          <p:cNvPicPr/>
          <p:nvPr/>
        </p:nvPicPr>
        <p:blipFill>
          <a:blip r:embed="rId1469"/>
          <a:srcRect/>
          <a:stretch>
            <a:fillRect/>
          </a:stretch>
        </p:blipFill>
        <p:spPr>
          <a:xfrm>
            <a:off x="2851880" y="7603903"/>
            <a:ext cx="16859" cy="15240"/>
          </a:xfrm>
          <a:prstGeom prst="rect"/>
          <a:ln w="0">
            <a:noFill/>
          </a:ln>
        </p:spPr>
      </p:pic>
      <p:pic>
        <p:nvPicPr>
          <p:cNvPr id="2417" name="New picture"/>
          <p:cNvPicPr/>
          <p:nvPr/>
        </p:nvPicPr>
        <p:blipFill>
          <a:blip r:embed="rId1470"/>
          <a:srcRect/>
          <a:stretch>
            <a:fillRect/>
          </a:stretch>
        </p:blipFill>
        <p:spPr>
          <a:xfrm>
            <a:off x="2876359" y="7635907"/>
            <a:ext cx="77819" cy="82392"/>
          </a:xfrm>
          <a:prstGeom prst="rect"/>
          <a:ln w="0">
            <a:noFill/>
          </a:ln>
        </p:spPr>
      </p:pic>
      <p:sp>
        <p:nvSpPr>
          <p:cNvPr id="2418" name="New shape"/>
          <p:cNvSpPr/>
          <p:nvPr/>
        </p:nvSpPr>
        <p:spPr>
          <a:xfrm>
            <a:off x="2890075" y="7646575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19" name="New picture"/>
          <p:cNvPicPr/>
          <p:nvPr/>
        </p:nvPicPr>
        <p:blipFill>
          <a:blip r:embed="rId1471"/>
          <a:srcRect/>
          <a:stretch>
            <a:fillRect/>
          </a:stretch>
        </p:blipFill>
        <p:spPr>
          <a:xfrm>
            <a:off x="2967990" y="7635906"/>
            <a:ext cx="76295" cy="79343"/>
          </a:xfrm>
          <a:prstGeom prst="rect"/>
          <a:ln w="0">
            <a:noFill/>
          </a:ln>
        </p:spPr>
      </p:pic>
      <p:pic>
        <p:nvPicPr>
          <p:cNvPr id="2420" name="New picture"/>
          <p:cNvPicPr/>
          <p:nvPr/>
        </p:nvPicPr>
        <p:blipFill>
          <a:blip r:embed="rId1472"/>
          <a:srcRect/>
          <a:stretch>
            <a:fillRect/>
          </a:stretch>
        </p:blipFill>
        <p:spPr>
          <a:xfrm>
            <a:off x="3053525" y="7635906"/>
            <a:ext cx="65627" cy="82391"/>
          </a:xfrm>
          <a:prstGeom prst="rect"/>
          <a:ln w="0">
            <a:noFill/>
          </a:ln>
        </p:spPr>
      </p:pic>
      <p:pic>
        <p:nvPicPr>
          <p:cNvPr id="2421" name="New picture"/>
          <p:cNvPicPr/>
          <p:nvPr/>
        </p:nvPicPr>
        <p:blipFill>
          <a:blip r:embed="rId1473"/>
          <a:srcRect/>
          <a:stretch>
            <a:fillRect/>
          </a:stretch>
        </p:blipFill>
        <p:spPr>
          <a:xfrm>
            <a:off x="3166491" y="7635906"/>
            <a:ext cx="70199" cy="82391"/>
          </a:xfrm>
          <a:prstGeom prst="rect"/>
          <a:ln w="0">
            <a:noFill/>
          </a:ln>
        </p:spPr>
      </p:pic>
      <p:sp>
        <p:nvSpPr>
          <p:cNvPr id="2422" name="New shape"/>
          <p:cNvSpPr/>
          <p:nvPr/>
        </p:nvSpPr>
        <p:spPr>
          <a:xfrm>
            <a:off x="3180207" y="764505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3" name="New picture"/>
          <p:cNvPicPr/>
          <p:nvPr/>
        </p:nvPicPr>
        <p:blipFill>
          <a:blip r:embed="rId1474"/>
          <a:srcRect/>
          <a:stretch>
            <a:fillRect/>
          </a:stretch>
        </p:blipFill>
        <p:spPr>
          <a:xfrm>
            <a:off x="3248977" y="7635906"/>
            <a:ext cx="74771" cy="79343"/>
          </a:xfrm>
          <a:prstGeom prst="rect"/>
          <a:ln w="0">
            <a:noFill/>
          </a:ln>
        </p:spPr>
      </p:pic>
      <p:pic>
        <p:nvPicPr>
          <p:cNvPr id="2424" name="New picture"/>
          <p:cNvPicPr/>
          <p:nvPr/>
        </p:nvPicPr>
        <p:blipFill>
          <a:blip r:embed="rId1475"/>
          <a:srcRect/>
          <a:stretch>
            <a:fillRect/>
          </a:stretch>
        </p:blipFill>
        <p:spPr>
          <a:xfrm>
            <a:off x="3380232" y="7635907"/>
            <a:ext cx="67247" cy="82392"/>
          </a:xfrm>
          <a:prstGeom prst="rect"/>
          <a:ln w="0">
            <a:noFill/>
          </a:ln>
        </p:spPr>
      </p:pic>
      <p:pic>
        <p:nvPicPr>
          <p:cNvPr id="2425" name="New picture"/>
          <p:cNvPicPr/>
          <p:nvPr/>
        </p:nvPicPr>
        <p:blipFill>
          <a:blip r:embed="rId1476"/>
          <a:srcRect/>
          <a:stretch>
            <a:fillRect/>
          </a:stretch>
        </p:blipFill>
        <p:spPr>
          <a:xfrm>
            <a:off x="3456622" y="7635811"/>
            <a:ext cx="76391" cy="82392"/>
          </a:xfrm>
          <a:prstGeom prst="rect"/>
          <a:ln w="0">
            <a:noFill/>
          </a:ln>
        </p:spPr>
      </p:pic>
      <p:sp>
        <p:nvSpPr>
          <p:cNvPr id="2426" name="New shape"/>
          <p:cNvSpPr/>
          <p:nvPr/>
        </p:nvSpPr>
        <p:spPr>
          <a:xfrm>
            <a:off x="3468815" y="764648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7" name="New picture"/>
          <p:cNvPicPr/>
          <p:nvPr/>
        </p:nvPicPr>
        <p:blipFill>
          <a:blip r:embed="rId1477"/>
          <a:srcRect/>
          <a:stretch>
            <a:fillRect/>
          </a:stretch>
        </p:blipFill>
        <p:spPr>
          <a:xfrm>
            <a:off x="3548253" y="7635906"/>
            <a:ext cx="74771" cy="79343"/>
          </a:xfrm>
          <a:prstGeom prst="rect"/>
          <a:ln w="0">
            <a:noFill/>
          </a:ln>
        </p:spPr>
      </p:pic>
      <p:pic>
        <p:nvPicPr>
          <p:cNvPr id="2428" name="New picture"/>
          <p:cNvPicPr/>
          <p:nvPr/>
        </p:nvPicPr>
        <p:blipFill>
          <a:blip r:embed="rId1478"/>
          <a:srcRect/>
          <a:stretch>
            <a:fillRect/>
          </a:stretch>
        </p:blipFill>
        <p:spPr>
          <a:xfrm>
            <a:off x="3639883" y="7635906"/>
            <a:ext cx="74866" cy="79343"/>
          </a:xfrm>
          <a:prstGeom prst="rect"/>
          <a:ln w="0">
            <a:noFill/>
          </a:ln>
        </p:spPr>
      </p:pic>
      <p:pic>
        <p:nvPicPr>
          <p:cNvPr id="2429" name="New picture"/>
          <p:cNvPicPr/>
          <p:nvPr/>
        </p:nvPicPr>
        <p:blipFill>
          <a:blip r:embed="rId1479"/>
          <a:srcRect/>
          <a:stretch>
            <a:fillRect/>
          </a:stretch>
        </p:blipFill>
        <p:spPr>
          <a:xfrm>
            <a:off x="3731514" y="7635908"/>
            <a:ext cx="77819" cy="82391"/>
          </a:xfrm>
          <a:prstGeom prst="rect"/>
          <a:ln w="0">
            <a:noFill/>
          </a:ln>
        </p:spPr>
      </p:pic>
      <p:sp>
        <p:nvSpPr>
          <p:cNvPr id="2430" name="New shape"/>
          <p:cNvSpPr/>
          <p:nvPr/>
        </p:nvSpPr>
        <p:spPr>
          <a:xfrm>
            <a:off x="3745230" y="764657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31" name="New shape"/>
          <p:cNvSpPr/>
          <p:nvPr/>
        </p:nvSpPr>
        <p:spPr>
          <a:xfrm>
            <a:off x="3823145" y="7637431"/>
            <a:ext cx="24384" cy="778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2" name="New picture"/>
          <p:cNvPicPr/>
          <p:nvPr/>
        </p:nvPicPr>
        <p:blipFill>
          <a:blip r:embed="rId1480"/>
          <a:srcRect/>
          <a:stretch>
            <a:fillRect/>
          </a:stretch>
        </p:blipFill>
        <p:spPr>
          <a:xfrm>
            <a:off x="3836860" y="7603807"/>
            <a:ext cx="16764" cy="15335"/>
          </a:xfrm>
          <a:prstGeom prst="rect"/>
          <a:ln w="0">
            <a:noFill/>
          </a:ln>
        </p:spPr>
      </p:pic>
      <p:pic>
        <p:nvPicPr>
          <p:cNvPr id="2433" name="New picture"/>
          <p:cNvPicPr/>
          <p:nvPr/>
        </p:nvPicPr>
        <p:blipFill>
          <a:blip r:embed="rId1481"/>
          <a:srcRect/>
          <a:stretch>
            <a:fillRect/>
          </a:stretch>
        </p:blipFill>
        <p:spPr>
          <a:xfrm>
            <a:off x="3853625" y="7635906"/>
            <a:ext cx="65722" cy="82391"/>
          </a:xfrm>
          <a:prstGeom prst="rect"/>
          <a:ln w="0">
            <a:noFill/>
          </a:ln>
        </p:spPr>
      </p:pic>
      <p:pic>
        <p:nvPicPr>
          <p:cNvPr id="2434" name="New picture"/>
          <p:cNvPicPr/>
          <p:nvPr/>
        </p:nvPicPr>
        <p:blipFill>
          <a:blip r:embed="rId1482"/>
          <a:srcRect/>
          <a:stretch>
            <a:fillRect/>
          </a:stretch>
        </p:blipFill>
        <p:spPr>
          <a:xfrm>
            <a:off x="3920776" y="7635906"/>
            <a:ext cx="65722" cy="82391"/>
          </a:xfrm>
          <a:prstGeom prst="rect"/>
          <a:ln w="0">
            <a:noFill/>
          </a:ln>
        </p:spPr>
      </p:pic>
      <p:pic>
        <p:nvPicPr>
          <p:cNvPr id="2435" name="New picture"/>
          <p:cNvPicPr/>
          <p:nvPr/>
        </p:nvPicPr>
        <p:blipFill>
          <a:blip r:embed="rId1483"/>
          <a:srcRect/>
          <a:stretch>
            <a:fillRect/>
          </a:stretch>
        </p:blipFill>
        <p:spPr>
          <a:xfrm>
            <a:off x="3997166" y="7635908"/>
            <a:ext cx="76391" cy="82391"/>
          </a:xfrm>
          <a:prstGeom prst="rect"/>
          <a:ln w="0">
            <a:noFill/>
          </a:ln>
        </p:spPr>
      </p:pic>
      <p:sp>
        <p:nvSpPr>
          <p:cNvPr id="2436" name="New shape"/>
          <p:cNvSpPr/>
          <p:nvPr/>
        </p:nvSpPr>
        <p:spPr>
          <a:xfrm>
            <a:off x="4010882" y="7646575"/>
            <a:ext cx="50483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37" name="New picture"/>
          <p:cNvPicPr/>
          <p:nvPr/>
        </p:nvPicPr>
        <p:blipFill>
          <a:blip r:embed="rId1484"/>
          <a:srcRect/>
          <a:stretch>
            <a:fillRect/>
          </a:stretch>
        </p:blipFill>
        <p:spPr>
          <a:xfrm>
            <a:off x="4088797" y="7635906"/>
            <a:ext cx="74771" cy="79343"/>
          </a:xfrm>
          <a:prstGeom prst="rect"/>
          <a:ln w="0">
            <a:noFill/>
          </a:ln>
        </p:spPr>
      </p:pic>
      <p:pic>
        <p:nvPicPr>
          <p:cNvPr id="2438" name="New picture"/>
          <p:cNvPicPr/>
          <p:nvPr/>
        </p:nvPicPr>
        <p:blipFill>
          <a:blip r:embed="rId1485"/>
          <a:srcRect/>
          <a:stretch>
            <a:fillRect/>
          </a:stretch>
        </p:blipFill>
        <p:spPr>
          <a:xfrm>
            <a:off x="4180428" y="7635907"/>
            <a:ext cx="68675" cy="82392"/>
          </a:xfrm>
          <a:prstGeom prst="rect"/>
          <a:ln w="0">
            <a:noFill/>
          </a:ln>
        </p:spPr>
      </p:pic>
      <p:pic>
        <p:nvPicPr>
          <p:cNvPr id="2439" name="New picture"/>
          <p:cNvPicPr/>
          <p:nvPr/>
        </p:nvPicPr>
        <p:blipFill>
          <a:blip r:embed="rId1486"/>
          <a:srcRect/>
          <a:stretch>
            <a:fillRect/>
          </a:stretch>
        </p:blipFill>
        <p:spPr>
          <a:xfrm>
            <a:off x="4256818" y="7635906"/>
            <a:ext cx="70295" cy="82391"/>
          </a:xfrm>
          <a:prstGeom prst="rect"/>
          <a:ln w="0">
            <a:noFill/>
          </a:ln>
        </p:spPr>
      </p:pic>
      <p:sp>
        <p:nvSpPr>
          <p:cNvPr id="2440" name="New shape"/>
          <p:cNvSpPr/>
          <p:nvPr/>
        </p:nvSpPr>
        <p:spPr>
          <a:xfrm>
            <a:off x="4270534" y="764505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1" name="New picture"/>
          <p:cNvPicPr/>
          <p:nvPr/>
        </p:nvPicPr>
        <p:blipFill>
          <a:blip r:embed="rId1487"/>
          <a:srcRect/>
          <a:stretch>
            <a:fillRect/>
          </a:stretch>
        </p:blipFill>
        <p:spPr>
          <a:xfrm>
            <a:off x="4377405" y="7606951"/>
            <a:ext cx="84010" cy="111443"/>
          </a:xfrm>
          <a:prstGeom prst="rect"/>
          <a:ln w="0">
            <a:noFill/>
          </a:ln>
        </p:spPr>
      </p:pic>
      <p:sp>
        <p:nvSpPr>
          <p:cNvPr id="2442" name="New shape"/>
          <p:cNvSpPr/>
          <p:nvPr/>
        </p:nvSpPr>
        <p:spPr>
          <a:xfrm>
            <a:off x="4389692" y="7646670"/>
            <a:ext cx="51911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3" name="New picture"/>
          <p:cNvPicPr/>
          <p:nvPr/>
        </p:nvPicPr>
        <p:blipFill>
          <a:blip r:embed="rId1488"/>
          <a:srcRect/>
          <a:stretch>
            <a:fillRect/>
          </a:stretch>
        </p:blipFill>
        <p:spPr>
          <a:xfrm>
            <a:off x="4470559" y="7635906"/>
            <a:ext cx="70295" cy="82391"/>
          </a:xfrm>
          <a:prstGeom prst="rect"/>
          <a:ln w="0">
            <a:noFill/>
          </a:ln>
        </p:spPr>
      </p:pic>
      <p:sp>
        <p:nvSpPr>
          <p:cNvPr id="2444" name="New shape"/>
          <p:cNvSpPr/>
          <p:nvPr/>
        </p:nvSpPr>
        <p:spPr>
          <a:xfrm>
            <a:off x="4484274" y="764505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5" name="New picture"/>
          <p:cNvPicPr/>
          <p:nvPr/>
        </p:nvPicPr>
        <p:blipFill>
          <a:blip r:embed="rId1489"/>
          <a:srcRect/>
          <a:stretch>
            <a:fillRect/>
          </a:stretch>
        </p:blipFill>
        <p:spPr>
          <a:xfrm>
            <a:off x="4591241" y="7635907"/>
            <a:ext cx="68675" cy="82392"/>
          </a:xfrm>
          <a:prstGeom prst="rect"/>
          <a:ln w="0">
            <a:noFill/>
          </a:ln>
        </p:spPr>
      </p:pic>
      <p:pic>
        <p:nvPicPr>
          <p:cNvPr id="2446" name="New picture"/>
          <p:cNvPicPr/>
          <p:nvPr/>
        </p:nvPicPr>
        <p:blipFill>
          <a:blip r:embed="rId1490"/>
          <a:srcRect/>
          <a:stretch>
            <a:fillRect/>
          </a:stretch>
        </p:blipFill>
        <p:spPr>
          <a:xfrm>
            <a:off x="4667535" y="7635908"/>
            <a:ext cx="76391" cy="82391"/>
          </a:xfrm>
          <a:prstGeom prst="rect"/>
          <a:ln w="0">
            <a:noFill/>
          </a:ln>
        </p:spPr>
      </p:pic>
      <p:sp>
        <p:nvSpPr>
          <p:cNvPr id="2447" name="New shape"/>
          <p:cNvSpPr/>
          <p:nvPr/>
        </p:nvSpPr>
        <p:spPr>
          <a:xfrm>
            <a:off x="4679728" y="7646575"/>
            <a:ext cx="50387" cy="6105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8" name="New picture"/>
          <p:cNvPicPr/>
          <p:nvPr/>
        </p:nvPicPr>
        <p:blipFill>
          <a:blip r:embed="rId1491"/>
          <a:srcRect/>
          <a:stretch>
            <a:fillRect/>
          </a:stretch>
        </p:blipFill>
        <p:spPr>
          <a:xfrm>
            <a:off x="4760690" y="7637431"/>
            <a:ext cx="76295" cy="80867"/>
          </a:xfrm>
          <a:prstGeom prst="rect"/>
          <a:ln w="0">
            <a:noFill/>
          </a:ln>
        </p:spPr>
      </p:pic>
      <p:pic>
        <p:nvPicPr>
          <p:cNvPr id="2449" name="New picture"/>
          <p:cNvPicPr/>
          <p:nvPr/>
        </p:nvPicPr>
        <p:blipFill>
          <a:blip r:embed="rId1492"/>
          <a:srcRect/>
          <a:stretch>
            <a:fillRect/>
          </a:stretch>
        </p:blipFill>
        <p:spPr>
          <a:xfrm>
            <a:off x="4841558" y="7635906"/>
            <a:ext cx="65722" cy="82391"/>
          </a:xfrm>
          <a:prstGeom prst="rect"/>
          <a:ln w="0">
            <a:noFill/>
          </a:ln>
        </p:spPr>
      </p:pic>
      <p:pic>
        <p:nvPicPr>
          <p:cNvPr id="2450" name="New picture"/>
          <p:cNvPicPr/>
          <p:nvPr/>
        </p:nvPicPr>
        <p:blipFill>
          <a:blip r:embed="rId1493"/>
          <a:srcRect/>
          <a:stretch>
            <a:fillRect/>
          </a:stretch>
        </p:blipFill>
        <p:spPr>
          <a:xfrm>
            <a:off x="4918043" y="7635906"/>
            <a:ext cx="70295" cy="82391"/>
          </a:xfrm>
          <a:prstGeom prst="rect"/>
          <a:ln w="0">
            <a:noFill/>
          </a:ln>
        </p:spPr>
      </p:pic>
      <p:sp>
        <p:nvSpPr>
          <p:cNvPr id="2451" name="New shape"/>
          <p:cNvSpPr/>
          <p:nvPr/>
        </p:nvSpPr>
        <p:spPr>
          <a:xfrm>
            <a:off x="4931759" y="7645050"/>
            <a:ext cx="44291" cy="2905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2" name="New picture"/>
          <p:cNvPicPr/>
          <p:nvPr/>
        </p:nvPicPr>
        <p:blipFill>
          <a:blip r:embed="rId1494"/>
          <a:srcRect/>
          <a:stretch>
            <a:fillRect/>
          </a:stretch>
        </p:blipFill>
        <p:spPr>
          <a:xfrm>
            <a:off x="4998910" y="7700009"/>
            <a:ext cx="16764" cy="16764"/>
          </a:xfrm>
          <a:prstGeom prst="rect"/>
          <a:ln w="0">
            <a:noFill/>
          </a:ln>
        </p:spPr>
      </p:pic>
      <p:sp>
        <p:nvSpPr>
          <p:cNvPr id="2453" name="New shape"/>
          <p:cNvSpPr/>
          <p:nvPr/>
        </p:nvSpPr>
        <p:spPr>
          <a:xfrm>
            <a:off x="364236" y="8392668"/>
            <a:ext cx="6854952" cy="1956817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4" name="New picture"/>
          <p:cNvPicPr/>
          <p:nvPr/>
        </p:nvPicPr>
        <p:blipFill>
          <a:blip r:embed="rId1495"/>
          <a:srcRect/>
          <a:stretch>
            <a:fillRect/>
          </a:stretch>
        </p:blipFill>
        <p:spPr>
          <a:xfrm>
            <a:off x="721709" y="9354217"/>
            <a:ext cx="222980" cy="235076"/>
          </a:xfrm>
          <a:prstGeom prst="rect"/>
          <a:ln w="0">
            <a:noFill/>
          </a:ln>
        </p:spPr>
      </p:pic>
      <p:pic>
        <p:nvPicPr>
          <p:cNvPr id="2455" name="New picture"/>
          <p:cNvPicPr/>
          <p:nvPr/>
        </p:nvPicPr>
        <p:blipFill>
          <a:blip r:embed="rId1496"/>
          <a:srcRect/>
          <a:stretch>
            <a:fillRect/>
          </a:stretch>
        </p:blipFill>
        <p:spPr>
          <a:xfrm>
            <a:off x="959929" y="9409272"/>
            <a:ext cx="76390" cy="175451"/>
          </a:xfrm>
          <a:prstGeom prst="rect"/>
          <a:ln w="0">
            <a:noFill/>
          </a:ln>
        </p:spPr>
      </p:pic>
      <p:sp>
        <p:nvSpPr>
          <p:cNvPr id="2456" name="New shape"/>
          <p:cNvSpPr/>
          <p:nvPr/>
        </p:nvSpPr>
        <p:spPr>
          <a:xfrm>
            <a:off x="1080516" y="9325260"/>
            <a:ext cx="85535" cy="6867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7" name="New picture"/>
          <p:cNvPicPr/>
          <p:nvPr/>
        </p:nvPicPr>
        <p:blipFill>
          <a:blip r:embed="rId1497"/>
          <a:srcRect/>
          <a:stretch>
            <a:fillRect/>
          </a:stretch>
        </p:blipFill>
        <p:spPr>
          <a:xfrm>
            <a:off x="1030129" y="9409176"/>
            <a:ext cx="175641" cy="181642"/>
          </a:xfrm>
          <a:prstGeom prst="rect"/>
          <a:ln w="0">
            <a:noFill/>
          </a:ln>
        </p:spPr>
      </p:pic>
      <p:sp>
        <p:nvSpPr>
          <p:cNvPr id="2458" name="New shape"/>
          <p:cNvSpPr/>
          <p:nvPr/>
        </p:nvSpPr>
        <p:spPr>
          <a:xfrm>
            <a:off x="1071372" y="9447371"/>
            <a:ext cx="93154" cy="3810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59" name="New picture"/>
          <p:cNvPicPr/>
          <p:nvPr/>
        </p:nvPicPr>
        <p:blipFill>
          <a:blip r:embed="rId1498"/>
          <a:srcRect/>
          <a:stretch>
            <a:fillRect/>
          </a:stretch>
        </p:blipFill>
        <p:spPr>
          <a:xfrm>
            <a:off x="1215009" y="9409176"/>
            <a:ext cx="177165" cy="181642"/>
          </a:xfrm>
          <a:prstGeom prst="rect"/>
          <a:ln w="0">
            <a:noFill/>
          </a:ln>
        </p:spPr>
      </p:pic>
      <p:sp>
        <p:nvSpPr>
          <p:cNvPr id="2460" name="New shape"/>
          <p:cNvSpPr/>
          <p:nvPr/>
        </p:nvSpPr>
        <p:spPr>
          <a:xfrm>
            <a:off x="1256252" y="9447371"/>
            <a:ext cx="94679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1" name="New picture"/>
          <p:cNvPicPr/>
          <p:nvPr/>
        </p:nvPicPr>
        <p:blipFill>
          <a:blip r:embed="rId1499"/>
          <a:srcRect/>
          <a:stretch>
            <a:fillRect/>
          </a:stretch>
        </p:blipFill>
        <p:spPr>
          <a:xfrm>
            <a:off x="1398175" y="9415272"/>
            <a:ext cx="128302" cy="169450"/>
          </a:xfrm>
          <a:prstGeom prst="rect"/>
          <a:ln w="0">
            <a:noFill/>
          </a:ln>
        </p:spPr>
      </p:pic>
      <p:pic>
        <p:nvPicPr>
          <p:cNvPr id="2462" name="New picture"/>
          <p:cNvPicPr/>
          <p:nvPr/>
        </p:nvPicPr>
        <p:blipFill>
          <a:blip r:embed="rId1500"/>
          <a:srcRect/>
          <a:stretch>
            <a:fillRect/>
          </a:stretch>
        </p:blipFill>
        <p:spPr>
          <a:xfrm>
            <a:off x="1608868" y="9358788"/>
            <a:ext cx="178689" cy="232028"/>
          </a:xfrm>
          <a:prstGeom prst="rect"/>
          <a:ln w="0">
            <a:noFill/>
          </a:ln>
        </p:spPr>
      </p:pic>
      <p:sp>
        <p:nvSpPr>
          <p:cNvPr id="2463" name="New shape"/>
          <p:cNvSpPr/>
          <p:nvPr/>
        </p:nvSpPr>
        <p:spPr>
          <a:xfrm>
            <a:off x="1650111" y="9447371"/>
            <a:ext cx="99250" cy="105251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4" name="New picture"/>
          <p:cNvPicPr/>
          <p:nvPr/>
        </p:nvPicPr>
        <p:blipFill>
          <a:blip r:embed="rId1501"/>
          <a:srcRect/>
          <a:stretch>
            <a:fillRect/>
          </a:stretch>
        </p:blipFill>
        <p:spPr>
          <a:xfrm>
            <a:off x="1799844" y="9409176"/>
            <a:ext cx="177165" cy="181642"/>
          </a:xfrm>
          <a:prstGeom prst="rect"/>
          <a:ln w="0">
            <a:noFill/>
          </a:ln>
        </p:spPr>
      </p:pic>
      <p:sp>
        <p:nvSpPr>
          <p:cNvPr id="2465" name="New shape"/>
          <p:cNvSpPr/>
          <p:nvPr/>
        </p:nvSpPr>
        <p:spPr>
          <a:xfrm>
            <a:off x="1841087" y="9447371"/>
            <a:ext cx="94679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6" name="New picture"/>
          <p:cNvPicPr/>
          <p:nvPr/>
        </p:nvPicPr>
        <p:blipFill>
          <a:blip r:embed="rId1502"/>
          <a:srcRect/>
          <a:stretch>
            <a:fillRect/>
          </a:stretch>
        </p:blipFill>
        <p:spPr>
          <a:xfrm>
            <a:off x="1981486" y="9409176"/>
            <a:ext cx="123730" cy="181642"/>
          </a:xfrm>
          <a:prstGeom prst="rect"/>
          <a:ln w="0">
            <a:noFill/>
          </a:ln>
        </p:spPr>
      </p:pic>
      <p:sp>
        <p:nvSpPr>
          <p:cNvPr id="2467" name="New shape"/>
          <p:cNvSpPr/>
          <p:nvPr/>
        </p:nvSpPr>
        <p:spPr>
          <a:xfrm>
            <a:off x="2193798" y="9358788"/>
            <a:ext cx="41243" cy="225933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68" name="New shape"/>
          <p:cNvSpPr/>
          <p:nvPr/>
        </p:nvSpPr>
        <p:spPr>
          <a:xfrm>
            <a:off x="2257901" y="9358788"/>
            <a:ext cx="39719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69" name="New shape"/>
          <p:cNvSpPr/>
          <p:nvPr/>
        </p:nvSpPr>
        <p:spPr>
          <a:xfrm>
            <a:off x="2257901" y="9415272"/>
            <a:ext cx="39719" cy="16935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0" name="New picture"/>
          <p:cNvPicPr/>
          <p:nvPr/>
        </p:nvPicPr>
        <p:blipFill>
          <a:blip r:embed="rId1503"/>
          <a:srcRect/>
          <a:stretch>
            <a:fillRect/>
          </a:stretch>
        </p:blipFill>
        <p:spPr>
          <a:xfrm>
            <a:off x="2314480" y="9409271"/>
            <a:ext cx="177070" cy="181547"/>
          </a:xfrm>
          <a:prstGeom prst="rect"/>
          <a:ln w="0">
            <a:noFill/>
          </a:ln>
        </p:spPr>
      </p:pic>
      <p:sp>
        <p:nvSpPr>
          <p:cNvPr id="2471" name="New shape"/>
          <p:cNvSpPr/>
          <p:nvPr/>
        </p:nvSpPr>
        <p:spPr>
          <a:xfrm>
            <a:off x="2355628" y="9447371"/>
            <a:ext cx="93154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2" name="New picture"/>
          <p:cNvPicPr/>
          <p:nvPr/>
        </p:nvPicPr>
        <p:blipFill>
          <a:blip r:embed="rId1504"/>
          <a:srcRect/>
          <a:stretch>
            <a:fillRect/>
          </a:stretch>
        </p:blipFill>
        <p:spPr>
          <a:xfrm>
            <a:off x="2506789" y="9409272"/>
            <a:ext cx="151162" cy="175451"/>
          </a:xfrm>
          <a:prstGeom prst="rect"/>
          <a:ln w="0">
            <a:noFill/>
          </a:ln>
        </p:spPr>
      </p:pic>
      <p:pic>
        <p:nvPicPr>
          <p:cNvPr id="2473" name="New picture"/>
          <p:cNvPicPr/>
          <p:nvPr/>
        </p:nvPicPr>
        <p:blipFill>
          <a:blip r:embed="rId1505"/>
          <a:srcRect/>
          <a:stretch>
            <a:fillRect/>
          </a:stretch>
        </p:blipFill>
        <p:spPr>
          <a:xfrm>
            <a:off x="2670239" y="9409176"/>
            <a:ext cx="122111" cy="181642"/>
          </a:xfrm>
          <a:prstGeom prst="rect"/>
          <a:ln w="0">
            <a:noFill/>
          </a:ln>
        </p:spPr>
      </p:pic>
      <p:pic>
        <p:nvPicPr>
          <p:cNvPr id="2474" name="New picture"/>
          <p:cNvPicPr/>
          <p:nvPr/>
        </p:nvPicPr>
        <p:blipFill>
          <a:blip r:embed="rId1506"/>
          <a:srcRect/>
          <a:stretch>
            <a:fillRect/>
          </a:stretch>
        </p:blipFill>
        <p:spPr>
          <a:xfrm>
            <a:off x="2873311" y="9409272"/>
            <a:ext cx="178689" cy="181546"/>
          </a:xfrm>
          <a:prstGeom prst="rect"/>
          <a:ln w="0">
            <a:noFill/>
          </a:ln>
        </p:spPr>
      </p:pic>
      <p:sp>
        <p:nvSpPr>
          <p:cNvPr id="2475" name="New shape"/>
          <p:cNvSpPr/>
          <p:nvPr/>
        </p:nvSpPr>
        <p:spPr>
          <a:xfrm>
            <a:off x="2914555" y="9447372"/>
            <a:ext cx="99250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6" name="New picture"/>
          <p:cNvPicPr/>
          <p:nvPr/>
        </p:nvPicPr>
        <p:blipFill>
          <a:blip r:embed="rId1507"/>
          <a:srcRect/>
          <a:stretch>
            <a:fillRect/>
          </a:stretch>
        </p:blipFill>
        <p:spPr>
          <a:xfrm>
            <a:off x="3058097" y="9415272"/>
            <a:ext cx="167926" cy="169450"/>
          </a:xfrm>
          <a:prstGeom prst="rect"/>
          <a:ln w="0">
            <a:noFill/>
          </a:ln>
        </p:spPr>
      </p:pic>
      <p:pic>
        <p:nvPicPr>
          <p:cNvPr id="2477" name="New picture"/>
          <p:cNvPicPr/>
          <p:nvPr/>
        </p:nvPicPr>
        <p:blipFill>
          <a:blip r:embed="rId1508"/>
          <a:srcRect/>
          <a:stretch>
            <a:fillRect/>
          </a:stretch>
        </p:blipFill>
        <p:spPr>
          <a:xfrm>
            <a:off x="3227641" y="9409176"/>
            <a:ext cx="177165" cy="181642"/>
          </a:xfrm>
          <a:prstGeom prst="rect"/>
          <a:ln w="0">
            <a:noFill/>
          </a:ln>
        </p:spPr>
      </p:pic>
      <p:sp>
        <p:nvSpPr>
          <p:cNvPr id="2478" name="New shape"/>
          <p:cNvSpPr/>
          <p:nvPr/>
        </p:nvSpPr>
        <p:spPr>
          <a:xfrm>
            <a:off x="3268885" y="9447371"/>
            <a:ext cx="94678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9" name="New picture"/>
          <p:cNvPicPr/>
          <p:nvPr/>
        </p:nvPicPr>
        <p:blipFill>
          <a:blip r:embed="rId1509"/>
          <a:srcRect/>
          <a:stretch>
            <a:fillRect/>
          </a:stretch>
        </p:blipFill>
        <p:spPr>
          <a:xfrm>
            <a:off x="3415475" y="9409272"/>
            <a:ext cx="175546" cy="181546"/>
          </a:xfrm>
          <a:prstGeom prst="rect"/>
          <a:ln w="0">
            <a:noFill/>
          </a:ln>
        </p:spPr>
      </p:pic>
      <p:pic>
        <p:nvPicPr>
          <p:cNvPr id="2480" name="New picture"/>
          <p:cNvPicPr/>
          <p:nvPr/>
        </p:nvPicPr>
        <p:blipFill>
          <a:blip r:embed="rId1510"/>
          <a:srcRect/>
          <a:stretch>
            <a:fillRect/>
          </a:stretch>
        </p:blipFill>
        <p:spPr>
          <a:xfrm>
            <a:off x="3667316" y="9415272"/>
            <a:ext cx="167926" cy="169450"/>
          </a:xfrm>
          <a:prstGeom prst="rect"/>
          <a:ln w="0">
            <a:noFill/>
          </a:ln>
        </p:spPr>
      </p:pic>
      <p:pic>
        <p:nvPicPr>
          <p:cNvPr id="2481" name="New picture"/>
          <p:cNvPicPr/>
          <p:nvPr/>
        </p:nvPicPr>
        <p:blipFill>
          <a:blip r:embed="rId1511"/>
          <a:srcRect/>
          <a:stretch>
            <a:fillRect/>
          </a:stretch>
        </p:blipFill>
        <p:spPr>
          <a:xfrm>
            <a:off x="3835336" y="9409272"/>
            <a:ext cx="180213" cy="181546"/>
          </a:xfrm>
          <a:prstGeom prst="rect"/>
          <a:ln w="0">
            <a:noFill/>
          </a:ln>
        </p:spPr>
      </p:pic>
      <p:sp>
        <p:nvSpPr>
          <p:cNvPr id="2482" name="New shape"/>
          <p:cNvSpPr/>
          <p:nvPr/>
        </p:nvSpPr>
        <p:spPr>
          <a:xfrm>
            <a:off x="3876580" y="9447372"/>
            <a:ext cx="97727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3" name="New picture"/>
          <p:cNvPicPr/>
          <p:nvPr/>
        </p:nvPicPr>
        <p:blipFill>
          <a:blip r:embed="rId1512"/>
          <a:srcRect/>
          <a:stretch>
            <a:fillRect/>
          </a:stretch>
        </p:blipFill>
        <p:spPr>
          <a:xfrm>
            <a:off x="4018502" y="9409271"/>
            <a:ext cx="123730" cy="181547"/>
          </a:xfrm>
          <a:prstGeom prst="rect"/>
          <a:ln w="0">
            <a:noFill/>
          </a:ln>
        </p:spPr>
      </p:pic>
      <p:pic>
        <p:nvPicPr>
          <p:cNvPr id="2484" name="New picture"/>
          <p:cNvPicPr/>
          <p:nvPr/>
        </p:nvPicPr>
        <p:blipFill>
          <a:blip r:embed="rId1513"/>
          <a:srcRect/>
          <a:stretch>
            <a:fillRect/>
          </a:stretch>
        </p:blipFill>
        <p:spPr>
          <a:xfrm>
            <a:off x="4226242" y="9409272"/>
            <a:ext cx="174117" cy="181546"/>
          </a:xfrm>
          <a:prstGeom prst="rect"/>
          <a:ln w="0">
            <a:noFill/>
          </a:ln>
        </p:spPr>
      </p:pic>
      <p:sp>
        <p:nvSpPr>
          <p:cNvPr id="2485" name="New shape"/>
          <p:cNvSpPr/>
          <p:nvPr/>
        </p:nvSpPr>
        <p:spPr>
          <a:xfrm>
            <a:off x="4417123" y="9358788"/>
            <a:ext cx="39719" cy="225933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86" name="New shape"/>
          <p:cNvSpPr/>
          <p:nvPr/>
        </p:nvSpPr>
        <p:spPr>
          <a:xfrm>
            <a:off x="4479703" y="9358788"/>
            <a:ext cx="41243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87" name="New shape"/>
          <p:cNvSpPr/>
          <p:nvPr/>
        </p:nvSpPr>
        <p:spPr>
          <a:xfrm>
            <a:off x="4479703" y="9415272"/>
            <a:ext cx="41243" cy="16935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88" name="New picture"/>
          <p:cNvPicPr/>
          <p:nvPr/>
        </p:nvPicPr>
        <p:blipFill>
          <a:blip r:embed="rId1514"/>
          <a:srcRect/>
          <a:stretch>
            <a:fillRect/>
          </a:stretch>
        </p:blipFill>
        <p:spPr>
          <a:xfrm>
            <a:off x="4537711" y="9409176"/>
            <a:ext cx="175641" cy="181642"/>
          </a:xfrm>
          <a:prstGeom prst="rect"/>
          <a:ln w="0">
            <a:noFill/>
          </a:ln>
        </p:spPr>
      </p:pic>
      <p:sp>
        <p:nvSpPr>
          <p:cNvPr id="2489" name="New shape"/>
          <p:cNvSpPr/>
          <p:nvPr/>
        </p:nvSpPr>
        <p:spPr>
          <a:xfrm>
            <a:off x="4578954" y="9447371"/>
            <a:ext cx="93154" cy="3810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0" name="New picture"/>
          <p:cNvPicPr/>
          <p:nvPr/>
        </p:nvPicPr>
        <p:blipFill>
          <a:blip r:embed="rId1515"/>
          <a:srcRect/>
          <a:stretch>
            <a:fillRect/>
          </a:stretch>
        </p:blipFill>
        <p:spPr>
          <a:xfrm>
            <a:off x="4730114" y="9409272"/>
            <a:ext cx="149733" cy="175451"/>
          </a:xfrm>
          <a:prstGeom prst="rect"/>
          <a:ln w="0">
            <a:noFill/>
          </a:ln>
        </p:spPr>
      </p:pic>
      <p:pic>
        <p:nvPicPr>
          <p:cNvPr id="2491" name="New picture"/>
          <p:cNvPicPr/>
          <p:nvPr/>
        </p:nvPicPr>
        <p:blipFill>
          <a:blip r:embed="rId1516"/>
          <a:srcRect/>
          <a:stretch>
            <a:fillRect/>
          </a:stretch>
        </p:blipFill>
        <p:spPr>
          <a:xfrm>
            <a:off x="4893469" y="9358885"/>
            <a:ext cx="85535" cy="225837"/>
          </a:xfrm>
          <a:prstGeom prst="rect"/>
          <a:ln w="0">
            <a:noFill/>
          </a:ln>
        </p:spPr>
      </p:pic>
      <p:pic>
        <p:nvPicPr>
          <p:cNvPr id="2492" name="New picture"/>
          <p:cNvPicPr/>
          <p:nvPr/>
        </p:nvPicPr>
        <p:blipFill>
          <a:blip r:embed="rId1517"/>
          <a:srcRect/>
          <a:stretch>
            <a:fillRect/>
          </a:stretch>
        </p:blipFill>
        <p:spPr>
          <a:xfrm>
            <a:off x="4974431" y="9409176"/>
            <a:ext cx="123730" cy="181642"/>
          </a:xfrm>
          <a:prstGeom prst="rect"/>
          <a:ln w="0">
            <a:noFill/>
          </a:ln>
        </p:spPr>
      </p:pic>
      <p:pic>
        <p:nvPicPr>
          <p:cNvPr id="2493" name="New picture"/>
          <p:cNvPicPr/>
          <p:nvPr/>
        </p:nvPicPr>
        <p:blipFill>
          <a:blip r:embed="rId1518"/>
          <a:srcRect/>
          <a:stretch>
            <a:fillRect/>
          </a:stretch>
        </p:blipFill>
        <p:spPr>
          <a:xfrm>
            <a:off x="5179123" y="9409176"/>
            <a:ext cx="177165" cy="181642"/>
          </a:xfrm>
          <a:prstGeom prst="rect"/>
          <a:ln w="0">
            <a:noFill/>
          </a:ln>
        </p:spPr>
      </p:pic>
      <p:sp>
        <p:nvSpPr>
          <p:cNvPr id="2494" name="New shape"/>
          <p:cNvSpPr/>
          <p:nvPr/>
        </p:nvSpPr>
        <p:spPr>
          <a:xfrm>
            <a:off x="5220367" y="9447371"/>
            <a:ext cx="94678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5" name="New picture"/>
          <p:cNvPicPr/>
          <p:nvPr/>
        </p:nvPicPr>
        <p:blipFill>
          <a:blip r:embed="rId1519"/>
          <a:srcRect/>
          <a:stretch>
            <a:fillRect/>
          </a:stretch>
        </p:blipFill>
        <p:spPr>
          <a:xfrm>
            <a:off x="5362290" y="9358885"/>
            <a:ext cx="85535" cy="225837"/>
          </a:xfrm>
          <a:prstGeom prst="rect"/>
          <a:ln w="0">
            <a:noFill/>
          </a:ln>
        </p:spPr>
      </p:pic>
      <p:pic>
        <p:nvPicPr>
          <p:cNvPr id="2496" name="New picture"/>
          <p:cNvPicPr/>
          <p:nvPr/>
        </p:nvPicPr>
        <p:blipFill>
          <a:blip r:embed="rId1520"/>
          <a:srcRect/>
          <a:stretch>
            <a:fillRect/>
          </a:stretch>
        </p:blipFill>
        <p:spPr>
          <a:xfrm>
            <a:off x="5522690" y="9409272"/>
            <a:ext cx="178689" cy="181546"/>
          </a:xfrm>
          <a:prstGeom prst="rect"/>
          <a:ln w="0">
            <a:noFill/>
          </a:ln>
        </p:spPr>
      </p:pic>
      <p:sp>
        <p:nvSpPr>
          <p:cNvPr id="2497" name="New shape"/>
          <p:cNvSpPr/>
          <p:nvPr/>
        </p:nvSpPr>
        <p:spPr>
          <a:xfrm>
            <a:off x="5562409" y="9447372"/>
            <a:ext cx="100774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8" name="New picture"/>
          <p:cNvPicPr/>
          <p:nvPr/>
        </p:nvPicPr>
        <p:blipFill>
          <a:blip r:embed="rId1521"/>
          <a:srcRect/>
          <a:stretch>
            <a:fillRect/>
          </a:stretch>
        </p:blipFill>
        <p:spPr>
          <a:xfrm>
            <a:off x="5722715" y="9409176"/>
            <a:ext cx="253460" cy="175546"/>
          </a:xfrm>
          <a:prstGeom prst="rect"/>
          <a:ln w="0">
            <a:noFill/>
          </a:ln>
        </p:spPr>
      </p:pic>
      <p:sp>
        <p:nvSpPr>
          <p:cNvPr id="2499" name="New shape"/>
          <p:cNvSpPr/>
          <p:nvPr/>
        </p:nvSpPr>
        <p:spPr>
          <a:xfrm>
            <a:off x="6043423" y="9325260"/>
            <a:ext cx="85534" cy="6867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0" name="New picture"/>
          <p:cNvPicPr/>
          <p:nvPr/>
        </p:nvPicPr>
        <p:blipFill>
          <a:blip r:embed="rId1522"/>
          <a:srcRect/>
          <a:stretch>
            <a:fillRect/>
          </a:stretch>
        </p:blipFill>
        <p:spPr>
          <a:xfrm>
            <a:off x="5993035" y="9409176"/>
            <a:ext cx="175641" cy="181642"/>
          </a:xfrm>
          <a:prstGeom prst="rect"/>
          <a:ln w="0">
            <a:noFill/>
          </a:ln>
        </p:spPr>
      </p:pic>
      <p:sp>
        <p:nvSpPr>
          <p:cNvPr id="2501" name="New shape"/>
          <p:cNvSpPr/>
          <p:nvPr/>
        </p:nvSpPr>
        <p:spPr>
          <a:xfrm>
            <a:off x="6034279" y="9447371"/>
            <a:ext cx="93154" cy="3810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02" name="New shape"/>
          <p:cNvSpPr/>
          <p:nvPr/>
        </p:nvSpPr>
        <p:spPr>
          <a:xfrm>
            <a:off x="6185440" y="9358788"/>
            <a:ext cx="41243" cy="225933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03" name="New shape"/>
          <p:cNvSpPr/>
          <p:nvPr/>
        </p:nvSpPr>
        <p:spPr>
          <a:xfrm>
            <a:off x="6249543" y="9358788"/>
            <a:ext cx="39719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04" name="New shape"/>
          <p:cNvSpPr/>
          <p:nvPr/>
        </p:nvSpPr>
        <p:spPr>
          <a:xfrm>
            <a:off x="6249543" y="9415272"/>
            <a:ext cx="39719" cy="16935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5" name="New picture"/>
          <p:cNvPicPr/>
          <p:nvPr/>
        </p:nvPicPr>
        <p:blipFill>
          <a:blip r:embed="rId1523"/>
          <a:srcRect/>
          <a:stretch>
            <a:fillRect/>
          </a:stretch>
        </p:blipFill>
        <p:spPr>
          <a:xfrm>
            <a:off x="6304502" y="9409176"/>
            <a:ext cx="180213" cy="181642"/>
          </a:xfrm>
          <a:prstGeom prst="rect"/>
          <a:ln w="0">
            <a:noFill/>
          </a:ln>
        </p:spPr>
      </p:pic>
      <p:sp>
        <p:nvSpPr>
          <p:cNvPr id="2506" name="New shape"/>
          <p:cNvSpPr/>
          <p:nvPr/>
        </p:nvSpPr>
        <p:spPr>
          <a:xfrm>
            <a:off x="6344221" y="9447372"/>
            <a:ext cx="99251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07" name="New picture"/>
          <p:cNvPicPr/>
          <p:nvPr/>
        </p:nvPicPr>
        <p:blipFill>
          <a:blip r:embed="rId1524"/>
          <a:srcRect/>
          <a:stretch>
            <a:fillRect/>
          </a:stretch>
        </p:blipFill>
        <p:spPr>
          <a:xfrm>
            <a:off x="6501480" y="9409272"/>
            <a:ext cx="77819" cy="175451"/>
          </a:xfrm>
          <a:prstGeom prst="rect"/>
          <a:ln w="0">
            <a:noFill/>
          </a:ln>
        </p:spPr>
      </p:pic>
      <p:pic>
        <p:nvPicPr>
          <p:cNvPr id="2508" name="New picture"/>
          <p:cNvPicPr/>
          <p:nvPr/>
        </p:nvPicPr>
        <p:blipFill>
          <a:blip r:embed="rId1525"/>
          <a:srcRect/>
          <a:stretch>
            <a:fillRect/>
          </a:stretch>
        </p:blipFill>
        <p:spPr>
          <a:xfrm>
            <a:off x="6571774" y="9409176"/>
            <a:ext cx="177165" cy="181642"/>
          </a:xfrm>
          <a:prstGeom prst="rect"/>
          <a:ln w="0">
            <a:noFill/>
          </a:ln>
        </p:spPr>
      </p:pic>
      <p:sp>
        <p:nvSpPr>
          <p:cNvPr id="2509" name="New shape"/>
          <p:cNvSpPr/>
          <p:nvPr/>
        </p:nvSpPr>
        <p:spPr>
          <a:xfrm>
            <a:off x="6613017" y="9447371"/>
            <a:ext cx="94679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0" name="New picture"/>
          <p:cNvPicPr/>
          <p:nvPr/>
        </p:nvPicPr>
        <p:blipFill>
          <a:blip r:embed="rId1526"/>
          <a:srcRect/>
          <a:stretch>
            <a:fillRect/>
          </a:stretch>
        </p:blipFill>
        <p:spPr>
          <a:xfrm>
            <a:off x="6754940" y="9415272"/>
            <a:ext cx="128301" cy="169450"/>
          </a:xfrm>
          <a:prstGeom prst="rect"/>
          <a:ln w="0">
            <a:noFill/>
          </a:ln>
        </p:spPr>
      </p:pic>
      <p:pic>
        <p:nvPicPr>
          <p:cNvPr id="2511" name="New picture"/>
          <p:cNvPicPr/>
          <p:nvPr/>
        </p:nvPicPr>
        <p:blipFill>
          <a:blip r:embed="rId1527"/>
          <a:srcRect/>
          <a:stretch>
            <a:fillRect/>
          </a:stretch>
        </p:blipFill>
        <p:spPr>
          <a:xfrm>
            <a:off x="1205770" y="9749504"/>
            <a:ext cx="169545" cy="169355"/>
          </a:xfrm>
          <a:prstGeom prst="rect"/>
          <a:ln w="0">
            <a:noFill/>
          </a:ln>
        </p:spPr>
      </p:pic>
      <p:pic>
        <p:nvPicPr>
          <p:cNvPr id="2512" name="New picture"/>
          <p:cNvPicPr/>
          <p:nvPr/>
        </p:nvPicPr>
        <p:blipFill>
          <a:blip r:embed="rId1528"/>
          <a:srcRect/>
          <a:stretch>
            <a:fillRect/>
          </a:stretch>
        </p:blipFill>
        <p:spPr>
          <a:xfrm>
            <a:off x="1375315" y="9743408"/>
            <a:ext cx="180118" cy="181546"/>
          </a:xfrm>
          <a:prstGeom prst="rect"/>
          <a:ln w="0">
            <a:noFill/>
          </a:ln>
        </p:spPr>
      </p:pic>
      <p:sp>
        <p:nvSpPr>
          <p:cNvPr id="2513" name="New shape"/>
          <p:cNvSpPr/>
          <p:nvPr/>
        </p:nvSpPr>
        <p:spPr>
          <a:xfrm>
            <a:off x="1414939" y="9781508"/>
            <a:ext cx="99346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4" name="New picture"/>
          <p:cNvPicPr/>
          <p:nvPr/>
        </p:nvPicPr>
        <p:blipFill>
          <a:blip r:embed="rId1529"/>
          <a:srcRect/>
          <a:stretch>
            <a:fillRect/>
          </a:stretch>
        </p:blipFill>
        <p:spPr>
          <a:xfrm>
            <a:off x="1558576" y="9743408"/>
            <a:ext cx="122110" cy="181642"/>
          </a:xfrm>
          <a:prstGeom prst="rect"/>
          <a:ln w="0">
            <a:noFill/>
          </a:ln>
        </p:spPr>
      </p:pic>
      <p:pic>
        <p:nvPicPr>
          <p:cNvPr id="2515" name="New picture"/>
          <p:cNvPicPr/>
          <p:nvPr/>
        </p:nvPicPr>
        <p:blipFill>
          <a:blip r:embed="rId1530"/>
          <a:srcRect/>
          <a:stretch>
            <a:fillRect/>
          </a:stretch>
        </p:blipFill>
        <p:spPr>
          <a:xfrm>
            <a:off x="1772317" y="9743312"/>
            <a:ext cx="77914" cy="175546"/>
          </a:xfrm>
          <a:prstGeom prst="rect"/>
          <a:ln w="0">
            <a:noFill/>
          </a:ln>
        </p:spPr>
      </p:pic>
      <p:sp>
        <p:nvSpPr>
          <p:cNvPr id="2516" name="New shape"/>
          <p:cNvSpPr/>
          <p:nvPr/>
        </p:nvSpPr>
        <p:spPr>
          <a:xfrm>
            <a:off x="1894427" y="9659493"/>
            <a:ext cx="85535" cy="6867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7" name="New picture"/>
          <p:cNvPicPr/>
          <p:nvPr/>
        </p:nvPicPr>
        <p:blipFill>
          <a:blip r:embed="rId1531"/>
          <a:srcRect/>
          <a:stretch>
            <a:fillRect/>
          </a:stretch>
        </p:blipFill>
        <p:spPr>
          <a:xfrm>
            <a:off x="1842516" y="9743408"/>
            <a:ext cx="177165" cy="181546"/>
          </a:xfrm>
          <a:prstGeom prst="rect"/>
          <a:ln w="0">
            <a:noFill/>
          </a:ln>
        </p:spPr>
      </p:pic>
      <p:sp>
        <p:nvSpPr>
          <p:cNvPr id="2518" name="New shape"/>
          <p:cNvSpPr/>
          <p:nvPr/>
        </p:nvSpPr>
        <p:spPr>
          <a:xfrm>
            <a:off x="1883759" y="9781508"/>
            <a:ext cx="94679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9" name="New picture"/>
          <p:cNvPicPr/>
          <p:nvPr/>
        </p:nvPicPr>
        <p:blipFill>
          <a:blip r:embed="rId1532"/>
          <a:srcRect/>
          <a:stretch>
            <a:fillRect/>
          </a:stretch>
        </p:blipFill>
        <p:spPr>
          <a:xfrm>
            <a:off x="2025777" y="9743408"/>
            <a:ext cx="122206" cy="181547"/>
          </a:xfrm>
          <a:prstGeom prst="rect"/>
          <a:ln w="0">
            <a:noFill/>
          </a:ln>
        </p:spPr>
      </p:pic>
      <p:pic>
        <p:nvPicPr>
          <p:cNvPr id="2520" name="New picture"/>
          <p:cNvPicPr/>
          <p:nvPr/>
        </p:nvPicPr>
        <p:blipFill>
          <a:blip r:embed="rId1533"/>
          <a:srcRect/>
          <a:stretch>
            <a:fillRect/>
          </a:stretch>
        </p:blipFill>
        <p:spPr>
          <a:xfrm>
            <a:off x="2160175" y="9749504"/>
            <a:ext cx="149638" cy="175451"/>
          </a:xfrm>
          <a:prstGeom prst="rect"/>
          <a:ln w="0">
            <a:noFill/>
          </a:ln>
        </p:spPr>
      </p:pic>
      <p:sp>
        <p:nvSpPr>
          <p:cNvPr id="2521" name="New shape"/>
          <p:cNvSpPr/>
          <p:nvPr/>
        </p:nvSpPr>
        <p:spPr>
          <a:xfrm>
            <a:off x="2334292" y="9693021"/>
            <a:ext cx="41148" cy="225837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2" name="New picture"/>
          <p:cNvPicPr/>
          <p:nvPr/>
        </p:nvPicPr>
        <p:blipFill>
          <a:blip r:embed="rId1534"/>
          <a:srcRect/>
          <a:stretch>
            <a:fillRect/>
          </a:stretch>
        </p:blipFill>
        <p:spPr>
          <a:xfrm>
            <a:off x="2387632" y="9693021"/>
            <a:ext cx="85535" cy="225837"/>
          </a:xfrm>
          <a:prstGeom prst="rect"/>
          <a:ln w="0">
            <a:noFill/>
          </a:ln>
        </p:spPr>
      </p:pic>
      <p:pic>
        <p:nvPicPr>
          <p:cNvPr id="2523" name="New picture"/>
          <p:cNvPicPr/>
          <p:nvPr/>
        </p:nvPicPr>
        <p:blipFill>
          <a:blip r:embed="rId1535"/>
          <a:srcRect/>
          <a:stretch>
            <a:fillRect/>
          </a:stretch>
        </p:blipFill>
        <p:spPr>
          <a:xfrm>
            <a:off x="2471642" y="9743312"/>
            <a:ext cx="178689" cy="181642"/>
          </a:xfrm>
          <a:prstGeom prst="rect"/>
          <a:ln w="0">
            <a:noFill/>
          </a:ln>
        </p:spPr>
      </p:pic>
      <p:sp>
        <p:nvSpPr>
          <p:cNvPr id="2524" name="New shape"/>
          <p:cNvSpPr/>
          <p:nvPr/>
        </p:nvSpPr>
        <p:spPr>
          <a:xfrm>
            <a:off x="2512885" y="9781508"/>
            <a:ext cx="99250" cy="105251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5" name="New picture"/>
          <p:cNvPicPr/>
          <p:nvPr/>
        </p:nvPicPr>
        <p:blipFill>
          <a:blip r:embed="rId1536"/>
          <a:srcRect/>
          <a:stretch>
            <a:fillRect/>
          </a:stretch>
        </p:blipFill>
        <p:spPr>
          <a:xfrm>
            <a:off x="2662618" y="9693021"/>
            <a:ext cx="84011" cy="225837"/>
          </a:xfrm>
          <a:prstGeom prst="rect"/>
          <a:ln w="0">
            <a:noFill/>
          </a:ln>
        </p:spPr>
      </p:pic>
      <p:pic>
        <p:nvPicPr>
          <p:cNvPr id="2526" name="New picture"/>
          <p:cNvPicPr/>
          <p:nvPr/>
        </p:nvPicPr>
        <p:blipFill>
          <a:blip r:embed="rId1537"/>
          <a:srcRect/>
          <a:stretch>
            <a:fillRect/>
          </a:stretch>
        </p:blipFill>
        <p:spPr>
          <a:xfrm>
            <a:off x="2743581" y="9743408"/>
            <a:ext cx="122111" cy="181642"/>
          </a:xfrm>
          <a:prstGeom prst="rect"/>
          <a:ln w="0">
            <a:noFill/>
          </a:ln>
        </p:spPr>
      </p:pic>
      <p:pic>
        <p:nvPicPr>
          <p:cNvPr id="2527" name="New picture"/>
          <p:cNvPicPr/>
          <p:nvPr/>
        </p:nvPicPr>
        <p:blipFill>
          <a:blip r:embed="rId1538"/>
          <a:srcRect/>
          <a:stretch>
            <a:fillRect/>
          </a:stretch>
        </p:blipFill>
        <p:spPr>
          <a:xfrm>
            <a:off x="2948083" y="9743408"/>
            <a:ext cx="180213" cy="244126"/>
          </a:xfrm>
          <a:prstGeom prst="rect"/>
          <a:ln w="0">
            <a:noFill/>
          </a:ln>
        </p:spPr>
      </p:pic>
      <p:sp>
        <p:nvSpPr>
          <p:cNvPr id="2528" name="New shape"/>
          <p:cNvSpPr/>
          <p:nvPr/>
        </p:nvSpPr>
        <p:spPr>
          <a:xfrm>
            <a:off x="2989326" y="9781508"/>
            <a:ext cx="99250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29" name="New picture"/>
          <p:cNvPicPr/>
          <p:nvPr/>
        </p:nvPicPr>
        <p:blipFill>
          <a:blip r:embed="rId1539"/>
          <a:srcRect/>
          <a:stretch>
            <a:fillRect/>
          </a:stretch>
        </p:blipFill>
        <p:spPr>
          <a:xfrm>
            <a:off x="3149727" y="9743408"/>
            <a:ext cx="77819" cy="175451"/>
          </a:xfrm>
          <a:prstGeom prst="rect"/>
          <a:ln w="0">
            <a:noFill/>
          </a:ln>
        </p:spPr>
      </p:pic>
      <p:pic>
        <p:nvPicPr>
          <p:cNvPr id="2530" name="New picture"/>
          <p:cNvPicPr/>
          <p:nvPr/>
        </p:nvPicPr>
        <p:blipFill>
          <a:blip r:embed="rId1540"/>
          <a:srcRect/>
          <a:stretch>
            <a:fillRect/>
          </a:stretch>
        </p:blipFill>
        <p:spPr>
          <a:xfrm>
            <a:off x="3250502" y="9682353"/>
            <a:ext cx="122111" cy="42767"/>
          </a:xfrm>
          <a:prstGeom prst="rect"/>
          <a:ln w="0">
            <a:noFill/>
          </a:ln>
        </p:spPr>
      </p:pic>
      <p:pic>
        <p:nvPicPr>
          <p:cNvPr id="2531" name="New picture"/>
          <p:cNvPicPr/>
          <p:nvPr/>
        </p:nvPicPr>
        <p:blipFill>
          <a:blip r:embed="rId1541"/>
          <a:srcRect/>
          <a:stretch>
            <a:fillRect/>
          </a:stretch>
        </p:blipFill>
        <p:spPr>
          <a:xfrm>
            <a:off x="3218402" y="9743408"/>
            <a:ext cx="178689" cy="181546"/>
          </a:xfrm>
          <a:prstGeom prst="rect"/>
          <a:ln w="0">
            <a:noFill/>
          </a:ln>
        </p:spPr>
      </p:pic>
      <p:sp>
        <p:nvSpPr>
          <p:cNvPr id="2532" name="New shape"/>
          <p:cNvSpPr/>
          <p:nvPr/>
        </p:nvSpPr>
        <p:spPr>
          <a:xfrm>
            <a:off x="3259646" y="9781508"/>
            <a:ext cx="99251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3" name="New picture"/>
          <p:cNvPicPr/>
          <p:nvPr/>
        </p:nvPicPr>
        <p:blipFill>
          <a:blip r:embed="rId1542"/>
          <a:srcRect/>
          <a:stretch>
            <a:fillRect/>
          </a:stretch>
        </p:blipFill>
        <p:spPr>
          <a:xfrm>
            <a:off x="3413855" y="9743408"/>
            <a:ext cx="174117" cy="181546"/>
          </a:xfrm>
          <a:prstGeom prst="rect"/>
          <a:ln w="0">
            <a:noFill/>
          </a:ln>
        </p:spPr>
      </p:pic>
      <p:pic>
        <p:nvPicPr>
          <p:cNvPr id="2534" name="New picture"/>
          <p:cNvPicPr/>
          <p:nvPr/>
        </p:nvPicPr>
        <p:blipFill>
          <a:blip r:embed="rId1543"/>
          <a:srcRect/>
          <a:stretch>
            <a:fillRect/>
          </a:stretch>
        </p:blipFill>
        <p:spPr>
          <a:xfrm>
            <a:off x="3597117" y="9743408"/>
            <a:ext cx="177165" cy="181547"/>
          </a:xfrm>
          <a:prstGeom prst="rect"/>
          <a:ln w="0">
            <a:noFill/>
          </a:ln>
        </p:spPr>
      </p:pic>
      <p:sp>
        <p:nvSpPr>
          <p:cNvPr id="2535" name="New shape"/>
          <p:cNvSpPr/>
          <p:nvPr/>
        </p:nvSpPr>
        <p:spPr>
          <a:xfrm>
            <a:off x="3639884" y="9781508"/>
            <a:ext cx="93154" cy="3819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36" name="New shape"/>
          <p:cNvSpPr/>
          <p:nvPr/>
        </p:nvSpPr>
        <p:spPr>
          <a:xfrm>
            <a:off x="3902488" y="9659493"/>
            <a:ext cx="84011" cy="6867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7" name="New picture"/>
          <p:cNvPicPr/>
          <p:nvPr/>
        </p:nvPicPr>
        <p:blipFill>
          <a:blip r:embed="rId1544"/>
          <a:srcRect/>
          <a:stretch>
            <a:fillRect/>
          </a:stretch>
        </p:blipFill>
        <p:spPr>
          <a:xfrm>
            <a:off x="3858197" y="9743408"/>
            <a:ext cx="178689" cy="181546"/>
          </a:xfrm>
          <a:prstGeom prst="rect"/>
          <a:ln w="0">
            <a:noFill/>
          </a:ln>
        </p:spPr>
      </p:pic>
      <p:sp>
        <p:nvSpPr>
          <p:cNvPr id="2538" name="New shape"/>
          <p:cNvSpPr/>
          <p:nvPr/>
        </p:nvSpPr>
        <p:spPr>
          <a:xfrm>
            <a:off x="3899440" y="9781508"/>
            <a:ext cx="99251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39" name="New picture"/>
          <p:cNvPicPr/>
          <p:nvPr/>
        </p:nvPicPr>
        <p:blipFill>
          <a:blip r:embed="rId1545"/>
          <a:srcRect/>
          <a:stretch>
            <a:fillRect/>
          </a:stretch>
        </p:blipFill>
        <p:spPr>
          <a:xfrm>
            <a:off x="4128516" y="9693021"/>
            <a:ext cx="178689" cy="231933"/>
          </a:xfrm>
          <a:prstGeom prst="rect"/>
          <a:ln w="0">
            <a:noFill/>
          </a:ln>
        </p:spPr>
      </p:pic>
      <p:sp>
        <p:nvSpPr>
          <p:cNvPr id="2540" name="New shape"/>
          <p:cNvSpPr/>
          <p:nvPr/>
        </p:nvSpPr>
        <p:spPr>
          <a:xfrm>
            <a:off x="4169759" y="9781508"/>
            <a:ext cx="99251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1" name="New picture"/>
          <p:cNvPicPr/>
          <p:nvPr/>
        </p:nvPicPr>
        <p:blipFill>
          <a:blip r:embed="rId1546"/>
          <a:srcRect/>
          <a:stretch>
            <a:fillRect/>
          </a:stretch>
        </p:blipFill>
        <p:spPr>
          <a:xfrm>
            <a:off x="4319398" y="9743314"/>
            <a:ext cx="177165" cy="181642"/>
          </a:xfrm>
          <a:prstGeom prst="rect"/>
          <a:ln w="0">
            <a:noFill/>
          </a:ln>
        </p:spPr>
      </p:pic>
      <p:sp>
        <p:nvSpPr>
          <p:cNvPr id="2542" name="New shape"/>
          <p:cNvSpPr/>
          <p:nvPr/>
        </p:nvSpPr>
        <p:spPr>
          <a:xfrm>
            <a:off x="4360641" y="9781508"/>
            <a:ext cx="94678" cy="3810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3" name="New picture"/>
          <p:cNvPicPr/>
          <p:nvPr/>
        </p:nvPicPr>
        <p:blipFill>
          <a:blip r:embed="rId1547"/>
          <a:srcRect/>
          <a:stretch>
            <a:fillRect/>
          </a:stretch>
        </p:blipFill>
        <p:spPr>
          <a:xfrm>
            <a:off x="4501134" y="9743408"/>
            <a:ext cx="123730" cy="181642"/>
          </a:xfrm>
          <a:prstGeom prst="rect"/>
          <a:ln w="0">
            <a:noFill/>
          </a:ln>
        </p:spPr>
      </p:pic>
      <p:sp>
        <p:nvSpPr>
          <p:cNvPr id="2544" name="New shape"/>
          <p:cNvSpPr/>
          <p:nvPr/>
        </p:nvSpPr>
        <p:spPr>
          <a:xfrm>
            <a:off x="4713351" y="9693116"/>
            <a:ext cx="39719" cy="3657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45" name="New shape"/>
          <p:cNvSpPr/>
          <p:nvPr/>
        </p:nvSpPr>
        <p:spPr>
          <a:xfrm>
            <a:off x="4713351" y="9749600"/>
            <a:ext cx="39719" cy="16935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6" name="New picture"/>
          <p:cNvPicPr/>
          <p:nvPr/>
        </p:nvPicPr>
        <p:blipFill>
          <a:blip r:embed="rId1548"/>
          <a:srcRect/>
          <a:stretch>
            <a:fillRect/>
          </a:stretch>
        </p:blipFill>
        <p:spPr>
          <a:xfrm>
            <a:off x="4777453" y="9743408"/>
            <a:ext cx="149733" cy="175451"/>
          </a:xfrm>
          <a:prstGeom prst="rect"/>
          <a:ln w="0">
            <a:noFill/>
          </a:ln>
        </p:spPr>
      </p:pic>
      <p:pic>
        <p:nvPicPr>
          <p:cNvPr id="2547" name="New picture"/>
          <p:cNvPicPr/>
          <p:nvPr/>
        </p:nvPicPr>
        <p:blipFill>
          <a:blip r:embed="rId1549"/>
          <a:srcRect/>
          <a:stretch>
            <a:fillRect/>
          </a:stretch>
        </p:blipFill>
        <p:spPr>
          <a:xfrm>
            <a:off x="4939379" y="9688447"/>
            <a:ext cx="80868" cy="230410"/>
          </a:xfrm>
          <a:prstGeom prst="rect"/>
          <a:ln w="0">
            <a:noFill/>
          </a:ln>
        </p:spPr>
      </p:pic>
      <p:pic>
        <p:nvPicPr>
          <p:cNvPr id="2548" name="New picture"/>
          <p:cNvPicPr/>
          <p:nvPr/>
        </p:nvPicPr>
        <p:blipFill>
          <a:blip r:embed="rId1550"/>
          <a:srcRect/>
          <a:stretch>
            <a:fillRect/>
          </a:stretch>
        </p:blipFill>
        <p:spPr>
          <a:xfrm>
            <a:off x="5017199" y="9743313"/>
            <a:ext cx="180213" cy="181642"/>
          </a:xfrm>
          <a:prstGeom prst="rect"/>
          <a:ln w="0">
            <a:noFill/>
          </a:ln>
        </p:spPr>
      </p:pic>
      <p:sp>
        <p:nvSpPr>
          <p:cNvPr id="2549" name="New shape"/>
          <p:cNvSpPr/>
          <p:nvPr/>
        </p:nvSpPr>
        <p:spPr>
          <a:xfrm>
            <a:off x="5058442" y="9781508"/>
            <a:ext cx="99251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0" name="New picture"/>
          <p:cNvPicPr/>
          <p:nvPr/>
        </p:nvPicPr>
        <p:blipFill>
          <a:blip r:embed="rId1551"/>
          <a:srcRect/>
          <a:stretch>
            <a:fillRect/>
          </a:stretch>
        </p:blipFill>
        <p:spPr>
          <a:xfrm>
            <a:off x="5215795" y="9743408"/>
            <a:ext cx="76295" cy="175451"/>
          </a:xfrm>
          <a:prstGeom prst="rect"/>
          <a:ln w="0">
            <a:noFill/>
          </a:ln>
        </p:spPr>
      </p:pic>
      <p:pic>
        <p:nvPicPr>
          <p:cNvPr id="2551" name="New picture"/>
          <p:cNvPicPr/>
          <p:nvPr/>
        </p:nvPicPr>
        <p:blipFill>
          <a:blip r:embed="rId1552"/>
          <a:srcRect/>
          <a:stretch>
            <a:fillRect/>
          </a:stretch>
        </p:blipFill>
        <p:spPr>
          <a:xfrm>
            <a:off x="5302758" y="9743408"/>
            <a:ext cx="253555" cy="175451"/>
          </a:xfrm>
          <a:prstGeom prst="rect"/>
          <a:ln w="0">
            <a:noFill/>
          </a:ln>
        </p:spPr>
      </p:pic>
      <p:pic>
        <p:nvPicPr>
          <p:cNvPr id="2552" name="New picture"/>
          <p:cNvPicPr/>
          <p:nvPr/>
        </p:nvPicPr>
        <p:blipFill>
          <a:blip r:embed="rId1553"/>
          <a:srcRect/>
          <a:stretch>
            <a:fillRect/>
          </a:stretch>
        </p:blipFill>
        <p:spPr>
          <a:xfrm>
            <a:off x="5571649" y="9743312"/>
            <a:ext cx="178594" cy="181642"/>
          </a:xfrm>
          <a:prstGeom prst="rect"/>
          <a:ln w="0">
            <a:noFill/>
          </a:ln>
        </p:spPr>
      </p:pic>
      <p:sp>
        <p:nvSpPr>
          <p:cNvPr id="2553" name="New shape"/>
          <p:cNvSpPr/>
          <p:nvPr/>
        </p:nvSpPr>
        <p:spPr>
          <a:xfrm>
            <a:off x="5611368" y="9781508"/>
            <a:ext cx="100774" cy="105251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4" name="New picture"/>
          <p:cNvPicPr/>
          <p:nvPr/>
        </p:nvPicPr>
        <p:blipFill>
          <a:blip r:embed="rId1554"/>
          <a:srcRect/>
          <a:stretch>
            <a:fillRect/>
          </a:stretch>
        </p:blipFill>
        <p:spPr>
          <a:xfrm>
            <a:off x="5760815" y="9693021"/>
            <a:ext cx="85535" cy="225837"/>
          </a:xfrm>
          <a:prstGeom prst="rect"/>
          <a:ln w="0">
            <a:noFill/>
          </a:ln>
        </p:spPr>
      </p:pic>
      <p:sp>
        <p:nvSpPr>
          <p:cNvPr id="2555" name="New shape"/>
          <p:cNvSpPr/>
          <p:nvPr/>
        </p:nvSpPr>
        <p:spPr>
          <a:xfrm>
            <a:off x="5854065" y="9693116"/>
            <a:ext cx="39719" cy="3657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56" name="New shape"/>
          <p:cNvSpPr/>
          <p:nvPr/>
        </p:nvSpPr>
        <p:spPr>
          <a:xfrm>
            <a:off x="5854065" y="9749600"/>
            <a:ext cx="39719" cy="16935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7" name="New picture"/>
          <p:cNvPicPr/>
          <p:nvPr/>
        </p:nvPicPr>
        <p:blipFill>
          <a:blip r:embed="rId1555"/>
          <a:srcRect/>
          <a:stretch>
            <a:fillRect/>
          </a:stretch>
        </p:blipFill>
        <p:spPr>
          <a:xfrm>
            <a:off x="5909024" y="9743408"/>
            <a:ext cx="180213" cy="181546"/>
          </a:xfrm>
          <a:prstGeom prst="rect"/>
          <a:ln w="0">
            <a:noFill/>
          </a:ln>
        </p:spPr>
      </p:pic>
      <p:sp>
        <p:nvSpPr>
          <p:cNvPr id="2558" name="New shape"/>
          <p:cNvSpPr/>
          <p:nvPr/>
        </p:nvSpPr>
        <p:spPr>
          <a:xfrm>
            <a:off x="5948743" y="9781508"/>
            <a:ext cx="99251" cy="10534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59" name="New picture"/>
          <p:cNvPicPr/>
          <p:nvPr/>
        </p:nvPicPr>
        <p:blipFill>
          <a:blip r:embed="rId1556"/>
          <a:srcRect/>
          <a:stretch>
            <a:fillRect/>
          </a:stretch>
        </p:blipFill>
        <p:spPr>
          <a:xfrm>
            <a:off x="6102953" y="9743408"/>
            <a:ext cx="151162" cy="175451"/>
          </a:xfrm>
          <a:prstGeom prst="rect"/>
          <a:ln w="0">
            <a:noFill/>
          </a:ln>
        </p:spPr>
      </p:pic>
      <p:pic>
        <p:nvPicPr>
          <p:cNvPr id="2560" name="New picture"/>
          <p:cNvPicPr/>
          <p:nvPr/>
        </p:nvPicPr>
        <p:blipFill>
          <a:blip r:embed="rId1557"/>
          <a:srcRect/>
          <a:stretch>
            <a:fillRect/>
          </a:stretch>
        </p:blipFill>
        <p:spPr>
          <a:xfrm>
            <a:off x="6266402" y="9743408"/>
            <a:ext cx="122110" cy="181642"/>
          </a:xfrm>
          <a:prstGeom prst="rect"/>
          <a:ln w="0">
            <a:noFill/>
          </a:ln>
        </p:spPr>
      </p:pic>
      <p:pic>
        <p:nvPicPr>
          <p:cNvPr id="2561" name="New picture"/>
          <p:cNvPicPr/>
          <p:nvPr/>
        </p:nvPicPr>
        <p:blipFill>
          <a:blip r:embed="rId1558"/>
          <a:srcRect/>
          <a:stretch>
            <a:fillRect/>
          </a:stretch>
        </p:blipFill>
        <p:spPr>
          <a:xfrm>
            <a:off x="2920651" y="10077640"/>
            <a:ext cx="177070" cy="180023"/>
          </a:xfrm>
          <a:prstGeom prst="rect"/>
          <a:ln w="0">
            <a:noFill/>
          </a:ln>
        </p:spPr>
      </p:pic>
      <p:sp>
        <p:nvSpPr>
          <p:cNvPr id="2562" name="New shape"/>
          <p:cNvSpPr/>
          <p:nvPr/>
        </p:nvSpPr>
        <p:spPr>
          <a:xfrm>
            <a:off x="2961894" y="10114217"/>
            <a:ext cx="93155" cy="39719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3" name="New picture"/>
          <p:cNvPicPr/>
          <p:nvPr/>
        </p:nvPicPr>
        <p:blipFill>
          <a:blip r:embed="rId1559"/>
          <a:srcRect/>
          <a:stretch>
            <a:fillRect/>
          </a:stretch>
        </p:blipFill>
        <p:spPr>
          <a:xfrm>
            <a:off x="3097816" y="10083640"/>
            <a:ext cx="167926" cy="169450"/>
          </a:xfrm>
          <a:prstGeom prst="rect"/>
          <a:ln w="0">
            <a:noFill/>
          </a:ln>
        </p:spPr>
      </p:pic>
      <p:pic>
        <p:nvPicPr>
          <p:cNvPr id="2564" name="New picture"/>
          <p:cNvPicPr/>
          <p:nvPr/>
        </p:nvPicPr>
        <p:blipFill>
          <a:blip r:embed="rId1560"/>
          <a:srcRect/>
          <a:stretch>
            <a:fillRect/>
          </a:stretch>
        </p:blipFill>
        <p:spPr>
          <a:xfrm>
            <a:off x="3271838" y="10077641"/>
            <a:ext cx="178689" cy="231934"/>
          </a:xfrm>
          <a:prstGeom prst="rect"/>
          <a:ln w="0">
            <a:noFill/>
          </a:ln>
        </p:spPr>
      </p:pic>
      <p:sp>
        <p:nvSpPr>
          <p:cNvPr id="2565" name="New shape"/>
          <p:cNvSpPr/>
          <p:nvPr/>
        </p:nvSpPr>
        <p:spPr>
          <a:xfrm>
            <a:off x="3310033" y="10114215"/>
            <a:ext cx="99251" cy="10687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66" name="New shape"/>
          <p:cNvSpPr/>
          <p:nvPr/>
        </p:nvSpPr>
        <p:spPr>
          <a:xfrm>
            <a:off x="3467290" y="10027253"/>
            <a:ext cx="39720" cy="225837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67" name="New picture"/>
          <p:cNvPicPr/>
          <p:nvPr/>
        </p:nvPicPr>
        <p:blipFill>
          <a:blip r:embed="rId1561"/>
          <a:srcRect/>
          <a:stretch>
            <a:fillRect/>
          </a:stretch>
        </p:blipFill>
        <p:spPr>
          <a:xfrm>
            <a:off x="3522250" y="10077641"/>
            <a:ext cx="178689" cy="180022"/>
          </a:xfrm>
          <a:prstGeom prst="rect"/>
          <a:ln w="0">
            <a:noFill/>
          </a:ln>
        </p:spPr>
      </p:pic>
      <p:sp>
        <p:nvSpPr>
          <p:cNvPr id="2568" name="New shape"/>
          <p:cNvSpPr/>
          <p:nvPr/>
        </p:nvSpPr>
        <p:spPr>
          <a:xfrm>
            <a:off x="3561969" y="10114217"/>
            <a:ext cx="99251" cy="10687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69" name="New shape"/>
          <p:cNvSpPr/>
          <p:nvPr/>
        </p:nvSpPr>
        <p:spPr>
          <a:xfrm>
            <a:off x="3716179" y="10027253"/>
            <a:ext cx="39719" cy="36576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70" name="New shape"/>
          <p:cNvSpPr/>
          <p:nvPr/>
        </p:nvSpPr>
        <p:spPr>
          <a:xfrm>
            <a:off x="3716179" y="10083736"/>
            <a:ext cx="39719" cy="169355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1" name="New picture"/>
          <p:cNvPicPr/>
          <p:nvPr/>
        </p:nvPicPr>
        <p:blipFill>
          <a:blip r:embed="rId1562"/>
          <a:srcRect/>
          <a:stretch>
            <a:fillRect/>
          </a:stretch>
        </p:blipFill>
        <p:spPr>
          <a:xfrm>
            <a:off x="3769709" y="10027253"/>
            <a:ext cx="85534" cy="225837"/>
          </a:xfrm>
          <a:prstGeom prst="rect"/>
          <a:ln w="0">
            <a:noFill/>
          </a:ln>
        </p:spPr>
      </p:pic>
      <p:pic>
        <p:nvPicPr>
          <p:cNvPr id="2572" name="New picture"/>
          <p:cNvPicPr/>
          <p:nvPr/>
        </p:nvPicPr>
        <p:blipFill>
          <a:blip r:embed="rId1563"/>
          <a:srcRect/>
          <a:stretch>
            <a:fillRect/>
          </a:stretch>
        </p:blipFill>
        <p:spPr>
          <a:xfrm>
            <a:off x="3853624" y="10077545"/>
            <a:ext cx="178689" cy="180118"/>
          </a:xfrm>
          <a:prstGeom prst="rect"/>
          <a:ln w="0">
            <a:noFill/>
          </a:ln>
        </p:spPr>
      </p:pic>
      <p:sp>
        <p:nvSpPr>
          <p:cNvPr id="2573" name="New shape"/>
          <p:cNvSpPr/>
          <p:nvPr/>
        </p:nvSpPr>
        <p:spPr>
          <a:xfrm>
            <a:off x="3894868" y="10114215"/>
            <a:ext cx="99251" cy="10687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4" name="New picture"/>
          <p:cNvPicPr/>
          <p:nvPr/>
        </p:nvPicPr>
        <p:blipFill>
          <a:blip r:embed="rId1564"/>
          <a:srcRect/>
          <a:stretch>
            <a:fillRect/>
          </a:stretch>
        </p:blipFill>
        <p:spPr>
          <a:xfrm>
            <a:off x="4052125" y="10027253"/>
            <a:ext cx="178689" cy="230409"/>
          </a:xfrm>
          <a:prstGeom prst="rect"/>
          <a:ln w="0">
            <a:noFill/>
          </a:ln>
        </p:spPr>
      </p:pic>
      <p:sp>
        <p:nvSpPr>
          <p:cNvPr id="2575" name="New shape"/>
          <p:cNvSpPr/>
          <p:nvPr/>
        </p:nvSpPr>
        <p:spPr>
          <a:xfrm>
            <a:off x="4090320" y="10114215"/>
            <a:ext cx="99251" cy="106870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76" name="New shape"/>
          <p:cNvSpPr/>
          <p:nvPr/>
        </p:nvSpPr>
        <p:spPr>
          <a:xfrm>
            <a:off x="4246054" y="10027253"/>
            <a:ext cx="41243" cy="225837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7" name="New picture"/>
          <p:cNvPicPr/>
          <p:nvPr/>
        </p:nvPicPr>
        <p:blipFill>
          <a:blip r:embed="rId1565"/>
          <a:srcRect/>
          <a:stretch>
            <a:fillRect/>
          </a:stretch>
        </p:blipFill>
        <p:spPr>
          <a:xfrm>
            <a:off x="4302633" y="10077640"/>
            <a:ext cx="177070" cy="180023"/>
          </a:xfrm>
          <a:prstGeom prst="rect"/>
          <a:ln w="0">
            <a:noFill/>
          </a:ln>
        </p:spPr>
      </p:pic>
      <p:sp>
        <p:nvSpPr>
          <p:cNvPr id="2578" name="New shape"/>
          <p:cNvSpPr/>
          <p:nvPr/>
        </p:nvSpPr>
        <p:spPr>
          <a:xfrm>
            <a:off x="4343877" y="10114217"/>
            <a:ext cx="94678" cy="39719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9" name="New picture"/>
          <p:cNvPicPr/>
          <p:nvPr/>
        </p:nvPicPr>
        <p:blipFill>
          <a:blip r:embed="rId1566"/>
          <a:srcRect/>
          <a:stretch>
            <a:fillRect/>
          </a:stretch>
        </p:blipFill>
        <p:spPr>
          <a:xfrm>
            <a:off x="4484274" y="10077639"/>
            <a:ext cx="123730" cy="180022"/>
          </a:xfrm>
          <a:prstGeom prst="rect"/>
          <a:ln w="0">
            <a:noFill/>
          </a:ln>
        </p:spPr>
      </p:pic>
      <p:sp>
        <p:nvSpPr>
          <p:cNvPr id="2580" name="New shape"/>
          <p:cNvSpPr/>
          <p:nvPr/>
        </p:nvSpPr>
        <p:spPr>
          <a:xfrm>
            <a:off x="4626293" y="10211848"/>
            <a:ext cx="41243" cy="41242"/>
          </a:xfrm>
          <a:prstGeom prst="rect"/>
          <a:solidFill>
            <a:srgbClr val="1F447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1" name="New picture"/>
          <p:cNvPicPr/>
          <p:nvPr/>
        </p:nvPicPr>
        <p:blipFill>
          <a:blip r:embed="rId1567"/>
          <a:srcRect/>
          <a:stretch>
            <a:fillRect/>
          </a:stretch>
        </p:blipFill>
        <p:spPr>
          <a:xfrm>
            <a:off x="318611" y="213169"/>
            <a:ext cx="27432" cy="71723"/>
          </a:xfrm>
          <a:prstGeom prst="rect"/>
          <a:ln w="0">
            <a:noFill/>
          </a:ln>
        </p:spPr>
      </p:pic>
      <p:pic>
        <p:nvPicPr>
          <p:cNvPr id="2582" name="New picture"/>
          <p:cNvPicPr/>
          <p:nvPr/>
        </p:nvPicPr>
        <p:blipFill>
          <a:blip r:embed="rId1568"/>
          <a:srcRect/>
          <a:stretch>
            <a:fillRect/>
          </a:stretch>
        </p:blipFill>
        <p:spPr>
          <a:xfrm>
            <a:off x="368999" y="213169"/>
            <a:ext cx="47339" cy="73247"/>
          </a:xfrm>
          <a:prstGeom prst="rect"/>
          <a:ln w="0">
            <a:noFill/>
          </a:ln>
        </p:spPr>
      </p:pic>
      <p:sp>
        <p:nvSpPr>
          <p:cNvPr id="2583" name="New shape"/>
          <p:cNvSpPr/>
          <p:nvPr/>
        </p:nvSpPr>
        <p:spPr>
          <a:xfrm>
            <a:off x="420910" y="211645"/>
            <a:ext cx="28956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4" name="New picture"/>
          <p:cNvPicPr/>
          <p:nvPr/>
        </p:nvPicPr>
        <p:blipFill>
          <a:blip r:embed="rId1569"/>
          <a:srcRect/>
          <a:stretch>
            <a:fillRect/>
          </a:stretch>
        </p:blipFill>
        <p:spPr>
          <a:xfrm>
            <a:off x="452914" y="213169"/>
            <a:ext cx="47339" cy="73247"/>
          </a:xfrm>
          <a:prstGeom prst="rect"/>
          <a:ln w="0">
            <a:noFill/>
          </a:ln>
        </p:spPr>
      </p:pic>
      <p:sp>
        <p:nvSpPr>
          <p:cNvPr id="2585" name="New shape"/>
          <p:cNvSpPr/>
          <p:nvPr/>
        </p:nvSpPr>
        <p:spPr>
          <a:xfrm>
            <a:off x="462153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6" name="New picture"/>
          <p:cNvPicPr/>
          <p:nvPr/>
        </p:nvPicPr>
        <p:blipFill>
          <a:blip r:embed="rId1570"/>
          <a:srcRect/>
          <a:stretch>
            <a:fillRect/>
          </a:stretch>
        </p:blipFill>
        <p:spPr>
          <a:xfrm>
            <a:off x="517112" y="213169"/>
            <a:ext cx="25908" cy="71723"/>
          </a:xfrm>
          <a:prstGeom prst="rect"/>
          <a:ln w="0">
            <a:noFill/>
          </a:ln>
        </p:spPr>
      </p:pic>
      <p:sp>
        <p:nvSpPr>
          <p:cNvPr id="2587" name="New shape"/>
          <p:cNvSpPr/>
          <p:nvPr/>
        </p:nvSpPr>
        <p:spPr>
          <a:xfrm>
            <a:off x="562927" y="211645"/>
            <a:ext cx="27432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88" name="New picture"/>
          <p:cNvPicPr/>
          <p:nvPr/>
        </p:nvPicPr>
        <p:blipFill>
          <a:blip r:embed="rId1571"/>
          <a:srcRect/>
          <a:stretch>
            <a:fillRect/>
          </a:stretch>
        </p:blipFill>
        <p:spPr>
          <a:xfrm>
            <a:off x="593407" y="213170"/>
            <a:ext cx="48863" cy="71723"/>
          </a:xfrm>
          <a:prstGeom prst="rect"/>
          <a:ln w="0">
            <a:noFill/>
          </a:ln>
        </p:spPr>
      </p:pic>
      <p:pic>
        <p:nvPicPr>
          <p:cNvPr id="2589" name="New picture"/>
          <p:cNvPicPr/>
          <p:nvPr/>
        </p:nvPicPr>
        <p:blipFill>
          <a:blip r:embed="rId1572"/>
          <a:srcRect/>
          <a:stretch>
            <a:fillRect/>
          </a:stretch>
        </p:blipFill>
        <p:spPr>
          <a:xfrm>
            <a:off x="651510" y="213169"/>
            <a:ext cx="47339" cy="73247"/>
          </a:xfrm>
          <a:prstGeom prst="rect"/>
          <a:ln w="0">
            <a:noFill/>
          </a:ln>
        </p:spPr>
      </p:pic>
      <p:sp>
        <p:nvSpPr>
          <p:cNvPr id="2590" name="New shape"/>
          <p:cNvSpPr/>
          <p:nvPr/>
        </p:nvSpPr>
        <p:spPr>
          <a:xfrm>
            <a:off x="660654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1" name="New picture"/>
          <p:cNvPicPr/>
          <p:nvPr/>
        </p:nvPicPr>
        <p:blipFill>
          <a:blip r:embed="rId1573"/>
          <a:srcRect/>
          <a:stretch>
            <a:fillRect/>
          </a:stretch>
        </p:blipFill>
        <p:spPr>
          <a:xfrm>
            <a:off x="706469" y="213170"/>
            <a:ext cx="48863" cy="71723"/>
          </a:xfrm>
          <a:prstGeom prst="rect"/>
          <a:ln w="0">
            <a:noFill/>
          </a:ln>
        </p:spPr>
      </p:pic>
      <p:pic>
        <p:nvPicPr>
          <p:cNvPr id="2592" name="New picture"/>
          <p:cNvPicPr/>
          <p:nvPr/>
        </p:nvPicPr>
        <p:blipFill>
          <a:blip r:embed="rId1574"/>
          <a:srcRect/>
          <a:stretch>
            <a:fillRect/>
          </a:stretch>
        </p:blipFill>
        <p:spPr>
          <a:xfrm>
            <a:off x="764476" y="213169"/>
            <a:ext cx="47339" cy="73247"/>
          </a:xfrm>
          <a:prstGeom prst="rect"/>
          <a:ln w="0">
            <a:noFill/>
          </a:ln>
        </p:spPr>
      </p:pic>
      <p:sp>
        <p:nvSpPr>
          <p:cNvPr id="2593" name="New shape"/>
          <p:cNvSpPr/>
          <p:nvPr/>
        </p:nvSpPr>
        <p:spPr>
          <a:xfrm>
            <a:off x="775144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94" name="New picture"/>
          <p:cNvPicPr/>
          <p:nvPr/>
        </p:nvPicPr>
        <p:blipFill>
          <a:blip r:embed="rId1575"/>
          <a:srcRect/>
          <a:stretch>
            <a:fillRect/>
          </a:stretch>
        </p:blipFill>
        <p:spPr>
          <a:xfrm>
            <a:off x="856107" y="213169"/>
            <a:ext cx="27432" cy="71723"/>
          </a:xfrm>
          <a:prstGeom prst="rect"/>
          <a:ln w="0">
            <a:noFill/>
          </a:ln>
        </p:spPr>
      </p:pic>
      <p:pic>
        <p:nvPicPr>
          <p:cNvPr id="2595" name="New picture"/>
          <p:cNvPicPr/>
          <p:nvPr/>
        </p:nvPicPr>
        <p:blipFill>
          <a:blip r:embed="rId1576"/>
          <a:srcRect/>
          <a:stretch>
            <a:fillRect/>
          </a:stretch>
        </p:blipFill>
        <p:spPr>
          <a:xfrm>
            <a:off x="906494" y="213169"/>
            <a:ext cx="47339" cy="73247"/>
          </a:xfrm>
          <a:prstGeom prst="rect"/>
          <a:ln w="0">
            <a:noFill/>
          </a:ln>
        </p:spPr>
      </p:pic>
      <p:sp>
        <p:nvSpPr>
          <p:cNvPr id="2596" name="New shape"/>
          <p:cNvSpPr/>
          <p:nvPr/>
        </p:nvSpPr>
        <p:spPr>
          <a:xfrm>
            <a:off x="917162" y="219265"/>
            <a:ext cx="24479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7" name="New shape"/>
          <p:cNvSpPr/>
          <p:nvPr/>
        </p:nvSpPr>
        <p:spPr>
          <a:xfrm>
            <a:off x="915638" y="249841"/>
            <a:ext cx="2905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8" name="New shape"/>
          <p:cNvSpPr/>
          <p:nvPr/>
        </p:nvSpPr>
        <p:spPr>
          <a:xfrm>
            <a:off x="967549" y="232981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99" name="New shape"/>
          <p:cNvSpPr/>
          <p:nvPr/>
        </p:nvSpPr>
        <p:spPr>
          <a:xfrm>
            <a:off x="967549" y="2757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0" name="New picture"/>
          <p:cNvPicPr/>
          <p:nvPr/>
        </p:nvPicPr>
        <p:blipFill>
          <a:blip r:embed="rId1577"/>
          <a:srcRect/>
          <a:stretch>
            <a:fillRect/>
          </a:stretch>
        </p:blipFill>
        <p:spPr>
          <a:xfrm>
            <a:off x="998125" y="213169"/>
            <a:ext cx="25908" cy="71723"/>
          </a:xfrm>
          <a:prstGeom prst="rect"/>
          <a:ln w="0">
            <a:noFill/>
          </a:ln>
        </p:spPr>
      </p:pic>
      <p:pic>
        <p:nvPicPr>
          <p:cNvPr id="2601" name="New picture"/>
          <p:cNvPicPr/>
          <p:nvPr/>
        </p:nvPicPr>
        <p:blipFill>
          <a:blip r:embed="rId1578"/>
          <a:srcRect/>
          <a:stretch>
            <a:fillRect/>
          </a:stretch>
        </p:blipFill>
        <p:spPr>
          <a:xfrm>
            <a:off x="1046988" y="213169"/>
            <a:ext cx="47339" cy="73247"/>
          </a:xfrm>
          <a:prstGeom prst="rect"/>
          <a:ln w="0">
            <a:noFill/>
          </a:ln>
        </p:spPr>
      </p:pic>
      <p:sp>
        <p:nvSpPr>
          <p:cNvPr id="2602" name="New shape"/>
          <p:cNvSpPr/>
          <p:nvPr/>
        </p:nvSpPr>
        <p:spPr>
          <a:xfrm>
            <a:off x="1057656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3" name="New picture"/>
          <p:cNvPicPr/>
          <p:nvPr/>
        </p:nvPicPr>
        <p:blipFill>
          <a:blip r:embed="rId1579"/>
          <a:srcRect/>
          <a:stretch>
            <a:fillRect/>
          </a:stretch>
        </p:blipFill>
        <p:spPr>
          <a:xfrm>
            <a:off x="2856452" y="213170"/>
            <a:ext cx="47339" cy="71723"/>
          </a:xfrm>
          <a:prstGeom prst="rect"/>
          <a:ln w="0">
            <a:noFill/>
          </a:ln>
        </p:spPr>
      </p:pic>
      <p:pic>
        <p:nvPicPr>
          <p:cNvPr id="2604" name="New picture"/>
          <p:cNvPicPr/>
          <p:nvPr/>
        </p:nvPicPr>
        <p:blipFill>
          <a:blip r:embed="rId1580"/>
          <a:srcRect/>
          <a:stretch>
            <a:fillRect/>
          </a:stretch>
        </p:blipFill>
        <p:spPr>
          <a:xfrm>
            <a:off x="2940463" y="231458"/>
            <a:ext cx="48863" cy="54959"/>
          </a:xfrm>
          <a:prstGeom prst="rect"/>
          <a:ln w="0">
            <a:noFill/>
          </a:ln>
        </p:spPr>
      </p:pic>
      <p:sp>
        <p:nvSpPr>
          <p:cNvPr id="2605" name="New shape"/>
          <p:cNvSpPr/>
          <p:nvPr/>
        </p:nvSpPr>
        <p:spPr>
          <a:xfrm>
            <a:off x="2949607" y="239078"/>
            <a:ext cx="30575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06" name="New picture"/>
          <p:cNvPicPr/>
          <p:nvPr/>
        </p:nvPicPr>
        <p:blipFill>
          <a:blip r:embed="rId1581"/>
          <a:srcRect/>
          <a:stretch>
            <a:fillRect/>
          </a:stretch>
        </p:blipFill>
        <p:spPr>
          <a:xfrm>
            <a:off x="2999994" y="232981"/>
            <a:ext cx="42767" cy="53435"/>
          </a:xfrm>
          <a:prstGeom prst="rect"/>
          <a:ln w="0">
            <a:noFill/>
          </a:ln>
        </p:spPr>
      </p:pic>
      <p:pic>
        <p:nvPicPr>
          <p:cNvPr id="2607" name="New picture"/>
          <p:cNvPicPr/>
          <p:nvPr/>
        </p:nvPicPr>
        <p:blipFill>
          <a:blip r:embed="rId1582"/>
          <a:srcRect/>
          <a:stretch>
            <a:fillRect/>
          </a:stretch>
        </p:blipFill>
        <p:spPr>
          <a:xfrm>
            <a:off x="3052001" y="232981"/>
            <a:ext cx="47244" cy="51911"/>
          </a:xfrm>
          <a:prstGeom prst="rect"/>
          <a:ln w="0">
            <a:noFill/>
          </a:ln>
        </p:spPr>
      </p:pic>
      <p:pic>
        <p:nvPicPr>
          <p:cNvPr id="2608" name="New picture"/>
          <p:cNvPicPr/>
          <p:nvPr/>
        </p:nvPicPr>
        <p:blipFill>
          <a:blip r:embed="rId1583"/>
          <a:srcRect/>
          <a:stretch>
            <a:fillRect/>
          </a:stretch>
        </p:blipFill>
        <p:spPr>
          <a:xfrm>
            <a:off x="3108484" y="231457"/>
            <a:ext cx="27432" cy="53435"/>
          </a:xfrm>
          <a:prstGeom prst="rect"/>
          <a:ln w="0">
            <a:noFill/>
          </a:ln>
        </p:spPr>
      </p:pic>
      <p:pic>
        <p:nvPicPr>
          <p:cNvPr id="2609" name="New picture"/>
          <p:cNvPicPr/>
          <p:nvPr/>
        </p:nvPicPr>
        <p:blipFill>
          <a:blip r:embed="rId1584"/>
          <a:srcRect/>
          <a:stretch>
            <a:fillRect/>
          </a:stretch>
        </p:blipFill>
        <p:spPr>
          <a:xfrm>
            <a:off x="3138964" y="231458"/>
            <a:ext cx="48863" cy="54959"/>
          </a:xfrm>
          <a:prstGeom prst="rect"/>
          <a:ln w="0">
            <a:noFill/>
          </a:ln>
        </p:spPr>
      </p:pic>
      <p:sp>
        <p:nvSpPr>
          <p:cNvPr id="2610" name="New shape"/>
          <p:cNvSpPr/>
          <p:nvPr/>
        </p:nvSpPr>
        <p:spPr>
          <a:xfrm>
            <a:off x="3148203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1" name="New picture"/>
          <p:cNvPicPr/>
          <p:nvPr/>
        </p:nvPicPr>
        <p:blipFill>
          <a:blip r:embed="rId1585"/>
          <a:srcRect/>
          <a:stretch>
            <a:fillRect/>
          </a:stretch>
        </p:blipFill>
        <p:spPr>
          <a:xfrm>
            <a:off x="3195447" y="231457"/>
            <a:ext cx="45815" cy="73343"/>
          </a:xfrm>
          <a:prstGeom prst="rect"/>
          <a:ln w="0">
            <a:noFill/>
          </a:ln>
        </p:spPr>
      </p:pic>
      <p:sp>
        <p:nvSpPr>
          <p:cNvPr id="2612" name="New shape"/>
          <p:cNvSpPr/>
          <p:nvPr/>
        </p:nvSpPr>
        <p:spPr>
          <a:xfrm>
            <a:off x="3204686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3" name="New picture"/>
          <p:cNvPicPr/>
          <p:nvPr/>
        </p:nvPicPr>
        <p:blipFill>
          <a:blip r:embed="rId1586"/>
          <a:srcRect/>
          <a:stretch>
            <a:fillRect/>
          </a:stretch>
        </p:blipFill>
        <p:spPr>
          <a:xfrm>
            <a:off x="3252026" y="231457"/>
            <a:ext cx="48863" cy="54959"/>
          </a:xfrm>
          <a:prstGeom prst="rect"/>
          <a:ln w="0">
            <a:noFill/>
          </a:ln>
        </p:spPr>
      </p:pic>
      <p:sp>
        <p:nvSpPr>
          <p:cNvPr id="2614" name="New shape"/>
          <p:cNvSpPr/>
          <p:nvPr/>
        </p:nvSpPr>
        <p:spPr>
          <a:xfrm>
            <a:off x="3261169" y="239077"/>
            <a:ext cx="30480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5" name="New picture"/>
          <p:cNvPicPr/>
          <p:nvPr/>
        </p:nvPicPr>
        <p:blipFill>
          <a:blip r:embed="rId1587"/>
          <a:srcRect/>
          <a:stretch>
            <a:fillRect/>
          </a:stretch>
        </p:blipFill>
        <p:spPr>
          <a:xfrm>
            <a:off x="3308509" y="231457"/>
            <a:ext cx="42767" cy="54959"/>
          </a:xfrm>
          <a:prstGeom prst="rect"/>
          <a:ln w="0">
            <a:noFill/>
          </a:ln>
        </p:spPr>
      </p:pic>
      <p:pic>
        <p:nvPicPr>
          <p:cNvPr id="2616" name="New picture"/>
          <p:cNvPicPr/>
          <p:nvPr/>
        </p:nvPicPr>
        <p:blipFill>
          <a:blip r:embed="rId1588"/>
          <a:srcRect/>
          <a:stretch>
            <a:fillRect/>
          </a:stretch>
        </p:blipFill>
        <p:spPr>
          <a:xfrm>
            <a:off x="3387947" y="213169"/>
            <a:ext cx="45720" cy="73247"/>
          </a:xfrm>
          <a:prstGeom prst="rect"/>
          <a:ln w="0">
            <a:noFill/>
          </a:ln>
        </p:spPr>
      </p:pic>
      <p:sp>
        <p:nvSpPr>
          <p:cNvPr id="2617" name="New shape"/>
          <p:cNvSpPr/>
          <p:nvPr/>
        </p:nvSpPr>
        <p:spPr>
          <a:xfrm>
            <a:off x="3397091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18" name="New picture"/>
          <p:cNvPicPr/>
          <p:nvPr/>
        </p:nvPicPr>
        <p:blipFill>
          <a:blip r:embed="rId1589"/>
          <a:srcRect/>
          <a:stretch>
            <a:fillRect/>
          </a:stretch>
        </p:blipFill>
        <p:spPr>
          <a:xfrm>
            <a:off x="3444430" y="231457"/>
            <a:ext cx="48863" cy="54959"/>
          </a:xfrm>
          <a:prstGeom prst="rect"/>
          <a:ln w="0">
            <a:noFill/>
          </a:ln>
        </p:spPr>
      </p:pic>
      <p:sp>
        <p:nvSpPr>
          <p:cNvPr id="2619" name="New shape"/>
          <p:cNvSpPr/>
          <p:nvPr/>
        </p:nvSpPr>
        <p:spPr>
          <a:xfrm>
            <a:off x="3453574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20" name="New picture"/>
          <p:cNvPicPr/>
          <p:nvPr/>
        </p:nvPicPr>
        <p:blipFill>
          <a:blip r:embed="rId1590"/>
          <a:srcRect/>
          <a:stretch>
            <a:fillRect/>
          </a:stretch>
        </p:blipFill>
        <p:spPr>
          <a:xfrm>
            <a:off x="3531394" y="231457"/>
            <a:ext cx="29051" cy="53435"/>
          </a:xfrm>
          <a:prstGeom prst="rect"/>
          <a:ln w="0">
            <a:noFill/>
          </a:ln>
        </p:spPr>
      </p:pic>
      <p:pic>
        <p:nvPicPr>
          <p:cNvPr id="2621" name="New picture"/>
          <p:cNvPicPr/>
          <p:nvPr/>
        </p:nvPicPr>
        <p:blipFill>
          <a:blip r:embed="rId1591"/>
          <a:srcRect/>
          <a:stretch>
            <a:fillRect/>
          </a:stretch>
        </p:blipFill>
        <p:spPr>
          <a:xfrm>
            <a:off x="3563493" y="231457"/>
            <a:ext cx="47339" cy="54959"/>
          </a:xfrm>
          <a:prstGeom prst="rect"/>
          <a:ln w="0">
            <a:noFill/>
          </a:ln>
        </p:spPr>
      </p:pic>
      <p:sp>
        <p:nvSpPr>
          <p:cNvPr id="2622" name="New shape"/>
          <p:cNvSpPr/>
          <p:nvPr/>
        </p:nvSpPr>
        <p:spPr>
          <a:xfrm>
            <a:off x="3572637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23" name="New shape"/>
          <p:cNvSpPr/>
          <p:nvPr/>
        </p:nvSpPr>
        <p:spPr>
          <a:xfrm>
            <a:off x="3581876" y="213169"/>
            <a:ext cx="18288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24" name="New picture"/>
          <p:cNvPicPr/>
          <p:nvPr/>
        </p:nvPicPr>
        <p:blipFill>
          <a:blip r:embed="rId1592"/>
          <a:srcRect/>
          <a:stretch>
            <a:fillRect/>
          </a:stretch>
        </p:blipFill>
        <p:spPr>
          <a:xfrm>
            <a:off x="3616928" y="211645"/>
            <a:ext cx="30575" cy="73247"/>
          </a:xfrm>
          <a:prstGeom prst="rect"/>
          <a:ln w="0">
            <a:noFill/>
          </a:ln>
        </p:spPr>
      </p:pic>
      <p:pic>
        <p:nvPicPr>
          <p:cNvPr id="2625" name="New picture"/>
          <p:cNvPicPr/>
          <p:nvPr/>
        </p:nvPicPr>
        <p:blipFill>
          <a:blip r:embed="rId1593"/>
          <a:srcRect/>
          <a:stretch>
            <a:fillRect/>
          </a:stretch>
        </p:blipFill>
        <p:spPr>
          <a:xfrm>
            <a:off x="3647503" y="231457"/>
            <a:ext cx="48863" cy="54959"/>
          </a:xfrm>
          <a:prstGeom prst="rect"/>
          <a:ln w="0">
            <a:noFill/>
          </a:ln>
        </p:spPr>
      </p:pic>
      <p:sp>
        <p:nvSpPr>
          <p:cNvPr id="2626" name="New shape"/>
          <p:cNvSpPr/>
          <p:nvPr/>
        </p:nvSpPr>
        <p:spPr>
          <a:xfrm>
            <a:off x="36581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27" name="New shape"/>
          <p:cNvSpPr/>
          <p:nvPr/>
        </p:nvSpPr>
        <p:spPr>
          <a:xfrm>
            <a:off x="3667315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28" name="New picture"/>
          <p:cNvPicPr/>
          <p:nvPr/>
        </p:nvPicPr>
        <p:blipFill>
          <a:blip r:embed="rId1594"/>
          <a:srcRect/>
          <a:stretch>
            <a:fillRect/>
          </a:stretch>
        </p:blipFill>
        <p:spPr>
          <a:xfrm>
            <a:off x="3707035" y="231457"/>
            <a:ext cx="29051" cy="53435"/>
          </a:xfrm>
          <a:prstGeom prst="rect"/>
          <a:ln w="0">
            <a:noFill/>
          </a:ln>
        </p:spPr>
      </p:pic>
      <p:pic>
        <p:nvPicPr>
          <p:cNvPr id="2629" name="New picture"/>
          <p:cNvPicPr/>
          <p:nvPr/>
        </p:nvPicPr>
        <p:blipFill>
          <a:blip r:embed="rId1595"/>
          <a:srcRect/>
          <a:stretch>
            <a:fillRect/>
          </a:stretch>
        </p:blipFill>
        <p:spPr>
          <a:xfrm>
            <a:off x="3737610" y="231457"/>
            <a:ext cx="48863" cy="54959"/>
          </a:xfrm>
          <a:prstGeom prst="rect"/>
          <a:ln w="0">
            <a:noFill/>
          </a:ln>
        </p:spPr>
      </p:pic>
      <p:sp>
        <p:nvSpPr>
          <p:cNvPr id="2630" name="New shape"/>
          <p:cNvSpPr/>
          <p:nvPr/>
        </p:nvSpPr>
        <p:spPr>
          <a:xfrm>
            <a:off x="3748278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1" name="New picture"/>
          <p:cNvPicPr/>
          <p:nvPr/>
        </p:nvPicPr>
        <p:blipFill>
          <a:blip r:embed="rId1596"/>
          <a:srcRect/>
          <a:stretch>
            <a:fillRect/>
          </a:stretch>
        </p:blipFill>
        <p:spPr>
          <a:xfrm>
            <a:off x="3797141" y="231457"/>
            <a:ext cx="42767" cy="53435"/>
          </a:xfrm>
          <a:prstGeom prst="rect"/>
          <a:ln w="0">
            <a:noFill/>
          </a:ln>
        </p:spPr>
      </p:pic>
      <p:pic>
        <p:nvPicPr>
          <p:cNvPr id="2632" name="New picture"/>
          <p:cNvPicPr/>
          <p:nvPr/>
        </p:nvPicPr>
        <p:blipFill>
          <a:blip r:embed="rId1597"/>
          <a:srcRect/>
          <a:stretch>
            <a:fillRect/>
          </a:stretch>
        </p:blipFill>
        <p:spPr>
          <a:xfrm>
            <a:off x="3852100" y="231457"/>
            <a:ext cx="45815" cy="54959"/>
          </a:xfrm>
          <a:prstGeom prst="rect"/>
          <a:ln w="0">
            <a:noFill/>
          </a:ln>
        </p:spPr>
      </p:pic>
      <p:pic>
        <p:nvPicPr>
          <p:cNvPr id="2633" name="New picture"/>
          <p:cNvPicPr/>
          <p:nvPr/>
        </p:nvPicPr>
        <p:blipFill>
          <a:blip r:embed="rId1598"/>
          <a:srcRect/>
          <a:stretch>
            <a:fillRect/>
          </a:stretch>
        </p:blipFill>
        <p:spPr>
          <a:xfrm>
            <a:off x="3902487" y="231457"/>
            <a:ext cx="48863" cy="54959"/>
          </a:xfrm>
          <a:prstGeom prst="rect"/>
          <a:ln w="0">
            <a:noFill/>
          </a:ln>
        </p:spPr>
      </p:pic>
      <p:sp>
        <p:nvSpPr>
          <p:cNvPr id="2634" name="New shape"/>
          <p:cNvSpPr/>
          <p:nvPr/>
        </p:nvSpPr>
        <p:spPr>
          <a:xfrm>
            <a:off x="3911632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5" name="New picture"/>
          <p:cNvPicPr/>
          <p:nvPr/>
        </p:nvPicPr>
        <p:blipFill>
          <a:blip r:embed="rId1599"/>
          <a:srcRect/>
          <a:stretch>
            <a:fillRect/>
          </a:stretch>
        </p:blipFill>
        <p:spPr>
          <a:xfrm>
            <a:off x="3986498" y="231457"/>
            <a:ext cx="44291" cy="54959"/>
          </a:xfrm>
          <a:prstGeom prst="rect"/>
          <a:ln w="0">
            <a:noFill/>
          </a:ln>
        </p:spPr>
      </p:pic>
      <p:pic>
        <p:nvPicPr>
          <p:cNvPr id="2636" name="New picture"/>
          <p:cNvPicPr/>
          <p:nvPr/>
        </p:nvPicPr>
        <p:blipFill>
          <a:blip r:embed="rId1600"/>
          <a:srcRect/>
          <a:stretch>
            <a:fillRect/>
          </a:stretch>
        </p:blipFill>
        <p:spPr>
          <a:xfrm>
            <a:off x="4039934" y="232981"/>
            <a:ext cx="42767" cy="53435"/>
          </a:xfrm>
          <a:prstGeom prst="rect"/>
          <a:ln w="0">
            <a:noFill/>
          </a:ln>
        </p:spPr>
      </p:pic>
      <p:pic>
        <p:nvPicPr>
          <p:cNvPr id="2637" name="New picture"/>
          <p:cNvPicPr/>
          <p:nvPr/>
        </p:nvPicPr>
        <p:blipFill>
          <a:blip r:embed="rId1601"/>
          <a:srcRect/>
          <a:stretch>
            <a:fillRect/>
          </a:stretch>
        </p:blipFill>
        <p:spPr>
          <a:xfrm>
            <a:off x="4097941" y="231457"/>
            <a:ext cx="27432" cy="53435"/>
          </a:xfrm>
          <a:prstGeom prst="rect"/>
          <a:ln w="0">
            <a:noFill/>
          </a:ln>
        </p:spPr>
      </p:pic>
      <p:sp>
        <p:nvSpPr>
          <p:cNvPr id="2638" name="New shape"/>
          <p:cNvSpPr/>
          <p:nvPr/>
        </p:nvSpPr>
        <p:spPr>
          <a:xfrm>
            <a:off x="4158997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9" name="New picture"/>
          <p:cNvPicPr/>
          <p:nvPr/>
        </p:nvPicPr>
        <p:blipFill>
          <a:blip r:embed="rId1602"/>
          <a:srcRect/>
          <a:stretch>
            <a:fillRect/>
          </a:stretch>
        </p:blipFill>
        <p:spPr>
          <a:xfrm>
            <a:off x="4178903" y="231457"/>
            <a:ext cx="48863" cy="54959"/>
          </a:xfrm>
          <a:prstGeom prst="rect"/>
          <a:ln w="0">
            <a:noFill/>
          </a:ln>
        </p:spPr>
      </p:pic>
      <p:sp>
        <p:nvSpPr>
          <p:cNvPr id="2640" name="New shape"/>
          <p:cNvSpPr/>
          <p:nvPr/>
        </p:nvSpPr>
        <p:spPr>
          <a:xfrm>
            <a:off x="41895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41" name="New picture"/>
          <p:cNvPicPr/>
          <p:nvPr/>
        </p:nvPicPr>
        <p:blipFill>
          <a:blip r:embed="rId1603"/>
          <a:srcRect/>
          <a:stretch>
            <a:fillRect/>
          </a:stretch>
        </p:blipFill>
        <p:spPr>
          <a:xfrm>
            <a:off x="4267486" y="231457"/>
            <a:ext cx="71723" cy="53435"/>
          </a:xfrm>
          <a:prstGeom prst="rect"/>
          <a:ln w="0">
            <a:noFill/>
          </a:ln>
        </p:spPr>
      </p:pic>
      <p:pic>
        <p:nvPicPr>
          <p:cNvPr id="2642" name="New picture"/>
          <p:cNvPicPr/>
          <p:nvPr/>
        </p:nvPicPr>
        <p:blipFill>
          <a:blip r:embed="rId1604"/>
          <a:srcRect/>
          <a:stretch>
            <a:fillRect/>
          </a:stretch>
        </p:blipFill>
        <p:spPr>
          <a:xfrm>
            <a:off x="4348353" y="231458"/>
            <a:ext cx="48959" cy="54959"/>
          </a:xfrm>
          <a:prstGeom prst="rect"/>
          <a:ln w="0">
            <a:noFill/>
          </a:ln>
        </p:spPr>
      </p:pic>
      <p:sp>
        <p:nvSpPr>
          <p:cNvPr id="2643" name="New shape"/>
          <p:cNvSpPr/>
          <p:nvPr/>
        </p:nvSpPr>
        <p:spPr>
          <a:xfrm>
            <a:off x="4357592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44" name="New picture"/>
          <p:cNvPicPr/>
          <p:nvPr/>
        </p:nvPicPr>
        <p:blipFill>
          <a:blip r:embed="rId1605"/>
          <a:srcRect/>
          <a:stretch>
            <a:fillRect/>
          </a:stretch>
        </p:blipFill>
        <p:spPr>
          <a:xfrm>
            <a:off x="4404931" y="231457"/>
            <a:ext cx="47339" cy="54959"/>
          </a:xfrm>
          <a:prstGeom prst="rect"/>
          <a:ln w="0">
            <a:noFill/>
          </a:ln>
        </p:spPr>
      </p:pic>
      <p:pic>
        <p:nvPicPr>
          <p:cNvPr id="2645" name="New picture"/>
          <p:cNvPicPr/>
          <p:nvPr/>
        </p:nvPicPr>
        <p:blipFill>
          <a:blip r:embed="rId1606"/>
          <a:srcRect/>
          <a:stretch>
            <a:fillRect/>
          </a:stretch>
        </p:blipFill>
        <p:spPr>
          <a:xfrm>
            <a:off x="4459891" y="213169"/>
            <a:ext cx="42767" cy="71723"/>
          </a:xfrm>
          <a:prstGeom prst="rect"/>
          <a:ln w="0">
            <a:noFill/>
          </a:ln>
        </p:spPr>
      </p:pic>
      <p:sp>
        <p:nvSpPr>
          <p:cNvPr id="2646" name="New shape"/>
          <p:cNvSpPr/>
          <p:nvPr/>
        </p:nvSpPr>
        <p:spPr>
          <a:xfrm>
            <a:off x="4516374" y="213169"/>
            <a:ext cx="7620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47" name="New shape"/>
          <p:cNvSpPr/>
          <p:nvPr/>
        </p:nvSpPr>
        <p:spPr>
          <a:xfrm>
            <a:off x="4516374" y="232981"/>
            <a:ext cx="7620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48" name="New picture"/>
          <p:cNvPicPr/>
          <p:nvPr/>
        </p:nvPicPr>
        <p:blipFill>
          <a:blip r:embed="rId1607"/>
          <a:srcRect/>
          <a:stretch>
            <a:fillRect/>
          </a:stretch>
        </p:blipFill>
        <p:spPr>
          <a:xfrm>
            <a:off x="4537710" y="231457"/>
            <a:ext cx="42767" cy="53435"/>
          </a:xfrm>
          <a:prstGeom prst="rect"/>
          <a:ln w="0">
            <a:noFill/>
          </a:ln>
        </p:spPr>
      </p:pic>
      <p:pic>
        <p:nvPicPr>
          <p:cNvPr id="2649" name="New picture"/>
          <p:cNvPicPr/>
          <p:nvPr/>
        </p:nvPicPr>
        <p:blipFill>
          <a:blip r:embed="rId1608"/>
          <a:srcRect/>
          <a:stretch>
            <a:fillRect/>
          </a:stretch>
        </p:blipFill>
        <p:spPr>
          <a:xfrm>
            <a:off x="4591241" y="231457"/>
            <a:ext cx="48863" cy="54959"/>
          </a:xfrm>
          <a:prstGeom prst="rect"/>
          <a:ln w="0">
            <a:noFill/>
          </a:ln>
        </p:spPr>
      </p:pic>
      <p:sp>
        <p:nvSpPr>
          <p:cNvPr id="2650" name="New shape"/>
          <p:cNvSpPr/>
          <p:nvPr/>
        </p:nvSpPr>
        <p:spPr>
          <a:xfrm>
            <a:off x="4601908" y="239077"/>
            <a:ext cx="28956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51" name="New shape"/>
          <p:cNvSpPr/>
          <p:nvPr/>
        </p:nvSpPr>
        <p:spPr>
          <a:xfrm>
            <a:off x="4680204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2" name="New picture"/>
          <p:cNvPicPr/>
          <p:nvPr/>
        </p:nvPicPr>
        <p:blipFill>
          <a:blip r:embed="rId1609"/>
          <a:srcRect/>
          <a:stretch>
            <a:fillRect/>
          </a:stretch>
        </p:blipFill>
        <p:spPr>
          <a:xfrm>
            <a:off x="4699635" y="231457"/>
            <a:ext cx="48863" cy="54959"/>
          </a:xfrm>
          <a:prstGeom prst="rect"/>
          <a:ln w="0">
            <a:noFill/>
          </a:ln>
        </p:spPr>
      </p:pic>
      <p:sp>
        <p:nvSpPr>
          <p:cNvPr id="2653" name="New shape"/>
          <p:cNvSpPr/>
          <p:nvPr/>
        </p:nvSpPr>
        <p:spPr>
          <a:xfrm>
            <a:off x="470877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4" name="New picture"/>
          <p:cNvPicPr/>
          <p:nvPr/>
        </p:nvPicPr>
        <p:blipFill>
          <a:blip r:embed="rId1610"/>
          <a:srcRect/>
          <a:stretch>
            <a:fillRect/>
          </a:stretch>
        </p:blipFill>
        <p:spPr>
          <a:xfrm>
            <a:off x="4756118" y="231458"/>
            <a:ext cx="48863" cy="54959"/>
          </a:xfrm>
          <a:prstGeom prst="rect"/>
          <a:ln w="0">
            <a:noFill/>
          </a:ln>
        </p:spPr>
      </p:pic>
      <p:sp>
        <p:nvSpPr>
          <p:cNvPr id="2655" name="New shape"/>
          <p:cNvSpPr/>
          <p:nvPr/>
        </p:nvSpPr>
        <p:spPr>
          <a:xfrm>
            <a:off x="4765263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6" name="New picture"/>
          <p:cNvPicPr/>
          <p:nvPr/>
        </p:nvPicPr>
        <p:blipFill>
          <a:blip r:embed="rId1611"/>
          <a:srcRect/>
          <a:stretch>
            <a:fillRect/>
          </a:stretch>
        </p:blipFill>
        <p:spPr>
          <a:xfrm>
            <a:off x="4815649" y="231457"/>
            <a:ext cx="29051" cy="53435"/>
          </a:xfrm>
          <a:prstGeom prst="rect"/>
          <a:ln w="0">
            <a:noFill/>
          </a:ln>
        </p:spPr>
      </p:pic>
      <p:pic>
        <p:nvPicPr>
          <p:cNvPr id="2657" name="New picture"/>
          <p:cNvPicPr/>
          <p:nvPr/>
        </p:nvPicPr>
        <p:blipFill>
          <a:blip r:embed="rId1612"/>
          <a:srcRect/>
          <a:stretch>
            <a:fillRect/>
          </a:stretch>
        </p:blipFill>
        <p:spPr>
          <a:xfrm>
            <a:off x="4849273" y="231457"/>
            <a:ext cx="42767" cy="53435"/>
          </a:xfrm>
          <a:prstGeom prst="rect"/>
          <a:ln w="0">
            <a:noFill/>
          </a:ln>
        </p:spPr>
      </p:pic>
      <p:sp>
        <p:nvSpPr>
          <p:cNvPr id="2658" name="New shape"/>
          <p:cNvSpPr/>
          <p:nvPr/>
        </p:nvSpPr>
        <p:spPr>
          <a:xfrm>
            <a:off x="4905756" y="213169"/>
            <a:ext cx="9144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59" name="New shape"/>
          <p:cNvSpPr/>
          <p:nvPr/>
        </p:nvSpPr>
        <p:spPr>
          <a:xfrm>
            <a:off x="4905756" y="232981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0" name="New picture"/>
          <p:cNvPicPr/>
          <p:nvPr/>
        </p:nvPicPr>
        <p:blipFill>
          <a:blip r:embed="rId1613"/>
          <a:srcRect/>
          <a:stretch>
            <a:fillRect/>
          </a:stretch>
        </p:blipFill>
        <p:spPr>
          <a:xfrm>
            <a:off x="4928712" y="231457"/>
            <a:ext cx="42672" cy="53435"/>
          </a:xfrm>
          <a:prstGeom prst="rect"/>
          <a:ln w="0">
            <a:noFill/>
          </a:ln>
        </p:spPr>
      </p:pic>
      <p:pic>
        <p:nvPicPr>
          <p:cNvPr id="2661" name="New picture"/>
          <p:cNvPicPr/>
          <p:nvPr/>
        </p:nvPicPr>
        <p:blipFill>
          <a:blip r:embed="rId1614"/>
          <a:srcRect/>
          <a:stretch>
            <a:fillRect/>
          </a:stretch>
        </p:blipFill>
        <p:spPr>
          <a:xfrm>
            <a:off x="4982146" y="231457"/>
            <a:ext cx="45815" cy="73343"/>
          </a:xfrm>
          <a:prstGeom prst="rect"/>
          <a:ln w="0">
            <a:noFill/>
          </a:ln>
        </p:spPr>
      </p:pic>
      <p:sp>
        <p:nvSpPr>
          <p:cNvPr id="2662" name="New shape"/>
          <p:cNvSpPr/>
          <p:nvPr/>
        </p:nvSpPr>
        <p:spPr>
          <a:xfrm>
            <a:off x="4991290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3" name="New picture"/>
          <p:cNvPicPr/>
          <p:nvPr/>
        </p:nvPicPr>
        <p:blipFill>
          <a:blip r:embed="rId1615"/>
          <a:srcRect/>
          <a:stretch>
            <a:fillRect/>
          </a:stretch>
        </p:blipFill>
        <p:spPr>
          <a:xfrm>
            <a:off x="5070729" y="231457"/>
            <a:ext cx="44196" cy="73343"/>
          </a:xfrm>
          <a:prstGeom prst="rect"/>
          <a:ln w="0">
            <a:noFill/>
          </a:ln>
        </p:spPr>
      </p:pic>
      <p:sp>
        <p:nvSpPr>
          <p:cNvPr id="2664" name="New shape"/>
          <p:cNvSpPr/>
          <p:nvPr/>
        </p:nvSpPr>
        <p:spPr>
          <a:xfrm>
            <a:off x="5078349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5" name="New picture"/>
          <p:cNvPicPr/>
          <p:nvPr/>
        </p:nvPicPr>
        <p:blipFill>
          <a:blip r:embed="rId1616"/>
          <a:srcRect/>
          <a:stretch>
            <a:fillRect/>
          </a:stretch>
        </p:blipFill>
        <p:spPr>
          <a:xfrm>
            <a:off x="5122640" y="231458"/>
            <a:ext cx="50387" cy="54959"/>
          </a:xfrm>
          <a:prstGeom prst="rect"/>
          <a:ln w="0">
            <a:noFill/>
          </a:ln>
        </p:spPr>
      </p:pic>
      <p:sp>
        <p:nvSpPr>
          <p:cNvPr id="2666" name="New shape"/>
          <p:cNvSpPr/>
          <p:nvPr/>
        </p:nvSpPr>
        <p:spPr>
          <a:xfrm>
            <a:off x="5131784" y="239078"/>
            <a:ext cx="32004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67" name="New picture"/>
          <p:cNvPicPr/>
          <p:nvPr/>
        </p:nvPicPr>
        <p:blipFill>
          <a:blip r:embed="rId1617"/>
          <a:srcRect/>
          <a:stretch>
            <a:fillRect/>
          </a:stretch>
        </p:blipFill>
        <p:spPr>
          <a:xfrm>
            <a:off x="5182172" y="232981"/>
            <a:ext cx="42767" cy="53435"/>
          </a:xfrm>
          <a:prstGeom prst="rect"/>
          <a:ln w="0">
            <a:noFill/>
          </a:ln>
        </p:spPr>
      </p:pic>
      <p:pic>
        <p:nvPicPr>
          <p:cNvPr id="2668" name="New picture"/>
          <p:cNvPicPr/>
          <p:nvPr/>
        </p:nvPicPr>
        <p:blipFill>
          <a:blip r:embed="rId1618"/>
          <a:srcRect/>
          <a:stretch>
            <a:fillRect/>
          </a:stretch>
        </p:blipFill>
        <p:spPr>
          <a:xfrm>
            <a:off x="5240179" y="231457"/>
            <a:ext cx="27432" cy="53435"/>
          </a:xfrm>
          <a:prstGeom prst="rect"/>
          <a:ln w="0">
            <a:noFill/>
          </a:ln>
        </p:spPr>
      </p:pic>
      <p:sp>
        <p:nvSpPr>
          <p:cNvPr id="2669" name="New shape"/>
          <p:cNvSpPr/>
          <p:nvPr/>
        </p:nvSpPr>
        <p:spPr>
          <a:xfrm>
            <a:off x="5301996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0" name="New picture"/>
          <p:cNvPicPr/>
          <p:nvPr/>
        </p:nvPicPr>
        <p:blipFill>
          <a:blip r:embed="rId1619"/>
          <a:srcRect/>
          <a:stretch>
            <a:fillRect/>
          </a:stretch>
        </p:blipFill>
        <p:spPr>
          <a:xfrm>
            <a:off x="5321141" y="231457"/>
            <a:ext cx="48863" cy="54959"/>
          </a:xfrm>
          <a:prstGeom prst="rect"/>
          <a:ln w="0">
            <a:noFill/>
          </a:ln>
        </p:spPr>
      </p:pic>
      <p:sp>
        <p:nvSpPr>
          <p:cNvPr id="2671" name="New shape"/>
          <p:cNvSpPr/>
          <p:nvPr/>
        </p:nvSpPr>
        <p:spPr>
          <a:xfrm>
            <a:off x="533180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2" name="New picture"/>
          <p:cNvPicPr/>
          <p:nvPr/>
        </p:nvPicPr>
        <p:blipFill>
          <a:blip r:embed="rId1620"/>
          <a:srcRect/>
          <a:stretch>
            <a:fillRect/>
          </a:stretch>
        </p:blipFill>
        <p:spPr>
          <a:xfrm>
            <a:off x="5377624" y="231457"/>
            <a:ext cx="44291" cy="54959"/>
          </a:xfrm>
          <a:prstGeom prst="rect"/>
          <a:ln w="0">
            <a:noFill/>
          </a:ln>
        </p:spPr>
      </p:pic>
      <p:pic>
        <p:nvPicPr>
          <p:cNvPr id="2673" name="New picture"/>
          <p:cNvPicPr/>
          <p:nvPr/>
        </p:nvPicPr>
        <p:blipFill>
          <a:blip r:embed="rId1621"/>
          <a:srcRect/>
          <a:stretch>
            <a:fillRect/>
          </a:stretch>
        </p:blipFill>
        <p:spPr>
          <a:xfrm>
            <a:off x="5457063" y="213169"/>
            <a:ext cx="45815" cy="73247"/>
          </a:xfrm>
          <a:prstGeom prst="rect"/>
          <a:ln w="0">
            <a:noFill/>
          </a:ln>
        </p:spPr>
      </p:pic>
      <p:sp>
        <p:nvSpPr>
          <p:cNvPr id="2674" name="New shape"/>
          <p:cNvSpPr/>
          <p:nvPr/>
        </p:nvSpPr>
        <p:spPr>
          <a:xfrm>
            <a:off x="5466207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5" name="New picture"/>
          <p:cNvPicPr/>
          <p:nvPr/>
        </p:nvPicPr>
        <p:blipFill>
          <a:blip r:embed="rId1622"/>
          <a:srcRect/>
          <a:stretch>
            <a:fillRect/>
          </a:stretch>
        </p:blipFill>
        <p:spPr>
          <a:xfrm>
            <a:off x="5513546" y="231457"/>
            <a:ext cx="48863" cy="54959"/>
          </a:xfrm>
          <a:prstGeom prst="rect"/>
          <a:ln w="0">
            <a:noFill/>
          </a:ln>
        </p:spPr>
      </p:pic>
      <p:sp>
        <p:nvSpPr>
          <p:cNvPr id="2676" name="New shape"/>
          <p:cNvSpPr/>
          <p:nvPr/>
        </p:nvSpPr>
        <p:spPr>
          <a:xfrm>
            <a:off x="5522691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77" name="New shape"/>
          <p:cNvSpPr/>
          <p:nvPr/>
        </p:nvSpPr>
        <p:spPr>
          <a:xfrm>
            <a:off x="5533358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78" name="New picture"/>
          <p:cNvPicPr/>
          <p:nvPr/>
        </p:nvPicPr>
        <p:blipFill>
          <a:blip r:embed="rId1623"/>
          <a:srcRect/>
          <a:stretch>
            <a:fillRect/>
          </a:stretch>
        </p:blipFill>
        <p:spPr>
          <a:xfrm>
            <a:off x="5573078" y="213169"/>
            <a:ext cx="45815" cy="73247"/>
          </a:xfrm>
          <a:prstGeom prst="rect"/>
          <a:ln w="0">
            <a:noFill/>
          </a:ln>
        </p:spPr>
      </p:pic>
      <p:sp>
        <p:nvSpPr>
          <p:cNvPr id="2679" name="New shape"/>
          <p:cNvSpPr/>
          <p:nvPr/>
        </p:nvSpPr>
        <p:spPr>
          <a:xfrm>
            <a:off x="5580698" y="239077"/>
            <a:ext cx="29051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80" name="New picture"/>
          <p:cNvPicPr/>
          <p:nvPr/>
        </p:nvPicPr>
        <p:blipFill>
          <a:blip r:embed="rId1624"/>
          <a:srcRect/>
          <a:stretch>
            <a:fillRect/>
          </a:stretch>
        </p:blipFill>
        <p:spPr>
          <a:xfrm>
            <a:off x="5629561" y="232981"/>
            <a:ext cx="42767" cy="53435"/>
          </a:xfrm>
          <a:prstGeom prst="rect"/>
          <a:ln w="0">
            <a:noFill/>
          </a:ln>
        </p:spPr>
      </p:pic>
      <p:pic>
        <p:nvPicPr>
          <p:cNvPr id="2681" name="New picture"/>
          <p:cNvPicPr/>
          <p:nvPr/>
        </p:nvPicPr>
        <p:blipFill>
          <a:blip r:embed="rId1625"/>
          <a:srcRect/>
          <a:stretch>
            <a:fillRect/>
          </a:stretch>
        </p:blipFill>
        <p:spPr>
          <a:xfrm>
            <a:off x="5681472" y="214694"/>
            <a:ext cx="26003" cy="71723"/>
          </a:xfrm>
          <a:prstGeom prst="rect"/>
          <a:ln w="0">
            <a:noFill/>
          </a:ln>
        </p:spPr>
      </p:pic>
      <p:pic>
        <p:nvPicPr>
          <p:cNvPr id="2682" name="New picture"/>
          <p:cNvPicPr/>
          <p:nvPr/>
        </p:nvPicPr>
        <p:blipFill>
          <a:blip r:embed="rId1626"/>
          <a:srcRect/>
          <a:stretch>
            <a:fillRect/>
          </a:stretch>
        </p:blipFill>
        <p:spPr>
          <a:xfrm>
            <a:off x="5712047" y="231458"/>
            <a:ext cx="48863" cy="54959"/>
          </a:xfrm>
          <a:prstGeom prst="rect"/>
          <a:ln w="0">
            <a:noFill/>
          </a:ln>
        </p:spPr>
      </p:pic>
      <p:sp>
        <p:nvSpPr>
          <p:cNvPr id="2683" name="New shape"/>
          <p:cNvSpPr/>
          <p:nvPr/>
        </p:nvSpPr>
        <p:spPr>
          <a:xfrm>
            <a:off x="5721191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84" name="New picture"/>
          <p:cNvPicPr/>
          <p:nvPr/>
        </p:nvPicPr>
        <p:blipFill>
          <a:blip r:embed="rId1627"/>
          <a:srcRect/>
          <a:stretch>
            <a:fillRect/>
          </a:stretch>
        </p:blipFill>
        <p:spPr>
          <a:xfrm>
            <a:off x="5771579" y="231457"/>
            <a:ext cx="42767" cy="53435"/>
          </a:xfrm>
          <a:prstGeom prst="rect"/>
          <a:ln w="0">
            <a:noFill/>
          </a:ln>
        </p:spPr>
      </p:pic>
      <p:pic>
        <p:nvPicPr>
          <p:cNvPr id="2685" name="New picture"/>
          <p:cNvPicPr/>
          <p:nvPr/>
        </p:nvPicPr>
        <p:blipFill>
          <a:blip r:embed="rId1628"/>
          <a:srcRect/>
          <a:stretch>
            <a:fillRect/>
          </a:stretch>
        </p:blipFill>
        <p:spPr>
          <a:xfrm>
            <a:off x="5823490" y="214694"/>
            <a:ext cx="24479" cy="71723"/>
          </a:xfrm>
          <a:prstGeom prst="rect"/>
          <a:ln w="0">
            <a:noFill/>
          </a:ln>
        </p:spPr>
      </p:pic>
      <p:pic>
        <p:nvPicPr>
          <p:cNvPr id="2686" name="New picture"/>
          <p:cNvPicPr/>
          <p:nvPr/>
        </p:nvPicPr>
        <p:blipFill>
          <a:blip r:embed="rId1629"/>
          <a:srcRect/>
          <a:stretch>
            <a:fillRect/>
          </a:stretch>
        </p:blipFill>
        <p:spPr>
          <a:xfrm>
            <a:off x="5852541" y="231457"/>
            <a:ext cx="44291" cy="54959"/>
          </a:xfrm>
          <a:prstGeom prst="rect"/>
          <a:ln w="0">
            <a:noFill/>
          </a:ln>
        </p:spPr>
      </p:pic>
      <p:pic>
        <p:nvPicPr>
          <p:cNvPr id="2687" name="New picture"/>
          <p:cNvPicPr/>
          <p:nvPr/>
        </p:nvPicPr>
        <p:blipFill>
          <a:blip r:embed="rId1630"/>
          <a:srcRect/>
          <a:stretch>
            <a:fillRect/>
          </a:stretch>
        </p:blipFill>
        <p:spPr>
          <a:xfrm>
            <a:off x="314039" y="10428638"/>
            <a:ext cx="42672" cy="71724"/>
          </a:xfrm>
          <a:prstGeom prst="rect"/>
          <a:ln w="0">
            <a:noFill/>
          </a:ln>
        </p:spPr>
      </p:pic>
      <p:pic>
        <p:nvPicPr>
          <p:cNvPr id="2688" name="New picture"/>
          <p:cNvPicPr/>
          <p:nvPr/>
        </p:nvPicPr>
        <p:blipFill>
          <a:blip r:embed="rId1631"/>
          <a:srcRect/>
          <a:stretch>
            <a:fillRect/>
          </a:stretch>
        </p:blipFill>
        <p:spPr>
          <a:xfrm>
            <a:off x="365951" y="10430161"/>
            <a:ext cx="25908" cy="71723"/>
          </a:xfrm>
          <a:prstGeom prst="rect"/>
          <a:ln w="0">
            <a:noFill/>
          </a:ln>
        </p:spPr>
      </p:pic>
      <p:pic>
        <p:nvPicPr>
          <p:cNvPr id="2689" name="New picture"/>
          <p:cNvPicPr/>
          <p:nvPr/>
        </p:nvPicPr>
        <p:blipFill>
          <a:blip r:embed="rId1632"/>
          <a:srcRect/>
          <a:stretch>
            <a:fillRect/>
          </a:stretch>
        </p:blipFill>
        <p:spPr>
          <a:xfrm>
            <a:off x="394906" y="10430161"/>
            <a:ext cx="26003" cy="71723"/>
          </a:xfrm>
          <a:prstGeom prst="rect"/>
          <a:ln w="0">
            <a:noFill/>
          </a:ln>
        </p:spPr>
      </p:pic>
      <p:pic>
        <p:nvPicPr>
          <p:cNvPr id="2690" name="New picture"/>
          <p:cNvPicPr/>
          <p:nvPr/>
        </p:nvPicPr>
        <p:blipFill>
          <a:blip r:embed="rId1633"/>
          <a:srcRect/>
          <a:stretch>
            <a:fillRect/>
          </a:stretch>
        </p:blipFill>
        <p:spPr>
          <a:xfrm>
            <a:off x="427006" y="10446924"/>
            <a:ext cx="45815" cy="73247"/>
          </a:xfrm>
          <a:prstGeom prst="rect"/>
          <a:ln w="0">
            <a:noFill/>
          </a:ln>
        </p:spPr>
      </p:pic>
      <p:sp>
        <p:nvSpPr>
          <p:cNvPr id="2691" name="New shape"/>
          <p:cNvSpPr/>
          <p:nvPr/>
        </p:nvSpPr>
        <p:spPr>
          <a:xfrm>
            <a:off x="436150" y="10454545"/>
            <a:ext cx="27527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2" name="New picture"/>
          <p:cNvPicPr/>
          <p:nvPr/>
        </p:nvPicPr>
        <p:blipFill>
          <a:blip r:embed="rId1634"/>
          <a:srcRect/>
          <a:stretch>
            <a:fillRect/>
          </a:stretch>
        </p:blipFill>
        <p:spPr>
          <a:xfrm>
            <a:off x="480441" y="10446925"/>
            <a:ext cx="44291" cy="54959"/>
          </a:xfrm>
          <a:prstGeom prst="rect"/>
          <a:ln w="0">
            <a:noFill/>
          </a:ln>
        </p:spPr>
      </p:pic>
      <p:sp>
        <p:nvSpPr>
          <p:cNvPr id="2693" name="New shape"/>
          <p:cNvSpPr/>
          <p:nvPr/>
        </p:nvSpPr>
        <p:spPr>
          <a:xfrm>
            <a:off x="536924" y="104484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94" name="New shape"/>
          <p:cNvSpPr/>
          <p:nvPr/>
        </p:nvSpPr>
        <p:spPr>
          <a:xfrm>
            <a:off x="536924" y="10491121"/>
            <a:ext cx="10668" cy="92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95" name="New shape"/>
          <p:cNvSpPr/>
          <p:nvPr/>
        </p:nvSpPr>
        <p:spPr>
          <a:xfrm>
            <a:off x="556832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96" name="New shape"/>
          <p:cNvSpPr/>
          <p:nvPr/>
        </p:nvSpPr>
        <p:spPr>
          <a:xfrm>
            <a:off x="584264" y="10427018"/>
            <a:ext cx="29051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7" name="New picture"/>
          <p:cNvPicPr/>
          <p:nvPr/>
        </p:nvPicPr>
        <p:blipFill>
          <a:blip r:embed="rId1635"/>
          <a:srcRect/>
          <a:stretch>
            <a:fillRect/>
          </a:stretch>
        </p:blipFill>
        <p:spPr>
          <a:xfrm>
            <a:off x="613315" y="10448449"/>
            <a:ext cx="71723" cy="51912"/>
          </a:xfrm>
          <a:prstGeom prst="rect"/>
          <a:ln w="0">
            <a:noFill/>
          </a:ln>
        </p:spPr>
      </p:pic>
      <p:pic>
        <p:nvPicPr>
          <p:cNvPr id="2698" name="New picture"/>
          <p:cNvPicPr/>
          <p:nvPr/>
        </p:nvPicPr>
        <p:blipFill>
          <a:blip r:embed="rId1636"/>
          <a:srcRect/>
          <a:stretch>
            <a:fillRect/>
          </a:stretch>
        </p:blipFill>
        <p:spPr>
          <a:xfrm>
            <a:off x="686562" y="10448449"/>
            <a:ext cx="73342" cy="51912"/>
          </a:xfrm>
          <a:prstGeom prst="rect"/>
          <a:ln w="0">
            <a:noFill/>
          </a:ln>
        </p:spPr>
      </p:pic>
      <p:pic>
        <p:nvPicPr>
          <p:cNvPr id="2699" name="New picture"/>
          <p:cNvPicPr/>
          <p:nvPr/>
        </p:nvPicPr>
        <p:blipFill>
          <a:blip r:embed="rId1637"/>
          <a:srcRect/>
          <a:stretch>
            <a:fillRect/>
          </a:stretch>
        </p:blipFill>
        <p:spPr>
          <a:xfrm>
            <a:off x="759904" y="10448449"/>
            <a:ext cx="73247" cy="51912"/>
          </a:xfrm>
          <a:prstGeom prst="rect"/>
          <a:ln w="0">
            <a:noFill/>
          </a:ln>
        </p:spPr>
      </p:pic>
      <p:sp>
        <p:nvSpPr>
          <p:cNvPr id="2700" name="New shape"/>
          <p:cNvSpPr/>
          <p:nvPr/>
        </p:nvSpPr>
        <p:spPr>
          <a:xfrm>
            <a:off x="836676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01" name="New picture"/>
          <p:cNvPicPr/>
          <p:nvPr/>
        </p:nvPicPr>
        <p:blipFill>
          <a:blip r:embed="rId1638"/>
          <a:srcRect/>
          <a:stretch>
            <a:fillRect/>
          </a:stretch>
        </p:blipFill>
        <p:spPr>
          <a:xfrm>
            <a:off x="857631" y="10430161"/>
            <a:ext cx="25908" cy="71723"/>
          </a:xfrm>
          <a:prstGeom prst="rect"/>
          <a:ln w="0">
            <a:noFill/>
          </a:ln>
        </p:spPr>
      </p:pic>
      <p:pic>
        <p:nvPicPr>
          <p:cNvPr id="2702" name="New picture"/>
          <p:cNvPicPr/>
          <p:nvPr/>
        </p:nvPicPr>
        <p:blipFill>
          <a:blip r:embed="rId1639"/>
          <a:srcRect/>
          <a:stretch>
            <a:fillRect/>
          </a:stretch>
        </p:blipFill>
        <p:spPr>
          <a:xfrm>
            <a:off x="888111" y="10446925"/>
            <a:ext cx="48958" cy="54959"/>
          </a:xfrm>
          <a:prstGeom prst="rect"/>
          <a:ln w="0">
            <a:noFill/>
          </a:ln>
        </p:spPr>
      </p:pic>
      <p:sp>
        <p:nvSpPr>
          <p:cNvPr id="2703" name="New shape"/>
          <p:cNvSpPr/>
          <p:nvPr/>
        </p:nvSpPr>
        <p:spPr>
          <a:xfrm>
            <a:off x="897350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04" name="New picture"/>
          <p:cNvPicPr/>
          <p:nvPr/>
        </p:nvPicPr>
        <p:blipFill>
          <a:blip r:embed="rId1640"/>
          <a:srcRect/>
          <a:stretch>
            <a:fillRect/>
          </a:stretch>
        </p:blipFill>
        <p:spPr>
          <a:xfrm>
            <a:off x="947738" y="10428636"/>
            <a:ext cx="45815" cy="73247"/>
          </a:xfrm>
          <a:prstGeom prst="rect"/>
          <a:ln w="0">
            <a:noFill/>
          </a:ln>
        </p:spPr>
      </p:pic>
      <p:sp>
        <p:nvSpPr>
          <p:cNvPr id="2705" name="New shape"/>
          <p:cNvSpPr/>
          <p:nvPr/>
        </p:nvSpPr>
        <p:spPr>
          <a:xfrm>
            <a:off x="955358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06" name="New shape"/>
          <p:cNvSpPr/>
          <p:nvPr/>
        </p:nvSpPr>
        <p:spPr>
          <a:xfrm>
            <a:off x="1004316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07" name="New picture"/>
          <p:cNvPicPr/>
          <p:nvPr/>
        </p:nvPicPr>
        <p:blipFill>
          <a:blip r:embed="rId1641"/>
          <a:srcRect/>
          <a:stretch>
            <a:fillRect/>
          </a:stretch>
        </p:blipFill>
        <p:spPr>
          <a:xfrm>
            <a:off x="1024033" y="10446925"/>
            <a:ext cx="48863" cy="54959"/>
          </a:xfrm>
          <a:prstGeom prst="rect"/>
          <a:ln w="0">
            <a:noFill/>
          </a:ln>
        </p:spPr>
      </p:pic>
      <p:sp>
        <p:nvSpPr>
          <p:cNvPr id="2708" name="New shape"/>
          <p:cNvSpPr/>
          <p:nvPr/>
        </p:nvSpPr>
        <p:spPr>
          <a:xfrm>
            <a:off x="1033272" y="10454545"/>
            <a:ext cx="30480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09" name="New picture"/>
          <p:cNvPicPr/>
          <p:nvPr/>
        </p:nvPicPr>
        <p:blipFill>
          <a:blip r:embed="rId1642"/>
          <a:srcRect/>
          <a:stretch>
            <a:fillRect/>
          </a:stretch>
        </p:blipFill>
        <p:spPr>
          <a:xfrm>
            <a:off x="1080516" y="10446925"/>
            <a:ext cx="48958" cy="54959"/>
          </a:xfrm>
          <a:prstGeom prst="rect"/>
          <a:ln w="0">
            <a:noFill/>
          </a:ln>
        </p:spPr>
      </p:pic>
      <p:sp>
        <p:nvSpPr>
          <p:cNvPr id="2710" name="New shape"/>
          <p:cNvSpPr/>
          <p:nvPr/>
        </p:nvSpPr>
        <p:spPr>
          <a:xfrm>
            <a:off x="1089755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1" name="New picture"/>
          <p:cNvPicPr/>
          <p:nvPr/>
        </p:nvPicPr>
        <p:blipFill>
          <a:blip r:embed="rId1643"/>
          <a:srcRect/>
          <a:stretch>
            <a:fillRect/>
          </a:stretch>
        </p:blipFill>
        <p:spPr>
          <a:xfrm>
            <a:off x="1140142" y="10448449"/>
            <a:ext cx="42767" cy="53435"/>
          </a:xfrm>
          <a:prstGeom prst="rect"/>
          <a:ln w="0">
            <a:noFill/>
          </a:ln>
        </p:spPr>
      </p:pic>
      <p:sp>
        <p:nvSpPr>
          <p:cNvPr id="2712" name="New shape"/>
          <p:cNvSpPr/>
          <p:nvPr/>
        </p:nvSpPr>
        <p:spPr>
          <a:xfrm>
            <a:off x="1197864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3" name="New picture"/>
          <p:cNvPicPr/>
          <p:nvPr/>
        </p:nvPicPr>
        <p:blipFill>
          <a:blip r:embed="rId1644"/>
          <a:srcRect/>
          <a:stretch>
            <a:fillRect/>
          </a:stretch>
        </p:blipFill>
        <p:spPr>
          <a:xfrm>
            <a:off x="1222534" y="10446924"/>
            <a:ext cx="45815" cy="54959"/>
          </a:xfrm>
          <a:prstGeom prst="rect"/>
          <a:ln w="0">
            <a:noFill/>
          </a:ln>
        </p:spPr>
      </p:pic>
      <p:pic>
        <p:nvPicPr>
          <p:cNvPr id="2714" name="New picture"/>
          <p:cNvPicPr/>
          <p:nvPr/>
        </p:nvPicPr>
        <p:blipFill>
          <a:blip r:embed="rId1645"/>
          <a:srcRect/>
          <a:stretch>
            <a:fillRect/>
          </a:stretch>
        </p:blipFill>
        <p:spPr>
          <a:xfrm>
            <a:off x="1272921" y="10446927"/>
            <a:ext cx="48959" cy="54959"/>
          </a:xfrm>
          <a:prstGeom prst="rect"/>
          <a:ln w="0">
            <a:noFill/>
          </a:ln>
        </p:spPr>
      </p:pic>
      <p:sp>
        <p:nvSpPr>
          <p:cNvPr id="2715" name="New shape"/>
          <p:cNvSpPr/>
          <p:nvPr/>
        </p:nvSpPr>
        <p:spPr>
          <a:xfrm>
            <a:off x="1282160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6" name="New picture"/>
          <p:cNvPicPr/>
          <p:nvPr/>
        </p:nvPicPr>
        <p:blipFill>
          <a:blip r:embed="rId1646"/>
          <a:srcRect/>
          <a:stretch>
            <a:fillRect/>
          </a:stretch>
        </p:blipFill>
        <p:spPr>
          <a:xfrm>
            <a:off x="1332548" y="10446925"/>
            <a:ext cx="71723" cy="53435"/>
          </a:xfrm>
          <a:prstGeom prst="rect"/>
          <a:ln w="0">
            <a:noFill/>
          </a:ln>
        </p:spPr>
      </p:pic>
      <p:sp>
        <p:nvSpPr>
          <p:cNvPr id="2717" name="New shape"/>
          <p:cNvSpPr/>
          <p:nvPr/>
        </p:nvSpPr>
        <p:spPr>
          <a:xfrm>
            <a:off x="1410367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8" name="New picture"/>
          <p:cNvPicPr/>
          <p:nvPr/>
        </p:nvPicPr>
        <p:blipFill>
          <a:blip r:embed="rId1647"/>
          <a:srcRect/>
          <a:stretch>
            <a:fillRect/>
          </a:stretch>
        </p:blipFill>
        <p:spPr>
          <a:xfrm>
            <a:off x="1439418" y="10427018"/>
            <a:ext cx="30575" cy="73343"/>
          </a:xfrm>
          <a:prstGeom prst="rect"/>
          <a:ln w="0">
            <a:noFill/>
          </a:ln>
        </p:spPr>
      </p:pic>
      <p:pic>
        <p:nvPicPr>
          <p:cNvPr id="2719" name="New picture"/>
          <p:cNvPicPr/>
          <p:nvPr/>
        </p:nvPicPr>
        <p:blipFill>
          <a:blip r:embed="rId1648"/>
          <a:srcRect/>
          <a:stretch>
            <a:fillRect/>
          </a:stretch>
        </p:blipFill>
        <p:spPr>
          <a:xfrm>
            <a:off x="1473041" y="10446925"/>
            <a:ext cx="28956" cy="53435"/>
          </a:xfrm>
          <a:prstGeom prst="rect"/>
          <a:ln w="0">
            <a:noFill/>
          </a:ln>
        </p:spPr>
      </p:pic>
      <p:sp>
        <p:nvSpPr>
          <p:cNvPr id="2720" name="New shape"/>
          <p:cNvSpPr/>
          <p:nvPr/>
        </p:nvSpPr>
        <p:spPr>
          <a:xfrm>
            <a:off x="150418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21" name="New picture"/>
          <p:cNvPicPr/>
          <p:nvPr/>
        </p:nvPicPr>
        <p:blipFill>
          <a:blip r:embed="rId1649"/>
          <a:srcRect/>
          <a:stretch>
            <a:fillRect/>
          </a:stretch>
        </p:blipFill>
        <p:spPr>
          <a:xfrm>
            <a:off x="1535621" y="10427018"/>
            <a:ext cx="30575" cy="73343"/>
          </a:xfrm>
          <a:prstGeom prst="rect"/>
          <a:ln w="0">
            <a:noFill/>
          </a:ln>
        </p:spPr>
      </p:pic>
      <p:pic>
        <p:nvPicPr>
          <p:cNvPr id="2722" name="New picture"/>
          <p:cNvPicPr/>
          <p:nvPr/>
        </p:nvPicPr>
        <p:blipFill>
          <a:blip r:embed="rId1650"/>
          <a:srcRect/>
          <a:stretch>
            <a:fillRect/>
          </a:stretch>
        </p:blipFill>
        <p:spPr>
          <a:xfrm>
            <a:off x="1569244" y="10446925"/>
            <a:ext cx="28956" cy="53435"/>
          </a:xfrm>
          <a:prstGeom prst="rect"/>
          <a:ln w="0">
            <a:noFill/>
          </a:ln>
        </p:spPr>
      </p:pic>
      <p:sp>
        <p:nvSpPr>
          <p:cNvPr id="2723" name="New shape"/>
          <p:cNvSpPr/>
          <p:nvPr/>
        </p:nvSpPr>
        <p:spPr>
          <a:xfrm>
            <a:off x="1596676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24" name="New shape"/>
          <p:cNvSpPr/>
          <p:nvPr/>
        </p:nvSpPr>
        <p:spPr>
          <a:xfrm>
            <a:off x="1632204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25" name="New picture"/>
          <p:cNvPicPr/>
          <p:nvPr/>
        </p:nvPicPr>
        <p:blipFill>
          <a:blip r:embed="rId1651"/>
          <a:srcRect/>
          <a:stretch>
            <a:fillRect/>
          </a:stretch>
        </p:blipFill>
        <p:spPr>
          <a:xfrm>
            <a:off x="1651635" y="10446925"/>
            <a:ext cx="48863" cy="54959"/>
          </a:xfrm>
          <a:prstGeom prst="rect"/>
          <a:ln w="0">
            <a:noFill/>
          </a:ln>
        </p:spPr>
      </p:pic>
      <p:sp>
        <p:nvSpPr>
          <p:cNvPr id="2726" name="New shape"/>
          <p:cNvSpPr/>
          <p:nvPr/>
        </p:nvSpPr>
        <p:spPr>
          <a:xfrm>
            <a:off x="166087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27" name="New picture"/>
          <p:cNvPicPr/>
          <p:nvPr/>
        </p:nvPicPr>
        <p:blipFill>
          <a:blip r:embed="rId1652"/>
          <a:srcRect/>
          <a:stretch>
            <a:fillRect/>
          </a:stretch>
        </p:blipFill>
        <p:spPr>
          <a:xfrm>
            <a:off x="1708213" y="10446925"/>
            <a:ext cx="48863" cy="54959"/>
          </a:xfrm>
          <a:prstGeom prst="rect"/>
          <a:ln w="0">
            <a:noFill/>
          </a:ln>
        </p:spPr>
      </p:pic>
      <p:sp>
        <p:nvSpPr>
          <p:cNvPr id="2728" name="New shape"/>
          <p:cNvSpPr/>
          <p:nvPr/>
        </p:nvSpPr>
        <p:spPr>
          <a:xfrm>
            <a:off x="1717357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29" name="New picture"/>
          <p:cNvPicPr/>
          <p:nvPr/>
        </p:nvPicPr>
        <p:blipFill>
          <a:blip r:embed="rId1653"/>
          <a:srcRect/>
          <a:stretch>
            <a:fillRect/>
          </a:stretch>
        </p:blipFill>
        <p:spPr>
          <a:xfrm>
            <a:off x="1767745" y="10446925"/>
            <a:ext cx="27432" cy="53435"/>
          </a:xfrm>
          <a:prstGeom prst="rect"/>
          <a:ln w="0">
            <a:noFill/>
          </a:ln>
        </p:spPr>
      </p:pic>
      <p:pic>
        <p:nvPicPr>
          <p:cNvPr id="2730" name="New picture"/>
          <p:cNvPicPr/>
          <p:nvPr/>
        </p:nvPicPr>
        <p:blipFill>
          <a:blip r:embed="rId1654"/>
          <a:srcRect/>
          <a:stretch>
            <a:fillRect/>
          </a:stretch>
        </p:blipFill>
        <p:spPr>
          <a:xfrm>
            <a:off x="1801273" y="10446925"/>
            <a:ext cx="44196" cy="53435"/>
          </a:xfrm>
          <a:prstGeom prst="rect"/>
          <a:ln w="0">
            <a:noFill/>
          </a:ln>
        </p:spPr>
      </p:pic>
      <p:sp>
        <p:nvSpPr>
          <p:cNvPr id="2731" name="New shape"/>
          <p:cNvSpPr/>
          <p:nvPr/>
        </p:nvSpPr>
        <p:spPr>
          <a:xfrm>
            <a:off x="1851755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2" name="New picture"/>
          <p:cNvPicPr/>
          <p:nvPr/>
        </p:nvPicPr>
        <p:blipFill>
          <a:blip r:embed="rId1655"/>
          <a:srcRect/>
          <a:stretch>
            <a:fillRect/>
          </a:stretch>
        </p:blipFill>
        <p:spPr>
          <a:xfrm>
            <a:off x="1883759" y="10446925"/>
            <a:ext cx="47339" cy="54959"/>
          </a:xfrm>
          <a:prstGeom prst="rect"/>
          <a:ln w="0">
            <a:noFill/>
          </a:ln>
        </p:spPr>
      </p:pic>
      <p:sp>
        <p:nvSpPr>
          <p:cNvPr id="2733" name="New shape"/>
          <p:cNvSpPr/>
          <p:nvPr/>
        </p:nvSpPr>
        <p:spPr>
          <a:xfrm>
            <a:off x="189290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4" name="New picture"/>
          <p:cNvPicPr/>
          <p:nvPr/>
        </p:nvPicPr>
        <p:blipFill>
          <a:blip r:embed="rId1656"/>
          <a:srcRect/>
          <a:stretch>
            <a:fillRect/>
          </a:stretch>
        </p:blipFill>
        <p:spPr>
          <a:xfrm>
            <a:off x="1941767" y="10446925"/>
            <a:ext cx="29051" cy="53435"/>
          </a:xfrm>
          <a:prstGeom prst="rect"/>
          <a:ln w="0">
            <a:noFill/>
          </a:ln>
        </p:spPr>
      </p:pic>
      <p:pic>
        <p:nvPicPr>
          <p:cNvPr id="2735" name="New picture"/>
          <p:cNvPicPr/>
          <p:nvPr/>
        </p:nvPicPr>
        <p:blipFill>
          <a:blip r:embed="rId1657"/>
          <a:srcRect/>
          <a:stretch>
            <a:fillRect/>
          </a:stretch>
        </p:blipFill>
        <p:spPr>
          <a:xfrm>
            <a:off x="1972342" y="10430161"/>
            <a:ext cx="24479" cy="71723"/>
          </a:xfrm>
          <a:prstGeom prst="rect"/>
          <a:ln w="0">
            <a:noFill/>
          </a:ln>
        </p:spPr>
      </p:pic>
      <p:sp>
        <p:nvSpPr>
          <p:cNvPr id="2736" name="New shape"/>
          <p:cNvSpPr/>
          <p:nvPr/>
        </p:nvSpPr>
        <p:spPr>
          <a:xfrm>
            <a:off x="2004441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37" name="New shape"/>
          <p:cNvSpPr/>
          <p:nvPr/>
        </p:nvSpPr>
        <p:spPr>
          <a:xfrm>
            <a:off x="2004441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8" name="New picture"/>
          <p:cNvPicPr/>
          <p:nvPr/>
        </p:nvPicPr>
        <p:blipFill>
          <a:blip r:embed="rId1658"/>
          <a:srcRect/>
          <a:stretch>
            <a:fillRect/>
          </a:stretch>
        </p:blipFill>
        <p:spPr>
          <a:xfrm>
            <a:off x="2024253" y="10446924"/>
            <a:ext cx="45815" cy="54959"/>
          </a:xfrm>
          <a:prstGeom prst="rect"/>
          <a:ln w="0">
            <a:noFill/>
          </a:ln>
        </p:spPr>
      </p:pic>
      <p:sp>
        <p:nvSpPr>
          <p:cNvPr id="2739" name="New shape"/>
          <p:cNvSpPr/>
          <p:nvPr/>
        </p:nvSpPr>
        <p:spPr>
          <a:xfrm>
            <a:off x="2077212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0" name="New picture"/>
          <p:cNvPicPr/>
          <p:nvPr/>
        </p:nvPicPr>
        <p:blipFill>
          <a:blip r:embed="rId1659"/>
          <a:srcRect/>
          <a:stretch>
            <a:fillRect/>
          </a:stretch>
        </p:blipFill>
        <p:spPr>
          <a:xfrm>
            <a:off x="2097596" y="10446925"/>
            <a:ext cx="48863" cy="54959"/>
          </a:xfrm>
          <a:prstGeom prst="rect"/>
          <a:ln w="0">
            <a:noFill/>
          </a:ln>
        </p:spPr>
      </p:pic>
      <p:sp>
        <p:nvSpPr>
          <p:cNvPr id="2741" name="New shape"/>
          <p:cNvSpPr/>
          <p:nvPr/>
        </p:nvSpPr>
        <p:spPr>
          <a:xfrm>
            <a:off x="210826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2" name="New picture"/>
          <p:cNvPicPr/>
          <p:nvPr/>
        </p:nvPicPr>
        <p:blipFill>
          <a:blip r:embed="rId1660"/>
          <a:srcRect/>
          <a:stretch>
            <a:fillRect/>
          </a:stretch>
        </p:blipFill>
        <p:spPr>
          <a:xfrm>
            <a:off x="2154079" y="10446925"/>
            <a:ext cx="44291" cy="54959"/>
          </a:xfrm>
          <a:prstGeom prst="rect"/>
          <a:ln w="0">
            <a:noFill/>
          </a:ln>
        </p:spPr>
      </p:pic>
      <p:sp>
        <p:nvSpPr>
          <p:cNvPr id="2743" name="New shape"/>
          <p:cNvSpPr/>
          <p:nvPr/>
        </p:nvSpPr>
        <p:spPr>
          <a:xfrm>
            <a:off x="2201418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4" name="New picture"/>
          <p:cNvPicPr/>
          <p:nvPr/>
        </p:nvPicPr>
        <p:blipFill>
          <a:blip r:embed="rId1661"/>
          <a:srcRect/>
          <a:stretch>
            <a:fillRect/>
          </a:stretch>
        </p:blipFill>
        <p:spPr>
          <a:xfrm>
            <a:off x="2236565" y="10428636"/>
            <a:ext cx="45720" cy="73247"/>
          </a:xfrm>
          <a:prstGeom prst="rect"/>
          <a:ln w="0">
            <a:noFill/>
          </a:ln>
        </p:spPr>
      </p:pic>
      <p:sp>
        <p:nvSpPr>
          <p:cNvPr id="2745" name="New shape"/>
          <p:cNvSpPr/>
          <p:nvPr/>
        </p:nvSpPr>
        <p:spPr>
          <a:xfrm>
            <a:off x="2244185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6" name="New picture"/>
          <p:cNvPicPr/>
          <p:nvPr/>
        </p:nvPicPr>
        <p:blipFill>
          <a:blip r:embed="rId1662"/>
          <a:srcRect/>
          <a:stretch>
            <a:fillRect/>
          </a:stretch>
        </p:blipFill>
        <p:spPr>
          <a:xfrm>
            <a:off x="2290001" y="10446927"/>
            <a:ext cx="48863" cy="54959"/>
          </a:xfrm>
          <a:prstGeom prst="rect"/>
          <a:ln w="0">
            <a:noFill/>
          </a:ln>
        </p:spPr>
      </p:pic>
      <p:sp>
        <p:nvSpPr>
          <p:cNvPr id="2747" name="New shape"/>
          <p:cNvSpPr/>
          <p:nvPr/>
        </p:nvSpPr>
        <p:spPr>
          <a:xfrm>
            <a:off x="2299145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8" name="New picture"/>
          <p:cNvPicPr/>
          <p:nvPr/>
        </p:nvPicPr>
        <p:blipFill>
          <a:blip r:embed="rId1663"/>
          <a:srcRect/>
          <a:stretch>
            <a:fillRect/>
          </a:stretch>
        </p:blipFill>
        <p:spPr>
          <a:xfrm>
            <a:off x="2346484" y="10446927"/>
            <a:ext cx="48863" cy="54959"/>
          </a:xfrm>
          <a:prstGeom prst="rect"/>
          <a:ln w="0">
            <a:noFill/>
          </a:ln>
        </p:spPr>
      </p:pic>
      <p:sp>
        <p:nvSpPr>
          <p:cNvPr id="2749" name="New shape"/>
          <p:cNvSpPr/>
          <p:nvPr/>
        </p:nvSpPr>
        <p:spPr>
          <a:xfrm>
            <a:off x="2355628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0" name="New picture"/>
          <p:cNvPicPr/>
          <p:nvPr/>
        </p:nvPicPr>
        <p:blipFill>
          <a:blip r:embed="rId1664"/>
          <a:srcRect/>
          <a:stretch>
            <a:fillRect/>
          </a:stretch>
        </p:blipFill>
        <p:spPr>
          <a:xfrm>
            <a:off x="2406015" y="10428638"/>
            <a:ext cx="44291" cy="71724"/>
          </a:xfrm>
          <a:prstGeom prst="rect"/>
          <a:ln w="0">
            <a:noFill/>
          </a:ln>
        </p:spPr>
      </p:pic>
      <p:pic>
        <p:nvPicPr>
          <p:cNvPr id="2751" name="New picture"/>
          <p:cNvPicPr/>
          <p:nvPr/>
        </p:nvPicPr>
        <p:blipFill>
          <a:blip r:embed="rId1665"/>
          <a:srcRect/>
          <a:stretch>
            <a:fillRect/>
          </a:stretch>
        </p:blipFill>
        <p:spPr>
          <a:xfrm>
            <a:off x="2453355" y="10446925"/>
            <a:ext cx="44291" cy="54959"/>
          </a:xfrm>
          <a:prstGeom prst="rect"/>
          <a:ln w="0">
            <a:noFill/>
          </a:ln>
        </p:spPr>
      </p:pic>
      <p:sp>
        <p:nvSpPr>
          <p:cNvPr id="2752" name="New shape"/>
          <p:cNvSpPr/>
          <p:nvPr/>
        </p:nvSpPr>
        <p:spPr>
          <a:xfrm>
            <a:off x="2503932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3" name="New picture"/>
          <p:cNvPicPr/>
          <p:nvPr/>
        </p:nvPicPr>
        <p:blipFill>
          <a:blip r:embed="rId1666"/>
          <a:srcRect/>
          <a:stretch>
            <a:fillRect/>
          </a:stretch>
        </p:blipFill>
        <p:spPr>
          <a:xfrm>
            <a:off x="2538889" y="10446925"/>
            <a:ext cx="48958" cy="54959"/>
          </a:xfrm>
          <a:prstGeom prst="rect"/>
          <a:ln w="0">
            <a:noFill/>
          </a:ln>
        </p:spPr>
      </p:pic>
      <p:sp>
        <p:nvSpPr>
          <p:cNvPr id="2754" name="New shape"/>
          <p:cNvSpPr/>
          <p:nvPr/>
        </p:nvSpPr>
        <p:spPr>
          <a:xfrm>
            <a:off x="2548128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5" name="New picture"/>
          <p:cNvPicPr/>
          <p:nvPr/>
        </p:nvPicPr>
        <p:blipFill>
          <a:blip r:embed="rId1667"/>
          <a:srcRect/>
          <a:stretch>
            <a:fillRect/>
          </a:stretch>
        </p:blipFill>
        <p:spPr>
          <a:xfrm>
            <a:off x="2598420" y="10428636"/>
            <a:ext cx="45720" cy="73247"/>
          </a:xfrm>
          <a:prstGeom prst="rect"/>
          <a:ln w="0">
            <a:noFill/>
          </a:ln>
        </p:spPr>
      </p:pic>
      <p:sp>
        <p:nvSpPr>
          <p:cNvPr id="2756" name="New shape"/>
          <p:cNvSpPr/>
          <p:nvPr/>
        </p:nvSpPr>
        <p:spPr>
          <a:xfrm>
            <a:off x="2606040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7" name="New picture"/>
          <p:cNvPicPr/>
          <p:nvPr/>
        </p:nvPicPr>
        <p:blipFill>
          <a:blip r:embed="rId1668"/>
          <a:srcRect/>
          <a:stretch>
            <a:fillRect/>
          </a:stretch>
        </p:blipFill>
        <p:spPr>
          <a:xfrm>
            <a:off x="2651855" y="10446927"/>
            <a:ext cx="48863" cy="54959"/>
          </a:xfrm>
          <a:prstGeom prst="rect"/>
          <a:ln w="0">
            <a:noFill/>
          </a:ln>
        </p:spPr>
      </p:pic>
      <p:sp>
        <p:nvSpPr>
          <p:cNvPr id="2758" name="New shape"/>
          <p:cNvSpPr/>
          <p:nvPr/>
        </p:nvSpPr>
        <p:spPr>
          <a:xfrm>
            <a:off x="2660999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59" name="New picture"/>
          <p:cNvPicPr/>
          <p:nvPr/>
        </p:nvPicPr>
        <p:blipFill>
          <a:blip r:embed="rId1669"/>
          <a:srcRect/>
          <a:stretch>
            <a:fillRect/>
          </a:stretch>
        </p:blipFill>
        <p:spPr>
          <a:xfrm>
            <a:off x="2711387" y="10448449"/>
            <a:ext cx="42767" cy="53435"/>
          </a:xfrm>
          <a:prstGeom prst="rect"/>
          <a:ln w="0">
            <a:noFill/>
          </a:ln>
        </p:spPr>
      </p:pic>
      <p:pic>
        <p:nvPicPr>
          <p:cNvPr id="2760" name="New picture"/>
          <p:cNvPicPr/>
          <p:nvPr/>
        </p:nvPicPr>
        <p:blipFill>
          <a:blip r:embed="rId1670"/>
          <a:srcRect/>
          <a:stretch>
            <a:fillRect/>
          </a:stretch>
        </p:blipFill>
        <p:spPr>
          <a:xfrm>
            <a:off x="2763393" y="10430161"/>
            <a:ext cx="25908" cy="71723"/>
          </a:xfrm>
          <a:prstGeom prst="rect"/>
          <a:ln w="0">
            <a:noFill/>
          </a:ln>
        </p:spPr>
      </p:pic>
      <p:sp>
        <p:nvSpPr>
          <p:cNvPr id="2761" name="New shape"/>
          <p:cNvSpPr/>
          <p:nvPr/>
        </p:nvSpPr>
        <p:spPr>
          <a:xfrm>
            <a:off x="27919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2" name="New picture"/>
          <p:cNvPicPr/>
          <p:nvPr/>
        </p:nvPicPr>
        <p:blipFill>
          <a:blip r:embed="rId1671"/>
          <a:srcRect/>
          <a:stretch>
            <a:fillRect/>
          </a:stretch>
        </p:blipFill>
        <p:spPr>
          <a:xfrm>
            <a:off x="2830544" y="10446925"/>
            <a:ext cx="71723" cy="53435"/>
          </a:xfrm>
          <a:prstGeom prst="rect"/>
          <a:ln w="0">
            <a:noFill/>
          </a:ln>
        </p:spPr>
      </p:pic>
      <p:pic>
        <p:nvPicPr>
          <p:cNvPr id="2763" name="New picture"/>
          <p:cNvPicPr/>
          <p:nvPr/>
        </p:nvPicPr>
        <p:blipFill>
          <a:blip r:embed="rId1672"/>
          <a:srcRect/>
          <a:stretch>
            <a:fillRect/>
          </a:stretch>
        </p:blipFill>
        <p:spPr>
          <a:xfrm>
            <a:off x="2911507" y="10446925"/>
            <a:ext cx="48863" cy="54959"/>
          </a:xfrm>
          <a:prstGeom prst="rect"/>
          <a:ln w="0">
            <a:noFill/>
          </a:ln>
        </p:spPr>
      </p:pic>
      <p:sp>
        <p:nvSpPr>
          <p:cNvPr id="2764" name="New shape"/>
          <p:cNvSpPr/>
          <p:nvPr/>
        </p:nvSpPr>
        <p:spPr>
          <a:xfrm>
            <a:off x="2922175" y="10474356"/>
            <a:ext cx="25908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5" name="New picture"/>
          <p:cNvPicPr/>
          <p:nvPr/>
        </p:nvPicPr>
        <p:blipFill>
          <a:blip r:embed="rId1673"/>
          <a:srcRect/>
          <a:stretch>
            <a:fillRect/>
          </a:stretch>
        </p:blipFill>
        <p:spPr>
          <a:xfrm>
            <a:off x="2969514" y="10446924"/>
            <a:ext cx="45815" cy="54959"/>
          </a:xfrm>
          <a:prstGeom prst="rect"/>
          <a:ln w="0">
            <a:noFill/>
          </a:ln>
        </p:spPr>
      </p:pic>
      <p:pic>
        <p:nvPicPr>
          <p:cNvPr id="2766" name="New picture"/>
          <p:cNvPicPr/>
          <p:nvPr/>
        </p:nvPicPr>
        <p:blipFill>
          <a:blip r:embed="rId1674"/>
          <a:srcRect/>
          <a:stretch>
            <a:fillRect/>
          </a:stretch>
        </p:blipFill>
        <p:spPr>
          <a:xfrm>
            <a:off x="3022949" y="10428638"/>
            <a:ext cx="42767" cy="71724"/>
          </a:xfrm>
          <a:prstGeom prst="rect"/>
          <a:ln w="0">
            <a:noFill/>
          </a:ln>
        </p:spPr>
      </p:pic>
      <p:sp>
        <p:nvSpPr>
          <p:cNvPr id="2767" name="New shape"/>
          <p:cNvSpPr/>
          <p:nvPr/>
        </p:nvSpPr>
        <p:spPr>
          <a:xfrm>
            <a:off x="3079432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68" name="New shape"/>
          <p:cNvSpPr/>
          <p:nvPr/>
        </p:nvSpPr>
        <p:spPr>
          <a:xfrm>
            <a:off x="3079432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9" name="New picture"/>
          <p:cNvPicPr/>
          <p:nvPr/>
        </p:nvPicPr>
        <p:blipFill>
          <a:blip r:embed="rId1675"/>
          <a:srcRect/>
          <a:stretch>
            <a:fillRect/>
          </a:stretch>
        </p:blipFill>
        <p:spPr>
          <a:xfrm>
            <a:off x="3100864" y="10446925"/>
            <a:ext cx="44196" cy="53435"/>
          </a:xfrm>
          <a:prstGeom prst="rect"/>
          <a:ln w="0">
            <a:noFill/>
          </a:ln>
        </p:spPr>
      </p:pic>
      <p:pic>
        <p:nvPicPr>
          <p:cNvPr id="2770" name="New picture"/>
          <p:cNvPicPr/>
          <p:nvPr/>
        </p:nvPicPr>
        <p:blipFill>
          <a:blip r:embed="rId1676"/>
          <a:srcRect/>
          <a:stretch>
            <a:fillRect/>
          </a:stretch>
        </p:blipFill>
        <p:spPr>
          <a:xfrm>
            <a:off x="3155823" y="10446925"/>
            <a:ext cx="47339" cy="54959"/>
          </a:xfrm>
          <a:prstGeom prst="rect"/>
          <a:ln w="0">
            <a:noFill/>
          </a:ln>
        </p:spPr>
      </p:pic>
      <p:sp>
        <p:nvSpPr>
          <p:cNvPr id="2771" name="New shape"/>
          <p:cNvSpPr/>
          <p:nvPr/>
        </p:nvSpPr>
        <p:spPr>
          <a:xfrm>
            <a:off x="3164967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72" name="New shape"/>
          <p:cNvSpPr/>
          <p:nvPr/>
        </p:nvSpPr>
        <p:spPr>
          <a:xfrm>
            <a:off x="32110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73" name="New shape"/>
          <p:cNvSpPr/>
          <p:nvPr/>
        </p:nvSpPr>
        <p:spPr>
          <a:xfrm>
            <a:off x="3249168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74" name="New picture"/>
          <p:cNvPicPr/>
          <p:nvPr/>
        </p:nvPicPr>
        <p:blipFill>
          <a:blip r:embed="rId1677"/>
          <a:srcRect/>
          <a:stretch>
            <a:fillRect/>
          </a:stretch>
        </p:blipFill>
        <p:spPr>
          <a:xfrm>
            <a:off x="3268885" y="10446925"/>
            <a:ext cx="47339" cy="54959"/>
          </a:xfrm>
          <a:prstGeom prst="rect"/>
          <a:ln w="0">
            <a:noFill/>
          </a:ln>
        </p:spPr>
      </p:pic>
      <p:sp>
        <p:nvSpPr>
          <p:cNvPr id="2775" name="New shape"/>
          <p:cNvSpPr/>
          <p:nvPr/>
        </p:nvSpPr>
        <p:spPr>
          <a:xfrm>
            <a:off x="3278029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76" name="New picture"/>
          <p:cNvPicPr/>
          <p:nvPr/>
        </p:nvPicPr>
        <p:blipFill>
          <a:blip r:embed="rId1678"/>
          <a:srcRect/>
          <a:stretch>
            <a:fillRect/>
          </a:stretch>
        </p:blipFill>
        <p:spPr>
          <a:xfrm>
            <a:off x="3325272" y="10446925"/>
            <a:ext cx="47339" cy="54959"/>
          </a:xfrm>
          <a:prstGeom prst="rect"/>
          <a:ln w="0">
            <a:noFill/>
          </a:ln>
        </p:spPr>
      </p:pic>
      <p:sp>
        <p:nvSpPr>
          <p:cNvPr id="2777" name="New shape"/>
          <p:cNvSpPr/>
          <p:nvPr/>
        </p:nvSpPr>
        <p:spPr>
          <a:xfrm>
            <a:off x="3334417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78" name="New picture"/>
          <p:cNvPicPr/>
          <p:nvPr/>
        </p:nvPicPr>
        <p:blipFill>
          <a:blip r:embed="rId1679"/>
          <a:srcRect/>
          <a:stretch>
            <a:fillRect/>
          </a:stretch>
        </p:blipFill>
        <p:spPr>
          <a:xfrm>
            <a:off x="3384803" y="10446925"/>
            <a:ext cx="27432" cy="53435"/>
          </a:xfrm>
          <a:prstGeom prst="rect"/>
          <a:ln w="0">
            <a:noFill/>
          </a:ln>
        </p:spPr>
      </p:pic>
      <p:pic>
        <p:nvPicPr>
          <p:cNvPr id="2779" name="New picture"/>
          <p:cNvPicPr/>
          <p:nvPr/>
        </p:nvPicPr>
        <p:blipFill>
          <a:blip r:embed="rId1680"/>
          <a:srcRect/>
          <a:stretch>
            <a:fillRect/>
          </a:stretch>
        </p:blipFill>
        <p:spPr>
          <a:xfrm>
            <a:off x="3418427" y="10446925"/>
            <a:ext cx="42767" cy="53435"/>
          </a:xfrm>
          <a:prstGeom prst="rect"/>
          <a:ln w="0">
            <a:noFill/>
          </a:ln>
        </p:spPr>
      </p:pic>
      <p:sp>
        <p:nvSpPr>
          <p:cNvPr id="2780" name="New shape"/>
          <p:cNvSpPr/>
          <p:nvPr/>
        </p:nvSpPr>
        <p:spPr>
          <a:xfrm>
            <a:off x="3474910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81" name="New shape"/>
          <p:cNvSpPr/>
          <p:nvPr/>
        </p:nvSpPr>
        <p:spPr>
          <a:xfrm>
            <a:off x="3474910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82" name="New picture"/>
          <p:cNvPicPr/>
          <p:nvPr/>
        </p:nvPicPr>
        <p:blipFill>
          <a:blip r:embed="rId1681"/>
          <a:srcRect/>
          <a:stretch>
            <a:fillRect/>
          </a:stretch>
        </p:blipFill>
        <p:spPr>
          <a:xfrm>
            <a:off x="3497866" y="10446925"/>
            <a:ext cx="42767" cy="53435"/>
          </a:xfrm>
          <a:prstGeom prst="rect"/>
          <a:ln w="0">
            <a:noFill/>
          </a:ln>
        </p:spPr>
      </p:pic>
      <p:pic>
        <p:nvPicPr>
          <p:cNvPr id="2783" name="New picture"/>
          <p:cNvPicPr/>
          <p:nvPr/>
        </p:nvPicPr>
        <p:blipFill>
          <a:blip r:embed="rId1682"/>
          <a:srcRect/>
          <a:stretch>
            <a:fillRect/>
          </a:stretch>
        </p:blipFill>
        <p:spPr>
          <a:xfrm>
            <a:off x="3549777" y="10446925"/>
            <a:ext cx="47339" cy="73247"/>
          </a:xfrm>
          <a:prstGeom prst="rect"/>
          <a:ln w="0">
            <a:noFill/>
          </a:ln>
        </p:spPr>
      </p:pic>
      <p:sp>
        <p:nvSpPr>
          <p:cNvPr id="2784" name="New shape"/>
          <p:cNvSpPr/>
          <p:nvPr/>
        </p:nvSpPr>
        <p:spPr>
          <a:xfrm>
            <a:off x="3560445" y="10454545"/>
            <a:ext cx="27527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85" name="New picture"/>
          <p:cNvPicPr/>
          <p:nvPr/>
        </p:nvPicPr>
        <p:blipFill>
          <a:blip r:embed="rId1683"/>
          <a:srcRect/>
          <a:stretch>
            <a:fillRect/>
          </a:stretch>
        </p:blipFill>
        <p:spPr>
          <a:xfrm>
            <a:off x="7130605" y="10428638"/>
            <a:ext cx="50388" cy="71724"/>
          </a:xfrm>
          <a:prstGeom prst="rect"/>
          <a:ln w="0">
            <a:noFill/>
          </a:ln>
        </p:spPr>
      </p:pic>
      <p:sp>
        <p:nvSpPr>
          <p:cNvPr id="2786" name="New shape"/>
          <p:cNvSpPr/>
          <p:nvPr/>
        </p:nvSpPr>
        <p:spPr>
          <a:xfrm>
            <a:off x="7139845" y="10442353"/>
            <a:ext cx="22860" cy="3200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87" name="New shape"/>
          <p:cNvSpPr/>
          <p:nvPr/>
        </p:nvSpPr>
        <p:spPr>
          <a:xfrm>
            <a:off x="7185661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88" name="New picture"/>
          <p:cNvPicPr/>
          <p:nvPr/>
        </p:nvPicPr>
        <p:blipFill>
          <a:blip r:embed="rId1684"/>
          <a:srcRect/>
          <a:stretch>
            <a:fillRect/>
          </a:stretch>
        </p:blipFill>
        <p:spPr>
          <a:xfrm>
            <a:off x="7217665" y="10427018"/>
            <a:ext cx="48863" cy="74867"/>
          </a:xfrm>
          <a:prstGeom prst="rect"/>
          <a:ln w="0">
            <a:noFill/>
          </a:ln>
        </p:spPr>
      </p:pic>
      <p:sp>
        <p:nvSpPr>
          <p:cNvPr id="2789" name="New shape"/>
          <p:cNvSpPr/>
          <p:nvPr/>
        </p:nvSpPr>
        <p:spPr>
          <a:xfrm>
            <a:off x="7228331" y="10460641"/>
            <a:ext cx="29052" cy="335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90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  <p:sp>
        <p:nvSpPr>
          <p:cNvPr id="2791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64236" y="361188"/>
            <a:ext cx="6854952" cy="1363980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56882" y="448151"/>
            <a:ext cx="2852452" cy="476155"/>
          </a:xfrm>
          <a:prstGeom prst="rect"/>
          <a:ln w="0">
            <a:noFill/>
          </a:ln>
        </p:spPr>
      </p:pic>
      <p:sp>
        <p:nvSpPr>
          <p:cNvPr id="4" name="New shape"/>
          <p:cNvSpPr/>
          <p:nvPr/>
        </p:nvSpPr>
        <p:spPr>
          <a:xfrm>
            <a:off x="2148840" y="624840"/>
            <a:ext cx="19812" cy="10820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" name="New shape"/>
          <p:cNvSpPr/>
          <p:nvPr/>
        </p:nvSpPr>
        <p:spPr>
          <a:xfrm>
            <a:off x="2523648" y="735045"/>
            <a:ext cx="44196" cy="2447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" name="New shape"/>
          <p:cNvSpPr/>
          <p:nvPr/>
        </p:nvSpPr>
        <p:spPr>
          <a:xfrm>
            <a:off x="2913031" y="654177"/>
            <a:ext cx="18288" cy="7934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67341" y="448151"/>
            <a:ext cx="2767013" cy="476155"/>
          </a:xfrm>
          <a:prstGeom prst="rect"/>
          <a:ln w="0">
            <a:noFill/>
          </a:ln>
        </p:spPr>
      </p:pic>
      <p:sp>
        <p:nvSpPr>
          <p:cNvPr id="8" name="New shape"/>
          <p:cNvSpPr/>
          <p:nvPr/>
        </p:nvSpPr>
        <p:spPr>
          <a:xfrm>
            <a:off x="4215574" y="646557"/>
            <a:ext cx="33528" cy="48863"/>
          </a:xfrm>
          <a:prstGeom prst="rect"/>
          <a:solidFill>
            <a:srgbClr val="0175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" name="New shape"/>
          <p:cNvSpPr/>
          <p:nvPr/>
        </p:nvSpPr>
        <p:spPr>
          <a:xfrm>
            <a:off x="5093208" y="624840"/>
            <a:ext cx="19812" cy="108204"/>
          </a:xfrm>
          <a:prstGeom prst="rect"/>
          <a:solidFill>
            <a:srgbClr val="0175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5696807" y="654177"/>
            <a:ext cx="18288" cy="79343"/>
          </a:xfrm>
          <a:prstGeom prst="rect"/>
          <a:solidFill>
            <a:srgbClr val="0175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" name="New picture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523429" y="2795302"/>
            <a:ext cx="53435" cy="109823"/>
          </a:xfrm>
          <a:prstGeom prst="rect"/>
          <a:ln w="0">
            <a:noFill/>
          </a:ln>
        </p:spPr>
      </p:pic>
      <p:pic>
        <p:nvPicPr>
          <p:cNvPr id="12" name="New picture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1582960" y="2825782"/>
            <a:ext cx="41243" cy="79343"/>
          </a:xfrm>
          <a:prstGeom prst="rect"/>
          <a:ln w="0">
            <a:noFill/>
          </a:ln>
        </p:spPr>
      </p:pic>
      <p:pic>
        <p:nvPicPr>
          <p:cNvPr id="13" name="New picture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628775" y="2825782"/>
            <a:ext cx="77914" cy="80867"/>
          </a:xfrm>
          <a:prstGeom prst="rect"/>
          <a:ln w="0">
            <a:noFill/>
          </a:ln>
        </p:spPr>
      </p:pic>
      <p:sp>
        <p:nvSpPr>
          <p:cNvPr id="14" name="New shape"/>
          <p:cNvSpPr/>
          <p:nvPr/>
        </p:nvSpPr>
        <p:spPr>
          <a:xfrm>
            <a:off x="1642491" y="2836450"/>
            <a:ext cx="50387" cy="6105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" name="New picture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721930" y="2825782"/>
            <a:ext cx="120586" cy="79343"/>
          </a:xfrm>
          <a:prstGeom prst="rect"/>
          <a:ln w="0">
            <a:noFill/>
          </a:ln>
        </p:spPr>
      </p:pic>
      <p:pic>
        <p:nvPicPr>
          <p:cNvPr id="16" name="New picture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2096071" y="2795302"/>
            <a:ext cx="74771" cy="112871"/>
          </a:xfrm>
          <a:prstGeom prst="rect"/>
          <a:ln w="0">
            <a:noFill/>
          </a:ln>
        </p:spPr>
      </p:pic>
      <p:pic>
        <p:nvPicPr>
          <p:cNvPr id="17" name="New picture"/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2181511" y="2825782"/>
            <a:ext cx="65723" cy="80867"/>
          </a:xfrm>
          <a:prstGeom prst="rect"/>
          <a:ln w="0">
            <a:noFill/>
          </a:ln>
        </p:spPr>
      </p:pic>
      <p:sp>
        <p:nvSpPr>
          <p:cNvPr id="18" name="New shape"/>
          <p:cNvSpPr/>
          <p:nvPr/>
        </p:nvSpPr>
        <p:spPr>
          <a:xfrm>
            <a:off x="2195322" y="2867025"/>
            <a:ext cx="38100" cy="30480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2270093" y="2798350"/>
            <a:ext cx="12192" cy="10677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" name="New picture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2302193" y="2825782"/>
            <a:ext cx="70199" cy="80867"/>
          </a:xfrm>
          <a:prstGeom prst="rect"/>
          <a:ln w="0">
            <a:noFill/>
          </a:ln>
        </p:spPr>
      </p:pic>
      <p:sp>
        <p:nvSpPr>
          <p:cNvPr id="21" name="New shape"/>
          <p:cNvSpPr/>
          <p:nvPr/>
        </p:nvSpPr>
        <p:spPr>
          <a:xfrm>
            <a:off x="2315909" y="2834926"/>
            <a:ext cx="44291" cy="25908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" name="New picture"/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2383155" y="2825782"/>
            <a:ext cx="58007" cy="80867"/>
          </a:xfrm>
          <a:prstGeom prst="rect"/>
          <a:ln w="0">
            <a:noFill/>
          </a:ln>
        </p:spPr>
      </p:pic>
      <p:pic>
        <p:nvPicPr>
          <p:cNvPr id="23" name="New picture"/>
          <p:cNvPicPr/>
          <p:nvPr/>
        </p:nvPicPr>
        <p:blipFill>
          <a:blip r:embed="rId12"/>
          <a:srcRect/>
          <a:stretch>
            <a:fillRect/>
          </a:stretch>
        </p:blipFill>
        <p:spPr>
          <a:xfrm>
            <a:off x="2450306" y="2795302"/>
            <a:ext cx="53435" cy="109823"/>
          </a:xfrm>
          <a:prstGeom prst="rect"/>
          <a:ln w="0">
            <a:noFill/>
          </a:ln>
        </p:spPr>
      </p:pic>
      <p:pic>
        <p:nvPicPr>
          <p:cNvPr id="24" name="New picture"/>
          <p:cNvPicPr/>
          <p:nvPr/>
        </p:nvPicPr>
        <p:blipFill>
          <a:blip r:embed="rId13"/>
          <a:srcRect/>
          <a:stretch>
            <a:fillRect/>
          </a:stretch>
        </p:blipFill>
        <p:spPr>
          <a:xfrm>
            <a:off x="2505266" y="2825782"/>
            <a:ext cx="77914" cy="80867"/>
          </a:xfrm>
          <a:prstGeom prst="rect"/>
          <a:ln w="0">
            <a:noFill/>
          </a:ln>
        </p:spPr>
      </p:pic>
      <p:sp>
        <p:nvSpPr>
          <p:cNvPr id="25" name="New shape"/>
          <p:cNvSpPr/>
          <p:nvPr/>
        </p:nvSpPr>
        <p:spPr>
          <a:xfrm>
            <a:off x="2518982" y="2836450"/>
            <a:ext cx="50387" cy="61055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" name="New picture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2598420" y="2825782"/>
            <a:ext cx="42767" cy="79343"/>
          </a:xfrm>
          <a:prstGeom prst="rect"/>
          <a:ln w="0">
            <a:noFill/>
          </a:ln>
        </p:spPr>
      </p:pic>
      <p:pic>
        <p:nvPicPr>
          <p:cNvPr id="27" name="New picture"/>
          <p:cNvPicPr/>
          <p:nvPr/>
        </p:nvPicPr>
        <p:blipFill>
          <a:blip r:embed="rId15"/>
          <a:srcRect/>
          <a:stretch>
            <a:fillRect/>
          </a:stretch>
        </p:blipFill>
        <p:spPr>
          <a:xfrm>
            <a:off x="2645759" y="2825782"/>
            <a:ext cx="62579" cy="80867"/>
          </a:xfrm>
          <a:prstGeom prst="rect"/>
          <a:ln w="0">
            <a:noFill/>
          </a:ln>
        </p:spPr>
      </p:pic>
      <p:pic>
        <p:nvPicPr>
          <p:cNvPr id="28" name="New picture"/>
          <p:cNvPicPr/>
          <p:nvPr/>
        </p:nvPicPr>
        <p:blipFill>
          <a:blip r:embed="rId16"/>
          <a:srcRect/>
          <a:stretch>
            <a:fillRect/>
          </a:stretch>
        </p:blipFill>
        <p:spPr>
          <a:xfrm>
            <a:off x="2717578" y="2825782"/>
            <a:ext cx="70199" cy="80867"/>
          </a:xfrm>
          <a:prstGeom prst="rect"/>
          <a:ln w="0">
            <a:noFill/>
          </a:ln>
        </p:spPr>
      </p:pic>
      <p:sp>
        <p:nvSpPr>
          <p:cNvPr id="29" name="New shape"/>
          <p:cNvSpPr/>
          <p:nvPr/>
        </p:nvSpPr>
        <p:spPr>
          <a:xfrm>
            <a:off x="2731294" y="2834926"/>
            <a:ext cx="44291" cy="25908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" name="New picture"/>
          <p:cNvPicPr/>
          <p:nvPr/>
        </p:nvPicPr>
        <p:blipFill>
          <a:blip r:embed="rId17"/>
          <a:srcRect/>
          <a:stretch>
            <a:fillRect/>
          </a:stretch>
        </p:blipFill>
        <p:spPr>
          <a:xfrm>
            <a:off x="1882235" y="2793778"/>
            <a:ext cx="189357" cy="133826"/>
          </a:xfrm>
          <a:prstGeom prst="rect"/>
          <a:ln w="0">
            <a:noFill/>
          </a:ln>
        </p:spPr>
      </p:pic>
      <p:pic>
        <p:nvPicPr>
          <p:cNvPr id="31" name="New picture"/>
          <p:cNvPicPr/>
          <p:nvPr/>
        </p:nvPicPr>
        <p:blipFill>
          <a:blip r:embed="rId18"/>
          <a:srcRect/>
          <a:stretch>
            <a:fillRect/>
          </a:stretch>
        </p:blipFill>
        <p:spPr>
          <a:xfrm>
            <a:off x="711041" y="2383250"/>
            <a:ext cx="134398" cy="134303"/>
          </a:xfrm>
          <a:prstGeom prst="rect"/>
          <a:ln w="0">
            <a:noFill/>
          </a:ln>
        </p:spPr>
      </p:pic>
      <p:pic>
        <p:nvPicPr>
          <p:cNvPr id="32" name="New picture"/>
          <p:cNvPicPr/>
          <p:nvPr/>
        </p:nvPicPr>
        <p:blipFill>
          <a:blip r:embed="rId19"/>
          <a:srcRect/>
          <a:stretch>
            <a:fillRect/>
          </a:stretch>
        </p:blipFill>
        <p:spPr>
          <a:xfrm>
            <a:off x="947738" y="2383250"/>
            <a:ext cx="134398" cy="134303"/>
          </a:xfrm>
          <a:prstGeom prst="rect"/>
          <a:ln w="0">
            <a:noFill/>
          </a:ln>
        </p:spPr>
      </p:pic>
      <p:pic>
        <p:nvPicPr>
          <p:cNvPr id="33" name="New picture"/>
          <p:cNvPicPr/>
          <p:nvPr/>
        </p:nvPicPr>
        <p:blipFill>
          <a:blip r:embed="rId20"/>
          <a:srcRect/>
          <a:stretch>
            <a:fillRect/>
          </a:stretch>
        </p:blipFill>
        <p:spPr>
          <a:xfrm>
            <a:off x="672846" y="2517553"/>
            <a:ext cx="88582" cy="88487"/>
          </a:xfrm>
          <a:prstGeom prst="rect"/>
          <a:ln w="0">
            <a:noFill/>
          </a:ln>
        </p:spPr>
      </p:pic>
      <p:pic>
        <p:nvPicPr>
          <p:cNvPr id="34" name="New picture"/>
          <p:cNvPicPr/>
          <p:nvPr/>
        </p:nvPicPr>
        <p:blipFill>
          <a:blip r:embed="rId21"/>
          <a:srcRect/>
          <a:stretch>
            <a:fillRect/>
          </a:stretch>
        </p:blipFill>
        <p:spPr>
          <a:xfrm>
            <a:off x="1030129" y="2514505"/>
            <a:ext cx="94679" cy="94583"/>
          </a:xfrm>
          <a:prstGeom prst="rect"/>
          <a:ln w="0">
            <a:noFill/>
          </a:ln>
        </p:spPr>
      </p:pic>
      <p:pic>
        <p:nvPicPr>
          <p:cNvPr id="35" name="New picture"/>
          <p:cNvPicPr/>
          <p:nvPr/>
        </p:nvPicPr>
        <p:blipFill>
          <a:blip r:embed="rId22"/>
          <a:srcRect/>
          <a:stretch>
            <a:fillRect/>
          </a:stretch>
        </p:blipFill>
        <p:spPr>
          <a:xfrm>
            <a:off x="947738" y="2602992"/>
            <a:ext cx="134398" cy="135827"/>
          </a:xfrm>
          <a:prstGeom prst="rect"/>
          <a:ln w="0">
            <a:noFill/>
          </a:ln>
        </p:spPr>
      </p:pic>
      <p:pic>
        <p:nvPicPr>
          <p:cNvPr id="36" name="New picture"/>
          <p:cNvPicPr/>
          <p:nvPr/>
        </p:nvPicPr>
        <p:blipFill>
          <a:blip r:embed="rId23"/>
          <a:srcRect/>
          <a:stretch>
            <a:fillRect/>
          </a:stretch>
        </p:blipFill>
        <p:spPr>
          <a:xfrm>
            <a:off x="711041" y="2602992"/>
            <a:ext cx="134398" cy="135827"/>
          </a:xfrm>
          <a:prstGeom prst="rect"/>
          <a:ln w="0">
            <a:noFill/>
          </a:ln>
        </p:spPr>
      </p:pic>
      <p:pic>
        <p:nvPicPr>
          <p:cNvPr id="37" name="New picture"/>
          <p:cNvPicPr/>
          <p:nvPr/>
        </p:nvPicPr>
        <p:blipFill>
          <a:blip r:embed="rId24"/>
          <a:srcRect/>
          <a:stretch>
            <a:fillRect/>
          </a:stretch>
        </p:blipFill>
        <p:spPr>
          <a:xfrm>
            <a:off x="851535" y="2335911"/>
            <a:ext cx="90107" cy="90011"/>
          </a:xfrm>
          <a:prstGeom prst="rect"/>
          <a:ln w="0">
            <a:noFill/>
          </a:ln>
        </p:spPr>
      </p:pic>
      <p:pic>
        <p:nvPicPr>
          <p:cNvPr id="38" name="New picture"/>
          <p:cNvPicPr/>
          <p:nvPr/>
        </p:nvPicPr>
        <p:blipFill>
          <a:blip r:embed="rId25"/>
          <a:srcRect/>
          <a:stretch>
            <a:fillRect/>
          </a:stretch>
        </p:blipFill>
        <p:spPr>
          <a:xfrm>
            <a:off x="848487" y="2694527"/>
            <a:ext cx="94679" cy="94583"/>
          </a:xfrm>
          <a:prstGeom prst="rect"/>
          <a:ln w="0">
            <a:noFill/>
          </a:ln>
        </p:spPr>
      </p:pic>
      <p:pic>
        <p:nvPicPr>
          <p:cNvPr id="39" name="New picture"/>
          <p:cNvPicPr/>
          <p:nvPr/>
        </p:nvPicPr>
        <p:blipFill>
          <a:blip r:embed="rId26"/>
          <a:srcRect/>
          <a:stretch>
            <a:fillRect/>
          </a:stretch>
        </p:blipFill>
        <p:spPr>
          <a:xfrm>
            <a:off x="814864" y="2480882"/>
            <a:ext cx="161830" cy="161735"/>
          </a:xfrm>
          <a:prstGeom prst="rect"/>
          <a:ln w="0">
            <a:noFill/>
          </a:ln>
        </p:spPr>
      </p:pic>
      <p:pic>
        <p:nvPicPr>
          <p:cNvPr id="40" name="New picture"/>
          <p:cNvPicPr/>
          <p:nvPr/>
        </p:nvPicPr>
        <p:blipFill>
          <a:blip r:embed="rId27"/>
          <a:srcRect/>
          <a:stretch>
            <a:fillRect/>
          </a:stretch>
        </p:blipFill>
        <p:spPr>
          <a:xfrm>
            <a:off x="1793653" y="2454974"/>
            <a:ext cx="129826" cy="207550"/>
          </a:xfrm>
          <a:prstGeom prst="rect"/>
          <a:ln w="0">
            <a:noFill/>
          </a:ln>
        </p:spPr>
      </p:pic>
      <p:sp>
        <p:nvSpPr>
          <p:cNvPr id="41" name="New shape"/>
          <p:cNvSpPr/>
          <p:nvPr/>
        </p:nvSpPr>
        <p:spPr>
          <a:xfrm>
            <a:off x="1824228" y="2548033"/>
            <a:ext cx="68675" cy="86963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" name="New shape"/>
          <p:cNvSpPr/>
          <p:nvPr/>
        </p:nvSpPr>
        <p:spPr>
          <a:xfrm>
            <a:off x="2034540" y="2427732"/>
            <a:ext cx="28956" cy="259080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" name="New picture"/>
          <p:cNvPicPr/>
          <p:nvPr/>
        </p:nvPicPr>
        <p:blipFill>
          <a:blip r:embed="rId28"/>
          <a:srcRect/>
          <a:stretch>
            <a:fillRect/>
          </a:stretch>
        </p:blipFill>
        <p:spPr>
          <a:xfrm>
            <a:off x="2181511" y="2520601"/>
            <a:ext cx="132874" cy="143446"/>
          </a:xfrm>
          <a:prstGeom prst="rect"/>
          <a:ln w="0">
            <a:noFill/>
          </a:ln>
        </p:spPr>
      </p:pic>
      <p:sp>
        <p:nvSpPr>
          <p:cNvPr id="44" name="New shape"/>
          <p:cNvSpPr/>
          <p:nvPr/>
        </p:nvSpPr>
        <p:spPr>
          <a:xfrm>
            <a:off x="2215134" y="2546509"/>
            <a:ext cx="65627" cy="28956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" name="New picture"/>
          <p:cNvPicPr/>
          <p:nvPr/>
        </p:nvPicPr>
        <p:blipFill>
          <a:blip r:embed="rId29"/>
          <a:srcRect/>
          <a:stretch>
            <a:fillRect/>
          </a:stretch>
        </p:blipFill>
        <p:spPr>
          <a:xfrm>
            <a:off x="2668715" y="2523649"/>
            <a:ext cx="119062" cy="137350"/>
          </a:xfrm>
          <a:prstGeom prst="rect"/>
          <a:ln w="0">
            <a:noFill/>
          </a:ln>
        </p:spPr>
      </p:pic>
      <p:pic>
        <p:nvPicPr>
          <p:cNvPr id="46" name="New picture"/>
          <p:cNvPicPr/>
          <p:nvPr/>
        </p:nvPicPr>
        <p:blipFill>
          <a:blip r:embed="rId30"/>
          <a:srcRect/>
          <a:stretch>
            <a:fillRect/>
          </a:stretch>
        </p:blipFill>
        <p:spPr>
          <a:xfrm>
            <a:off x="1524952" y="2520601"/>
            <a:ext cx="128207" cy="141923"/>
          </a:xfrm>
          <a:prstGeom prst="rect"/>
          <a:ln w="0">
            <a:noFill/>
          </a:ln>
        </p:spPr>
      </p:pic>
      <p:sp>
        <p:nvSpPr>
          <p:cNvPr id="47" name="New shape"/>
          <p:cNvSpPr/>
          <p:nvPr/>
        </p:nvSpPr>
        <p:spPr>
          <a:xfrm>
            <a:off x="1555432" y="2548033"/>
            <a:ext cx="68771" cy="86963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" name="New picture"/>
          <p:cNvPicPr/>
          <p:nvPr/>
        </p:nvPicPr>
        <p:blipFill>
          <a:blip r:embed="rId31"/>
          <a:srcRect/>
          <a:stretch>
            <a:fillRect/>
          </a:stretch>
        </p:blipFill>
        <p:spPr>
          <a:xfrm>
            <a:off x="2425827" y="2520601"/>
            <a:ext cx="128302" cy="141923"/>
          </a:xfrm>
          <a:prstGeom prst="rect"/>
          <a:ln w="0">
            <a:noFill/>
          </a:ln>
        </p:spPr>
      </p:pic>
      <p:sp>
        <p:nvSpPr>
          <p:cNvPr id="49" name="New shape"/>
          <p:cNvSpPr/>
          <p:nvPr/>
        </p:nvSpPr>
        <p:spPr>
          <a:xfrm>
            <a:off x="2456402" y="2548033"/>
            <a:ext cx="68770" cy="86963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" name="New picture"/>
          <p:cNvPicPr/>
          <p:nvPr/>
        </p:nvPicPr>
        <p:blipFill>
          <a:blip r:embed="rId32"/>
          <a:srcRect/>
          <a:stretch>
            <a:fillRect/>
          </a:stretch>
        </p:blipFill>
        <p:spPr>
          <a:xfrm>
            <a:off x="1233297" y="2464118"/>
            <a:ext cx="186309" cy="198406"/>
          </a:xfrm>
          <a:prstGeom prst="rect"/>
          <a:ln w="0">
            <a:noFill/>
          </a:ln>
        </p:spPr>
      </p:pic>
      <p:pic>
        <p:nvPicPr>
          <p:cNvPr id="51" name="New picture"/>
          <p:cNvPicPr/>
          <p:nvPr/>
        </p:nvPicPr>
        <p:blipFill>
          <a:blip r:embed="rId33"/>
          <a:srcRect/>
          <a:stretch>
            <a:fillRect/>
          </a:stretch>
        </p:blipFill>
        <p:spPr>
          <a:xfrm>
            <a:off x="2818352" y="2522125"/>
            <a:ext cx="35052" cy="35052"/>
          </a:xfrm>
          <a:prstGeom prst="rect"/>
          <a:ln w="0">
            <a:noFill/>
          </a:ln>
        </p:spPr>
      </p:pic>
      <p:sp>
        <p:nvSpPr>
          <p:cNvPr id="52" name="New shape"/>
          <p:cNvSpPr/>
          <p:nvPr/>
        </p:nvSpPr>
        <p:spPr>
          <a:xfrm>
            <a:off x="2822924" y="2525173"/>
            <a:ext cx="27432" cy="28956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3" name="New shape"/>
          <p:cNvSpPr/>
          <p:nvPr/>
        </p:nvSpPr>
        <p:spPr>
          <a:xfrm>
            <a:off x="2830544" y="2529745"/>
            <a:ext cx="13716" cy="19812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4" name="New shape"/>
          <p:cNvSpPr/>
          <p:nvPr/>
        </p:nvSpPr>
        <p:spPr>
          <a:xfrm>
            <a:off x="2833593" y="2532793"/>
            <a:ext cx="6096" cy="6096"/>
          </a:xfrm>
          <a:prstGeom prst="rect"/>
          <a:solidFill>
            <a:srgbClr val="26569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" name="New picture"/>
          <p:cNvPicPr/>
          <p:nvPr/>
        </p:nvPicPr>
        <p:blipFill>
          <a:blip r:embed="rId34"/>
          <a:srcRect/>
          <a:stretch>
            <a:fillRect/>
          </a:stretch>
        </p:blipFill>
        <p:spPr>
          <a:xfrm>
            <a:off x="1071372" y="3309556"/>
            <a:ext cx="1383506" cy="399764"/>
          </a:xfrm>
          <a:prstGeom prst="rect"/>
          <a:ln w="0">
            <a:noFill/>
          </a:ln>
        </p:spPr>
      </p:pic>
      <p:sp>
        <p:nvSpPr>
          <p:cNvPr id="56" name="New shape"/>
          <p:cNvSpPr/>
          <p:nvPr/>
        </p:nvSpPr>
        <p:spPr>
          <a:xfrm>
            <a:off x="1564672" y="3520154"/>
            <a:ext cx="32004" cy="2438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" name="New shape"/>
          <p:cNvSpPr/>
          <p:nvPr/>
        </p:nvSpPr>
        <p:spPr>
          <a:xfrm>
            <a:off x="1639443" y="3477387"/>
            <a:ext cx="19907" cy="7934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8" name="New shape"/>
          <p:cNvSpPr/>
          <p:nvPr/>
        </p:nvSpPr>
        <p:spPr>
          <a:xfrm>
            <a:off x="1737170" y="3558255"/>
            <a:ext cx="42767" cy="2447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9" name="New shape"/>
          <p:cNvSpPr/>
          <p:nvPr/>
        </p:nvSpPr>
        <p:spPr>
          <a:xfrm>
            <a:off x="1891475" y="3520154"/>
            <a:ext cx="32004" cy="2438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0" name="New shape"/>
          <p:cNvSpPr/>
          <p:nvPr/>
        </p:nvSpPr>
        <p:spPr>
          <a:xfrm>
            <a:off x="2125027" y="3477387"/>
            <a:ext cx="19907" cy="7934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" name="New picture"/>
          <p:cNvPicPr/>
          <p:nvPr/>
        </p:nvPicPr>
        <p:blipFill>
          <a:blip r:embed="rId35"/>
          <a:srcRect/>
          <a:stretch>
            <a:fillRect/>
          </a:stretch>
        </p:blipFill>
        <p:spPr>
          <a:xfrm>
            <a:off x="677418" y="4075652"/>
            <a:ext cx="109918" cy="141923"/>
          </a:xfrm>
          <a:prstGeom prst="rect"/>
          <a:ln w="0">
            <a:noFill/>
          </a:ln>
        </p:spPr>
      </p:pic>
      <p:sp>
        <p:nvSpPr>
          <p:cNvPr id="62" name="New shape"/>
          <p:cNvSpPr/>
          <p:nvPr/>
        </p:nvSpPr>
        <p:spPr>
          <a:xfrm>
            <a:off x="697325" y="4092416"/>
            <a:ext cx="70199" cy="79343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" name="New picture"/>
          <p:cNvPicPr/>
          <p:nvPr/>
        </p:nvPicPr>
        <p:blipFill>
          <a:blip r:embed="rId36"/>
          <a:srcRect/>
          <a:stretch>
            <a:fillRect/>
          </a:stretch>
        </p:blipFill>
        <p:spPr>
          <a:xfrm>
            <a:off x="805720" y="4107657"/>
            <a:ext cx="74771" cy="80867"/>
          </a:xfrm>
          <a:prstGeom prst="rect"/>
          <a:ln w="0">
            <a:noFill/>
          </a:ln>
        </p:spPr>
      </p:pic>
      <p:sp>
        <p:nvSpPr>
          <p:cNvPr id="64" name="New shape"/>
          <p:cNvSpPr/>
          <p:nvPr/>
        </p:nvSpPr>
        <p:spPr>
          <a:xfrm>
            <a:off x="903446" y="4078700"/>
            <a:ext cx="15240" cy="3962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" name="New picture"/>
          <p:cNvPicPr/>
          <p:nvPr/>
        </p:nvPicPr>
        <p:blipFill>
          <a:blip r:embed="rId37"/>
          <a:srcRect/>
          <a:stretch>
            <a:fillRect/>
          </a:stretch>
        </p:blipFill>
        <p:spPr>
          <a:xfrm>
            <a:off x="921734" y="4104608"/>
            <a:ext cx="76390" cy="83915"/>
          </a:xfrm>
          <a:prstGeom prst="rect"/>
          <a:ln w="0">
            <a:noFill/>
          </a:ln>
        </p:spPr>
      </p:pic>
      <p:sp>
        <p:nvSpPr>
          <p:cNvPr id="66" name="New shape"/>
          <p:cNvSpPr/>
          <p:nvPr/>
        </p:nvSpPr>
        <p:spPr>
          <a:xfrm>
            <a:off x="941641" y="4119848"/>
            <a:ext cx="36576" cy="1990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" name="New picture"/>
          <p:cNvPicPr/>
          <p:nvPr/>
        </p:nvPicPr>
        <p:blipFill>
          <a:blip r:embed="rId38"/>
          <a:srcRect/>
          <a:stretch>
            <a:fillRect/>
          </a:stretch>
        </p:blipFill>
        <p:spPr>
          <a:xfrm>
            <a:off x="1007269" y="4104608"/>
            <a:ext cx="62579" cy="83915"/>
          </a:xfrm>
          <a:prstGeom prst="rect"/>
          <a:ln w="0">
            <a:noFill/>
          </a:ln>
        </p:spPr>
      </p:pic>
      <p:pic>
        <p:nvPicPr>
          <p:cNvPr id="68" name="New picture"/>
          <p:cNvPicPr/>
          <p:nvPr/>
        </p:nvPicPr>
        <p:blipFill>
          <a:blip r:embed="rId39"/>
          <a:srcRect/>
          <a:stretch>
            <a:fillRect/>
          </a:stretch>
        </p:blipFill>
        <p:spPr>
          <a:xfrm>
            <a:off x="1077468" y="4083272"/>
            <a:ext cx="52006" cy="105251"/>
          </a:xfrm>
          <a:prstGeom prst="rect"/>
          <a:ln w="0">
            <a:noFill/>
          </a:ln>
        </p:spPr>
      </p:pic>
      <p:sp>
        <p:nvSpPr>
          <p:cNvPr id="69" name="New shape"/>
          <p:cNvSpPr/>
          <p:nvPr/>
        </p:nvSpPr>
        <p:spPr>
          <a:xfrm>
            <a:off x="1136904" y="4133088"/>
            <a:ext cx="36576" cy="1676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" name="New picture"/>
          <p:cNvPicPr/>
          <p:nvPr/>
        </p:nvPicPr>
        <p:blipFill>
          <a:blip r:embed="rId40"/>
          <a:srcRect/>
          <a:stretch>
            <a:fillRect/>
          </a:stretch>
        </p:blipFill>
        <p:spPr>
          <a:xfrm>
            <a:off x="1187482" y="4104608"/>
            <a:ext cx="67151" cy="83915"/>
          </a:xfrm>
          <a:prstGeom prst="rect"/>
          <a:ln w="0">
            <a:noFill/>
          </a:ln>
        </p:spPr>
      </p:pic>
      <p:pic>
        <p:nvPicPr>
          <p:cNvPr id="71" name="New picture"/>
          <p:cNvPicPr/>
          <p:nvPr/>
        </p:nvPicPr>
        <p:blipFill>
          <a:blip r:embed="rId41"/>
          <a:srcRect/>
          <a:stretch>
            <a:fillRect/>
          </a:stretch>
        </p:blipFill>
        <p:spPr>
          <a:xfrm>
            <a:off x="1263777" y="4104608"/>
            <a:ext cx="74866" cy="83915"/>
          </a:xfrm>
          <a:prstGeom prst="rect"/>
          <a:ln w="0">
            <a:noFill/>
          </a:ln>
        </p:spPr>
      </p:pic>
      <p:sp>
        <p:nvSpPr>
          <p:cNvPr id="72" name="New shape"/>
          <p:cNvSpPr/>
          <p:nvPr/>
        </p:nvSpPr>
        <p:spPr>
          <a:xfrm>
            <a:off x="1282160" y="4119848"/>
            <a:ext cx="38100" cy="1990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" name="New picture"/>
          <p:cNvPicPr/>
          <p:nvPr/>
        </p:nvPicPr>
        <p:blipFill>
          <a:blip r:embed="rId42"/>
          <a:srcRect/>
          <a:stretch>
            <a:fillRect/>
          </a:stretch>
        </p:blipFill>
        <p:spPr>
          <a:xfrm>
            <a:off x="1393603" y="4104608"/>
            <a:ext cx="77915" cy="119062"/>
          </a:xfrm>
          <a:prstGeom prst="rect"/>
          <a:ln w="0">
            <a:noFill/>
          </a:ln>
        </p:spPr>
      </p:pic>
      <p:sp>
        <p:nvSpPr>
          <p:cNvPr id="74" name="New shape"/>
          <p:cNvSpPr/>
          <p:nvPr/>
        </p:nvSpPr>
        <p:spPr>
          <a:xfrm>
            <a:off x="1413415" y="4119848"/>
            <a:ext cx="39719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" name="New picture"/>
          <p:cNvPicPr/>
          <p:nvPr/>
        </p:nvPicPr>
        <p:blipFill>
          <a:blip r:embed="rId43"/>
          <a:srcRect/>
          <a:stretch>
            <a:fillRect/>
          </a:stretch>
        </p:blipFill>
        <p:spPr>
          <a:xfrm>
            <a:off x="1494377" y="4107657"/>
            <a:ext cx="76390" cy="80867"/>
          </a:xfrm>
          <a:prstGeom prst="rect"/>
          <a:ln w="0">
            <a:noFill/>
          </a:ln>
        </p:spPr>
      </p:pic>
      <p:pic>
        <p:nvPicPr>
          <p:cNvPr id="76" name="New picture"/>
          <p:cNvPicPr/>
          <p:nvPr/>
        </p:nvPicPr>
        <p:blipFill>
          <a:blip r:embed="rId44"/>
          <a:srcRect/>
          <a:stretch>
            <a:fillRect/>
          </a:stretch>
        </p:blipFill>
        <p:spPr>
          <a:xfrm>
            <a:off x="1587532" y="4104608"/>
            <a:ext cx="74866" cy="83915"/>
          </a:xfrm>
          <a:prstGeom prst="rect"/>
          <a:ln w="0">
            <a:noFill/>
          </a:ln>
        </p:spPr>
      </p:pic>
      <p:sp>
        <p:nvSpPr>
          <p:cNvPr id="77" name="New shape"/>
          <p:cNvSpPr/>
          <p:nvPr/>
        </p:nvSpPr>
        <p:spPr>
          <a:xfrm>
            <a:off x="1607344" y="4119848"/>
            <a:ext cx="36671" cy="1990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" name="New picture"/>
          <p:cNvPicPr/>
          <p:nvPr/>
        </p:nvPicPr>
        <p:blipFill>
          <a:blip r:embed="rId45"/>
          <a:srcRect/>
          <a:stretch>
            <a:fillRect/>
          </a:stretch>
        </p:blipFill>
        <p:spPr>
          <a:xfrm>
            <a:off x="671322" y="4307586"/>
            <a:ext cx="85535" cy="108299"/>
          </a:xfrm>
          <a:prstGeom prst="rect"/>
          <a:ln w="0">
            <a:noFill/>
          </a:ln>
        </p:spPr>
      </p:pic>
      <p:pic>
        <p:nvPicPr>
          <p:cNvPr id="79" name="New picture"/>
          <p:cNvPicPr/>
          <p:nvPr/>
        </p:nvPicPr>
        <p:blipFill>
          <a:blip r:embed="rId46"/>
          <a:srcRect/>
          <a:stretch>
            <a:fillRect/>
          </a:stretch>
        </p:blipFill>
        <p:spPr>
          <a:xfrm>
            <a:off x="752285" y="4333494"/>
            <a:ext cx="70199" cy="83915"/>
          </a:xfrm>
          <a:prstGeom prst="rect"/>
          <a:ln w="0">
            <a:noFill/>
          </a:ln>
        </p:spPr>
      </p:pic>
      <p:sp>
        <p:nvSpPr>
          <p:cNvPr id="80" name="New shape"/>
          <p:cNvSpPr/>
          <p:nvPr/>
        </p:nvSpPr>
        <p:spPr>
          <a:xfrm>
            <a:off x="772096" y="4377785"/>
            <a:ext cx="30575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" name="New picture"/>
          <p:cNvPicPr/>
          <p:nvPr/>
        </p:nvPicPr>
        <p:blipFill>
          <a:blip r:embed="rId47"/>
          <a:srcRect/>
          <a:stretch>
            <a:fillRect/>
          </a:stretch>
        </p:blipFill>
        <p:spPr>
          <a:xfrm>
            <a:off x="845439" y="4307587"/>
            <a:ext cx="77819" cy="109823"/>
          </a:xfrm>
          <a:prstGeom prst="rect"/>
          <a:ln w="0">
            <a:noFill/>
          </a:ln>
        </p:spPr>
      </p:pic>
      <p:sp>
        <p:nvSpPr>
          <p:cNvPr id="82" name="New shape"/>
          <p:cNvSpPr/>
          <p:nvPr/>
        </p:nvSpPr>
        <p:spPr>
          <a:xfrm>
            <a:off x="863727" y="4348830"/>
            <a:ext cx="39719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3" name="New shape"/>
          <p:cNvSpPr/>
          <p:nvPr/>
        </p:nvSpPr>
        <p:spPr>
          <a:xfrm>
            <a:off x="941832" y="4308348"/>
            <a:ext cx="19812" cy="10820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" name="New picture"/>
          <p:cNvPicPr/>
          <p:nvPr/>
        </p:nvPicPr>
        <p:blipFill>
          <a:blip r:embed="rId48"/>
          <a:srcRect/>
          <a:stretch>
            <a:fillRect/>
          </a:stretch>
        </p:blipFill>
        <p:spPr>
          <a:xfrm>
            <a:off x="979742" y="4333494"/>
            <a:ext cx="74866" cy="83915"/>
          </a:xfrm>
          <a:prstGeom prst="rect"/>
          <a:ln w="0">
            <a:noFill/>
          </a:ln>
        </p:spPr>
      </p:pic>
      <p:sp>
        <p:nvSpPr>
          <p:cNvPr id="85" name="New shape"/>
          <p:cNvSpPr/>
          <p:nvPr/>
        </p:nvSpPr>
        <p:spPr>
          <a:xfrm>
            <a:off x="999649" y="4348829"/>
            <a:ext cx="36671" cy="1981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" name="New picture"/>
          <p:cNvPicPr/>
          <p:nvPr/>
        </p:nvPicPr>
        <p:blipFill>
          <a:blip r:embed="rId49"/>
          <a:srcRect/>
          <a:stretch>
            <a:fillRect/>
          </a:stretch>
        </p:blipFill>
        <p:spPr>
          <a:xfrm>
            <a:off x="1068324" y="4333494"/>
            <a:ext cx="70294" cy="83915"/>
          </a:xfrm>
          <a:prstGeom prst="rect"/>
          <a:ln w="0">
            <a:noFill/>
          </a:ln>
        </p:spPr>
      </p:pic>
      <p:sp>
        <p:nvSpPr>
          <p:cNvPr id="87" name="New shape"/>
          <p:cNvSpPr/>
          <p:nvPr/>
        </p:nvSpPr>
        <p:spPr>
          <a:xfrm>
            <a:off x="1088231" y="4377785"/>
            <a:ext cx="30480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" name="New picture"/>
          <p:cNvPicPr/>
          <p:nvPr/>
        </p:nvPicPr>
        <p:blipFill>
          <a:blip r:embed="rId50"/>
          <a:srcRect/>
          <a:stretch>
            <a:fillRect/>
          </a:stretch>
        </p:blipFill>
        <p:spPr>
          <a:xfrm>
            <a:off x="1159955" y="4336542"/>
            <a:ext cx="74866" cy="80867"/>
          </a:xfrm>
          <a:prstGeom prst="rect"/>
          <a:ln w="0">
            <a:noFill/>
          </a:ln>
        </p:spPr>
      </p:pic>
      <p:pic>
        <p:nvPicPr>
          <p:cNvPr id="89" name="New picture"/>
          <p:cNvPicPr/>
          <p:nvPr/>
        </p:nvPicPr>
        <p:blipFill>
          <a:blip r:embed="rId51"/>
          <a:srcRect/>
          <a:stretch>
            <a:fillRect/>
          </a:stretch>
        </p:blipFill>
        <p:spPr>
          <a:xfrm>
            <a:off x="1288256" y="4304538"/>
            <a:ext cx="73247" cy="76295"/>
          </a:xfrm>
          <a:prstGeom prst="rect"/>
          <a:ln w="0">
            <a:noFill/>
          </a:ln>
        </p:spPr>
      </p:pic>
      <p:pic>
        <p:nvPicPr>
          <p:cNvPr id="90" name="New picture"/>
          <p:cNvPicPr/>
          <p:nvPr/>
        </p:nvPicPr>
        <p:blipFill>
          <a:blip r:embed="rId52"/>
          <a:srcRect/>
          <a:stretch>
            <a:fillRect/>
          </a:stretch>
        </p:blipFill>
        <p:spPr>
          <a:xfrm>
            <a:off x="1309592" y="4394549"/>
            <a:ext cx="22955" cy="22860"/>
          </a:xfrm>
          <a:prstGeom prst="rect"/>
          <a:ln w="0">
            <a:noFill/>
          </a:ln>
        </p:spPr>
      </p:pic>
      <p:pic>
        <p:nvPicPr>
          <p:cNvPr id="91" name="New picture"/>
          <p:cNvPicPr/>
          <p:nvPr/>
        </p:nvPicPr>
        <p:blipFill>
          <a:blip r:embed="rId53"/>
          <a:srcRect/>
          <a:stretch>
            <a:fillRect/>
          </a:stretch>
        </p:blipFill>
        <p:spPr>
          <a:xfrm>
            <a:off x="671322" y="4673822"/>
            <a:ext cx="87058" cy="94583"/>
          </a:xfrm>
          <a:prstGeom prst="rect"/>
          <a:ln w="0">
            <a:noFill/>
          </a:ln>
        </p:spPr>
      </p:pic>
      <p:sp>
        <p:nvSpPr>
          <p:cNvPr id="92" name="New shape"/>
          <p:cNvSpPr/>
          <p:nvPr/>
        </p:nvSpPr>
        <p:spPr>
          <a:xfrm>
            <a:off x="695706" y="4684490"/>
            <a:ext cx="38195" cy="5191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" name="New picture"/>
          <p:cNvPicPr/>
          <p:nvPr/>
        </p:nvPicPr>
        <p:blipFill>
          <a:blip r:embed="rId54"/>
          <a:srcRect/>
          <a:stretch>
            <a:fillRect/>
          </a:stretch>
        </p:blipFill>
        <p:spPr>
          <a:xfrm>
            <a:off x="769049" y="4698206"/>
            <a:ext cx="61055" cy="70200"/>
          </a:xfrm>
          <a:prstGeom prst="rect"/>
          <a:ln w="0">
            <a:noFill/>
          </a:ln>
        </p:spPr>
      </p:pic>
      <p:pic>
        <p:nvPicPr>
          <p:cNvPr id="94" name="New picture"/>
          <p:cNvPicPr/>
          <p:nvPr/>
        </p:nvPicPr>
        <p:blipFill>
          <a:blip r:embed="rId55"/>
          <a:srcRect/>
          <a:stretch>
            <a:fillRect/>
          </a:stretch>
        </p:blipFill>
        <p:spPr>
          <a:xfrm>
            <a:off x="845439" y="4698207"/>
            <a:ext cx="58007" cy="71723"/>
          </a:xfrm>
          <a:prstGeom prst="rect"/>
          <a:ln w="0">
            <a:noFill/>
          </a:ln>
        </p:spPr>
      </p:pic>
      <p:sp>
        <p:nvSpPr>
          <p:cNvPr id="95" name="New shape"/>
          <p:cNvSpPr/>
          <p:nvPr/>
        </p:nvSpPr>
        <p:spPr>
          <a:xfrm>
            <a:off x="857631" y="4734878"/>
            <a:ext cx="33623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6" name="New shape"/>
          <p:cNvSpPr/>
          <p:nvPr/>
        </p:nvSpPr>
        <p:spPr>
          <a:xfrm>
            <a:off x="923544" y="4674108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" name="New picture"/>
          <p:cNvPicPr/>
          <p:nvPr/>
        </p:nvPicPr>
        <p:blipFill>
          <a:blip r:embed="rId56"/>
          <a:srcRect/>
          <a:stretch>
            <a:fillRect/>
          </a:stretch>
        </p:blipFill>
        <p:spPr>
          <a:xfrm>
            <a:off x="947738" y="4699731"/>
            <a:ext cx="62579" cy="102298"/>
          </a:xfrm>
          <a:prstGeom prst="rect"/>
          <a:ln w="0">
            <a:noFill/>
          </a:ln>
        </p:spPr>
      </p:pic>
      <p:pic>
        <p:nvPicPr>
          <p:cNvPr id="98" name="New picture"/>
          <p:cNvPicPr/>
          <p:nvPr/>
        </p:nvPicPr>
        <p:blipFill>
          <a:blip r:embed="rId57"/>
          <a:srcRect/>
          <a:stretch>
            <a:fillRect/>
          </a:stretch>
        </p:blipFill>
        <p:spPr>
          <a:xfrm>
            <a:off x="1013365" y="4698206"/>
            <a:ext cx="50387" cy="71724"/>
          </a:xfrm>
          <a:prstGeom prst="rect"/>
          <a:ln w="0">
            <a:noFill/>
          </a:ln>
        </p:spPr>
      </p:pic>
      <p:pic>
        <p:nvPicPr>
          <p:cNvPr id="99" name="New picture"/>
          <p:cNvPicPr/>
          <p:nvPr/>
        </p:nvPicPr>
        <p:blipFill>
          <a:blip r:embed="rId58"/>
          <a:srcRect/>
          <a:stretch>
            <a:fillRect/>
          </a:stretch>
        </p:blipFill>
        <p:spPr>
          <a:xfrm>
            <a:off x="1075944" y="4698206"/>
            <a:ext cx="62674" cy="71723"/>
          </a:xfrm>
          <a:prstGeom prst="rect"/>
          <a:ln w="0">
            <a:noFill/>
          </a:ln>
        </p:spPr>
      </p:pic>
      <p:sp>
        <p:nvSpPr>
          <p:cNvPr id="100" name="New shape"/>
          <p:cNvSpPr/>
          <p:nvPr/>
        </p:nvSpPr>
        <p:spPr>
          <a:xfrm>
            <a:off x="1086707" y="4707446"/>
            <a:ext cx="41148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" name="New picture"/>
          <p:cNvPicPr/>
          <p:nvPr/>
        </p:nvPicPr>
        <p:blipFill>
          <a:blip r:embed="rId59"/>
          <a:srcRect/>
          <a:stretch>
            <a:fillRect/>
          </a:stretch>
        </p:blipFill>
        <p:spPr>
          <a:xfrm>
            <a:off x="1185958" y="4698207"/>
            <a:ext cx="56483" cy="71723"/>
          </a:xfrm>
          <a:prstGeom prst="rect"/>
          <a:ln w="0">
            <a:noFill/>
          </a:ln>
        </p:spPr>
      </p:pic>
      <p:sp>
        <p:nvSpPr>
          <p:cNvPr id="102" name="New shape"/>
          <p:cNvSpPr/>
          <p:nvPr/>
        </p:nvSpPr>
        <p:spPr>
          <a:xfrm>
            <a:off x="1196626" y="4734878"/>
            <a:ext cx="33623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" name="New picture"/>
          <p:cNvPicPr/>
          <p:nvPr/>
        </p:nvPicPr>
        <p:blipFill>
          <a:blip r:embed="rId60"/>
          <a:srcRect/>
          <a:stretch>
            <a:fillRect/>
          </a:stretch>
        </p:blipFill>
        <p:spPr>
          <a:xfrm>
            <a:off x="1256157" y="4698206"/>
            <a:ext cx="67246" cy="103822"/>
          </a:xfrm>
          <a:prstGeom prst="rect"/>
          <a:ln w="0">
            <a:noFill/>
          </a:ln>
        </p:spPr>
      </p:pic>
      <p:sp>
        <p:nvSpPr>
          <p:cNvPr id="104" name="New shape"/>
          <p:cNvSpPr/>
          <p:nvPr/>
        </p:nvSpPr>
        <p:spPr>
          <a:xfrm>
            <a:off x="1269873" y="4707445"/>
            <a:ext cx="35147" cy="3200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5" name="New shape"/>
          <p:cNvSpPr/>
          <p:nvPr/>
        </p:nvSpPr>
        <p:spPr>
          <a:xfrm>
            <a:off x="1266825" y="4768405"/>
            <a:ext cx="44291" cy="26003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" name="New picture"/>
          <p:cNvPicPr/>
          <p:nvPr/>
        </p:nvPicPr>
        <p:blipFill>
          <a:blip r:embed="rId61"/>
          <a:srcRect/>
          <a:stretch>
            <a:fillRect/>
          </a:stretch>
        </p:blipFill>
        <p:spPr>
          <a:xfrm>
            <a:off x="1332548" y="4698206"/>
            <a:ext cx="61055" cy="71723"/>
          </a:xfrm>
          <a:prstGeom prst="rect"/>
          <a:ln w="0">
            <a:noFill/>
          </a:ln>
        </p:spPr>
      </p:pic>
      <p:sp>
        <p:nvSpPr>
          <p:cNvPr id="107" name="New shape"/>
          <p:cNvSpPr/>
          <p:nvPr/>
        </p:nvSpPr>
        <p:spPr>
          <a:xfrm>
            <a:off x="1343215" y="4707446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8" name="New picture"/>
          <p:cNvPicPr/>
          <p:nvPr/>
        </p:nvPicPr>
        <p:blipFill>
          <a:blip r:embed="rId62"/>
          <a:srcRect/>
          <a:stretch>
            <a:fillRect/>
          </a:stretch>
        </p:blipFill>
        <p:spPr>
          <a:xfrm>
            <a:off x="1411891" y="4698206"/>
            <a:ext cx="61151" cy="70200"/>
          </a:xfrm>
          <a:prstGeom prst="rect"/>
          <a:ln w="0">
            <a:noFill/>
          </a:ln>
        </p:spPr>
      </p:pic>
      <p:pic>
        <p:nvPicPr>
          <p:cNvPr id="109" name="New picture"/>
          <p:cNvPicPr/>
          <p:nvPr/>
        </p:nvPicPr>
        <p:blipFill>
          <a:blip r:embed="rId63"/>
          <a:srcRect/>
          <a:stretch>
            <a:fillRect/>
          </a:stretch>
        </p:blipFill>
        <p:spPr>
          <a:xfrm>
            <a:off x="1483709" y="4679918"/>
            <a:ext cx="42767" cy="90011"/>
          </a:xfrm>
          <a:prstGeom prst="rect"/>
          <a:ln w="0">
            <a:noFill/>
          </a:ln>
        </p:spPr>
      </p:pic>
      <p:sp>
        <p:nvSpPr>
          <p:cNvPr id="110" name="New shape"/>
          <p:cNvSpPr/>
          <p:nvPr/>
        </p:nvSpPr>
        <p:spPr>
          <a:xfrm>
            <a:off x="1541717" y="4699730"/>
            <a:ext cx="12192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1" name="New picture"/>
          <p:cNvPicPr/>
          <p:nvPr/>
        </p:nvPicPr>
        <p:blipFill>
          <a:blip r:embed="rId64"/>
          <a:srcRect/>
          <a:stretch>
            <a:fillRect/>
          </a:stretch>
        </p:blipFill>
        <p:spPr>
          <a:xfrm>
            <a:off x="1540192" y="4670775"/>
            <a:ext cx="15240" cy="13716"/>
          </a:xfrm>
          <a:prstGeom prst="rect"/>
          <a:ln w="0">
            <a:noFill/>
          </a:ln>
        </p:spPr>
      </p:pic>
      <p:pic>
        <p:nvPicPr>
          <p:cNvPr id="112" name="New picture"/>
          <p:cNvPicPr/>
          <p:nvPr/>
        </p:nvPicPr>
        <p:blipFill>
          <a:blip r:embed="rId65"/>
          <a:srcRect/>
          <a:stretch>
            <a:fillRect/>
          </a:stretch>
        </p:blipFill>
        <p:spPr>
          <a:xfrm>
            <a:off x="1572292" y="4698206"/>
            <a:ext cx="64103" cy="102298"/>
          </a:xfrm>
          <a:prstGeom prst="rect"/>
          <a:ln w="0">
            <a:noFill/>
          </a:ln>
        </p:spPr>
      </p:pic>
      <p:sp>
        <p:nvSpPr>
          <p:cNvPr id="113" name="New shape"/>
          <p:cNvSpPr/>
          <p:nvPr/>
        </p:nvSpPr>
        <p:spPr>
          <a:xfrm>
            <a:off x="1582960" y="4707446"/>
            <a:ext cx="42767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" name="New picture"/>
          <p:cNvPicPr/>
          <p:nvPr/>
        </p:nvPicPr>
        <p:blipFill>
          <a:blip r:embed="rId66"/>
          <a:srcRect/>
          <a:stretch>
            <a:fillRect/>
          </a:stretch>
        </p:blipFill>
        <p:spPr>
          <a:xfrm>
            <a:off x="1659350" y="4699730"/>
            <a:ext cx="61055" cy="70199"/>
          </a:xfrm>
          <a:prstGeom prst="rect"/>
          <a:ln w="0">
            <a:noFill/>
          </a:ln>
        </p:spPr>
      </p:pic>
      <p:pic>
        <p:nvPicPr>
          <p:cNvPr id="115" name="New picture"/>
          <p:cNvPicPr/>
          <p:nvPr/>
        </p:nvPicPr>
        <p:blipFill>
          <a:blip r:embed="rId67"/>
          <a:srcRect/>
          <a:stretch>
            <a:fillRect/>
          </a:stretch>
        </p:blipFill>
        <p:spPr>
          <a:xfrm>
            <a:off x="1737074" y="4698206"/>
            <a:ext cx="62674" cy="71723"/>
          </a:xfrm>
          <a:prstGeom prst="rect"/>
          <a:ln w="0">
            <a:noFill/>
          </a:ln>
        </p:spPr>
      </p:pic>
      <p:sp>
        <p:nvSpPr>
          <p:cNvPr id="116" name="New shape"/>
          <p:cNvSpPr/>
          <p:nvPr/>
        </p:nvSpPr>
        <p:spPr>
          <a:xfrm>
            <a:off x="1747838" y="4707446"/>
            <a:ext cx="41148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7" name="New picture"/>
          <p:cNvPicPr/>
          <p:nvPr/>
        </p:nvPicPr>
        <p:blipFill>
          <a:blip r:embed="rId68"/>
          <a:srcRect/>
          <a:stretch>
            <a:fillRect/>
          </a:stretch>
        </p:blipFill>
        <p:spPr>
          <a:xfrm>
            <a:off x="681990" y="5017199"/>
            <a:ext cx="79439" cy="94583"/>
          </a:xfrm>
          <a:prstGeom prst="rect"/>
          <a:ln w="0">
            <a:noFill/>
          </a:ln>
        </p:spPr>
      </p:pic>
      <p:sp>
        <p:nvSpPr>
          <p:cNvPr id="118" name="New shape"/>
          <p:cNvSpPr/>
          <p:nvPr/>
        </p:nvSpPr>
        <p:spPr>
          <a:xfrm>
            <a:off x="694182" y="5026343"/>
            <a:ext cx="55054" cy="7629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9" name="New picture"/>
          <p:cNvPicPr/>
          <p:nvPr/>
        </p:nvPicPr>
        <p:blipFill>
          <a:blip r:embed="rId69"/>
          <a:srcRect/>
          <a:stretch>
            <a:fillRect/>
          </a:stretch>
        </p:blipFill>
        <p:spPr>
          <a:xfrm>
            <a:off x="775144" y="5041582"/>
            <a:ext cx="62579" cy="71723"/>
          </a:xfrm>
          <a:prstGeom prst="rect"/>
          <a:ln w="0">
            <a:noFill/>
          </a:ln>
        </p:spPr>
      </p:pic>
      <p:sp>
        <p:nvSpPr>
          <p:cNvPr id="120" name="New shape"/>
          <p:cNvSpPr/>
          <p:nvPr/>
        </p:nvSpPr>
        <p:spPr>
          <a:xfrm>
            <a:off x="785812" y="505072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1" name="New shape"/>
          <p:cNvSpPr/>
          <p:nvPr/>
        </p:nvSpPr>
        <p:spPr>
          <a:xfrm>
            <a:off x="795052" y="5011102"/>
            <a:ext cx="27432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" name="New picture"/>
          <p:cNvPicPr/>
          <p:nvPr/>
        </p:nvPicPr>
        <p:blipFill>
          <a:blip r:embed="rId70"/>
          <a:srcRect/>
          <a:stretch>
            <a:fillRect/>
          </a:stretch>
        </p:blipFill>
        <p:spPr>
          <a:xfrm>
            <a:off x="843915" y="5043107"/>
            <a:ext cx="64103" cy="68675"/>
          </a:xfrm>
          <a:prstGeom prst="rect"/>
          <a:ln w="0">
            <a:noFill/>
          </a:ln>
        </p:spPr>
      </p:pic>
      <p:pic>
        <p:nvPicPr>
          <p:cNvPr id="123" name="New picture"/>
          <p:cNvPicPr/>
          <p:nvPr/>
        </p:nvPicPr>
        <p:blipFill>
          <a:blip r:embed="rId71"/>
          <a:srcRect/>
          <a:stretch>
            <a:fillRect/>
          </a:stretch>
        </p:blipFill>
        <p:spPr>
          <a:xfrm>
            <a:off x="914114" y="5041582"/>
            <a:ext cx="62579" cy="71723"/>
          </a:xfrm>
          <a:prstGeom prst="rect"/>
          <a:ln w="0">
            <a:noFill/>
          </a:ln>
        </p:spPr>
      </p:pic>
      <p:sp>
        <p:nvSpPr>
          <p:cNvPr id="124" name="New shape"/>
          <p:cNvSpPr/>
          <p:nvPr/>
        </p:nvSpPr>
        <p:spPr>
          <a:xfrm>
            <a:off x="926306" y="505072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25" name="New shape"/>
          <p:cNvSpPr/>
          <p:nvPr/>
        </p:nvSpPr>
        <p:spPr>
          <a:xfrm>
            <a:off x="995172" y="5017008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" name="New picture"/>
          <p:cNvPicPr/>
          <p:nvPr/>
        </p:nvPicPr>
        <p:blipFill>
          <a:blip r:embed="rId72"/>
          <a:srcRect/>
          <a:stretch>
            <a:fillRect/>
          </a:stretch>
        </p:blipFill>
        <p:spPr>
          <a:xfrm>
            <a:off x="1024033" y="5041583"/>
            <a:ext cx="68771" cy="71724"/>
          </a:xfrm>
          <a:prstGeom prst="rect"/>
          <a:ln w="0">
            <a:noFill/>
          </a:ln>
        </p:spPr>
      </p:pic>
      <p:sp>
        <p:nvSpPr>
          <p:cNvPr id="127" name="New shape"/>
          <p:cNvSpPr/>
          <p:nvPr/>
        </p:nvSpPr>
        <p:spPr>
          <a:xfrm>
            <a:off x="1036320" y="5050727"/>
            <a:ext cx="44196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" name="New picture"/>
          <p:cNvPicPr/>
          <p:nvPr/>
        </p:nvPicPr>
        <p:blipFill>
          <a:blip r:embed="rId73"/>
          <a:srcRect/>
          <a:stretch>
            <a:fillRect/>
          </a:stretch>
        </p:blipFill>
        <p:spPr>
          <a:xfrm>
            <a:off x="1109567" y="5041582"/>
            <a:ext cx="67151" cy="102299"/>
          </a:xfrm>
          <a:prstGeom prst="rect"/>
          <a:ln w="0">
            <a:noFill/>
          </a:ln>
        </p:spPr>
      </p:pic>
      <p:sp>
        <p:nvSpPr>
          <p:cNvPr id="129" name="New shape"/>
          <p:cNvSpPr/>
          <p:nvPr/>
        </p:nvSpPr>
        <p:spPr>
          <a:xfrm>
            <a:off x="1121759" y="5050727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0" name="New picture"/>
          <p:cNvPicPr/>
          <p:nvPr/>
        </p:nvPicPr>
        <p:blipFill>
          <a:blip r:embed="rId74"/>
          <a:srcRect/>
          <a:stretch>
            <a:fillRect/>
          </a:stretch>
        </p:blipFill>
        <p:spPr>
          <a:xfrm>
            <a:off x="1193578" y="5041582"/>
            <a:ext cx="65627" cy="102299"/>
          </a:xfrm>
          <a:prstGeom prst="rect"/>
          <a:ln w="0">
            <a:noFill/>
          </a:ln>
        </p:spPr>
      </p:pic>
      <p:sp>
        <p:nvSpPr>
          <p:cNvPr id="131" name="New shape"/>
          <p:cNvSpPr/>
          <p:nvPr/>
        </p:nvSpPr>
        <p:spPr>
          <a:xfrm>
            <a:off x="1205770" y="5050727"/>
            <a:ext cx="41243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2" name="New picture"/>
          <p:cNvPicPr/>
          <p:nvPr/>
        </p:nvPicPr>
        <p:blipFill>
          <a:blip r:embed="rId75"/>
          <a:srcRect/>
          <a:stretch>
            <a:fillRect/>
          </a:stretch>
        </p:blipFill>
        <p:spPr>
          <a:xfrm>
            <a:off x="1272921" y="5041582"/>
            <a:ext cx="62674" cy="71723"/>
          </a:xfrm>
          <a:prstGeom prst="rect"/>
          <a:ln w="0">
            <a:noFill/>
          </a:ln>
        </p:spPr>
      </p:pic>
      <p:sp>
        <p:nvSpPr>
          <p:cNvPr id="133" name="New shape"/>
          <p:cNvSpPr/>
          <p:nvPr/>
        </p:nvSpPr>
        <p:spPr>
          <a:xfrm>
            <a:off x="1283684" y="505072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" name="New picture"/>
          <p:cNvPicPr/>
          <p:nvPr/>
        </p:nvPicPr>
        <p:blipFill>
          <a:blip r:embed="rId76"/>
          <a:srcRect/>
          <a:stretch>
            <a:fillRect/>
          </a:stretch>
        </p:blipFill>
        <p:spPr>
          <a:xfrm>
            <a:off x="1344740" y="5043107"/>
            <a:ext cx="51911" cy="68675"/>
          </a:xfrm>
          <a:prstGeom prst="rect"/>
          <a:ln w="0">
            <a:noFill/>
          </a:ln>
        </p:spPr>
      </p:pic>
      <p:pic>
        <p:nvPicPr>
          <p:cNvPr id="135" name="New picture"/>
          <p:cNvPicPr/>
          <p:nvPr/>
        </p:nvPicPr>
        <p:blipFill>
          <a:blip r:embed="rId77"/>
          <a:srcRect/>
          <a:stretch>
            <a:fillRect/>
          </a:stretch>
        </p:blipFill>
        <p:spPr>
          <a:xfrm>
            <a:off x="1445514" y="5043107"/>
            <a:ext cx="61055" cy="70199"/>
          </a:xfrm>
          <a:prstGeom prst="rect"/>
          <a:ln w="0">
            <a:noFill/>
          </a:ln>
        </p:spPr>
      </p:pic>
      <p:pic>
        <p:nvPicPr>
          <p:cNvPr id="136" name="New picture"/>
          <p:cNvPicPr/>
          <p:nvPr/>
        </p:nvPicPr>
        <p:blipFill>
          <a:blip r:embed="rId78"/>
          <a:srcRect/>
          <a:stretch>
            <a:fillRect/>
          </a:stretch>
        </p:blipFill>
        <p:spPr>
          <a:xfrm>
            <a:off x="1528001" y="5041582"/>
            <a:ext cx="61055" cy="70200"/>
          </a:xfrm>
          <a:prstGeom prst="rect"/>
          <a:ln w="0">
            <a:noFill/>
          </a:ln>
        </p:spPr>
      </p:pic>
      <p:pic>
        <p:nvPicPr>
          <p:cNvPr id="137" name="New picture"/>
          <p:cNvPicPr/>
          <p:nvPr/>
        </p:nvPicPr>
        <p:blipFill>
          <a:blip r:embed="rId79"/>
          <a:srcRect/>
          <a:stretch>
            <a:fillRect/>
          </a:stretch>
        </p:blipFill>
        <p:spPr>
          <a:xfrm>
            <a:off x="1607344" y="5041582"/>
            <a:ext cx="61151" cy="71723"/>
          </a:xfrm>
          <a:prstGeom prst="rect"/>
          <a:ln w="0">
            <a:noFill/>
          </a:ln>
        </p:spPr>
      </p:pic>
      <p:sp>
        <p:nvSpPr>
          <p:cNvPr id="138" name="New shape"/>
          <p:cNvSpPr/>
          <p:nvPr/>
        </p:nvSpPr>
        <p:spPr>
          <a:xfrm>
            <a:off x="1618107" y="505072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" name="New picture"/>
          <p:cNvPicPr/>
          <p:nvPr/>
        </p:nvPicPr>
        <p:blipFill>
          <a:blip r:embed="rId80"/>
          <a:srcRect/>
          <a:stretch>
            <a:fillRect/>
          </a:stretch>
        </p:blipFill>
        <p:spPr>
          <a:xfrm>
            <a:off x="677418" y="5241512"/>
            <a:ext cx="56483" cy="71723"/>
          </a:xfrm>
          <a:prstGeom prst="rect"/>
          <a:ln w="0">
            <a:noFill/>
          </a:ln>
        </p:spPr>
      </p:pic>
      <p:pic>
        <p:nvPicPr>
          <p:cNvPr id="140" name="New picture"/>
          <p:cNvPicPr/>
          <p:nvPr/>
        </p:nvPicPr>
        <p:blipFill>
          <a:blip r:embed="rId81"/>
          <a:srcRect/>
          <a:stretch>
            <a:fillRect/>
          </a:stretch>
        </p:blipFill>
        <p:spPr>
          <a:xfrm>
            <a:off x="747712" y="5244560"/>
            <a:ext cx="61055" cy="68675"/>
          </a:xfrm>
          <a:prstGeom prst="rect"/>
          <a:ln w="0">
            <a:noFill/>
          </a:ln>
        </p:spPr>
      </p:pic>
      <p:sp>
        <p:nvSpPr>
          <p:cNvPr id="141" name="New shape"/>
          <p:cNvSpPr/>
          <p:nvPr/>
        </p:nvSpPr>
        <p:spPr>
          <a:xfrm>
            <a:off x="830580" y="5216652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" name="New picture"/>
          <p:cNvPicPr/>
          <p:nvPr/>
        </p:nvPicPr>
        <p:blipFill>
          <a:blip r:embed="rId82"/>
          <a:srcRect/>
          <a:stretch>
            <a:fillRect/>
          </a:stretch>
        </p:blipFill>
        <p:spPr>
          <a:xfrm>
            <a:off x="856107" y="5223224"/>
            <a:ext cx="41243" cy="90011"/>
          </a:xfrm>
          <a:prstGeom prst="rect"/>
          <a:ln w="0">
            <a:noFill/>
          </a:ln>
        </p:spPr>
      </p:pic>
      <p:pic>
        <p:nvPicPr>
          <p:cNvPr id="143" name="New picture"/>
          <p:cNvPicPr/>
          <p:nvPr/>
        </p:nvPicPr>
        <p:blipFill>
          <a:blip r:embed="rId83"/>
          <a:srcRect/>
          <a:stretch>
            <a:fillRect/>
          </a:stretch>
        </p:blipFill>
        <p:spPr>
          <a:xfrm>
            <a:off x="912590" y="5244560"/>
            <a:ext cx="59531" cy="68675"/>
          </a:xfrm>
          <a:prstGeom prst="rect"/>
          <a:ln w="0">
            <a:noFill/>
          </a:ln>
        </p:spPr>
      </p:pic>
      <p:pic>
        <p:nvPicPr>
          <p:cNvPr id="144" name="New picture"/>
          <p:cNvPicPr/>
          <p:nvPr/>
        </p:nvPicPr>
        <p:blipFill>
          <a:blip r:embed="rId84"/>
          <a:srcRect/>
          <a:stretch>
            <a:fillRect/>
          </a:stretch>
        </p:blipFill>
        <p:spPr>
          <a:xfrm>
            <a:off x="993553" y="5241513"/>
            <a:ext cx="38100" cy="70199"/>
          </a:xfrm>
          <a:prstGeom prst="rect"/>
          <a:ln w="0">
            <a:noFill/>
          </a:ln>
        </p:spPr>
      </p:pic>
      <p:pic>
        <p:nvPicPr>
          <p:cNvPr id="145" name="New picture"/>
          <p:cNvPicPr/>
          <p:nvPr/>
        </p:nvPicPr>
        <p:blipFill>
          <a:blip r:embed="rId85"/>
          <a:srcRect/>
          <a:stretch>
            <a:fillRect/>
          </a:stretch>
        </p:blipFill>
        <p:spPr>
          <a:xfrm>
            <a:off x="1036320" y="5241513"/>
            <a:ext cx="62579" cy="71723"/>
          </a:xfrm>
          <a:prstGeom prst="rect"/>
          <a:ln w="0">
            <a:noFill/>
          </a:ln>
        </p:spPr>
      </p:pic>
      <p:sp>
        <p:nvSpPr>
          <p:cNvPr id="146" name="New shape"/>
          <p:cNvSpPr/>
          <p:nvPr/>
        </p:nvSpPr>
        <p:spPr>
          <a:xfrm>
            <a:off x="1048512" y="525065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" name="New picture"/>
          <p:cNvPicPr/>
          <p:nvPr/>
        </p:nvPicPr>
        <p:blipFill>
          <a:blip r:embed="rId86"/>
          <a:srcRect/>
          <a:stretch>
            <a:fillRect/>
          </a:stretch>
        </p:blipFill>
        <p:spPr>
          <a:xfrm>
            <a:off x="1146238" y="5217128"/>
            <a:ext cx="67151" cy="96107"/>
          </a:xfrm>
          <a:prstGeom prst="rect"/>
          <a:ln w="0">
            <a:noFill/>
          </a:ln>
        </p:spPr>
      </p:pic>
      <p:sp>
        <p:nvSpPr>
          <p:cNvPr id="148" name="New shape"/>
          <p:cNvSpPr/>
          <p:nvPr/>
        </p:nvSpPr>
        <p:spPr>
          <a:xfrm>
            <a:off x="1158430" y="5252180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9" name="New picture"/>
          <p:cNvPicPr/>
          <p:nvPr/>
        </p:nvPicPr>
        <p:blipFill>
          <a:blip r:embed="rId87"/>
          <a:srcRect/>
          <a:stretch>
            <a:fillRect/>
          </a:stretch>
        </p:blipFill>
        <p:spPr>
          <a:xfrm>
            <a:off x="1230249" y="5241513"/>
            <a:ext cx="62579" cy="71723"/>
          </a:xfrm>
          <a:prstGeom prst="rect"/>
          <a:ln w="0">
            <a:noFill/>
          </a:ln>
        </p:spPr>
      </p:pic>
      <p:sp>
        <p:nvSpPr>
          <p:cNvPr id="150" name="New shape"/>
          <p:cNvSpPr/>
          <p:nvPr/>
        </p:nvSpPr>
        <p:spPr>
          <a:xfrm>
            <a:off x="1240917" y="525065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1" name="New picture"/>
          <p:cNvPicPr/>
          <p:nvPr/>
        </p:nvPicPr>
        <p:blipFill>
          <a:blip r:embed="rId88"/>
          <a:srcRect/>
          <a:stretch>
            <a:fillRect/>
          </a:stretch>
        </p:blipFill>
        <p:spPr>
          <a:xfrm>
            <a:off x="1301972" y="5241513"/>
            <a:ext cx="50387" cy="71723"/>
          </a:xfrm>
          <a:prstGeom prst="rect"/>
          <a:ln w="0">
            <a:noFill/>
          </a:ln>
        </p:spPr>
      </p:pic>
      <p:pic>
        <p:nvPicPr>
          <p:cNvPr id="152" name="New picture"/>
          <p:cNvPicPr/>
          <p:nvPr/>
        </p:nvPicPr>
        <p:blipFill>
          <a:blip r:embed="rId89"/>
          <a:srcRect/>
          <a:stretch>
            <a:fillRect/>
          </a:stretch>
        </p:blipFill>
        <p:spPr>
          <a:xfrm>
            <a:off x="1399699" y="5217128"/>
            <a:ext cx="65723" cy="96107"/>
          </a:xfrm>
          <a:prstGeom prst="rect"/>
          <a:ln w="0">
            <a:noFill/>
          </a:ln>
        </p:spPr>
      </p:pic>
      <p:sp>
        <p:nvSpPr>
          <p:cNvPr id="153" name="New shape"/>
          <p:cNvSpPr/>
          <p:nvPr/>
        </p:nvSpPr>
        <p:spPr>
          <a:xfrm>
            <a:off x="1411891" y="5252180"/>
            <a:ext cx="41243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4" name="New picture"/>
          <p:cNvPicPr/>
          <p:nvPr/>
        </p:nvPicPr>
        <p:blipFill>
          <a:blip r:embed="rId90"/>
          <a:srcRect/>
          <a:stretch>
            <a:fillRect/>
          </a:stretch>
        </p:blipFill>
        <p:spPr>
          <a:xfrm>
            <a:off x="1482185" y="5241512"/>
            <a:ext cx="68675" cy="71724"/>
          </a:xfrm>
          <a:prstGeom prst="rect"/>
          <a:ln w="0">
            <a:noFill/>
          </a:ln>
        </p:spPr>
      </p:pic>
      <p:sp>
        <p:nvSpPr>
          <p:cNvPr id="155" name="New shape"/>
          <p:cNvSpPr/>
          <p:nvPr/>
        </p:nvSpPr>
        <p:spPr>
          <a:xfrm>
            <a:off x="1494377" y="5250656"/>
            <a:ext cx="44291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6" name="New picture"/>
          <p:cNvPicPr/>
          <p:nvPr/>
        </p:nvPicPr>
        <p:blipFill>
          <a:blip r:embed="rId91"/>
          <a:srcRect/>
          <a:stretch>
            <a:fillRect/>
          </a:stretch>
        </p:blipFill>
        <p:spPr>
          <a:xfrm>
            <a:off x="1567720" y="5241513"/>
            <a:ext cx="61055" cy="70199"/>
          </a:xfrm>
          <a:prstGeom prst="rect"/>
          <a:ln w="0">
            <a:noFill/>
          </a:ln>
        </p:spPr>
      </p:pic>
      <p:pic>
        <p:nvPicPr>
          <p:cNvPr id="157" name="New picture"/>
          <p:cNvPicPr/>
          <p:nvPr/>
        </p:nvPicPr>
        <p:blipFill>
          <a:blip r:embed="rId92"/>
          <a:srcRect/>
          <a:stretch>
            <a:fillRect/>
          </a:stretch>
        </p:blipFill>
        <p:spPr>
          <a:xfrm>
            <a:off x="1650111" y="5241513"/>
            <a:ext cx="61151" cy="70199"/>
          </a:xfrm>
          <a:prstGeom prst="rect"/>
          <a:ln w="0">
            <a:noFill/>
          </a:ln>
        </p:spPr>
      </p:pic>
      <p:pic>
        <p:nvPicPr>
          <p:cNvPr id="158" name="New picture"/>
          <p:cNvPicPr/>
          <p:nvPr/>
        </p:nvPicPr>
        <p:blipFill>
          <a:blip r:embed="rId93"/>
          <a:srcRect/>
          <a:stretch>
            <a:fillRect/>
          </a:stretch>
        </p:blipFill>
        <p:spPr>
          <a:xfrm>
            <a:off x="1729550" y="5241513"/>
            <a:ext cx="61055" cy="71723"/>
          </a:xfrm>
          <a:prstGeom prst="rect"/>
          <a:ln w="0">
            <a:noFill/>
          </a:ln>
        </p:spPr>
      </p:pic>
      <p:sp>
        <p:nvSpPr>
          <p:cNvPr id="159" name="New shape"/>
          <p:cNvSpPr/>
          <p:nvPr/>
        </p:nvSpPr>
        <p:spPr>
          <a:xfrm>
            <a:off x="1740218" y="525065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60" name="New shape"/>
          <p:cNvSpPr/>
          <p:nvPr/>
        </p:nvSpPr>
        <p:spPr>
          <a:xfrm>
            <a:off x="1749362" y="5211032"/>
            <a:ext cx="27527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1" name="New picture"/>
          <p:cNvPicPr/>
          <p:nvPr/>
        </p:nvPicPr>
        <p:blipFill>
          <a:blip r:embed="rId94"/>
          <a:srcRect/>
          <a:stretch>
            <a:fillRect/>
          </a:stretch>
        </p:blipFill>
        <p:spPr>
          <a:xfrm>
            <a:off x="1804416" y="5241513"/>
            <a:ext cx="62579" cy="71723"/>
          </a:xfrm>
          <a:prstGeom prst="rect"/>
          <a:ln w="0">
            <a:noFill/>
          </a:ln>
        </p:spPr>
      </p:pic>
      <p:sp>
        <p:nvSpPr>
          <p:cNvPr id="162" name="New shape"/>
          <p:cNvSpPr/>
          <p:nvPr/>
        </p:nvSpPr>
        <p:spPr>
          <a:xfrm>
            <a:off x="1816608" y="525065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3" name="New picture"/>
          <p:cNvPicPr/>
          <p:nvPr/>
        </p:nvPicPr>
        <p:blipFill>
          <a:blip r:embed="rId95"/>
          <a:srcRect/>
          <a:stretch>
            <a:fillRect/>
          </a:stretch>
        </p:blipFill>
        <p:spPr>
          <a:xfrm>
            <a:off x="1876139" y="5241513"/>
            <a:ext cx="51911" cy="71723"/>
          </a:xfrm>
          <a:prstGeom prst="rect"/>
          <a:ln w="0">
            <a:noFill/>
          </a:ln>
        </p:spPr>
      </p:pic>
      <p:pic>
        <p:nvPicPr>
          <p:cNvPr id="164" name="New picture"/>
          <p:cNvPicPr/>
          <p:nvPr/>
        </p:nvPicPr>
        <p:blipFill>
          <a:blip r:embed="rId96"/>
          <a:srcRect/>
          <a:stretch>
            <a:fillRect/>
          </a:stretch>
        </p:blipFill>
        <p:spPr>
          <a:xfrm>
            <a:off x="677418" y="5560504"/>
            <a:ext cx="35147" cy="94583"/>
          </a:xfrm>
          <a:prstGeom prst="rect"/>
          <a:ln w="0">
            <a:noFill/>
          </a:ln>
        </p:spPr>
      </p:pic>
      <p:pic>
        <p:nvPicPr>
          <p:cNvPr id="165" name="New picture"/>
          <p:cNvPicPr/>
          <p:nvPr/>
        </p:nvPicPr>
        <p:blipFill>
          <a:blip r:embed="rId97"/>
          <a:srcRect/>
          <a:stretch>
            <a:fillRect/>
          </a:stretch>
        </p:blipFill>
        <p:spPr>
          <a:xfrm>
            <a:off x="729329" y="5584889"/>
            <a:ext cx="61150" cy="70199"/>
          </a:xfrm>
          <a:prstGeom prst="rect"/>
          <a:ln w="0">
            <a:noFill/>
          </a:ln>
        </p:spPr>
      </p:pic>
      <p:pic>
        <p:nvPicPr>
          <p:cNvPr id="166" name="New picture"/>
          <p:cNvPicPr/>
          <p:nvPr/>
        </p:nvPicPr>
        <p:blipFill>
          <a:blip r:embed="rId98"/>
          <a:srcRect/>
          <a:stretch>
            <a:fillRect/>
          </a:stretch>
        </p:blipFill>
        <p:spPr>
          <a:xfrm>
            <a:off x="804196" y="5584889"/>
            <a:ext cx="50387" cy="71723"/>
          </a:xfrm>
          <a:prstGeom prst="rect"/>
          <a:ln w="0">
            <a:noFill/>
          </a:ln>
        </p:spPr>
      </p:pic>
      <p:sp>
        <p:nvSpPr>
          <p:cNvPr id="167" name="New shape"/>
          <p:cNvSpPr/>
          <p:nvPr/>
        </p:nvSpPr>
        <p:spPr>
          <a:xfrm>
            <a:off x="872871" y="5587937"/>
            <a:ext cx="10668" cy="6715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8" name="New picture"/>
          <p:cNvPicPr/>
          <p:nvPr/>
        </p:nvPicPr>
        <p:blipFill>
          <a:blip r:embed="rId99"/>
          <a:srcRect/>
          <a:stretch>
            <a:fillRect/>
          </a:stretch>
        </p:blipFill>
        <p:spPr>
          <a:xfrm>
            <a:off x="869823" y="5557457"/>
            <a:ext cx="15240" cy="13716"/>
          </a:xfrm>
          <a:prstGeom prst="rect"/>
          <a:ln w="0">
            <a:noFill/>
          </a:ln>
        </p:spPr>
      </p:pic>
      <p:pic>
        <p:nvPicPr>
          <p:cNvPr id="169" name="New picture"/>
          <p:cNvPicPr/>
          <p:nvPr/>
        </p:nvPicPr>
        <p:blipFill>
          <a:blip r:embed="rId100"/>
          <a:srcRect/>
          <a:stretch>
            <a:fillRect/>
          </a:stretch>
        </p:blipFill>
        <p:spPr>
          <a:xfrm>
            <a:off x="897350" y="5586413"/>
            <a:ext cx="68675" cy="103727"/>
          </a:xfrm>
          <a:prstGeom prst="rect"/>
          <a:ln w="0">
            <a:noFill/>
          </a:ln>
        </p:spPr>
      </p:pic>
      <p:sp>
        <p:nvSpPr>
          <p:cNvPr id="170" name="New shape"/>
          <p:cNvSpPr/>
          <p:nvPr/>
        </p:nvSpPr>
        <p:spPr>
          <a:xfrm>
            <a:off x="912590" y="5594033"/>
            <a:ext cx="35147" cy="3210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71" name="New shape"/>
          <p:cNvSpPr/>
          <p:nvPr/>
        </p:nvSpPr>
        <p:spPr>
          <a:xfrm>
            <a:off x="909542" y="5655088"/>
            <a:ext cx="44291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2" name="New picture"/>
          <p:cNvPicPr/>
          <p:nvPr/>
        </p:nvPicPr>
        <p:blipFill>
          <a:blip r:embed="rId101"/>
          <a:srcRect/>
          <a:stretch>
            <a:fillRect/>
          </a:stretch>
        </p:blipFill>
        <p:spPr>
          <a:xfrm>
            <a:off x="981265" y="5560505"/>
            <a:ext cx="59626" cy="94583"/>
          </a:xfrm>
          <a:prstGeom prst="rect"/>
          <a:ln w="0">
            <a:noFill/>
          </a:ln>
        </p:spPr>
      </p:pic>
      <p:pic>
        <p:nvPicPr>
          <p:cNvPr id="173" name="New picture"/>
          <p:cNvPicPr/>
          <p:nvPr/>
        </p:nvPicPr>
        <p:blipFill>
          <a:blip r:embed="rId102"/>
          <a:srcRect/>
          <a:stretch>
            <a:fillRect/>
          </a:stretch>
        </p:blipFill>
        <p:spPr>
          <a:xfrm>
            <a:off x="1053084" y="5566601"/>
            <a:ext cx="41243" cy="90011"/>
          </a:xfrm>
          <a:prstGeom prst="rect"/>
          <a:ln w="0">
            <a:noFill/>
          </a:ln>
        </p:spPr>
      </p:pic>
      <p:pic>
        <p:nvPicPr>
          <p:cNvPr id="174" name="New picture"/>
          <p:cNvPicPr/>
          <p:nvPr/>
        </p:nvPicPr>
        <p:blipFill>
          <a:blip r:embed="rId103"/>
          <a:srcRect/>
          <a:stretch>
            <a:fillRect/>
          </a:stretch>
        </p:blipFill>
        <p:spPr>
          <a:xfrm>
            <a:off x="1101947" y="5584889"/>
            <a:ext cx="50387" cy="71723"/>
          </a:xfrm>
          <a:prstGeom prst="rect"/>
          <a:ln w="0">
            <a:noFill/>
          </a:ln>
        </p:spPr>
      </p:pic>
      <p:pic>
        <p:nvPicPr>
          <p:cNvPr id="175" name="New picture"/>
          <p:cNvPicPr/>
          <p:nvPr/>
        </p:nvPicPr>
        <p:blipFill>
          <a:blip r:embed="rId104"/>
          <a:srcRect/>
          <a:stretch>
            <a:fillRect/>
          </a:stretch>
        </p:blipFill>
        <p:spPr>
          <a:xfrm>
            <a:off x="1195102" y="5584889"/>
            <a:ext cx="51911" cy="71723"/>
          </a:xfrm>
          <a:prstGeom prst="rect"/>
          <a:ln w="0">
            <a:noFill/>
          </a:ln>
        </p:spPr>
      </p:pic>
      <p:pic>
        <p:nvPicPr>
          <p:cNvPr id="176" name="New picture"/>
          <p:cNvPicPr/>
          <p:nvPr/>
        </p:nvPicPr>
        <p:blipFill>
          <a:blip r:embed="rId105"/>
          <a:srcRect/>
          <a:stretch>
            <a:fillRect/>
          </a:stretch>
        </p:blipFill>
        <p:spPr>
          <a:xfrm>
            <a:off x="1262253" y="5587936"/>
            <a:ext cx="61151" cy="68675"/>
          </a:xfrm>
          <a:prstGeom prst="rect"/>
          <a:ln w="0">
            <a:noFill/>
          </a:ln>
        </p:spPr>
      </p:pic>
      <p:pic>
        <p:nvPicPr>
          <p:cNvPr id="177" name="New picture"/>
          <p:cNvPicPr/>
          <p:nvPr/>
        </p:nvPicPr>
        <p:blipFill>
          <a:blip r:embed="rId106"/>
          <a:srcRect/>
          <a:stretch>
            <a:fillRect/>
          </a:stretch>
        </p:blipFill>
        <p:spPr>
          <a:xfrm>
            <a:off x="1344739" y="5584889"/>
            <a:ext cx="36671" cy="70199"/>
          </a:xfrm>
          <a:prstGeom prst="rect"/>
          <a:ln w="0">
            <a:noFill/>
          </a:ln>
        </p:spPr>
      </p:pic>
      <p:sp>
        <p:nvSpPr>
          <p:cNvPr id="178" name="New shape"/>
          <p:cNvSpPr/>
          <p:nvPr/>
        </p:nvSpPr>
        <p:spPr>
          <a:xfrm>
            <a:off x="1429512" y="5561076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" name="New picture"/>
          <p:cNvPicPr/>
          <p:nvPr/>
        </p:nvPicPr>
        <p:blipFill>
          <a:blip r:embed="rId107"/>
          <a:srcRect/>
          <a:stretch>
            <a:fillRect/>
          </a:stretch>
        </p:blipFill>
        <p:spPr>
          <a:xfrm>
            <a:off x="1459230" y="5584889"/>
            <a:ext cx="62675" cy="71723"/>
          </a:xfrm>
          <a:prstGeom prst="rect"/>
          <a:ln w="0">
            <a:noFill/>
          </a:ln>
        </p:spPr>
      </p:pic>
      <p:sp>
        <p:nvSpPr>
          <p:cNvPr id="180" name="New shape"/>
          <p:cNvSpPr/>
          <p:nvPr/>
        </p:nvSpPr>
        <p:spPr>
          <a:xfrm>
            <a:off x="1469993" y="5594033"/>
            <a:ext cx="39624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1" name="New picture"/>
          <p:cNvPicPr/>
          <p:nvPr/>
        </p:nvPicPr>
        <p:blipFill>
          <a:blip r:embed="rId108"/>
          <a:srcRect/>
          <a:stretch>
            <a:fillRect/>
          </a:stretch>
        </p:blipFill>
        <p:spPr>
          <a:xfrm>
            <a:off x="1531048" y="5584889"/>
            <a:ext cx="50387" cy="71723"/>
          </a:xfrm>
          <a:prstGeom prst="rect"/>
          <a:ln w="0">
            <a:noFill/>
          </a:ln>
        </p:spPr>
      </p:pic>
      <p:pic>
        <p:nvPicPr>
          <p:cNvPr id="182" name="New picture"/>
          <p:cNvPicPr/>
          <p:nvPr/>
        </p:nvPicPr>
        <p:blipFill>
          <a:blip r:embed="rId109"/>
          <a:srcRect/>
          <a:stretch>
            <a:fillRect/>
          </a:stretch>
        </p:blipFill>
        <p:spPr>
          <a:xfrm>
            <a:off x="677418" y="5761958"/>
            <a:ext cx="65627" cy="96107"/>
          </a:xfrm>
          <a:prstGeom prst="rect"/>
          <a:ln w="0">
            <a:noFill/>
          </a:ln>
        </p:spPr>
      </p:pic>
      <p:sp>
        <p:nvSpPr>
          <p:cNvPr id="183" name="New shape"/>
          <p:cNvSpPr/>
          <p:nvPr/>
        </p:nvSpPr>
        <p:spPr>
          <a:xfrm>
            <a:off x="688086" y="5795486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4" name="New picture"/>
          <p:cNvPicPr/>
          <p:nvPr/>
        </p:nvPicPr>
        <p:blipFill>
          <a:blip r:embed="rId110"/>
          <a:srcRect/>
          <a:stretch>
            <a:fillRect/>
          </a:stretch>
        </p:blipFill>
        <p:spPr>
          <a:xfrm>
            <a:off x="759904" y="5786342"/>
            <a:ext cx="68675" cy="71724"/>
          </a:xfrm>
          <a:prstGeom prst="rect"/>
          <a:ln w="0">
            <a:noFill/>
          </a:ln>
        </p:spPr>
      </p:pic>
      <p:sp>
        <p:nvSpPr>
          <p:cNvPr id="185" name="New shape"/>
          <p:cNvSpPr/>
          <p:nvPr/>
        </p:nvSpPr>
        <p:spPr>
          <a:xfrm>
            <a:off x="772096" y="5795486"/>
            <a:ext cx="44291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6" name="New picture"/>
          <p:cNvPicPr/>
          <p:nvPr/>
        </p:nvPicPr>
        <p:blipFill>
          <a:blip r:embed="rId111"/>
          <a:srcRect/>
          <a:stretch>
            <a:fillRect/>
          </a:stretch>
        </p:blipFill>
        <p:spPr>
          <a:xfrm>
            <a:off x="845439" y="5786342"/>
            <a:ext cx="61055" cy="70199"/>
          </a:xfrm>
          <a:prstGeom prst="rect"/>
          <a:ln w="0">
            <a:noFill/>
          </a:ln>
        </p:spPr>
      </p:pic>
      <p:pic>
        <p:nvPicPr>
          <p:cNvPr id="187" name="New picture"/>
          <p:cNvPicPr/>
          <p:nvPr/>
        </p:nvPicPr>
        <p:blipFill>
          <a:blip r:embed="rId112"/>
          <a:srcRect/>
          <a:stretch>
            <a:fillRect/>
          </a:stretch>
        </p:blipFill>
        <p:spPr>
          <a:xfrm>
            <a:off x="927830" y="5786342"/>
            <a:ext cx="61055" cy="70199"/>
          </a:xfrm>
          <a:prstGeom prst="rect"/>
          <a:ln w="0">
            <a:noFill/>
          </a:ln>
        </p:spPr>
      </p:pic>
      <p:pic>
        <p:nvPicPr>
          <p:cNvPr id="188" name="New picture"/>
          <p:cNvPicPr/>
          <p:nvPr/>
        </p:nvPicPr>
        <p:blipFill>
          <a:blip r:embed="rId113"/>
          <a:srcRect/>
          <a:stretch>
            <a:fillRect/>
          </a:stretch>
        </p:blipFill>
        <p:spPr>
          <a:xfrm>
            <a:off x="1005745" y="5786343"/>
            <a:ext cx="62579" cy="71723"/>
          </a:xfrm>
          <a:prstGeom prst="rect"/>
          <a:ln w="0">
            <a:noFill/>
          </a:ln>
        </p:spPr>
      </p:pic>
      <p:sp>
        <p:nvSpPr>
          <p:cNvPr id="189" name="New shape"/>
          <p:cNvSpPr/>
          <p:nvPr/>
        </p:nvSpPr>
        <p:spPr>
          <a:xfrm>
            <a:off x="1017937" y="579396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0" name="New shape"/>
          <p:cNvSpPr/>
          <p:nvPr/>
        </p:nvSpPr>
        <p:spPr>
          <a:xfrm>
            <a:off x="1027081" y="5755767"/>
            <a:ext cx="27527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" name="New picture"/>
          <p:cNvPicPr/>
          <p:nvPr/>
        </p:nvPicPr>
        <p:blipFill>
          <a:blip r:embed="rId114"/>
          <a:srcRect/>
          <a:stretch>
            <a:fillRect/>
          </a:stretch>
        </p:blipFill>
        <p:spPr>
          <a:xfrm>
            <a:off x="1082135" y="5786343"/>
            <a:ext cx="62579" cy="71723"/>
          </a:xfrm>
          <a:prstGeom prst="rect"/>
          <a:ln w="0">
            <a:noFill/>
          </a:ln>
        </p:spPr>
      </p:pic>
      <p:sp>
        <p:nvSpPr>
          <p:cNvPr id="192" name="New shape"/>
          <p:cNvSpPr/>
          <p:nvPr/>
        </p:nvSpPr>
        <p:spPr>
          <a:xfrm>
            <a:off x="1092803" y="5793963"/>
            <a:ext cx="41243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3" name="New picture"/>
          <p:cNvPicPr/>
          <p:nvPr/>
        </p:nvPicPr>
        <p:blipFill>
          <a:blip r:embed="rId115"/>
          <a:srcRect/>
          <a:stretch>
            <a:fillRect/>
          </a:stretch>
        </p:blipFill>
        <p:spPr>
          <a:xfrm>
            <a:off x="1153859" y="5786342"/>
            <a:ext cx="50387" cy="71724"/>
          </a:xfrm>
          <a:prstGeom prst="rect"/>
          <a:ln w="0">
            <a:noFill/>
          </a:ln>
        </p:spPr>
      </p:pic>
      <p:pic>
        <p:nvPicPr>
          <p:cNvPr id="194" name="New picture"/>
          <p:cNvPicPr/>
          <p:nvPr/>
        </p:nvPicPr>
        <p:blipFill>
          <a:blip r:embed="rId116"/>
          <a:srcRect/>
          <a:stretch>
            <a:fillRect/>
          </a:stretch>
        </p:blipFill>
        <p:spPr>
          <a:xfrm>
            <a:off x="1251585" y="5786343"/>
            <a:ext cx="62579" cy="71723"/>
          </a:xfrm>
          <a:prstGeom prst="rect"/>
          <a:ln w="0">
            <a:noFill/>
          </a:ln>
        </p:spPr>
      </p:pic>
      <p:sp>
        <p:nvSpPr>
          <p:cNvPr id="195" name="New shape"/>
          <p:cNvSpPr/>
          <p:nvPr/>
        </p:nvSpPr>
        <p:spPr>
          <a:xfrm>
            <a:off x="1262253" y="5793963"/>
            <a:ext cx="41243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" name="New picture"/>
          <p:cNvPicPr/>
          <p:nvPr/>
        </p:nvPicPr>
        <p:blipFill>
          <a:blip r:embed="rId117"/>
          <a:srcRect/>
          <a:stretch>
            <a:fillRect/>
          </a:stretch>
        </p:blipFill>
        <p:spPr>
          <a:xfrm>
            <a:off x="1321879" y="5766530"/>
            <a:ext cx="41148" cy="91535"/>
          </a:xfrm>
          <a:prstGeom prst="rect"/>
          <a:ln w="0">
            <a:noFill/>
          </a:ln>
        </p:spPr>
      </p:pic>
      <p:sp>
        <p:nvSpPr>
          <p:cNvPr id="197" name="New shape"/>
          <p:cNvSpPr/>
          <p:nvPr/>
        </p:nvSpPr>
        <p:spPr>
          <a:xfrm>
            <a:off x="1412748" y="5762244"/>
            <a:ext cx="13716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8" name="New shape"/>
          <p:cNvSpPr/>
          <p:nvPr/>
        </p:nvSpPr>
        <p:spPr>
          <a:xfrm>
            <a:off x="1445514" y="5761958"/>
            <a:ext cx="9144" cy="32003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9" name="New picture"/>
          <p:cNvPicPr/>
          <p:nvPr/>
        </p:nvPicPr>
        <p:blipFill>
          <a:blip r:embed="rId118"/>
          <a:srcRect/>
          <a:stretch>
            <a:fillRect/>
          </a:stretch>
        </p:blipFill>
        <p:spPr>
          <a:xfrm>
            <a:off x="1469993" y="5786343"/>
            <a:ext cx="58007" cy="71723"/>
          </a:xfrm>
          <a:prstGeom prst="rect"/>
          <a:ln w="0">
            <a:noFill/>
          </a:ln>
        </p:spPr>
      </p:pic>
      <p:sp>
        <p:nvSpPr>
          <p:cNvPr id="200" name="New shape"/>
          <p:cNvSpPr/>
          <p:nvPr/>
        </p:nvSpPr>
        <p:spPr>
          <a:xfrm>
            <a:off x="1482185" y="5821395"/>
            <a:ext cx="33623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1" name="New picture"/>
          <p:cNvPicPr/>
          <p:nvPr/>
        </p:nvPicPr>
        <p:blipFill>
          <a:blip r:embed="rId119"/>
          <a:srcRect/>
          <a:stretch>
            <a:fillRect/>
          </a:stretch>
        </p:blipFill>
        <p:spPr>
          <a:xfrm>
            <a:off x="1547812" y="5786342"/>
            <a:ext cx="61055" cy="70199"/>
          </a:xfrm>
          <a:prstGeom prst="rect"/>
          <a:ln w="0">
            <a:noFill/>
          </a:ln>
        </p:spPr>
      </p:pic>
      <p:pic>
        <p:nvPicPr>
          <p:cNvPr id="202" name="New picture"/>
          <p:cNvPicPr/>
          <p:nvPr/>
        </p:nvPicPr>
        <p:blipFill>
          <a:blip r:embed="rId120"/>
          <a:srcRect/>
          <a:stretch>
            <a:fillRect/>
          </a:stretch>
        </p:blipFill>
        <p:spPr>
          <a:xfrm>
            <a:off x="1624203" y="5786343"/>
            <a:ext cx="58007" cy="71723"/>
          </a:xfrm>
          <a:prstGeom prst="rect"/>
          <a:ln w="0">
            <a:noFill/>
          </a:ln>
        </p:spPr>
      </p:pic>
      <p:sp>
        <p:nvSpPr>
          <p:cNvPr id="203" name="New shape"/>
          <p:cNvSpPr/>
          <p:nvPr/>
        </p:nvSpPr>
        <p:spPr>
          <a:xfrm>
            <a:off x="1634871" y="5821395"/>
            <a:ext cx="35147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04" name="New shape"/>
          <p:cNvSpPr/>
          <p:nvPr/>
        </p:nvSpPr>
        <p:spPr>
          <a:xfrm>
            <a:off x="1702308" y="5762244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5" name="New picture"/>
          <p:cNvPicPr/>
          <p:nvPr/>
        </p:nvPicPr>
        <p:blipFill>
          <a:blip r:embed="rId121"/>
          <a:srcRect/>
          <a:stretch>
            <a:fillRect/>
          </a:stretch>
        </p:blipFill>
        <p:spPr>
          <a:xfrm>
            <a:off x="1726502" y="5787867"/>
            <a:ext cx="62579" cy="102203"/>
          </a:xfrm>
          <a:prstGeom prst="rect"/>
          <a:ln w="0">
            <a:noFill/>
          </a:ln>
        </p:spPr>
      </p:pic>
      <p:pic>
        <p:nvPicPr>
          <p:cNvPr id="206" name="New picture"/>
          <p:cNvPicPr/>
          <p:nvPr/>
        </p:nvPicPr>
        <p:blipFill>
          <a:blip r:embed="rId122"/>
          <a:srcRect/>
          <a:stretch>
            <a:fillRect/>
          </a:stretch>
        </p:blipFill>
        <p:spPr>
          <a:xfrm>
            <a:off x="1795272" y="5766530"/>
            <a:ext cx="41148" cy="91535"/>
          </a:xfrm>
          <a:prstGeom prst="rect"/>
          <a:ln w="0">
            <a:noFill/>
          </a:ln>
        </p:spPr>
      </p:pic>
      <p:sp>
        <p:nvSpPr>
          <p:cNvPr id="207" name="New shape"/>
          <p:cNvSpPr/>
          <p:nvPr/>
        </p:nvSpPr>
        <p:spPr>
          <a:xfrm>
            <a:off x="1853279" y="5787866"/>
            <a:ext cx="10668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" name="New picture"/>
          <p:cNvPicPr/>
          <p:nvPr/>
        </p:nvPicPr>
        <p:blipFill>
          <a:blip r:embed="rId123"/>
          <a:srcRect/>
          <a:stretch>
            <a:fillRect/>
          </a:stretch>
        </p:blipFill>
        <p:spPr>
          <a:xfrm>
            <a:off x="1850231" y="5757290"/>
            <a:ext cx="15240" cy="13811"/>
          </a:xfrm>
          <a:prstGeom prst="rect"/>
          <a:ln w="0">
            <a:noFill/>
          </a:ln>
        </p:spPr>
      </p:pic>
      <p:pic>
        <p:nvPicPr>
          <p:cNvPr id="209" name="New picture"/>
          <p:cNvPicPr/>
          <p:nvPr/>
        </p:nvPicPr>
        <p:blipFill>
          <a:blip r:embed="rId124"/>
          <a:srcRect/>
          <a:stretch>
            <a:fillRect/>
          </a:stretch>
        </p:blipFill>
        <p:spPr>
          <a:xfrm>
            <a:off x="1882235" y="5786343"/>
            <a:ext cx="65723" cy="102203"/>
          </a:xfrm>
          <a:prstGeom prst="rect"/>
          <a:ln w="0">
            <a:noFill/>
          </a:ln>
        </p:spPr>
      </p:pic>
      <p:sp>
        <p:nvSpPr>
          <p:cNvPr id="210" name="New shape"/>
          <p:cNvSpPr/>
          <p:nvPr/>
        </p:nvSpPr>
        <p:spPr>
          <a:xfrm>
            <a:off x="1894427" y="5795487"/>
            <a:ext cx="41243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1" name="New picture"/>
          <p:cNvPicPr/>
          <p:nvPr/>
        </p:nvPicPr>
        <p:blipFill>
          <a:blip r:embed="rId125"/>
          <a:srcRect/>
          <a:stretch>
            <a:fillRect/>
          </a:stretch>
        </p:blipFill>
        <p:spPr>
          <a:xfrm>
            <a:off x="1969294" y="5787866"/>
            <a:ext cx="61055" cy="70199"/>
          </a:xfrm>
          <a:prstGeom prst="rect"/>
          <a:ln w="0">
            <a:noFill/>
          </a:ln>
        </p:spPr>
      </p:pic>
      <p:pic>
        <p:nvPicPr>
          <p:cNvPr id="212" name="New picture"/>
          <p:cNvPicPr/>
          <p:nvPr/>
        </p:nvPicPr>
        <p:blipFill>
          <a:blip r:embed="rId126"/>
          <a:srcRect/>
          <a:stretch>
            <a:fillRect/>
          </a:stretch>
        </p:blipFill>
        <p:spPr>
          <a:xfrm>
            <a:off x="2048732" y="5786343"/>
            <a:ext cx="61055" cy="71723"/>
          </a:xfrm>
          <a:prstGeom prst="rect"/>
          <a:ln w="0">
            <a:noFill/>
          </a:ln>
        </p:spPr>
      </p:pic>
      <p:sp>
        <p:nvSpPr>
          <p:cNvPr id="213" name="New shape"/>
          <p:cNvSpPr/>
          <p:nvPr/>
        </p:nvSpPr>
        <p:spPr>
          <a:xfrm>
            <a:off x="2059400" y="579396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4" name="New picture"/>
          <p:cNvPicPr/>
          <p:nvPr/>
        </p:nvPicPr>
        <p:blipFill>
          <a:blip r:embed="rId127"/>
          <a:srcRect/>
          <a:stretch>
            <a:fillRect/>
          </a:stretch>
        </p:blipFill>
        <p:spPr>
          <a:xfrm>
            <a:off x="681990" y="6105240"/>
            <a:ext cx="59531" cy="94678"/>
          </a:xfrm>
          <a:prstGeom prst="rect"/>
          <a:ln w="0">
            <a:noFill/>
          </a:ln>
        </p:spPr>
      </p:pic>
      <p:sp>
        <p:nvSpPr>
          <p:cNvPr id="215" name="New shape"/>
          <p:cNvSpPr/>
          <p:nvPr/>
        </p:nvSpPr>
        <p:spPr>
          <a:xfrm>
            <a:off x="700373" y="6074759"/>
            <a:ext cx="27432" cy="21336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" name="New picture"/>
          <p:cNvPicPr/>
          <p:nvPr/>
        </p:nvPicPr>
        <p:blipFill>
          <a:blip r:embed="rId128"/>
          <a:srcRect/>
          <a:stretch>
            <a:fillRect/>
          </a:stretch>
        </p:blipFill>
        <p:spPr>
          <a:xfrm>
            <a:off x="747713" y="6109812"/>
            <a:ext cx="41148" cy="91630"/>
          </a:xfrm>
          <a:prstGeom prst="rect"/>
          <a:ln w="0">
            <a:noFill/>
          </a:ln>
        </p:spPr>
      </p:pic>
      <p:pic>
        <p:nvPicPr>
          <p:cNvPr id="217" name="New picture"/>
          <p:cNvPicPr/>
          <p:nvPr/>
        </p:nvPicPr>
        <p:blipFill>
          <a:blip r:embed="rId129"/>
          <a:srcRect/>
          <a:stretch>
            <a:fillRect/>
          </a:stretch>
        </p:blipFill>
        <p:spPr>
          <a:xfrm>
            <a:off x="804196" y="6131243"/>
            <a:ext cx="61055" cy="70199"/>
          </a:xfrm>
          <a:prstGeom prst="rect"/>
          <a:ln w="0">
            <a:noFill/>
          </a:ln>
        </p:spPr>
      </p:pic>
      <p:pic>
        <p:nvPicPr>
          <p:cNvPr id="218" name="New picture"/>
          <p:cNvPicPr/>
          <p:nvPr/>
        </p:nvPicPr>
        <p:blipFill>
          <a:blip r:embed="rId130"/>
          <a:srcRect/>
          <a:stretch>
            <a:fillRect/>
          </a:stretch>
        </p:blipFill>
        <p:spPr>
          <a:xfrm>
            <a:off x="882015" y="6105240"/>
            <a:ext cx="67246" cy="96202"/>
          </a:xfrm>
          <a:prstGeom prst="rect"/>
          <a:ln w="0">
            <a:noFill/>
          </a:ln>
        </p:spPr>
      </p:pic>
      <p:sp>
        <p:nvSpPr>
          <p:cNvPr id="219" name="New shape"/>
          <p:cNvSpPr/>
          <p:nvPr/>
        </p:nvSpPr>
        <p:spPr>
          <a:xfrm>
            <a:off x="894302" y="6138862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0" name="New picture"/>
          <p:cNvPicPr/>
          <p:nvPr/>
        </p:nvPicPr>
        <p:blipFill>
          <a:blip r:embed="rId131"/>
          <a:srcRect/>
          <a:stretch>
            <a:fillRect/>
          </a:stretch>
        </p:blipFill>
        <p:spPr>
          <a:xfrm>
            <a:off x="966025" y="6129719"/>
            <a:ext cx="62579" cy="71723"/>
          </a:xfrm>
          <a:prstGeom prst="rect"/>
          <a:ln w="0">
            <a:noFill/>
          </a:ln>
        </p:spPr>
      </p:pic>
      <p:sp>
        <p:nvSpPr>
          <p:cNvPr id="221" name="New shape"/>
          <p:cNvSpPr/>
          <p:nvPr/>
        </p:nvSpPr>
        <p:spPr>
          <a:xfrm>
            <a:off x="976693" y="6137339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2" name="New picture"/>
          <p:cNvPicPr/>
          <p:nvPr/>
        </p:nvPicPr>
        <p:blipFill>
          <a:blip r:embed="rId132"/>
          <a:srcRect/>
          <a:stretch>
            <a:fillRect/>
          </a:stretch>
        </p:blipFill>
        <p:spPr>
          <a:xfrm>
            <a:off x="1069848" y="6105240"/>
            <a:ext cx="71818" cy="94678"/>
          </a:xfrm>
          <a:prstGeom prst="rect"/>
          <a:ln w="0">
            <a:noFill/>
          </a:ln>
        </p:spPr>
      </p:pic>
      <p:pic>
        <p:nvPicPr>
          <p:cNvPr id="223" name="New picture"/>
          <p:cNvPicPr/>
          <p:nvPr/>
        </p:nvPicPr>
        <p:blipFill>
          <a:blip r:embed="rId133"/>
          <a:srcRect/>
          <a:stretch>
            <a:fillRect/>
          </a:stretch>
        </p:blipFill>
        <p:spPr>
          <a:xfrm>
            <a:off x="1138618" y="6129719"/>
            <a:ext cx="58007" cy="71723"/>
          </a:xfrm>
          <a:prstGeom prst="rect"/>
          <a:ln w="0">
            <a:noFill/>
          </a:ln>
        </p:spPr>
      </p:pic>
      <p:sp>
        <p:nvSpPr>
          <p:cNvPr id="224" name="New shape"/>
          <p:cNvSpPr/>
          <p:nvPr/>
        </p:nvSpPr>
        <p:spPr>
          <a:xfrm>
            <a:off x="1150811" y="6164770"/>
            <a:ext cx="33623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5" name="New picture"/>
          <p:cNvPicPr/>
          <p:nvPr/>
        </p:nvPicPr>
        <p:blipFill>
          <a:blip r:embed="rId134"/>
          <a:srcRect/>
          <a:stretch>
            <a:fillRect/>
          </a:stretch>
        </p:blipFill>
        <p:spPr>
          <a:xfrm>
            <a:off x="1217962" y="6105239"/>
            <a:ext cx="64199" cy="96203"/>
          </a:xfrm>
          <a:prstGeom prst="rect"/>
          <a:ln w="0">
            <a:noFill/>
          </a:ln>
        </p:spPr>
      </p:pic>
      <p:sp>
        <p:nvSpPr>
          <p:cNvPr id="226" name="New shape"/>
          <p:cNvSpPr/>
          <p:nvPr/>
        </p:nvSpPr>
        <p:spPr>
          <a:xfrm>
            <a:off x="1228725" y="6138862"/>
            <a:ext cx="42672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27" name="New shape"/>
          <p:cNvSpPr/>
          <p:nvPr/>
        </p:nvSpPr>
        <p:spPr>
          <a:xfrm>
            <a:off x="1299972" y="6105144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8" name="New picture"/>
          <p:cNvPicPr/>
          <p:nvPr/>
        </p:nvPicPr>
        <p:blipFill>
          <a:blip r:embed="rId135"/>
          <a:srcRect/>
          <a:stretch>
            <a:fillRect/>
          </a:stretch>
        </p:blipFill>
        <p:spPr>
          <a:xfrm>
            <a:off x="1331023" y="6129719"/>
            <a:ext cx="62579" cy="71723"/>
          </a:xfrm>
          <a:prstGeom prst="rect"/>
          <a:ln w="0">
            <a:noFill/>
          </a:ln>
        </p:spPr>
      </p:pic>
      <p:sp>
        <p:nvSpPr>
          <p:cNvPr id="229" name="New shape"/>
          <p:cNvSpPr/>
          <p:nvPr/>
        </p:nvSpPr>
        <p:spPr>
          <a:xfrm>
            <a:off x="1341691" y="6137339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0" name="New picture"/>
          <p:cNvPicPr/>
          <p:nvPr/>
        </p:nvPicPr>
        <p:blipFill>
          <a:blip r:embed="rId136"/>
          <a:srcRect/>
          <a:stretch>
            <a:fillRect/>
          </a:stretch>
        </p:blipFill>
        <p:spPr>
          <a:xfrm>
            <a:off x="1405795" y="6129719"/>
            <a:ext cx="58007" cy="71723"/>
          </a:xfrm>
          <a:prstGeom prst="rect"/>
          <a:ln w="0">
            <a:noFill/>
          </a:ln>
        </p:spPr>
      </p:pic>
      <p:sp>
        <p:nvSpPr>
          <p:cNvPr id="231" name="New shape"/>
          <p:cNvSpPr/>
          <p:nvPr/>
        </p:nvSpPr>
        <p:spPr>
          <a:xfrm>
            <a:off x="1416463" y="6164770"/>
            <a:ext cx="33623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" name="New picture"/>
          <p:cNvPicPr/>
          <p:nvPr/>
        </p:nvPicPr>
        <p:blipFill>
          <a:blip r:embed="rId137"/>
          <a:srcRect/>
          <a:stretch>
            <a:fillRect/>
          </a:stretch>
        </p:blipFill>
        <p:spPr>
          <a:xfrm>
            <a:off x="1483709" y="6131243"/>
            <a:ext cx="61055" cy="70199"/>
          </a:xfrm>
          <a:prstGeom prst="rect"/>
          <a:ln w="0">
            <a:noFill/>
          </a:ln>
        </p:spPr>
      </p:pic>
      <p:pic>
        <p:nvPicPr>
          <p:cNvPr id="233" name="New picture"/>
          <p:cNvPicPr/>
          <p:nvPr/>
        </p:nvPicPr>
        <p:blipFill>
          <a:blip r:embed="rId138"/>
          <a:srcRect/>
          <a:stretch>
            <a:fillRect/>
          </a:stretch>
        </p:blipFill>
        <p:spPr>
          <a:xfrm>
            <a:off x="677418" y="6445568"/>
            <a:ext cx="79438" cy="99250"/>
          </a:xfrm>
          <a:prstGeom prst="rect"/>
          <a:ln w="0">
            <a:noFill/>
          </a:ln>
        </p:spPr>
      </p:pic>
      <p:pic>
        <p:nvPicPr>
          <p:cNvPr id="234" name="New picture"/>
          <p:cNvPicPr/>
          <p:nvPr/>
        </p:nvPicPr>
        <p:blipFill>
          <a:blip r:embed="rId139"/>
          <a:srcRect/>
          <a:stretch>
            <a:fillRect/>
          </a:stretch>
        </p:blipFill>
        <p:spPr>
          <a:xfrm>
            <a:off x="764476" y="6473094"/>
            <a:ext cx="67151" cy="71724"/>
          </a:xfrm>
          <a:prstGeom prst="rect"/>
          <a:ln w="0">
            <a:noFill/>
          </a:ln>
        </p:spPr>
      </p:pic>
      <p:sp>
        <p:nvSpPr>
          <p:cNvPr id="235" name="New shape"/>
          <p:cNvSpPr/>
          <p:nvPr/>
        </p:nvSpPr>
        <p:spPr>
          <a:xfrm>
            <a:off x="775145" y="6482239"/>
            <a:ext cx="45815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6" name="New picture"/>
          <p:cNvPicPr/>
          <p:nvPr/>
        </p:nvPicPr>
        <p:blipFill>
          <a:blip r:embed="rId140"/>
          <a:srcRect/>
          <a:stretch>
            <a:fillRect/>
          </a:stretch>
        </p:blipFill>
        <p:spPr>
          <a:xfrm>
            <a:off x="850011" y="6473095"/>
            <a:ext cx="61055" cy="70199"/>
          </a:xfrm>
          <a:prstGeom prst="rect"/>
          <a:ln w="0">
            <a:noFill/>
          </a:ln>
        </p:spPr>
      </p:pic>
      <p:pic>
        <p:nvPicPr>
          <p:cNvPr id="237" name="New picture"/>
          <p:cNvPicPr/>
          <p:nvPr/>
        </p:nvPicPr>
        <p:blipFill>
          <a:blip r:embed="rId141"/>
          <a:srcRect/>
          <a:stretch>
            <a:fillRect/>
          </a:stretch>
        </p:blipFill>
        <p:spPr>
          <a:xfrm>
            <a:off x="921734" y="6453188"/>
            <a:ext cx="42767" cy="91631"/>
          </a:xfrm>
          <a:prstGeom prst="rect"/>
          <a:ln w="0">
            <a:noFill/>
          </a:ln>
        </p:spPr>
      </p:pic>
      <p:pic>
        <p:nvPicPr>
          <p:cNvPr id="238" name="New picture"/>
          <p:cNvPicPr/>
          <p:nvPr/>
        </p:nvPicPr>
        <p:blipFill>
          <a:blip r:embed="rId142"/>
          <a:srcRect/>
          <a:stretch>
            <a:fillRect/>
          </a:stretch>
        </p:blipFill>
        <p:spPr>
          <a:xfrm>
            <a:off x="973645" y="6473095"/>
            <a:ext cx="58007" cy="71723"/>
          </a:xfrm>
          <a:prstGeom prst="rect"/>
          <a:ln w="0">
            <a:noFill/>
          </a:ln>
        </p:spPr>
      </p:pic>
      <p:sp>
        <p:nvSpPr>
          <p:cNvPr id="239" name="New shape"/>
          <p:cNvSpPr/>
          <p:nvPr/>
        </p:nvSpPr>
        <p:spPr>
          <a:xfrm>
            <a:off x="985933" y="6508146"/>
            <a:ext cx="33528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0" name="New picture"/>
          <p:cNvPicPr/>
          <p:nvPr/>
        </p:nvPicPr>
        <p:blipFill>
          <a:blip r:embed="rId143"/>
          <a:srcRect/>
          <a:stretch>
            <a:fillRect/>
          </a:stretch>
        </p:blipFill>
        <p:spPr>
          <a:xfrm>
            <a:off x="1048512" y="6473094"/>
            <a:ext cx="56483" cy="71724"/>
          </a:xfrm>
          <a:prstGeom prst="rect"/>
          <a:ln w="0">
            <a:noFill/>
          </a:ln>
        </p:spPr>
      </p:pic>
      <p:pic>
        <p:nvPicPr>
          <p:cNvPr id="241" name="New picture"/>
          <p:cNvPicPr/>
          <p:nvPr/>
        </p:nvPicPr>
        <p:blipFill>
          <a:blip r:embed="rId144"/>
          <a:srcRect/>
          <a:stretch>
            <a:fillRect/>
          </a:stretch>
        </p:blipFill>
        <p:spPr>
          <a:xfrm>
            <a:off x="1114139" y="6453188"/>
            <a:ext cx="41243" cy="91631"/>
          </a:xfrm>
          <a:prstGeom prst="rect"/>
          <a:ln w="0">
            <a:noFill/>
          </a:ln>
        </p:spPr>
      </p:pic>
      <p:pic>
        <p:nvPicPr>
          <p:cNvPr id="242" name="New picture"/>
          <p:cNvPicPr/>
          <p:nvPr/>
        </p:nvPicPr>
        <p:blipFill>
          <a:blip r:embed="rId145"/>
          <a:srcRect/>
          <a:stretch>
            <a:fillRect/>
          </a:stretch>
        </p:blipFill>
        <p:spPr>
          <a:xfrm>
            <a:off x="1164526" y="6473094"/>
            <a:ext cx="62675" cy="71724"/>
          </a:xfrm>
          <a:prstGeom prst="rect"/>
          <a:ln w="0">
            <a:noFill/>
          </a:ln>
        </p:spPr>
      </p:pic>
      <p:sp>
        <p:nvSpPr>
          <p:cNvPr id="243" name="New shape"/>
          <p:cNvSpPr/>
          <p:nvPr/>
        </p:nvSpPr>
        <p:spPr>
          <a:xfrm>
            <a:off x="1175194" y="6480715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4" name="New picture"/>
          <p:cNvPicPr/>
          <p:nvPr/>
        </p:nvPicPr>
        <p:blipFill>
          <a:blip r:embed="rId146"/>
          <a:srcRect/>
          <a:stretch>
            <a:fillRect/>
          </a:stretch>
        </p:blipFill>
        <p:spPr>
          <a:xfrm>
            <a:off x="1236345" y="6474620"/>
            <a:ext cx="51911" cy="68675"/>
          </a:xfrm>
          <a:prstGeom prst="rect"/>
          <a:ln w="0">
            <a:noFill/>
          </a:ln>
        </p:spPr>
      </p:pic>
      <p:sp>
        <p:nvSpPr>
          <p:cNvPr id="245" name="New shape"/>
          <p:cNvSpPr/>
          <p:nvPr/>
        </p:nvSpPr>
        <p:spPr>
          <a:xfrm>
            <a:off x="1292352" y="6498336"/>
            <a:ext cx="30480" cy="1066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6" name="New picture"/>
          <p:cNvPicPr/>
          <p:nvPr/>
        </p:nvPicPr>
        <p:blipFill>
          <a:blip r:embed="rId147"/>
          <a:srcRect/>
          <a:stretch>
            <a:fillRect/>
          </a:stretch>
        </p:blipFill>
        <p:spPr>
          <a:xfrm>
            <a:off x="1340167" y="6473095"/>
            <a:ext cx="59531" cy="70199"/>
          </a:xfrm>
          <a:prstGeom prst="rect"/>
          <a:ln w="0">
            <a:noFill/>
          </a:ln>
        </p:spPr>
      </p:pic>
      <p:pic>
        <p:nvPicPr>
          <p:cNvPr id="247" name="New picture"/>
          <p:cNvPicPr/>
          <p:nvPr/>
        </p:nvPicPr>
        <p:blipFill>
          <a:blip r:embed="rId148"/>
          <a:srcRect/>
          <a:stretch>
            <a:fillRect/>
          </a:stretch>
        </p:blipFill>
        <p:spPr>
          <a:xfrm>
            <a:off x="1418082" y="6473094"/>
            <a:ext cx="68675" cy="71724"/>
          </a:xfrm>
          <a:prstGeom prst="rect"/>
          <a:ln w="0">
            <a:noFill/>
          </a:ln>
        </p:spPr>
      </p:pic>
      <p:sp>
        <p:nvSpPr>
          <p:cNvPr id="248" name="New shape"/>
          <p:cNvSpPr/>
          <p:nvPr/>
        </p:nvSpPr>
        <p:spPr>
          <a:xfrm>
            <a:off x="1430274" y="6482239"/>
            <a:ext cx="44291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9" name="New picture"/>
          <p:cNvPicPr/>
          <p:nvPr/>
        </p:nvPicPr>
        <p:blipFill>
          <a:blip r:embed="rId149"/>
          <a:srcRect/>
          <a:stretch>
            <a:fillRect/>
          </a:stretch>
        </p:blipFill>
        <p:spPr>
          <a:xfrm>
            <a:off x="1503521" y="6474619"/>
            <a:ext cx="61055" cy="70199"/>
          </a:xfrm>
          <a:prstGeom prst="rect"/>
          <a:ln w="0">
            <a:noFill/>
          </a:ln>
        </p:spPr>
      </p:pic>
      <p:pic>
        <p:nvPicPr>
          <p:cNvPr id="250" name="New picture"/>
          <p:cNvPicPr/>
          <p:nvPr/>
        </p:nvPicPr>
        <p:blipFill>
          <a:blip r:embed="rId150"/>
          <a:srcRect/>
          <a:stretch>
            <a:fillRect/>
          </a:stretch>
        </p:blipFill>
        <p:spPr>
          <a:xfrm>
            <a:off x="1576864" y="6473095"/>
            <a:ext cx="50387" cy="71723"/>
          </a:xfrm>
          <a:prstGeom prst="rect"/>
          <a:ln w="0">
            <a:noFill/>
          </a:ln>
        </p:spPr>
      </p:pic>
      <p:pic>
        <p:nvPicPr>
          <p:cNvPr id="251" name="New picture"/>
          <p:cNvPicPr/>
          <p:nvPr/>
        </p:nvPicPr>
        <p:blipFill>
          <a:blip r:embed="rId151"/>
          <a:srcRect/>
          <a:stretch>
            <a:fillRect/>
          </a:stretch>
        </p:blipFill>
        <p:spPr>
          <a:xfrm>
            <a:off x="2320480" y="4078701"/>
            <a:ext cx="65723" cy="108299"/>
          </a:xfrm>
          <a:prstGeom prst="rect"/>
          <a:ln w="0">
            <a:noFill/>
          </a:ln>
        </p:spPr>
      </p:pic>
      <p:pic>
        <p:nvPicPr>
          <p:cNvPr id="252" name="New picture"/>
          <p:cNvPicPr/>
          <p:nvPr/>
        </p:nvPicPr>
        <p:blipFill>
          <a:blip r:embed="rId152"/>
          <a:srcRect/>
          <a:stretch>
            <a:fillRect/>
          </a:stretch>
        </p:blipFill>
        <p:spPr>
          <a:xfrm>
            <a:off x="2393823" y="4104608"/>
            <a:ext cx="70199" cy="83915"/>
          </a:xfrm>
          <a:prstGeom prst="rect"/>
          <a:ln w="0">
            <a:noFill/>
          </a:ln>
        </p:spPr>
      </p:pic>
      <p:sp>
        <p:nvSpPr>
          <p:cNvPr id="253" name="New shape"/>
          <p:cNvSpPr/>
          <p:nvPr/>
        </p:nvSpPr>
        <p:spPr>
          <a:xfrm>
            <a:off x="2413635" y="4148899"/>
            <a:ext cx="30575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4" name="New picture"/>
          <p:cNvPicPr/>
          <p:nvPr/>
        </p:nvPicPr>
        <p:blipFill>
          <a:blip r:embed="rId153"/>
          <a:srcRect/>
          <a:stretch>
            <a:fillRect/>
          </a:stretch>
        </p:blipFill>
        <p:spPr>
          <a:xfrm>
            <a:off x="2522029" y="4104608"/>
            <a:ext cx="67246" cy="83915"/>
          </a:xfrm>
          <a:prstGeom prst="rect"/>
          <a:ln w="0">
            <a:noFill/>
          </a:ln>
        </p:spPr>
      </p:pic>
      <p:pic>
        <p:nvPicPr>
          <p:cNvPr id="255" name="New picture"/>
          <p:cNvPicPr/>
          <p:nvPr/>
        </p:nvPicPr>
        <p:blipFill>
          <a:blip r:embed="rId154"/>
          <a:srcRect/>
          <a:stretch>
            <a:fillRect/>
          </a:stretch>
        </p:blipFill>
        <p:spPr>
          <a:xfrm>
            <a:off x="2598420" y="4104608"/>
            <a:ext cx="82486" cy="83915"/>
          </a:xfrm>
          <a:prstGeom prst="rect"/>
          <a:ln w="0">
            <a:noFill/>
          </a:ln>
        </p:spPr>
      </p:pic>
      <p:sp>
        <p:nvSpPr>
          <p:cNvPr id="256" name="New shape"/>
          <p:cNvSpPr/>
          <p:nvPr/>
        </p:nvSpPr>
        <p:spPr>
          <a:xfrm>
            <a:off x="2618232" y="4119848"/>
            <a:ext cx="44291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" name="New picture"/>
          <p:cNvPicPr/>
          <p:nvPr/>
        </p:nvPicPr>
        <p:blipFill>
          <a:blip r:embed="rId155"/>
          <a:srcRect/>
          <a:stretch>
            <a:fillRect/>
          </a:stretch>
        </p:blipFill>
        <p:spPr>
          <a:xfrm>
            <a:off x="2699195" y="4104608"/>
            <a:ext cx="125254" cy="82391"/>
          </a:xfrm>
          <a:prstGeom prst="rect"/>
          <a:ln w="0">
            <a:noFill/>
          </a:ln>
        </p:spPr>
      </p:pic>
      <p:pic>
        <p:nvPicPr>
          <p:cNvPr id="258" name="New picture"/>
          <p:cNvPicPr/>
          <p:nvPr/>
        </p:nvPicPr>
        <p:blipFill>
          <a:blip r:embed="rId156"/>
          <a:srcRect/>
          <a:stretch>
            <a:fillRect/>
          </a:stretch>
        </p:blipFill>
        <p:spPr>
          <a:xfrm>
            <a:off x="2847308" y="4104608"/>
            <a:ext cx="125254" cy="82391"/>
          </a:xfrm>
          <a:prstGeom prst="rect"/>
          <a:ln w="0">
            <a:noFill/>
          </a:ln>
        </p:spPr>
      </p:pic>
      <p:pic>
        <p:nvPicPr>
          <p:cNvPr id="259" name="New picture"/>
          <p:cNvPicPr/>
          <p:nvPr/>
        </p:nvPicPr>
        <p:blipFill>
          <a:blip r:embed="rId157"/>
          <a:srcRect/>
          <a:stretch>
            <a:fillRect/>
          </a:stretch>
        </p:blipFill>
        <p:spPr>
          <a:xfrm>
            <a:off x="2995422" y="4107657"/>
            <a:ext cx="74867" cy="80867"/>
          </a:xfrm>
          <a:prstGeom prst="rect"/>
          <a:ln w="0">
            <a:noFill/>
          </a:ln>
        </p:spPr>
      </p:pic>
      <p:pic>
        <p:nvPicPr>
          <p:cNvPr id="260" name="New picture"/>
          <p:cNvPicPr/>
          <p:nvPr/>
        </p:nvPicPr>
        <p:blipFill>
          <a:blip r:embed="rId158"/>
          <a:srcRect/>
          <a:stretch>
            <a:fillRect/>
          </a:stretch>
        </p:blipFill>
        <p:spPr>
          <a:xfrm>
            <a:off x="3091624" y="4104608"/>
            <a:ext cx="74866" cy="82391"/>
          </a:xfrm>
          <a:prstGeom prst="rect"/>
          <a:ln w="0">
            <a:noFill/>
          </a:ln>
        </p:spPr>
      </p:pic>
      <p:pic>
        <p:nvPicPr>
          <p:cNvPr id="261" name="New picture"/>
          <p:cNvPicPr/>
          <p:nvPr/>
        </p:nvPicPr>
        <p:blipFill>
          <a:blip r:embed="rId159"/>
          <a:srcRect/>
          <a:stretch>
            <a:fillRect/>
          </a:stretch>
        </p:blipFill>
        <p:spPr>
          <a:xfrm>
            <a:off x="3181731" y="4104608"/>
            <a:ext cx="71818" cy="83915"/>
          </a:xfrm>
          <a:prstGeom prst="rect"/>
          <a:ln w="0">
            <a:noFill/>
          </a:ln>
        </p:spPr>
      </p:pic>
      <p:sp>
        <p:nvSpPr>
          <p:cNvPr id="262" name="New shape"/>
          <p:cNvSpPr/>
          <p:nvPr/>
        </p:nvSpPr>
        <p:spPr>
          <a:xfrm>
            <a:off x="3201638" y="4148899"/>
            <a:ext cx="30480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" name="New picture"/>
          <p:cNvPicPr/>
          <p:nvPr/>
        </p:nvPicPr>
        <p:blipFill>
          <a:blip r:embed="rId160"/>
          <a:srcRect/>
          <a:stretch>
            <a:fillRect/>
          </a:stretch>
        </p:blipFill>
        <p:spPr>
          <a:xfrm>
            <a:off x="3274885" y="4107657"/>
            <a:ext cx="74866" cy="80867"/>
          </a:xfrm>
          <a:prstGeom prst="rect"/>
          <a:ln w="0">
            <a:noFill/>
          </a:ln>
        </p:spPr>
      </p:pic>
      <p:pic>
        <p:nvPicPr>
          <p:cNvPr id="264" name="New picture"/>
          <p:cNvPicPr/>
          <p:nvPr/>
        </p:nvPicPr>
        <p:blipFill>
          <a:blip r:embed="rId161"/>
          <a:srcRect/>
          <a:stretch>
            <a:fillRect/>
          </a:stretch>
        </p:blipFill>
        <p:spPr>
          <a:xfrm>
            <a:off x="3361944" y="4083272"/>
            <a:ext cx="53435" cy="105251"/>
          </a:xfrm>
          <a:prstGeom prst="rect"/>
          <a:ln w="0">
            <a:noFill/>
          </a:ln>
        </p:spPr>
      </p:pic>
      <p:pic>
        <p:nvPicPr>
          <p:cNvPr id="265" name="New picture"/>
          <p:cNvPicPr/>
          <p:nvPr/>
        </p:nvPicPr>
        <p:blipFill>
          <a:blip r:embed="rId162"/>
          <a:srcRect/>
          <a:stretch>
            <a:fillRect/>
          </a:stretch>
        </p:blipFill>
        <p:spPr>
          <a:xfrm>
            <a:off x="3423000" y="4104608"/>
            <a:ext cx="74866" cy="83915"/>
          </a:xfrm>
          <a:prstGeom prst="rect"/>
          <a:ln w="0">
            <a:noFill/>
          </a:ln>
        </p:spPr>
      </p:pic>
      <p:sp>
        <p:nvSpPr>
          <p:cNvPr id="266" name="New shape"/>
          <p:cNvSpPr/>
          <p:nvPr/>
        </p:nvSpPr>
        <p:spPr>
          <a:xfrm>
            <a:off x="3442907" y="4119848"/>
            <a:ext cx="36576" cy="1990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7" name="New shape"/>
          <p:cNvSpPr/>
          <p:nvPr/>
        </p:nvSpPr>
        <p:spPr>
          <a:xfrm>
            <a:off x="3445955" y="4069556"/>
            <a:ext cx="35052" cy="3048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8" name="New picture"/>
          <p:cNvPicPr/>
          <p:nvPr/>
        </p:nvPicPr>
        <p:blipFill>
          <a:blip r:embed="rId163"/>
          <a:srcRect/>
          <a:stretch>
            <a:fillRect/>
          </a:stretch>
        </p:blipFill>
        <p:spPr>
          <a:xfrm>
            <a:off x="2308289" y="4307586"/>
            <a:ext cx="85535" cy="108299"/>
          </a:xfrm>
          <a:prstGeom prst="rect"/>
          <a:ln w="0">
            <a:noFill/>
          </a:ln>
        </p:spPr>
      </p:pic>
      <p:pic>
        <p:nvPicPr>
          <p:cNvPr id="269" name="New picture"/>
          <p:cNvPicPr/>
          <p:nvPr/>
        </p:nvPicPr>
        <p:blipFill>
          <a:blip r:embed="rId164"/>
          <a:srcRect/>
          <a:stretch>
            <a:fillRect/>
          </a:stretch>
        </p:blipFill>
        <p:spPr>
          <a:xfrm>
            <a:off x="2389251" y="4333494"/>
            <a:ext cx="71723" cy="83915"/>
          </a:xfrm>
          <a:prstGeom prst="rect"/>
          <a:ln w="0">
            <a:noFill/>
          </a:ln>
        </p:spPr>
      </p:pic>
      <p:sp>
        <p:nvSpPr>
          <p:cNvPr id="270" name="New shape"/>
          <p:cNvSpPr/>
          <p:nvPr/>
        </p:nvSpPr>
        <p:spPr>
          <a:xfrm>
            <a:off x="2409063" y="4377785"/>
            <a:ext cx="30575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1" name="New picture"/>
          <p:cNvPicPr/>
          <p:nvPr/>
        </p:nvPicPr>
        <p:blipFill>
          <a:blip r:embed="rId165"/>
          <a:srcRect/>
          <a:stretch>
            <a:fillRect/>
          </a:stretch>
        </p:blipFill>
        <p:spPr>
          <a:xfrm>
            <a:off x="2482405" y="4307587"/>
            <a:ext cx="77819" cy="109823"/>
          </a:xfrm>
          <a:prstGeom prst="rect"/>
          <a:ln w="0">
            <a:noFill/>
          </a:ln>
        </p:spPr>
      </p:pic>
      <p:sp>
        <p:nvSpPr>
          <p:cNvPr id="272" name="New shape"/>
          <p:cNvSpPr/>
          <p:nvPr/>
        </p:nvSpPr>
        <p:spPr>
          <a:xfrm>
            <a:off x="2502217" y="4348830"/>
            <a:ext cx="38195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73" name="New shape"/>
          <p:cNvSpPr/>
          <p:nvPr/>
        </p:nvSpPr>
        <p:spPr>
          <a:xfrm>
            <a:off x="2580132" y="4308348"/>
            <a:ext cx="19812" cy="10820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4" name="New picture"/>
          <p:cNvPicPr/>
          <p:nvPr/>
        </p:nvPicPr>
        <p:blipFill>
          <a:blip r:embed="rId166"/>
          <a:srcRect/>
          <a:stretch>
            <a:fillRect/>
          </a:stretch>
        </p:blipFill>
        <p:spPr>
          <a:xfrm>
            <a:off x="2618232" y="4333494"/>
            <a:ext cx="74866" cy="83915"/>
          </a:xfrm>
          <a:prstGeom prst="rect"/>
          <a:ln w="0">
            <a:noFill/>
          </a:ln>
        </p:spPr>
      </p:pic>
      <p:sp>
        <p:nvSpPr>
          <p:cNvPr id="275" name="New shape"/>
          <p:cNvSpPr/>
          <p:nvPr/>
        </p:nvSpPr>
        <p:spPr>
          <a:xfrm>
            <a:off x="2636615" y="4348829"/>
            <a:ext cx="36671" cy="1981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6" name="New picture"/>
          <p:cNvPicPr/>
          <p:nvPr/>
        </p:nvPicPr>
        <p:blipFill>
          <a:blip r:embed="rId167"/>
          <a:srcRect/>
          <a:stretch>
            <a:fillRect/>
          </a:stretch>
        </p:blipFill>
        <p:spPr>
          <a:xfrm>
            <a:off x="2705290" y="4333494"/>
            <a:ext cx="71818" cy="83915"/>
          </a:xfrm>
          <a:prstGeom prst="rect"/>
          <a:ln w="0">
            <a:noFill/>
          </a:ln>
        </p:spPr>
      </p:pic>
      <p:sp>
        <p:nvSpPr>
          <p:cNvPr id="277" name="New shape"/>
          <p:cNvSpPr/>
          <p:nvPr/>
        </p:nvSpPr>
        <p:spPr>
          <a:xfrm>
            <a:off x="2725198" y="4377785"/>
            <a:ext cx="30480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8" name="New picture"/>
          <p:cNvPicPr/>
          <p:nvPr/>
        </p:nvPicPr>
        <p:blipFill>
          <a:blip r:embed="rId168"/>
          <a:srcRect/>
          <a:stretch>
            <a:fillRect/>
          </a:stretch>
        </p:blipFill>
        <p:spPr>
          <a:xfrm>
            <a:off x="2798445" y="4336542"/>
            <a:ext cx="74867" cy="80867"/>
          </a:xfrm>
          <a:prstGeom prst="rect"/>
          <a:ln w="0">
            <a:noFill/>
          </a:ln>
        </p:spPr>
      </p:pic>
      <p:pic>
        <p:nvPicPr>
          <p:cNvPr id="279" name="New picture"/>
          <p:cNvPicPr/>
          <p:nvPr/>
        </p:nvPicPr>
        <p:blipFill>
          <a:blip r:embed="rId169"/>
          <a:srcRect/>
          <a:stretch>
            <a:fillRect/>
          </a:stretch>
        </p:blipFill>
        <p:spPr>
          <a:xfrm>
            <a:off x="2308289" y="4673822"/>
            <a:ext cx="71818" cy="94583"/>
          </a:xfrm>
          <a:prstGeom prst="rect"/>
          <a:ln w="0">
            <a:noFill/>
          </a:ln>
        </p:spPr>
      </p:pic>
      <p:pic>
        <p:nvPicPr>
          <p:cNvPr id="280" name="New picture"/>
          <p:cNvPicPr/>
          <p:nvPr/>
        </p:nvPicPr>
        <p:blipFill>
          <a:blip r:embed="rId170"/>
          <a:srcRect/>
          <a:stretch>
            <a:fillRect/>
          </a:stretch>
        </p:blipFill>
        <p:spPr>
          <a:xfrm>
            <a:off x="2376964" y="4698207"/>
            <a:ext cx="58102" cy="71723"/>
          </a:xfrm>
          <a:prstGeom prst="rect"/>
          <a:ln w="0">
            <a:noFill/>
          </a:ln>
        </p:spPr>
      </p:pic>
      <p:sp>
        <p:nvSpPr>
          <p:cNvPr id="281" name="New shape"/>
          <p:cNvSpPr/>
          <p:nvPr/>
        </p:nvSpPr>
        <p:spPr>
          <a:xfrm>
            <a:off x="2389251" y="4734878"/>
            <a:ext cx="33528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2" name="New picture"/>
          <p:cNvPicPr/>
          <p:nvPr/>
        </p:nvPicPr>
        <p:blipFill>
          <a:blip r:embed="rId171"/>
          <a:srcRect/>
          <a:stretch>
            <a:fillRect/>
          </a:stretch>
        </p:blipFill>
        <p:spPr>
          <a:xfrm>
            <a:off x="2456402" y="4673822"/>
            <a:ext cx="64103" cy="96107"/>
          </a:xfrm>
          <a:prstGeom prst="rect"/>
          <a:ln w="0">
            <a:noFill/>
          </a:ln>
        </p:spPr>
      </p:pic>
      <p:sp>
        <p:nvSpPr>
          <p:cNvPr id="283" name="New shape"/>
          <p:cNvSpPr/>
          <p:nvPr/>
        </p:nvSpPr>
        <p:spPr>
          <a:xfrm>
            <a:off x="2467070" y="4707446"/>
            <a:ext cx="42767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4" name="New shape"/>
          <p:cNvSpPr/>
          <p:nvPr/>
        </p:nvSpPr>
        <p:spPr>
          <a:xfrm>
            <a:off x="2538984" y="4674108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5" name="New picture"/>
          <p:cNvPicPr/>
          <p:nvPr/>
        </p:nvPicPr>
        <p:blipFill>
          <a:blip r:embed="rId172"/>
          <a:srcRect/>
          <a:stretch>
            <a:fillRect/>
          </a:stretch>
        </p:blipFill>
        <p:spPr>
          <a:xfrm>
            <a:off x="2569369" y="4698206"/>
            <a:ext cx="62674" cy="71723"/>
          </a:xfrm>
          <a:prstGeom prst="rect"/>
          <a:ln w="0">
            <a:noFill/>
          </a:ln>
        </p:spPr>
      </p:pic>
      <p:sp>
        <p:nvSpPr>
          <p:cNvPr id="286" name="New shape"/>
          <p:cNvSpPr/>
          <p:nvPr/>
        </p:nvSpPr>
        <p:spPr>
          <a:xfrm>
            <a:off x="2580132" y="4707446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7" name="New picture"/>
          <p:cNvPicPr/>
          <p:nvPr/>
        </p:nvPicPr>
        <p:blipFill>
          <a:blip r:embed="rId173"/>
          <a:srcRect/>
          <a:stretch>
            <a:fillRect/>
          </a:stretch>
        </p:blipFill>
        <p:spPr>
          <a:xfrm>
            <a:off x="2644235" y="4698207"/>
            <a:ext cx="58007" cy="71723"/>
          </a:xfrm>
          <a:prstGeom prst="rect"/>
          <a:ln w="0">
            <a:noFill/>
          </a:ln>
        </p:spPr>
      </p:pic>
      <p:sp>
        <p:nvSpPr>
          <p:cNvPr id="288" name="New shape"/>
          <p:cNvSpPr/>
          <p:nvPr/>
        </p:nvSpPr>
        <p:spPr>
          <a:xfrm>
            <a:off x="2654903" y="4734878"/>
            <a:ext cx="35147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9" name="New picture"/>
          <p:cNvPicPr/>
          <p:nvPr/>
        </p:nvPicPr>
        <p:blipFill>
          <a:blip r:embed="rId174"/>
          <a:srcRect/>
          <a:stretch>
            <a:fillRect/>
          </a:stretch>
        </p:blipFill>
        <p:spPr>
          <a:xfrm>
            <a:off x="2722150" y="4699730"/>
            <a:ext cx="61055" cy="70199"/>
          </a:xfrm>
          <a:prstGeom prst="rect"/>
          <a:ln w="0">
            <a:noFill/>
          </a:ln>
        </p:spPr>
      </p:pic>
      <p:pic>
        <p:nvPicPr>
          <p:cNvPr id="290" name="New picture"/>
          <p:cNvPicPr/>
          <p:nvPr/>
        </p:nvPicPr>
        <p:blipFill>
          <a:blip r:embed="rId175"/>
          <a:srcRect/>
          <a:stretch>
            <a:fillRect/>
          </a:stretch>
        </p:blipFill>
        <p:spPr>
          <a:xfrm>
            <a:off x="2839688" y="4673822"/>
            <a:ext cx="65627" cy="94583"/>
          </a:xfrm>
          <a:prstGeom prst="rect"/>
          <a:ln w="0">
            <a:noFill/>
          </a:ln>
        </p:spPr>
      </p:pic>
      <p:sp>
        <p:nvSpPr>
          <p:cNvPr id="291" name="New shape"/>
          <p:cNvSpPr/>
          <p:nvPr/>
        </p:nvSpPr>
        <p:spPr>
          <a:xfrm>
            <a:off x="2851880" y="4682966"/>
            <a:ext cx="41243" cy="4276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2" name="New picture"/>
          <p:cNvPicPr/>
          <p:nvPr/>
        </p:nvPicPr>
        <p:blipFill>
          <a:blip r:embed="rId176"/>
          <a:srcRect/>
          <a:stretch>
            <a:fillRect/>
          </a:stretch>
        </p:blipFill>
        <p:spPr>
          <a:xfrm>
            <a:off x="2916079" y="4699730"/>
            <a:ext cx="61055" cy="70199"/>
          </a:xfrm>
          <a:prstGeom prst="rect"/>
          <a:ln w="0">
            <a:noFill/>
          </a:ln>
        </p:spPr>
      </p:pic>
      <p:pic>
        <p:nvPicPr>
          <p:cNvPr id="293" name="New picture"/>
          <p:cNvPicPr/>
          <p:nvPr/>
        </p:nvPicPr>
        <p:blipFill>
          <a:blip r:embed="rId177"/>
          <a:srcRect/>
          <a:stretch>
            <a:fillRect/>
          </a:stretch>
        </p:blipFill>
        <p:spPr>
          <a:xfrm>
            <a:off x="2999994" y="4673822"/>
            <a:ext cx="64198" cy="96107"/>
          </a:xfrm>
          <a:prstGeom prst="rect"/>
          <a:ln w="0">
            <a:noFill/>
          </a:ln>
        </p:spPr>
      </p:pic>
      <p:sp>
        <p:nvSpPr>
          <p:cNvPr id="294" name="New shape"/>
          <p:cNvSpPr/>
          <p:nvPr/>
        </p:nvSpPr>
        <p:spPr>
          <a:xfrm>
            <a:off x="3010757" y="4707446"/>
            <a:ext cx="42767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5" name="New shape"/>
          <p:cNvSpPr/>
          <p:nvPr/>
        </p:nvSpPr>
        <p:spPr>
          <a:xfrm>
            <a:off x="3083052" y="4674108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96" name="New shape"/>
          <p:cNvSpPr/>
          <p:nvPr/>
        </p:nvSpPr>
        <p:spPr>
          <a:xfrm>
            <a:off x="3117628" y="4699730"/>
            <a:ext cx="12192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7" name="New picture"/>
          <p:cNvPicPr/>
          <p:nvPr/>
        </p:nvPicPr>
        <p:blipFill>
          <a:blip r:embed="rId178"/>
          <a:srcRect/>
          <a:stretch>
            <a:fillRect/>
          </a:stretch>
        </p:blipFill>
        <p:spPr>
          <a:xfrm>
            <a:off x="3116104" y="4670775"/>
            <a:ext cx="15240" cy="13716"/>
          </a:xfrm>
          <a:prstGeom prst="rect"/>
          <a:ln w="0">
            <a:noFill/>
          </a:ln>
        </p:spPr>
      </p:pic>
      <p:pic>
        <p:nvPicPr>
          <p:cNvPr id="298" name="New picture"/>
          <p:cNvPicPr/>
          <p:nvPr/>
        </p:nvPicPr>
        <p:blipFill>
          <a:blip r:embed="rId179"/>
          <a:srcRect/>
          <a:stretch>
            <a:fillRect/>
          </a:stretch>
        </p:blipFill>
        <p:spPr>
          <a:xfrm>
            <a:off x="3148203" y="4698206"/>
            <a:ext cx="54959" cy="71723"/>
          </a:xfrm>
          <a:prstGeom prst="rect"/>
          <a:ln w="0">
            <a:noFill/>
          </a:ln>
        </p:spPr>
      </p:pic>
      <p:pic>
        <p:nvPicPr>
          <p:cNvPr id="299" name="New picture"/>
          <p:cNvPicPr/>
          <p:nvPr/>
        </p:nvPicPr>
        <p:blipFill>
          <a:blip r:embed="rId180"/>
          <a:srcRect/>
          <a:stretch>
            <a:fillRect/>
          </a:stretch>
        </p:blipFill>
        <p:spPr>
          <a:xfrm>
            <a:off x="2314385" y="5015675"/>
            <a:ext cx="82486" cy="97631"/>
          </a:xfrm>
          <a:prstGeom prst="rect"/>
          <a:ln w="0">
            <a:noFill/>
          </a:ln>
        </p:spPr>
      </p:pic>
      <p:pic>
        <p:nvPicPr>
          <p:cNvPr id="300" name="New picture"/>
          <p:cNvPicPr/>
          <p:nvPr/>
        </p:nvPicPr>
        <p:blipFill>
          <a:blip r:embed="rId181"/>
          <a:srcRect/>
          <a:stretch>
            <a:fillRect/>
          </a:stretch>
        </p:blipFill>
        <p:spPr>
          <a:xfrm>
            <a:off x="2418207" y="5041582"/>
            <a:ext cx="36671" cy="70200"/>
          </a:xfrm>
          <a:prstGeom prst="rect"/>
          <a:ln w="0">
            <a:noFill/>
          </a:ln>
        </p:spPr>
      </p:pic>
      <p:pic>
        <p:nvPicPr>
          <p:cNvPr id="301" name="New picture"/>
          <p:cNvPicPr/>
          <p:nvPr/>
        </p:nvPicPr>
        <p:blipFill>
          <a:blip r:embed="rId182"/>
          <a:srcRect/>
          <a:stretch>
            <a:fillRect/>
          </a:stretch>
        </p:blipFill>
        <p:spPr>
          <a:xfrm>
            <a:off x="2460974" y="5041583"/>
            <a:ext cx="67246" cy="71724"/>
          </a:xfrm>
          <a:prstGeom prst="rect"/>
          <a:ln w="0">
            <a:noFill/>
          </a:ln>
        </p:spPr>
      </p:pic>
      <p:sp>
        <p:nvSpPr>
          <p:cNvPr id="302" name="New shape"/>
          <p:cNvSpPr/>
          <p:nvPr/>
        </p:nvSpPr>
        <p:spPr>
          <a:xfrm>
            <a:off x="2471642" y="5050727"/>
            <a:ext cx="45815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3" name="New picture"/>
          <p:cNvPicPr/>
          <p:nvPr/>
        </p:nvPicPr>
        <p:blipFill>
          <a:blip r:embed="rId183"/>
          <a:srcRect/>
          <a:stretch>
            <a:fillRect/>
          </a:stretch>
        </p:blipFill>
        <p:spPr>
          <a:xfrm>
            <a:off x="2546509" y="5043107"/>
            <a:ext cx="61055" cy="70199"/>
          </a:xfrm>
          <a:prstGeom prst="rect"/>
          <a:ln w="0">
            <a:noFill/>
          </a:ln>
        </p:spPr>
      </p:pic>
      <p:pic>
        <p:nvPicPr>
          <p:cNvPr id="304" name="New picture"/>
          <p:cNvPicPr/>
          <p:nvPr/>
        </p:nvPicPr>
        <p:blipFill>
          <a:blip r:embed="rId184"/>
          <a:srcRect/>
          <a:stretch>
            <a:fillRect/>
          </a:stretch>
        </p:blipFill>
        <p:spPr>
          <a:xfrm>
            <a:off x="2628995" y="5041582"/>
            <a:ext cx="65627" cy="102299"/>
          </a:xfrm>
          <a:prstGeom prst="rect"/>
          <a:ln w="0">
            <a:noFill/>
          </a:ln>
        </p:spPr>
      </p:pic>
      <p:sp>
        <p:nvSpPr>
          <p:cNvPr id="305" name="New shape"/>
          <p:cNvSpPr/>
          <p:nvPr/>
        </p:nvSpPr>
        <p:spPr>
          <a:xfrm>
            <a:off x="2641187" y="5050727"/>
            <a:ext cx="41243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6" name="New picture"/>
          <p:cNvPicPr/>
          <p:nvPr/>
        </p:nvPicPr>
        <p:blipFill>
          <a:blip r:embed="rId185"/>
          <a:srcRect/>
          <a:stretch>
            <a:fillRect/>
          </a:stretch>
        </p:blipFill>
        <p:spPr>
          <a:xfrm>
            <a:off x="2708339" y="5041582"/>
            <a:ext cx="62674" cy="71723"/>
          </a:xfrm>
          <a:prstGeom prst="rect"/>
          <a:ln w="0">
            <a:noFill/>
          </a:ln>
        </p:spPr>
      </p:pic>
      <p:sp>
        <p:nvSpPr>
          <p:cNvPr id="307" name="New shape"/>
          <p:cNvSpPr/>
          <p:nvPr/>
        </p:nvSpPr>
        <p:spPr>
          <a:xfrm>
            <a:off x="2719102" y="5050726"/>
            <a:ext cx="39624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8" name="New picture"/>
          <p:cNvPicPr/>
          <p:nvPr/>
        </p:nvPicPr>
        <p:blipFill>
          <a:blip r:embed="rId186"/>
          <a:srcRect/>
          <a:stretch>
            <a:fillRect/>
          </a:stretch>
        </p:blipFill>
        <p:spPr>
          <a:xfrm>
            <a:off x="2780157" y="5041582"/>
            <a:ext cx="50387" cy="71723"/>
          </a:xfrm>
          <a:prstGeom prst="rect"/>
          <a:ln w="0">
            <a:noFill/>
          </a:ln>
        </p:spPr>
      </p:pic>
      <p:pic>
        <p:nvPicPr>
          <p:cNvPr id="309" name="New picture"/>
          <p:cNvPicPr/>
          <p:nvPr/>
        </p:nvPicPr>
        <p:blipFill>
          <a:blip r:embed="rId187"/>
          <a:srcRect/>
          <a:stretch>
            <a:fillRect/>
          </a:stretch>
        </p:blipFill>
        <p:spPr>
          <a:xfrm>
            <a:off x="2877884" y="5017198"/>
            <a:ext cx="65627" cy="96107"/>
          </a:xfrm>
          <a:prstGeom prst="rect"/>
          <a:ln w="0">
            <a:noFill/>
          </a:ln>
        </p:spPr>
      </p:pic>
      <p:sp>
        <p:nvSpPr>
          <p:cNvPr id="310" name="New shape"/>
          <p:cNvSpPr/>
          <p:nvPr/>
        </p:nvSpPr>
        <p:spPr>
          <a:xfrm>
            <a:off x="2888551" y="5050727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1" name="New shape"/>
          <p:cNvSpPr/>
          <p:nvPr/>
        </p:nvSpPr>
        <p:spPr>
          <a:xfrm>
            <a:off x="2961894" y="5017198"/>
            <a:ext cx="9144" cy="3352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2" name="New picture"/>
          <p:cNvPicPr/>
          <p:nvPr/>
        </p:nvPicPr>
        <p:blipFill>
          <a:blip r:embed="rId188"/>
          <a:srcRect/>
          <a:stretch>
            <a:fillRect/>
          </a:stretch>
        </p:blipFill>
        <p:spPr>
          <a:xfrm>
            <a:off x="2993898" y="5043107"/>
            <a:ext cx="59627" cy="70199"/>
          </a:xfrm>
          <a:prstGeom prst="rect"/>
          <a:ln w="0">
            <a:noFill/>
          </a:ln>
        </p:spPr>
      </p:pic>
      <p:pic>
        <p:nvPicPr>
          <p:cNvPr id="313" name="New picture"/>
          <p:cNvPicPr/>
          <p:nvPr/>
        </p:nvPicPr>
        <p:blipFill>
          <a:blip r:embed="rId189"/>
          <a:srcRect/>
          <a:stretch>
            <a:fillRect/>
          </a:stretch>
        </p:blipFill>
        <p:spPr>
          <a:xfrm>
            <a:off x="3067240" y="5023295"/>
            <a:ext cx="41243" cy="90011"/>
          </a:xfrm>
          <a:prstGeom prst="rect"/>
          <a:ln w="0">
            <a:noFill/>
          </a:ln>
        </p:spPr>
      </p:pic>
      <p:sp>
        <p:nvSpPr>
          <p:cNvPr id="314" name="New shape"/>
          <p:cNvSpPr/>
          <p:nvPr/>
        </p:nvSpPr>
        <p:spPr>
          <a:xfrm>
            <a:off x="3123724" y="5043107"/>
            <a:ext cx="12192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5" name="New picture"/>
          <p:cNvPicPr/>
          <p:nvPr/>
        </p:nvPicPr>
        <p:blipFill>
          <a:blip r:embed="rId190"/>
          <a:srcRect/>
          <a:stretch>
            <a:fillRect/>
          </a:stretch>
        </p:blipFill>
        <p:spPr>
          <a:xfrm>
            <a:off x="3122200" y="5014151"/>
            <a:ext cx="15240" cy="13716"/>
          </a:xfrm>
          <a:prstGeom prst="rect"/>
          <a:ln w="0">
            <a:noFill/>
          </a:ln>
        </p:spPr>
      </p:pic>
      <p:sp>
        <p:nvSpPr>
          <p:cNvPr id="316" name="New shape"/>
          <p:cNvSpPr/>
          <p:nvPr/>
        </p:nvSpPr>
        <p:spPr>
          <a:xfrm>
            <a:off x="3159252" y="5017008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17" name="New shape"/>
          <p:cNvSpPr/>
          <p:nvPr/>
        </p:nvSpPr>
        <p:spPr>
          <a:xfrm>
            <a:off x="3193923" y="5043107"/>
            <a:ext cx="10763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8" name="New picture"/>
          <p:cNvPicPr/>
          <p:nvPr/>
        </p:nvPicPr>
        <p:blipFill>
          <a:blip r:embed="rId191"/>
          <a:srcRect/>
          <a:stretch>
            <a:fillRect/>
          </a:stretch>
        </p:blipFill>
        <p:spPr>
          <a:xfrm>
            <a:off x="3192399" y="5014151"/>
            <a:ext cx="13811" cy="13716"/>
          </a:xfrm>
          <a:prstGeom prst="rect"/>
          <a:ln w="0">
            <a:noFill/>
          </a:ln>
        </p:spPr>
      </p:pic>
      <p:pic>
        <p:nvPicPr>
          <p:cNvPr id="319" name="New picture"/>
          <p:cNvPicPr/>
          <p:nvPr/>
        </p:nvPicPr>
        <p:blipFill>
          <a:blip r:embed="rId192"/>
          <a:srcRect/>
          <a:stretch>
            <a:fillRect/>
          </a:stretch>
        </p:blipFill>
        <p:spPr>
          <a:xfrm>
            <a:off x="3219926" y="5041582"/>
            <a:ext cx="50387" cy="71723"/>
          </a:xfrm>
          <a:prstGeom prst="rect"/>
          <a:ln w="0">
            <a:noFill/>
          </a:ln>
        </p:spPr>
      </p:pic>
      <p:pic>
        <p:nvPicPr>
          <p:cNvPr id="320" name="New picture"/>
          <p:cNvPicPr/>
          <p:nvPr/>
        </p:nvPicPr>
        <p:blipFill>
          <a:blip r:embed="rId193"/>
          <a:srcRect/>
          <a:stretch>
            <a:fillRect/>
          </a:stretch>
        </p:blipFill>
        <p:spPr>
          <a:xfrm>
            <a:off x="3280982" y="5041583"/>
            <a:ext cx="58007" cy="71723"/>
          </a:xfrm>
          <a:prstGeom prst="rect"/>
          <a:ln w="0">
            <a:noFill/>
          </a:ln>
        </p:spPr>
      </p:pic>
      <p:sp>
        <p:nvSpPr>
          <p:cNvPr id="321" name="New shape"/>
          <p:cNvSpPr/>
          <p:nvPr/>
        </p:nvSpPr>
        <p:spPr>
          <a:xfrm>
            <a:off x="3293269" y="5078254"/>
            <a:ext cx="33528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2" name="New picture"/>
          <p:cNvPicPr/>
          <p:nvPr/>
        </p:nvPicPr>
        <p:blipFill>
          <a:blip r:embed="rId194"/>
          <a:srcRect/>
          <a:stretch>
            <a:fillRect/>
          </a:stretch>
        </p:blipFill>
        <p:spPr>
          <a:xfrm>
            <a:off x="3349751" y="5023295"/>
            <a:ext cx="42768" cy="90011"/>
          </a:xfrm>
          <a:prstGeom prst="rect"/>
          <a:ln w="0">
            <a:noFill/>
          </a:ln>
        </p:spPr>
      </p:pic>
      <p:pic>
        <p:nvPicPr>
          <p:cNvPr id="323" name="New picture"/>
          <p:cNvPicPr/>
          <p:nvPr/>
        </p:nvPicPr>
        <p:blipFill>
          <a:blip r:embed="rId195"/>
          <a:srcRect/>
          <a:stretch>
            <a:fillRect/>
          </a:stretch>
        </p:blipFill>
        <p:spPr>
          <a:xfrm>
            <a:off x="3401663" y="5041582"/>
            <a:ext cx="61055" cy="71723"/>
          </a:xfrm>
          <a:prstGeom prst="rect"/>
          <a:ln w="0">
            <a:noFill/>
          </a:ln>
        </p:spPr>
      </p:pic>
      <p:sp>
        <p:nvSpPr>
          <p:cNvPr id="324" name="New shape"/>
          <p:cNvSpPr/>
          <p:nvPr/>
        </p:nvSpPr>
        <p:spPr>
          <a:xfrm>
            <a:off x="3412331" y="505072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5" name="New picture"/>
          <p:cNvPicPr/>
          <p:nvPr/>
        </p:nvPicPr>
        <p:blipFill>
          <a:blip r:embed="rId196"/>
          <a:srcRect/>
          <a:stretch>
            <a:fillRect/>
          </a:stretch>
        </p:blipFill>
        <p:spPr>
          <a:xfrm>
            <a:off x="3481007" y="5043107"/>
            <a:ext cx="61151" cy="70199"/>
          </a:xfrm>
          <a:prstGeom prst="rect"/>
          <a:ln w="0">
            <a:noFill/>
          </a:ln>
        </p:spPr>
      </p:pic>
      <p:pic>
        <p:nvPicPr>
          <p:cNvPr id="326" name="New picture"/>
          <p:cNvPicPr/>
          <p:nvPr/>
        </p:nvPicPr>
        <p:blipFill>
          <a:blip r:embed="rId197"/>
          <a:srcRect/>
          <a:stretch>
            <a:fillRect/>
          </a:stretch>
        </p:blipFill>
        <p:spPr>
          <a:xfrm>
            <a:off x="3563493" y="5041582"/>
            <a:ext cx="36671" cy="70200"/>
          </a:xfrm>
          <a:prstGeom prst="rect"/>
          <a:ln w="0">
            <a:noFill/>
          </a:ln>
        </p:spPr>
      </p:pic>
      <p:pic>
        <p:nvPicPr>
          <p:cNvPr id="327" name="New picture"/>
          <p:cNvPicPr/>
          <p:nvPr/>
        </p:nvPicPr>
        <p:blipFill>
          <a:blip r:embed="rId198"/>
          <a:srcRect/>
          <a:stretch>
            <a:fillRect/>
          </a:stretch>
        </p:blipFill>
        <p:spPr>
          <a:xfrm>
            <a:off x="3604736" y="5041582"/>
            <a:ext cx="50387" cy="71723"/>
          </a:xfrm>
          <a:prstGeom prst="rect"/>
          <a:ln w="0">
            <a:noFill/>
          </a:ln>
        </p:spPr>
      </p:pic>
      <p:pic>
        <p:nvPicPr>
          <p:cNvPr id="328" name="New picture"/>
          <p:cNvPicPr/>
          <p:nvPr/>
        </p:nvPicPr>
        <p:blipFill>
          <a:blip r:embed="rId199"/>
          <a:srcRect/>
          <a:stretch>
            <a:fillRect/>
          </a:stretch>
        </p:blipFill>
        <p:spPr>
          <a:xfrm>
            <a:off x="2308289" y="5217128"/>
            <a:ext cx="71818" cy="94583"/>
          </a:xfrm>
          <a:prstGeom prst="rect"/>
          <a:ln w="0">
            <a:noFill/>
          </a:ln>
        </p:spPr>
      </p:pic>
      <p:pic>
        <p:nvPicPr>
          <p:cNvPr id="329" name="New picture"/>
          <p:cNvPicPr/>
          <p:nvPr/>
        </p:nvPicPr>
        <p:blipFill>
          <a:blip r:embed="rId200"/>
          <a:srcRect/>
          <a:stretch>
            <a:fillRect/>
          </a:stretch>
        </p:blipFill>
        <p:spPr>
          <a:xfrm>
            <a:off x="2376964" y="5241513"/>
            <a:ext cx="58102" cy="71723"/>
          </a:xfrm>
          <a:prstGeom prst="rect"/>
          <a:ln w="0">
            <a:noFill/>
          </a:ln>
        </p:spPr>
      </p:pic>
      <p:sp>
        <p:nvSpPr>
          <p:cNvPr id="330" name="New shape"/>
          <p:cNvSpPr/>
          <p:nvPr/>
        </p:nvSpPr>
        <p:spPr>
          <a:xfrm>
            <a:off x="2389251" y="5278183"/>
            <a:ext cx="33528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1" name="New picture"/>
          <p:cNvPicPr/>
          <p:nvPr/>
        </p:nvPicPr>
        <p:blipFill>
          <a:blip r:embed="rId201"/>
          <a:srcRect/>
          <a:stretch>
            <a:fillRect/>
          </a:stretch>
        </p:blipFill>
        <p:spPr>
          <a:xfrm>
            <a:off x="2456402" y="5217128"/>
            <a:ext cx="64103" cy="96107"/>
          </a:xfrm>
          <a:prstGeom prst="rect"/>
          <a:ln w="0">
            <a:noFill/>
          </a:ln>
        </p:spPr>
      </p:pic>
      <p:sp>
        <p:nvSpPr>
          <p:cNvPr id="332" name="New shape"/>
          <p:cNvSpPr/>
          <p:nvPr/>
        </p:nvSpPr>
        <p:spPr>
          <a:xfrm>
            <a:off x="2467070" y="5250656"/>
            <a:ext cx="42767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33" name="New shape"/>
          <p:cNvSpPr/>
          <p:nvPr/>
        </p:nvSpPr>
        <p:spPr>
          <a:xfrm>
            <a:off x="2538984" y="5216652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4" name="New picture"/>
          <p:cNvPicPr/>
          <p:nvPr/>
        </p:nvPicPr>
        <p:blipFill>
          <a:blip r:embed="rId202"/>
          <a:srcRect/>
          <a:stretch>
            <a:fillRect/>
          </a:stretch>
        </p:blipFill>
        <p:spPr>
          <a:xfrm>
            <a:off x="2569369" y="5241513"/>
            <a:ext cx="62674" cy="71723"/>
          </a:xfrm>
          <a:prstGeom prst="rect"/>
          <a:ln w="0">
            <a:noFill/>
          </a:ln>
        </p:spPr>
      </p:pic>
      <p:sp>
        <p:nvSpPr>
          <p:cNvPr id="335" name="New shape"/>
          <p:cNvSpPr/>
          <p:nvPr/>
        </p:nvSpPr>
        <p:spPr>
          <a:xfrm>
            <a:off x="2580132" y="525065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6" name="New picture"/>
          <p:cNvPicPr/>
          <p:nvPr/>
        </p:nvPicPr>
        <p:blipFill>
          <a:blip r:embed="rId203"/>
          <a:srcRect/>
          <a:stretch>
            <a:fillRect/>
          </a:stretch>
        </p:blipFill>
        <p:spPr>
          <a:xfrm>
            <a:off x="2644235" y="5241513"/>
            <a:ext cx="58007" cy="71723"/>
          </a:xfrm>
          <a:prstGeom prst="rect"/>
          <a:ln w="0">
            <a:noFill/>
          </a:ln>
        </p:spPr>
      </p:pic>
      <p:sp>
        <p:nvSpPr>
          <p:cNvPr id="337" name="New shape"/>
          <p:cNvSpPr/>
          <p:nvPr/>
        </p:nvSpPr>
        <p:spPr>
          <a:xfrm>
            <a:off x="2654903" y="5278183"/>
            <a:ext cx="35147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8" name="New picture"/>
          <p:cNvPicPr/>
          <p:nvPr/>
        </p:nvPicPr>
        <p:blipFill>
          <a:blip r:embed="rId204"/>
          <a:srcRect/>
          <a:stretch>
            <a:fillRect/>
          </a:stretch>
        </p:blipFill>
        <p:spPr>
          <a:xfrm>
            <a:off x="2722150" y="5244560"/>
            <a:ext cx="61055" cy="68675"/>
          </a:xfrm>
          <a:prstGeom prst="rect"/>
          <a:ln w="0">
            <a:noFill/>
          </a:ln>
        </p:spPr>
      </p:pic>
      <p:pic>
        <p:nvPicPr>
          <p:cNvPr id="339" name="New picture"/>
          <p:cNvPicPr/>
          <p:nvPr/>
        </p:nvPicPr>
        <p:blipFill>
          <a:blip r:embed="rId205"/>
          <a:srcRect/>
          <a:stretch>
            <a:fillRect/>
          </a:stretch>
        </p:blipFill>
        <p:spPr>
          <a:xfrm>
            <a:off x="2320481" y="5560505"/>
            <a:ext cx="65722" cy="94583"/>
          </a:xfrm>
          <a:prstGeom prst="rect"/>
          <a:ln w="0">
            <a:noFill/>
          </a:ln>
        </p:spPr>
      </p:pic>
      <p:sp>
        <p:nvSpPr>
          <p:cNvPr id="340" name="New shape"/>
          <p:cNvSpPr/>
          <p:nvPr/>
        </p:nvSpPr>
        <p:spPr>
          <a:xfrm>
            <a:off x="2331244" y="5571173"/>
            <a:ext cx="41148" cy="4114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1" name="New picture"/>
          <p:cNvPicPr/>
          <p:nvPr/>
        </p:nvPicPr>
        <p:blipFill>
          <a:blip r:embed="rId206"/>
          <a:srcRect/>
          <a:stretch>
            <a:fillRect/>
          </a:stretch>
        </p:blipFill>
        <p:spPr>
          <a:xfrm>
            <a:off x="2396871" y="5584889"/>
            <a:ext cx="61055" cy="71723"/>
          </a:xfrm>
          <a:prstGeom prst="rect"/>
          <a:ln w="0">
            <a:noFill/>
          </a:ln>
        </p:spPr>
      </p:pic>
      <p:sp>
        <p:nvSpPr>
          <p:cNvPr id="342" name="New shape"/>
          <p:cNvSpPr/>
          <p:nvPr/>
        </p:nvSpPr>
        <p:spPr>
          <a:xfrm>
            <a:off x="2407539" y="559403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3" name="New picture"/>
          <p:cNvPicPr/>
          <p:nvPr/>
        </p:nvPicPr>
        <p:blipFill>
          <a:blip r:embed="rId207"/>
          <a:srcRect/>
          <a:stretch>
            <a:fillRect/>
          </a:stretch>
        </p:blipFill>
        <p:spPr>
          <a:xfrm>
            <a:off x="2468594" y="5584889"/>
            <a:ext cx="50387" cy="71723"/>
          </a:xfrm>
          <a:prstGeom prst="rect"/>
          <a:ln w="0">
            <a:noFill/>
          </a:ln>
        </p:spPr>
      </p:pic>
      <p:pic>
        <p:nvPicPr>
          <p:cNvPr id="344" name="New picture"/>
          <p:cNvPicPr/>
          <p:nvPr/>
        </p:nvPicPr>
        <p:blipFill>
          <a:blip r:embed="rId208"/>
          <a:srcRect/>
          <a:stretch>
            <a:fillRect/>
          </a:stretch>
        </p:blipFill>
        <p:spPr>
          <a:xfrm>
            <a:off x="2534317" y="5584889"/>
            <a:ext cx="67151" cy="103727"/>
          </a:xfrm>
          <a:prstGeom prst="rect"/>
          <a:ln w="0">
            <a:noFill/>
          </a:ln>
        </p:spPr>
      </p:pic>
      <p:sp>
        <p:nvSpPr>
          <p:cNvPr id="345" name="New shape"/>
          <p:cNvSpPr/>
          <p:nvPr/>
        </p:nvSpPr>
        <p:spPr>
          <a:xfrm>
            <a:off x="2546509" y="5594033"/>
            <a:ext cx="42767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6" name="New picture"/>
          <p:cNvPicPr/>
          <p:nvPr/>
        </p:nvPicPr>
        <p:blipFill>
          <a:blip r:embed="rId209"/>
          <a:srcRect/>
          <a:stretch>
            <a:fillRect/>
          </a:stretch>
        </p:blipFill>
        <p:spPr>
          <a:xfrm>
            <a:off x="2613755" y="5584889"/>
            <a:ext cx="68675" cy="71724"/>
          </a:xfrm>
          <a:prstGeom prst="rect"/>
          <a:ln w="0">
            <a:noFill/>
          </a:ln>
        </p:spPr>
      </p:pic>
      <p:sp>
        <p:nvSpPr>
          <p:cNvPr id="347" name="New shape"/>
          <p:cNvSpPr/>
          <p:nvPr/>
        </p:nvSpPr>
        <p:spPr>
          <a:xfrm>
            <a:off x="2625947" y="5594033"/>
            <a:ext cx="44291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8" name="New picture"/>
          <p:cNvPicPr/>
          <p:nvPr/>
        </p:nvPicPr>
        <p:blipFill>
          <a:blip r:embed="rId210"/>
          <a:srcRect/>
          <a:stretch>
            <a:fillRect/>
          </a:stretch>
        </p:blipFill>
        <p:spPr>
          <a:xfrm>
            <a:off x="2700718" y="5584889"/>
            <a:ext cx="59531" cy="70199"/>
          </a:xfrm>
          <a:prstGeom prst="rect"/>
          <a:ln w="0">
            <a:noFill/>
          </a:ln>
        </p:spPr>
      </p:pic>
      <p:pic>
        <p:nvPicPr>
          <p:cNvPr id="349" name="New picture"/>
          <p:cNvPicPr/>
          <p:nvPr/>
        </p:nvPicPr>
        <p:blipFill>
          <a:blip r:embed="rId211"/>
          <a:srcRect/>
          <a:stretch>
            <a:fillRect/>
          </a:stretch>
        </p:blipFill>
        <p:spPr>
          <a:xfrm>
            <a:off x="2775585" y="5584889"/>
            <a:ext cx="50387" cy="71723"/>
          </a:xfrm>
          <a:prstGeom prst="rect"/>
          <a:ln w="0">
            <a:noFill/>
          </a:ln>
        </p:spPr>
      </p:pic>
      <p:pic>
        <p:nvPicPr>
          <p:cNvPr id="350" name="New picture"/>
          <p:cNvPicPr/>
          <p:nvPr/>
        </p:nvPicPr>
        <p:blipFill>
          <a:blip r:embed="rId212"/>
          <a:srcRect/>
          <a:stretch>
            <a:fillRect/>
          </a:stretch>
        </p:blipFill>
        <p:spPr>
          <a:xfrm>
            <a:off x="2836640" y="5584889"/>
            <a:ext cx="58007" cy="71723"/>
          </a:xfrm>
          <a:prstGeom prst="rect"/>
          <a:ln w="0">
            <a:noFill/>
          </a:ln>
        </p:spPr>
      </p:pic>
      <p:sp>
        <p:nvSpPr>
          <p:cNvPr id="351" name="New shape"/>
          <p:cNvSpPr/>
          <p:nvPr/>
        </p:nvSpPr>
        <p:spPr>
          <a:xfrm>
            <a:off x="2848832" y="5621559"/>
            <a:ext cx="33623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2" name="New picture"/>
          <p:cNvPicPr/>
          <p:nvPr/>
        </p:nvPicPr>
        <p:blipFill>
          <a:blip r:embed="rId213"/>
          <a:srcRect/>
          <a:stretch>
            <a:fillRect/>
          </a:stretch>
        </p:blipFill>
        <p:spPr>
          <a:xfrm>
            <a:off x="2916079" y="5560505"/>
            <a:ext cx="64103" cy="96107"/>
          </a:xfrm>
          <a:prstGeom prst="rect"/>
          <a:ln w="0">
            <a:noFill/>
          </a:ln>
        </p:spPr>
      </p:pic>
      <p:sp>
        <p:nvSpPr>
          <p:cNvPr id="353" name="New shape"/>
          <p:cNvSpPr/>
          <p:nvPr/>
        </p:nvSpPr>
        <p:spPr>
          <a:xfrm>
            <a:off x="2926747" y="5594033"/>
            <a:ext cx="42767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54" name="New shape"/>
          <p:cNvSpPr/>
          <p:nvPr/>
        </p:nvSpPr>
        <p:spPr>
          <a:xfrm>
            <a:off x="2999232" y="5561076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5" name="New picture"/>
          <p:cNvPicPr/>
          <p:nvPr/>
        </p:nvPicPr>
        <p:blipFill>
          <a:blip r:embed="rId214"/>
          <a:srcRect/>
          <a:stretch>
            <a:fillRect/>
          </a:stretch>
        </p:blipFill>
        <p:spPr>
          <a:xfrm>
            <a:off x="3029045" y="5584889"/>
            <a:ext cx="61055" cy="71723"/>
          </a:xfrm>
          <a:prstGeom prst="rect"/>
          <a:ln w="0">
            <a:noFill/>
          </a:ln>
        </p:spPr>
      </p:pic>
      <p:sp>
        <p:nvSpPr>
          <p:cNvPr id="356" name="New shape"/>
          <p:cNvSpPr/>
          <p:nvPr/>
        </p:nvSpPr>
        <p:spPr>
          <a:xfrm>
            <a:off x="3039713" y="559403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7" name="New picture"/>
          <p:cNvPicPr/>
          <p:nvPr/>
        </p:nvPicPr>
        <p:blipFill>
          <a:blip r:embed="rId215"/>
          <a:srcRect/>
          <a:stretch>
            <a:fillRect/>
          </a:stretch>
        </p:blipFill>
        <p:spPr>
          <a:xfrm>
            <a:off x="3100864" y="5584889"/>
            <a:ext cx="50387" cy="71723"/>
          </a:xfrm>
          <a:prstGeom prst="rect"/>
          <a:ln w="0">
            <a:noFill/>
          </a:ln>
        </p:spPr>
      </p:pic>
      <p:pic>
        <p:nvPicPr>
          <p:cNvPr id="358" name="New picture"/>
          <p:cNvPicPr/>
          <p:nvPr/>
        </p:nvPicPr>
        <p:blipFill>
          <a:blip r:embed="rId216"/>
          <a:srcRect/>
          <a:stretch>
            <a:fillRect/>
          </a:stretch>
        </p:blipFill>
        <p:spPr>
          <a:xfrm>
            <a:off x="3198591" y="5560505"/>
            <a:ext cx="65627" cy="96107"/>
          </a:xfrm>
          <a:prstGeom prst="rect"/>
          <a:ln w="0">
            <a:noFill/>
          </a:ln>
        </p:spPr>
      </p:pic>
      <p:sp>
        <p:nvSpPr>
          <p:cNvPr id="359" name="New shape"/>
          <p:cNvSpPr/>
          <p:nvPr/>
        </p:nvSpPr>
        <p:spPr>
          <a:xfrm>
            <a:off x="3209259" y="5595557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0" name="New picture"/>
          <p:cNvPicPr/>
          <p:nvPr/>
        </p:nvPicPr>
        <p:blipFill>
          <a:blip r:embed="rId217"/>
          <a:srcRect/>
          <a:stretch>
            <a:fillRect/>
          </a:stretch>
        </p:blipFill>
        <p:spPr>
          <a:xfrm>
            <a:off x="3280982" y="5584889"/>
            <a:ext cx="62674" cy="71723"/>
          </a:xfrm>
          <a:prstGeom prst="rect"/>
          <a:ln w="0">
            <a:noFill/>
          </a:ln>
        </p:spPr>
      </p:pic>
      <p:sp>
        <p:nvSpPr>
          <p:cNvPr id="361" name="New shape"/>
          <p:cNvSpPr/>
          <p:nvPr/>
        </p:nvSpPr>
        <p:spPr>
          <a:xfrm>
            <a:off x="3293269" y="5594033"/>
            <a:ext cx="39624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62" name="New shape"/>
          <p:cNvSpPr/>
          <p:nvPr/>
        </p:nvSpPr>
        <p:spPr>
          <a:xfrm>
            <a:off x="3395473" y="5561076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3" name="New picture"/>
          <p:cNvPicPr/>
          <p:nvPr/>
        </p:nvPicPr>
        <p:blipFill>
          <a:blip r:embed="rId218"/>
          <a:srcRect/>
          <a:stretch>
            <a:fillRect/>
          </a:stretch>
        </p:blipFill>
        <p:spPr>
          <a:xfrm>
            <a:off x="3424523" y="5584889"/>
            <a:ext cx="58007" cy="71723"/>
          </a:xfrm>
          <a:prstGeom prst="rect"/>
          <a:ln w="0">
            <a:noFill/>
          </a:ln>
        </p:spPr>
      </p:pic>
      <p:sp>
        <p:nvSpPr>
          <p:cNvPr id="364" name="New shape"/>
          <p:cNvSpPr/>
          <p:nvPr/>
        </p:nvSpPr>
        <p:spPr>
          <a:xfrm>
            <a:off x="3436810" y="5621559"/>
            <a:ext cx="33528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5" name="New picture"/>
          <p:cNvPicPr/>
          <p:nvPr/>
        </p:nvPicPr>
        <p:blipFill>
          <a:blip r:embed="rId219"/>
          <a:srcRect/>
          <a:stretch>
            <a:fillRect/>
          </a:stretch>
        </p:blipFill>
        <p:spPr>
          <a:xfrm>
            <a:off x="2314385" y="5758815"/>
            <a:ext cx="80962" cy="99251"/>
          </a:xfrm>
          <a:prstGeom prst="rect"/>
          <a:ln w="0">
            <a:noFill/>
          </a:ln>
        </p:spPr>
      </p:pic>
      <p:pic>
        <p:nvPicPr>
          <p:cNvPr id="366" name="New picture"/>
          <p:cNvPicPr/>
          <p:nvPr/>
        </p:nvPicPr>
        <p:blipFill>
          <a:blip r:embed="rId220"/>
          <a:srcRect/>
          <a:stretch>
            <a:fillRect/>
          </a:stretch>
        </p:blipFill>
        <p:spPr>
          <a:xfrm>
            <a:off x="2401443" y="5786342"/>
            <a:ext cx="68675" cy="71724"/>
          </a:xfrm>
          <a:prstGeom prst="rect"/>
          <a:ln w="0">
            <a:noFill/>
          </a:ln>
        </p:spPr>
      </p:pic>
      <p:sp>
        <p:nvSpPr>
          <p:cNvPr id="367" name="New shape"/>
          <p:cNvSpPr/>
          <p:nvPr/>
        </p:nvSpPr>
        <p:spPr>
          <a:xfrm>
            <a:off x="2413635" y="5795486"/>
            <a:ext cx="44291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8" name="New picture"/>
          <p:cNvPicPr/>
          <p:nvPr/>
        </p:nvPicPr>
        <p:blipFill>
          <a:blip r:embed="rId221"/>
          <a:srcRect/>
          <a:stretch>
            <a:fillRect/>
          </a:stretch>
        </p:blipFill>
        <p:spPr>
          <a:xfrm>
            <a:off x="2486978" y="5786342"/>
            <a:ext cx="105346" cy="70199"/>
          </a:xfrm>
          <a:prstGeom prst="rect"/>
          <a:ln w="0">
            <a:noFill/>
          </a:ln>
        </p:spPr>
      </p:pic>
      <p:pic>
        <p:nvPicPr>
          <p:cNvPr id="369" name="New picture"/>
          <p:cNvPicPr/>
          <p:nvPr/>
        </p:nvPicPr>
        <p:blipFill>
          <a:blip r:embed="rId222"/>
          <a:srcRect/>
          <a:stretch>
            <a:fillRect/>
          </a:stretch>
        </p:blipFill>
        <p:spPr>
          <a:xfrm>
            <a:off x="2613660" y="5786342"/>
            <a:ext cx="106966" cy="70199"/>
          </a:xfrm>
          <a:prstGeom prst="rect"/>
          <a:ln w="0">
            <a:noFill/>
          </a:ln>
        </p:spPr>
      </p:pic>
      <p:pic>
        <p:nvPicPr>
          <p:cNvPr id="370" name="New picture"/>
          <p:cNvPicPr/>
          <p:nvPr/>
        </p:nvPicPr>
        <p:blipFill>
          <a:blip r:embed="rId223"/>
          <a:srcRect/>
          <a:stretch>
            <a:fillRect/>
          </a:stretch>
        </p:blipFill>
        <p:spPr>
          <a:xfrm>
            <a:off x="2740438" y="5787866"/>
            <a:ext cx="61055" cy="70199"/>
          </a:xfrm>
          <a:prstGeom prst="rect"/>
          <a:ln w="0">
            <a:noFill/>
          </a:ln>
        </p:spPr>
      </p:pic>
      <p:pic>
        <p:nvPicPr>
          <p:cNvPr id="371" name="New picture"/>
          <p:cNvPicPr/>
          <p:nvPr/>
        </p:nvPicPr>
        <p:blipFill>
          <a:blip r:embed="rId224"/>
          <a:srcRect/>
          <a:stretch>
            <a:fillRect/>
          </a:stretch>
        </p:blipFill>
        <p:spPr>
          <a:xfrm>
            <a:off x="2822924" y="5786342"/>
            <a:ext cx="61055" cy="70199"/>
          </a:xfrm>
          <a:prstGeom prst="rect"/>
          <a:ln w="0">
            <a:noFill/>
          </a:ln>
        </p:spPr>
      </p:pic>
      <p:pic>
        <p:nvPicPr>
          <p:cNvPr id="372" name="New picture"/>
          <p:cNvPicPr/>
          <p:nvPr/>
        </p:nvPicPr>
        <p:blipFill>
          <a:blip r:embed="rId225"/>
          <a:srcRect/>
          <a:stretch>
            <a:fillRect/>
          </a:stretch>
        </p:blipFill>
        <p:spPr>
          <a:xfrm>
            <a:off x="2899220" y="5786343"/>
            <a:ext cx="58007" cy="71723"/>
          </a:xfrm>
          <a:prstGeom prst="rect"/>
          <a:ln w="0">
            <a:noFill/>
          </a:ln>
        </p:spPr>
      </p:pic>
      <p:sp>
        <p:nvSpPr>
          <p:cNvPr id="373" name="New shape"/>
          <p:cNvSpPr/>
          <p:nvPr/>
        </p:nvSpPr>
        <p:spPr>
          <a:xfrm>
            <a:off x="2911412" y="5821395"/>
            <a:ext cx="33623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4" name="New picture"/>
          <p:cNvPicPr/>
          <p:nvPr/>
        </p:nvPicPr>
        <p:blipFill>
          <a:blip r:embed="rId226"/>
          <a:srcRect/>
          <a:stretch>
            <a:fillRect/>
          </a:stretch>
        </p:blipFill>
        <p:spPr>
          <a:xfrm>
            <a:off x="2977134" y="5787866"/>
            <a:ext cx="61055" cy="70199"/>
          </a:xfrm>
          <a:prstGeom prst="rect"/>
          <a:ln w="0">
            <a:noFill/>
          </a:ln>
        </p:spPr>
      </p:pic>
      <p:pic>
        <p:nvPicPr>
          <p:cNvPr id="375" name="New picture"/>
          <p:cNvPicPr/>
          <p:nvPr/>
        </p:nvPicPr>
        <p:blipFill>
          <a:blip r:embed="rId227"/>
          <a:srcRect/>
          <a:stretch>
            <a:fillRect/>
          </a:stretch>
        </p:blipFill>
        <p:spPr>
          <a:xfrm>
            <a:off x="3050381" y="5766530"/>
            <a:ext cx="42767" cy="91535"/>
          </a:xfrm>
          <a:prstGeom prst="rect"/>
          <a:ln w="0">
            <a:noFill/>
          </a:ln>
        </p:spPr>
      </p:pic>
      <p:pic>
        <p:nvPicPr>
          <p:cNvPr id="376" name="New picture"/>
          <p:cNvPicPr/>
          <p:nvPr/>
        </p:nvPicPr>
        <p:blipFill>
          <a:blip r:embed="rId228"/>
          <a:srcRect/>
          <a:stretch>
            <a:fillRect/>
          </a:stretch>
        </p:blipFill>
        <p:spPr>
          <a:xfrm>
            <a:off x="3102388" y="5786343"/>
            <a:ext cx="61055" cy="71723"/>
          </a:xfrm>
          <a:prstGeom prst="rect"/>
          <a:ln w="0">
            <a:noFill/>
          </a:ln>
        </p:spPr>
      </p:pic>
      <p:sp>
        <p:nvSpPr>
          <p:cNvPr id="377" name="New shape"/>
          <p:cNvSpPr/>
          <p:nvPr/>
        </p:nvSpPr>
        <p:spPr>
          <a:xfrm>
            <a:off x="3113056" y="579396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78" name="New shape"/>
          <p:cNvSpPr/>
          <p:nvPr/>
        </p:nvSpPr>
        <p:spPr>
          <a:xfrm>
            <a:off x="3122200" y="5755767"/>
            <a:ext cx="27527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9" name="New picture"/>
          <p:cNvPicPr/>
          <p:nvPr/>
        </p:nvPicPr>
        <p:blipFill>
          <a:blip r:embed="rId229"/>
          <a:srcRect/>
          <a:stretch>
            <a:fillRect/>
          </a:stretch>
        </p:blipFill>
        <p:spPr>
          <a:xfrm>
            <a:off x="2320480" y="6105239"/>
            <a:ext cx="79439" cy="94679"/>
          </a:xfrm>
          <a:prstGeom prst="rect"/>
          <a:ln w="0">
            <a:noFill/>
          </a:ln>
        </p:spPr>
      </p:pic>
      <p:sp>
        <p:nvSpPr>
          <p:cNvPr id="380" name="New shape"/>
          <p:cNvSpPr/>
          <p:nvPr/>
        </p:nvSpPr>
        <p:spPr>
          <a:xfrm>
            <a:off x="2331244" y="6114383"/>
            <a:ext cx="56483" cy="7486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1" name="New picture"/>
          <p:cNvPicPr/>
          <p:nvPr/>
        </p:nvPicPr>
        <p:blipFill>
          <a:blip r:embed="rId230"/>
          <a:srcRect/>
          <a:stretch>
            <a:fillRect/>
          </a:stretch>
        </p:blipFill>
        <p:spPr>
          <a:xfrm>
            <a:off x="2410587" y="6129719"/>
            <a:ext cx="58007" cy="71723"/>
          </a:xfrm>
          <a:prstGeom prst="rect"/>
          <a:ln w="0">
            <a:noFill/>
          </a:ln>
        </p:spPr>
      </p:pic>
      <p:sp>
        <p:nvSpPr>
          <p:cNvPr id="382" name="New shape"/>
          <p:cNvSpPr/>
          <p:nvPr/>
        </p:nvSpPr>
        <p:spPr>
          <a:xfrm>
            <a:off x="2421255" y="6164770"/>
            <a:ext cx="33623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3" name="New picture"/>
          <p:cNvPicPr/>
          <p:nvPr/>
        </p:nvPicPr>
        <p:blipFill>
          <a:blip r:embed="rId231"/>
          <a:srcRect/>
          <a:stretch>
            <a:fillRect/>
          </a:stretch>
        </p:blipFill>
        <p:spPr>
          <a:xfrm>
            <a:off x="2479358" y="6109812"/>
            <a:ext cx="41148" cy="91630"/>
          </a:xfrm>
          <a:prstGeom prst="rect"/>
          <a:ln w="0">
            <a:noFill/>
          </a:ln>
        </p:spPr>
      </p:pic>
      <p:pic>
        <p:nvPicPr>
          <p:cNvPr id="384" name="New picture"/>
          <p:cNvPicPr/>
          <p:nvPr/>
        </p:nvPicPr>
        <p:blipFill>
          <a:blip r:embed="rId232"/>
          <a:srcRect/>
          <a:stretch>
            <a:fillRect/>
          </a:stretch>
        </p:blipFill>
        <p:spPr>
          <a:xfrm>
            <a:off x="2529745" y="6129719"/>
            <a:ext cx="58007" cy="71723"/>
          </a:xfrm>
          <a:prstGeom prst="rect"/>
          <a:ln w="0">
            <a:noFill/>
          </a:ln>
        </p:spPr>
      </p:pic>
      <p:sp>
        <p:nvSpPr>
          <p:cNvPr id="385" name="New shape"/>
          <p:cNvSpPr/>
          <p:nvPr/>
        </p:nvSpPr>
        <p:spPr>
          <a:xfrm>
            <a:off x="2541937" y="6164770"/>
            <a:ext cx="33623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6" name="New picture"/>
          <p:cNvPicPr/>
          <p:nvPr/>
        </p:nvPicPr>
        <p:blipFill>
          <a:blip r:embed="rId233"/>
          <a:srcRect/>
          <a:stretch>
            <a:fillRect/>
          </a:stretch>
        </p:blipFill>
        <p:spPr>
          <a:xfrm>
            <a:off x="2610612" y="6105239"/>
            <a:ext cx="77914" cy="94679"/>
          </a:xfrm>
          <a:prstGeom prst="rect"/>
          <a:ln w="0">
            <a:noFill/>
          </a:ln>
        </p:spPr>
      </p:pic>
      <p:sp>
        <p:nvSpPr>
          <p:cNvPr id="387" name="New shape"/>
          <p:cNvSpPr/>
          <p:nvPr/>
        </p:nvSpPr>
        <p:spPr>
          <a:xfrm>
            <a:off x="2621375" y="6114383"/>
            <a:ext cx="54959" cy="7486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8" name="New picture"/>
          <p:cNvPicPr/>
          <p:nvPr/>
        </p:nvPicPr>
        <p:blipFill>
          <a:blip r:embed="rId234"/>
          <a:srcRect/>
          <a:stretch>
            <a:fillRect/>
          </a:stretch>
        </p:blipFill>
        <p:spPr>
          <a:xfrm>
            <a:off x="2702242" y="6129719"/>
            <a:ext cx="62674" cy="71723"/>
          </a:xfrm>
          <a:prstGeom prst="rect"/>
          <a:ln w="0">
            <a:noFill/>
          </a:ln>
        </p:spPr>
      </p:pic>
      <p:sp>
        <p:nvSpPr>
          <p:cNvPr id="389" name="New shape"/>
          <p:cNvSpPr/>
          <p:nvPr/>
        </p:nvSpPr>
        <p:spPr>
          <a:xfrm>
            <a:off x="2714434" y="6137339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0" name="New picture"/>
          <p:cNvPicPr/>
          <p:nvPr/>
        </p:nvPicPr>
        <p:blipFill>
          <a:blip r:embed="rId235"/>
          <a:srcRect/>
          <a:stretch>
            <a:fillRect/>
          </a:stretch>
        </p:blipFill>
        <p:spPr>
          <a:xfrm>
            <a:off x="2771013" y="6131243"/>
            <a:ext cx="64103" cy="68675"/>
          </a:xfrm>
          <a:prstGeom prst="rect"/>
          <a:ln w="0">
            <a:noFill/>
          </a:ln>
        </p:spPr>
      </p:pic>
      <p:pic>
        <p:nvPicPr>
          <p:cNvPr id="391" name="New picture"/>
          <p:cNvPicPr/>
          <p:nvPr/>
        </p:nvPicPr>
        <p:blipFill>
          <a:blip r:embed="rId236"/>
          <a:srcRect/>
          <a:stretch>
            <a:fillRect/>
          </a:stretch>
        </p:blipFill>
        <p:spPr>
          <a:xfrm>
            <a:off x="2320480" y="6448616"/>
            <a:ext cx="65723" cy="94678"/>
          </a:xfrm>
          <a:prstGeom prst="rect"/>
          <a:ln w="0">
            <a:noFill/>
          </a:ln>
        </p:spPr>
      </p:pic>
      <p:sp>
        <p:nvSpPr>
          <p:cNvPr id="392" name="New shape"/>
          <p:cNvSpPr/>
          <p:nvPr/>
        </p:nvSpPr>
        <p:spPr>
          <a:xfrm>
            <a:off x="2331244" y="6457759"/>
            <a:ext cx="42672" cy="4276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3" name="New picture"/>
          <p:cNvPicPr/>
          <p:nvPr/>
        </p:nvPicPr>
        <p:blipFill>
          <a:blip r:embed="rId237"/>
          <a:srcRect/>
          <a:stretch>
            <a:fillRect/>
          </a:stretch>
        </p:blipFill>
        <p:spPr>
          <a:xfrm>
            <a:off x="2396871" y="6473095"/>
            <a:ext cx="38195" cy="70199"/>
          </a:xfrm>
          <a:prstGeom prst="rect"/>
          <a:ln w="0">
            <a:noFill/>
          </a:ln>
        </p:spPr>
      </p:pic>
      <p:pic>
        <p:nvPicPr>
          <p:cNvPr id="394" name="New picture"/>
          <p:cNvPicPr/>
          <p:nvPr/>
        </p:nvPicPr>
        <p:blipFill>
          <a:blip r:embed="rId238"/>
          <a:srcRect/>
          <a:stretch>
            <a:fillRect/>
          </a:stretch>
        </p:blipFill>
        <p:spPr>
          <a:xfrm>
            <a:off x="2439638" y="6473094"/>
            <a:ext cx="68675" cy="71724"/>
          </a:xfrm>
          <a:prstGeom prst="rect"/>
          <a:ln w="0">
            <a:noFill/>
          </a:ln>
        </p:spPr>
      </p:pic>
      <p:sp>
        <p:nvSpPr>
          <p:cNvPr id="395" name="New shape"/>
          <p:cNvSpPr/>
          <p:nvPr/>
        </p:nvSpPr>
        <p:spPr>
          <a:xfrm>
            <a:off x="2451830" y="6482239"/>
            <a:ext cx="44291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6" name="New picture"/>
          <p:cNvPicPr/>
          <p:nvPr/>
        </p:nvPicPr>
        <p:blipFill>
          <a:blip r:embed="rId239"/>
          <a:srcRect/>
          <a:stretch>
            <a:fillRect/>
          </a:stretch>
        </p:blipFill>
        <p:spPr>
          <a:xfrm>
            <a:off x="2509838" y="6474619"/>
            <a:ext cx="27527" cy="102203"/>
          </a:xfrm>
          <a:prstGeom prst="rect"/>
          <a:ln w="0">
            <a:noFill/>
          </a:ln>
        </p:spPr>
      </p:pic>
      <p:pic>
        <p:nvPicPr>
          <p:cNvPr id="397" name="New picture"/>
          <p:cNvPicPr/>
          <p:nvPr/>
        </p:nvPicPr>
        <p:blipFill>
          <a:blip r:embed="rId240"/>
          <a:srcRect/>
          <a:stretch>
            <a:fillRect/>
          </a:stretch>
        </p:blipFill>
        <p:spPr>
          <a:xfrm>
            <a:off x="2525173" y="6444044"/>
            <a:ext cx="15240" cy="13716"/>
          </a:xfrm>
          <a:prstGeom prst="rect"/>
          <a:ln w="0">
            <a:noFill/>
          </a:ln>
        </p:spPr>
      </p:pic>
      <p:pic>
        <p:nvPicPr>
          <p:cNvPr id="398" name="New picture"/>
          <p:cNvPicPr/>
          <p:nvPr/>
        </p:nvPicPr>
        <p:blipFill>
          <a:blip r:embed="rId241"/>
          <a:srcRect/>
          <a:stretch>
            <a:fillRect/>
          </a:stretch>
        </p:blipFill>
        <p:spPr>
          <a:xfrm>
            <a:off x="2557177" y="6473094"/>
            <a:ext cx="61055" cy="71724"/>
          </a:xfrm>
          <a:prstGeom prst="rect"/>
          <a:ln w="0">
            <a:noFill/>
          </a:ln>
        </p:spPr>
      </p:pic>
      <p:sp>
        <p:nvSpPr>
          <p:cNvPr id="399" name="New shape"/>
          <p:cNvSpPr/>
          <p:nvPr/>
        </p:nvSpPr>
        <p:spPr>
          <a:xfrm>
            <a:off x="2567845" y="6480715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0" name="New picture"/>
          <p:cNvPicPr/>
          <p:nvPr/>
        </p:nvPicPr>
        <p:blipFill>
          <a:blip r:embed="rId242"/>
          <a:srcRect/>
          <a:stretch>
            <a:fillRect/>
          </a:stretch>
        </p:blipFill>
        <p:spPr>
          <a:xfrm>
            <a:off x="2627376" y="6453188"/>
            <a:ext cx="41243" cy="91631"/>
          </a:xfrm>
          <a:prstGeom prst="rect"/>
          <a:ln w="0">
            <a:noFill/>
          </a:ln>
        </p:spPr>
      </p:pic>
      <p:pic>
        <p:nvPicPr>
          <p:cNvPr id="401" name="New picture"/>
          <p:cNvPicPr/>
          <p:nvPr/>
        </p:nvPicPr>
        <p:blipFill>
          <a:blip r:embed="rId243"/>
          <a:srcRect/>
          <a:stretch>
            <a:fillRect/>
          </a:stretch>
        </p:blipFill>
        <p:spPr>
          <a:xfrm>
            <a:off x="2676334" y="6473095"/>
            <a:ext cx="50387" cy="71723"/>
          </a:xfrm>
          <a:prstGeom prst="rect"/>
          <a:ln w="0">
            <a:noFill/>
          </a:ln>
        </p:spPr>
      </p:pic>
      <p:pic>
        <p:nvPicPr>
          <p:cNvPr id="402" name="New picture"/>
          <p:cNvPicPr/>
          <p:nvPr/>
        </p:nvPicPr>
        <p:blipFill>
          <a:blip r:embed="rId244"/>
          <a:srcRect/>
          <a:stretch>
            <a:fillRect/>
          </a:stretch>
        </p:blipFill>
        <p:spPr>
          <a:xfrm>
            <a:off x="2772537" y="6448616"/>
            <a:ext cx="65627" cy="96202"/>
          </a:xfrm>
          <a:prstGeom prst="rect"/>
          <a:ln w="0">
            <a:noFill/>
          </a:ln>
        </p:spPr>
      </p:pic>
      <p:sp>
        <p:nvSpPr>
          <p:cNvPr id="403" name="New shape"/>
          <p:cNvSpPr/>
          <p:nvPr/>
        </p:nvSpPr>
        <p:spPr>
          <a:xfrm>
            <a:off x="2784729" y="6482240"/>
            <a:ext cx="41243" cy="5334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4" name="New picture"/>
          <p:cNvPicPr/>
          <p:nvPr/>
        </p:nvPicPr>
        <p:blipFill>
          <a:blip r:embed="rId245"/>
          <a:srcRect/>
          <a:stretch>
            <a:fillRect/>
          </a:stretch>
        </p:blipFill>
        <p:spPr>
          <a:xfrm>
            <a:off x="2856452" y="6473094"/>
            <a:ext cx="62674" cy="71724"/>
          </a:xfrm>
          <a:prstGeom prst="rect"/>
          <a:ln w="0">
            <a:noFill/>
          </a:ln>
        </p:spPr>
      </p:pic>
      <p:sp>
        <p:nvSpPr>
          <p:cNvPr id="405" name="New shape"/>
          <p:cNvSpPr/>
          <p:nvPr/>
        </p:nvSpPr>
        <p:spPr>
          <a:xfrm>
            <a:off x="2867215" y="6480715"/>
            <a:ext cx="39624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06" name="New shape"/>
          <p:cNvSpPr/>
          <p:nvPr/>
        </p:nvSpPr>
        <p:spPr>
          <a:xfrm>
            <a:off x="2971800" y="6448044"/>
            <a:ext cx="12192" cy="9601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7" name="New picture"/>
          <p:cNvPicPr/>
          <p:nvPr/>
        </p:nvPicPr>
        <p:blipFill>
          <a:blip r:embed="rId246"/>
          <a:srcRect/>
          <a:stretch>
            <a:fillRect/>
          </a:stretch>
        </p:blipFill>
        <p:spPr>
          <a:xfrm>
            <a:off x="2999994" y="6473095"/>
            <a:ext cx="58102" cy="71723"/>
          </a:xfrm>
          <a:prstGeom prst="rect"/>
          <a:ln w="0">
            <a:noFill/>
          </a:ln>
        </p:spPr>
      </p:pic>
      <p:sp>
        <p:nvSpPr>
          <p:cNvPr id="408" name="New shape"/>
          <p:cNvSpPr/>
          <p:nvPr/>
        </p:nvSpPr>
        <p:spPr>
          <a:xfrm>
            <a:off x="3012281" y="6508146"/>
            <a:ext cx="33528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9" name="New picture"/>
          <p:cNvPicPr/>
          <p:nvPr/>
        </p:nvPicPr>
        <p:blipFill>
          <a:blip r:embed="rId247"/>
          <a:srcRect/>
          <a:stretch>
            <a:fillRect/>
          </a:stretch>
        </p:blipFill>
        <p:spPr>
          <a:xfrm>
            <a:off x="2314384" y="6672929"/>
            <a:ext cx="56483" cy="71724"/>
          </a:xfrm>
          <a:prstGeom prst="rect"/>
          <a:ln w="0">
            <a:noFill/>
          </a:ln>
        </p:spPr>
      </p:pic>
      <p:pic>
        <p:nvPicPr>
          <p:cNvPr id="410" name="New picture"/>
          <p:cNvPicPr/>
          <p:nvPr/>
        </p:nvPicPr>
        <p:blipFill>
          <a:blip r:embed="rId248"/>
          <a:srcRect/>
          <a:stretch>
            <a:fillRect/>
          </a:stretch>
        </p:blipFill>
        <p:spPr>
          <a:xfrm>
            <a:off x="2380107" y="6672929"/>
            <a:ext cx="68675" cy="71724"/>
          </a:xfrm>
          <a:prstGeom prst="rect"/>
          <a:ln w="0">
            <a:noFill/>
          </a:ln>
        </p:spPr>
      </p:pic>
      <p:sp>
        <p:nvSpPr>
          <p:cNvPr id="411" name="New shape"/>
          <p:cNvSpPr/>
          <p:nvPr/>
        </p:nvSpPr>
        <p:spPr>
          <a:xfrm>
            <a:off x="2392299" y="6682169"/>
            <a:ext cx="44291" cy="5333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2" name="New picture"/>
          <p:cNvPicPr/>
          <p:nvPr/>
        </p:nvPicPr>
        <p:blipFill>
          <a:blip r:embed="rId249"/>
          <a:srcRect/>
          <a:stretch>
            <a:fillRect/>
          </a:stretch>
        </p:blipFill>
        <p:spPr>
          <a:xfrm>
            <a:off x="2465546" y="6672929"/>
            <a:ext cx="105442" cy="70200"/>
          </a:xfrm>
          <a:prstGeom prst="rect"/>
          <a:ln w="0">
            <a:noFill/>
          </a:ln>
        </p:spPr>
      </p:pic>
      <p:pic>
        <p:nvPicPr>
          <p:cNvPr id="413" name="New picture"/>
          <p:cNvPicPr/>
          <p:nvPr/>
        </p:nvPicPr>
        <p:blipFill>
          <a:blip r:embed="rId250"/>
          <a:srcRect/>
          <a:stretch>
            <a:fillRect/>
          </a:stretch>
        </p:blipFill>
        <p:spPr>
          <a:xfrm>
            <a:off x="2592324" y="6672929"/>
            <a:ext cx="105346" cy="70200"/>
          </a:xfrm>
          <a:prstGeom prst="rect"/>
          <a:ln w="0">
            <a:noFill/>
          </a:ln>
        </p:spPr>
      </p:pic>
      <p:pic>
        <p:nvPicPr>
          <p:cNvPr id="414" name="New picture"/>
          <p:cNvPicPr/>
          <p:nvPr/>
        </p:nvPicPr>
        <p:blipFill>
          <a:blip r:embed="rId251"/>
          <a:srcRect/>
          <a:stretch>
            <a:fillRect/>
          </a:stretch>
        </p:blipFill>
        <p:spPr>
          <a:xfrm>
            <a:off x="2719102" y="6674453"/>
            <a:ext cx="61055" cy="70199"/>
          </a:xfrm>
          <a:prstGeom prst="rect"/>
          <a:ln w="0">
            <a:noFill/>
          </a:ln>
        </p:spPr>
      </p:pic>
      <p:pic>
        <p:nvPicPr>
          <p:cNvPr id="415" name="New picture"/>
          <p:cNvPicPr/>
          <p:nvPr/>
        </p:nvPicPr>
        <p:blipFill>
          <a:blip r:embed="rId252"/>
          <a:srcRect/>
          <a:stretch>
            <a:fillRect/>
          </a:stretch>
        </p:blipFill>
        <p:spPr>
          <a:xfrm>
            <a:off x="2801493" y="6672929"/>
            <a:ext cx="61151" cy="70200"/>
          </a:xfrm>
          <a:prstGeom prst="rect"/>
          <a:ln w="0">
            <a:noFill/>
          </a:ln>
        </p:spPr>
      </p:pic>
      <p:pic>
        <p:nvPicPr>
          <p:cNvPr id="416" name="New picture"/>
          <p:cNvPicPr/>
          <p:nvPr/>
        </p:nvPicPr>
        <p:blipFill>
          <a:blip r:embed="rId253"/>
          <a:srcRect/>
          <a:stretch>
            <a:fillRect/>
          </a:stretch>
        </p:blipFill>
        <p:spPr>
          <a:xfrm>
            <a:off x="2877884" y="6672929"/>
            <a:ext cx="58007" cy="71724"/>
          </a:xfrm>
          <a:prstGeom prst="rect"/>
          <a:ln w="0">
            <a:noFill/>
          </a:ln>
        </p:spPr>
      </p:pic>
      <p:sp>
        <p:nvSpPr>
          <p:cNvPr id="417" name="New shape"/>
          <p:cNvSpPr/>
          <p:nvPr/>
        </p:nvSpPr>
        <p:spPr>
          <a:xfrm>
            <a:off x="2890076" y="6708077"/>
            <a:ext cx="33623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8" name="New picture"/>
          <p:cNvPicPr/>
          <p:nvPr/>
        </p:nvPicPr>
        <p:blipFill>
          <a:blip r:embed="rId254"/>
          <a:srcRect/>
          <a:stretch>
            <a:fillRect/>
          </a:stretch>
        </p:blipFill>
        <p:spPr>
          <a:xfrm>
            <a:off x="2955798" y="6674453"/>
            <a:ext cx="61055" cy="70199"/>
          </a:xfrm>
          <a:prstGeom prst="rect"/>
          <a:ln w="0">
            <a:noFill/>
          </a:ln>
        </p:spPr>
      </p:pic>
      <p:pic>
        <p:nvPicPr>
          <p:cNvPr id="419" name="New picture"/>
          <p:cNvPicPr/>
          <p:nvPr/>
        </p:nvPicPr>
        <p:blipFill>
          <a:blip r:embed="rId255"/>
          <a:srcRect/>
          <a:stretch>
            <a:fillRect/>
          </a:stretch>
        </p:blipFill>
        <p:spPr>
          <a:xfrm>
            <a:off x="3029045" y="6654641"/>
            <a:ext cx="42767" cy="90012"/>
          </a:xfrm>
          <a:prstGeom prst="rect"/>
          <a:ln w="0">
            <a:noFill/>
          </a:ln>
        </p:spPr>
      </p:pic>
      <p:pic>
        <p:nvPicPr>
          <p:cNvPr id="420" name="New picture"/>
          <p:cNvPicPr/>
          <p:nvPr/>
        </p:nvPicPr>
        <p:blipFill>
          <a:blip r:embed="rId256"/>
          <a:srcRect/>
          <a:stretch>
            <a:fillRect/>
          </a:stretch>
        </p:blipFill>
        <p:spPr>
          <a:xfrm>
            <a:off x="3079433" y="6672929"/>
            <a:ext cx="62579" cy="71724"/>
          </a:xfrm>
          <a:prstGeom prst="rect"/>
          <a:ln w="0">
            <a:noFill/>
          </a:ln>
        </p:spPr>
      </p:pic>
      <p:sp>
        <p:nvSpPr>
          <p:cNvPr id="421" name="New shape"/>
          <p:cNvSpPr/>
          <p:nvPr/>
        </p:nvSpPr>
        <p:spPr>
          <a:xfrm>
            <a:off x="3091624" y="6682168"/>
            <a:ext cx="39719" cy="2133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2" name="New shape"/>
          <p:cNvSpPr/>
          <p:nvPr/>
        </p:nvSpPr>
        <p:spPr>
          <a:xfrm>
            <a:off x="3100864" y="6642449"/>
            <a:ext cx="25908" cy="2286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3" name="New picture"/>
          <p:cNvPicPr/>
          <p:nvPr/>
        </p:nvPicPr>
        <p:blipFill>
          <a:blip r:embed="rId257"/>
          <a:srcRect/>
          <a:stretch>
            <a:fillRect/>
          </a:stretch>
        </p:blipFill>
        <p:spPr>
          <a:xfrm>
            <a:off x="2312861" y="6991922"/>
            <a:ext cx="67246" cy="94583"/>
          </a:xfrm>
          <a:prstGeom prst="rect"/>
          <a:ln w="0">
            <a:noFill/>
          </a:ln>
        </p:spPr>
      </p:pic>
      <p:pic>
        <p:nvPicPr>
          <p:cNvPr id="424" name="New picture"/>
          <p:cNvPicPr/>
          <p:nvPr/>
        </p:nvPicPr>
        <p:blipFill>
          <a:blip r:embed="rId258"/>
          <a:srcRect/>
          <a:stretch>
            <a:fillRect/>
          </a:stretch>
        </p:blipFill>
        <p:spPr>
          <a:xfrm>
            <a:off x="2390775" y="7016305"/>
            <a:ext cx="67151" cy="71724"/>
          </a:xfrm>
          <a:prstGeom prst="rect"/>
          <a:ln w="0">
            <a:noFill/>
          </a:ln>
        </p:spPr>
      </p:pic>
      <p:sp>
        <p:nvSpPr>
          <p:cNvPr id="425" name="New shape"/>
          <p:cNvSpPr/>
          <p:nvPr/>
        </p:nvSpPr>
        <p:spPr>
          <a:xfrm>
            <a:off x="2401443" y="7025449"/>
            <a:ext cx="45815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6" name="New picture"/>
          <p:cNvPicPr/>
          <p:nvPr/>
        </p:nvPicPr>
        <p:blipFill>
          <a:blip r:embed="rId259"/>
          <a:srcRect/>
          <a:stretch>
            <a:fillRect/>
          </a:stretch>
        </p:blipFill>
        <p:spPr>
          <a:xfrm>
            <a:off x="2476310" y="7016305"/>
            <a:ext cx="59531" cy="70200"/>
          </a:xfrm>
          <a:prstGeom prst="rect"/>
          <a:ln w="0">
            <a:noFill/>
          </a:ln>
        </p:spPr>
      </p:pic>
      <p:pic>
        <p:nvPicPr>
          <p:cNvPr id="427" name="New picture"/>
          <p:cNvPicPr/>
          <p:nvPr/>
        </p:nvPicPr>
        <p:blipFill>
          <a:blip r:embed="rId260"/>
          <a:srcRect/>
          <a:stretch>
            <a:fillRect/>
          </a:stretch>
        </p:blipFill>
        <p:spPr>
          <a:xfrm>
            <a:off x="2554129" y="7016305"/>
            <a:ext cx="62579" cy="71724"/>
          </a:xfrm>
          <a:prstGeom prst="rect"/>
          <a:ln w="0">
            <a:noFill/>
          </a:ln>
        </p:spPr>
      </p:pic>
      <p:sp>
        <p:nvSpPr>
          <p:cNvPr id="428" name="New shape"/>
          <p:cNvSpPr/>
          <p:nvPr/>
        </p:nvSpPr>
        <p:spPr>
          <a:xfrm>
            <a:off x="2564797" y="7025449"/>
            <a:ext cx="39719" cy="2143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9" name="New picture"/>
          <p:cNvPicPr/>
          <p:nvPr/>
        </p:nvPicPr>
        <p:blipFill>
          <a:blip r:embed="rId261"/>
          <a:srcRect/>
          <a:stretch>
            <a:fillRect/>
          </a:stretch>
        </p:blipFill>
        <p:spPr>
          <a:xfrm>
            <a:off x="2657951" y="6991922"/>
            <a:ext cx="71818" cy="94678"/>
          </a:xfrm>
          <a:prstGeom prst="rect"/>
          <a:ln w="0">
            <a:noFill/>
          </a:ln>
        </p:spPr>
      </p:pic>
      <p:pic>
        <p:nvPicPr>
          <p:cNvPr id="430" name="New picture"/>
          <p:cNvPicPr/>
          <p:nvPr/>
        </p:nvPicPr>
        <p:blipFill>
          <a:blip r:embed="rId262"/>
          <a:srcRect/>
          <a:stretch>
            <a:fillRect/>
          </a:stretch>
        </p:blipFill>
        <p:spPr>
          <a:xfrm>
            <a:off x="2726722" y="7016305"/>
            <a:ext cx="58007" cy="71724"/>
          </a:xfrm>
          <a:prstGeom prst="rect"/>
          <a:ln w="0">
            <a:noFill/>
          </a:ln>
        </p:spPr>
      </p:pic>
      <p:sp>
        <p:nvSpPr>
          <p:cNvPr id="431" name="New shape"/>
          <p:cNvSpPr/>
          <p:nvPr/>
        </p:nvSpPr>
        <p:spPr>
          <a:xfrm>
            <a:off x="2738914" y="7051453"/>
            <a:ext cx="33623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2" name="New picture"/>
          <p:cNvPicPr/>
          <p:nvPr/>
        </p:nvPicPr>
        <p:blipFill>
          <a:blip r:embed="rId263"/>
          <a:srcRect/>
          <a:stretch>
            <a:fillRect/>
          </a:stretch>
        </p:blipFill>
        <p:spPr>
          <a:xfrm>
            <a:off x="2806065" y="6991921"/>
            <a:ext cx="64198" cy="96107"/>
          </a:xfrm>
          <a:prstGeom prst="rect"/>
          <a:ln w="0">
            <a:noFill/>
          </a:ln>
        </p:spPr>
      </p:pic>
      <p:sp>
        <p:nvSpPr>
          <p:cNvPr id="433" name="New shape"/>
          <p:cNvSpPr/>
          <p:nvPr/>
        </p:nvSpPr>
        <p:spPr>
          <a:xfrm>
            <a:off x="2816828" y="7025449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34" name="New shape"/>
          <p:cNvSpPr/>
          <p:nvPr/>
        </p:nvSpPr>
        <p:spPr>
          <a:xfrm>
            <a:off x="2887980" y="6992113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5" name="New picture"/>
          <p:cNvPicPr/>
          <p:nvPr/>
        </p:nvPicPr>
        <p:blipFill>
          <a:blip r:embed="rId264"/>
          <a:srcRect/>
          <a:stretch>
            <a:fillRect/>
          </a:stretch>
        </p:blipFill>
        <p:spPr>
          <a:xfrm>
            <a:off x="2919127" y="7016305"/>
            <a:ext cx="62579" cy="71724"/>
          </a:xfrm>
          <a:prstGeom prst="rect"/>
          <a:ln w="0">
            <a:noFill/>
          </a:ln>
        </p:spPr>
      </p:pic>
      <p:sp>
        <p:nvSpPr>
          <p:cNvPr id="436" name="New shape"/>
          <p:cNvSpPr/>
          <p:nvPr/>
        </p:nvSpPr>
        <p:spPr>
          <a:xfrm>
            <a:off x="2929795" y="7025449"/>
            <a:ext cx="39719" cy="2143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7" name="New picture"/>
          <p:cNvPicPr/>
          <p:nvPr/>
        </p:nvPicPr>
        <p:blipFill>
          <a:blip r:embed="rId265"/>
          <a:srcRect/>
          <a:stretch>
            <a:fillRect/>
          </a:stretch>
        </p:blipFill>
        <p:spPr>
          <a:xfrm>
            <a:off x="2993898" y="7016305"/>
            <a:ext cx="58102" cy="71724"/>
          </a:xfrm>
          <a:prstGeom prst="rect"/>
          <a:ln w="0">
            <a:noFill/>
          </a:ln>
        </p:spPr>
      </p:pic>
      <p:sp>
        <p:nvSpPr>
          <p:cNvPr id="438" name="New shape"/>
          <p:cNvSpPr/>
          <p:nvPr/>
        </p:nvSpPr>
        <p:spPr>
          <a:xfrm>
            <a:off x="3004661" y="7051453"/>
            <a:ext cx="35052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9" name="New picture"/>
          <p:cNvPicPr/>
          <p:nvPr/>
        </p:nvPicPr>
        <p:blipFill>
          <a:blip r:embed="rId266"/>
          <a:srcRect/>
          <a:stretch>
            <a:fillRect/>
          </a:stretch>
        </p:blipFill>
        <p:spPr>
          <a:xfrm>
            <a:off x="3071812" y="7017830"/>
            <a:ext cx="61055" cy="70199"/>
          </a:xfrm>
          <a:prstGeom prst="rect"/>
          <a:ln w="0">
            <a:noFill/>
          </a:ln>
        </p:spPr>
      </p:pic>
      <p:pic>
        <p:nvPicPr>
          <p:cNvPr id="440" name="New picture"/>
          <p:cNvPicPr/>
          <p:nvPr/>
        </p:nvPicPr>
        <p:blipFill>
          <a:blip r:embed="rId267"/>
          <a:srcRect/>
          <a:stretch>
            <a:fillRect/>
          </a:stretch>
        </p:blipFill>
        <p:spPr>
          <a:xfrm>
            <a:off x="2320480" y="7335297"/>
            <a:ext cx="65723" cy="94583"/>
          </a:xfrm>
          <a:prstGeom prst="rect"/>
          <a:ln w="0">
            <a:noFill/>
          </a:ln>
        </p:spPr>
      </p:pic>
      <p:sp>
        <p:nvSpPr>
          <p:cNvPr id="441" name="New shape"/>
          <p:cNvSpPr/>
          <p:nvPr/>
        </p:nvSpPr>
        <p:spPr>
          <a:xfrm>
            <a:off x="2331244" y="7344442"/>
            <a:ext cx="42672" cy="4267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2" name="New picture"/>
          <p:cNvPicPr/>
          <p:nvPr/>
        </p:nvPicPr>
        <p:blipFill>
          <a:blip r:embed="rId268"/>
          <a:srcRect/>
          <a:stretch>
            <a:fillRect/>
          </a:stretch>
        </p:blipFill>
        <p:spPr>
          <a:xfrm>
            <a:off x="2396871" y="7359681"/>
            <a:ext cx="38195" cy="70200"/>
          </a:xfrm>
          <a:prstGeom prst="rect"/>
          <a:ln w="0">
            <a:noFill/>
          </a:ln>
        </p:spPr>
      </p:pic>
      <p:pic>
        <p:nvPicPr>
          <p:cNvPr id="443" name="New picture"/>
          <p:cNvPicPr/>
          <p:nvPr/>
        </p:nvPicPr>
        <p:blipFill>
          <a:blip r:embed="rId269"/>
          <a:srcRect/>
          <a:stretch>
            <a:fillRect/>
          </a:stretch>
        </p:blipFill>
        <p:spPr>
          <a:xfrm>
            <a:off x="2439638" y="7359683"/>
            <a:ext cx="68675" cy="71724"/>
          </a:xfrm>
          <a:prstGeom prst="rect"/>
          <a:ln w="0">
            <a:noFill/>
          </a:ln>
        </p:spPr>
      </p:pic>
      <p:sp>
        <p:nvSpPr>
          <p:cNvPr id="444" name="New shape"/>
          <p:cNvSpPr/>
          <p:nvPr/>
        </p:nvSpPr>
        <p:spPr>
          <a:xfrm>
            <a:off x="2451830" y="7368826"/>
            <a:ext cx="44291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5" name="New picture"/>
          <p:cNvPicPr/>
          <p:nvPr/>
        </p:nvPicPr>
        <p:blipFill>
          <a:blip r:embed="rId270"/>
          <a:srcRect/>
          <a:stretch>
            <a:fillRect/>
          </a:stretch>
        </p:blipFill>
        <p:spPr>
          <a:xfrm>
            <a:off x="2517458" y="7359681"/>
            <a:ext cx="68770" cy="103822"/>
          </a:xfrm>
          <a:prstGeom prst="rect"/>
          <a:ln w="0">
            <a:noFill/>
          </a:ln>
        </p:spPr>
      </p:pic>
      <p:sp>
        <p:nvSpPr>
          <p:cNvPr id="446" name="New shape"/>
          <p:cNvSpPr/>
          <p:nvPr/>
        </p:nvSpPr>
        <p:spPr>
          <a:xfrm>
            <a:off x="2532793" y="7368825"/>
            <a:ext cx="35052" cy="3210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7" name="New shape"/>
          <p:cNvSpPr/>
          <p:nvPr/>
        </p:nvSpPr>
        <p:spPr>
          <a:xfrm>
            <a:off x="2528221" y="7428357"/>
            <a:ext cx="45815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8" name="New picture"/>
          <p:cNvPicPr/>
          <p:nvPr/>
        </p:nvPicPr>
        <p:blipFill>
          <a:blip r:embed="rId271"/>
          <a:srcRect/>
          <a:stretch>
            <a:fillRect/>
          </a:stretch>
        </p:blipFill>
        <p:spPr>
          <a:xfrm>
            <a:off x="2599944" y="7359681"/>
            <a:ext cx="36671" cy="70200"/>
          </a:xfrm>
          <a:prstGeom prst="rect"/>
          <a:ln w="0">
            <a:noFill/>
          </a:ln>
        </p:spPr>
      </p:pic>
      <p:pic>
        <p:nvPicPr>
          <p:cNvPr id="449" name="New picture"/>
          <p:cNvPicPr/>
          <p:nvPr/>
        </p:nvPicPr>
        <p:blipFill>
          <a:blip r:embed="rId272"/>
          <a:srcRect/>
          <a:stretch>
            <a:fillRect/>
          </a:stretch>
        </p:blipFill>
        <p:spPr>
          <a:xfrm>
            <a:off x="2641187" y="7359681"/>
            <a:ext cx="58007" cy="71724"/>
          </a:xfrm>
          <a:prstGeom prst="rect"/>
          <a:ln w="0">
            <a:noFill/>
          </a:ln>
        </p:spPr>
      </p:pic>
      <p:sp>
        <p:nvSpPr>
          <p:cNvPr id="450" name="New shape"/>
          <p:cNvSpPr/>
          <p:nvPr/>
        </p:nvSpPr>
        <p:spPr>
          <a:xfrm>
            <a:off x="2651855" y="7394828"/>
            <a:ext cx="33623" cy="2743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1" name="New picture"/>
          <p:cNvPicPr/>
          <p:nvPr/>
        </p:nvPicPr>
        <p:blipFill>
          <a:blip r:embed="rId273"/>
          <a:srcRect/>
          <a:stretch>
            <a:fillRect/>
          </a:stretch>
        </p:blipFill>
        <p:spPr>
          <a:xfrm>
            <a:off x="2719102" y="7359681"/>
            <a:ext cx="105346" cy="70200"/>
          </a:xfrm>
          <a:prstGeom prst="rect"/>
          <a:ln w="0">
            <a:noFill/>
          </a:ln>
        </p:spPr>
      </p:pic>
      <p:pic>
        <p:nvPicPr>
          <p:cNvPr id="452" name="New picture"/>
          <p:cNvPicPr/>
          <p:nvPr/>
        </p:nvPicPr>
        <p:blipFill>
          <a:blip r:embed="rId274"/>
          <a:srcRect/>
          <a:stretch>
            <a:fillRect/>
          </a:stretch>
        </p:blipFill>
        <p:spPr>
          <a:xfrm>
            <a:off x="2845784" y="7359681"/>
            <a:ext cx="105346" cy="70200"/>
          </a:xfrm>
          <a:prstGeom prst="rect"/>
          <a:ln w="0">
            <a:noFill/>
          </a:ln>
        </p:spPr>
      </p:pic>
      <p:pic>
        <p:nvPicPr>
          <p:cNvPr id="453" name="New picture"/>
          <p:cNvPicPr/>
          <p:nvPr/>
        </p:nvPicPr>
        <p:blipFill>
          <a:blip r:embed="rId275"/>
          <a:srcRect/>
          <a:stretch>
            <a:fillRect/>
          </a:stretch>
        </p:blipFill>
        <p:spPr>
          <a:xfrm>
            <a:off x="2969514" y="7359683"/>
            <a:ext cx="62579" cy="71724"/>
          </a:xfrm>
          <a:prstGeom prst="rect"/>
          <a:ln w="0">
            <a:noFill/>
          </a:ln>
        </p:spPr>
      </p:pic>
      <p:sp>
        <p:nvSpPr>
          <p:cNvPr id="454" name="New shape"/>
          <p:cNvSpPr/>
          <p:nvPr/>
        </p:nvSpPr>
        <p:spPr>
          <a:xfrm>
            <a:off x="2980182" y="7368826"/>
            <a:ext cx="39719" cy="2143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5" name="New picture"/>
          <p:cNvPicPr/>
          <p:nvPr/>
        </p:nvPicPr>
        <p:blipFill>
          <a:blip r:embed="rId276"/>
          <a:srcRect/>
          <a:stretch>
            <a:fillRect/>
          </a:stretch>
        </p:blipFill>
        <p:spPr>
          <a:xfrm>
            <a:off x="3041237" y="7359682"/>
            <a:ext cx="50387" cy="71723"/>
          </a:xfrm>
          <a:prstGeom prst="rect"/>
          <a:ln w="0">
            <a:noFill/>
          </a:ln>
        </p:spPr>
      </p:pic>
      <p:pic>
        <p:nvPicPr>
          <p:cNvPr id="456" name="New picture"/>
          <p:cNvPicPr/>
          <p:nvPr/>
        </p:nvPicPr>
        <p:blipFill>
          <a:blip r:embed="rId277"/>
          <a:srcRect/>
          <a:stretch>
            <a:fillRect/>
          </a:stretch>
        </p:blipFill>
        <p:spPr>
          <a:xfrm>
            <a:off x="2312861" y="7559611"/>
            <a:ext cx="58007" cy="71724"/>
          </a:xfrm>
          <a:prstGeom prst="rect"/>
          <a:ln w="0">
            <a:noFill/>
          </a:ln>
        </p:spPr>
      </p:pic>
      <p:sp>
        <p:nvSpPr>
          <p:cNvPr id="457" name="New shape"/>
          <p:cNvSpPr/>
          <p:nvPr/>
        </p:nvSpPr>
        <p:spPr>
          <a:xfrm>
            <a:off x="2325053" y="7596188"/>
            <a:ext cx="33623" cy="2600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8" name="New picture"/>
          <p:cNvPicPr/>
          <p:nvPr/>
        </p:nvPicPr>
        <p:blipFill>
          <a:blip r:embed="rId278"/>
          <a:srcRect/>
          <a:stretch>
            <a:fillRect/>
          </a:stretch>
        </p:blipFill>
        <p:spPr>
          <a:xfrm>
            <a:off x="2387727" y="7559611"/>
            <a:ext cx="56483" cy="71724"/>
          </a:xfrm>
          <a:prstGeom prst="rect"/>
          <a:ln w="0">
            <a:noFill/>
          </a:ln>
        </p:spPr>
      </p:pic>
      <p:pic>
        <p:nvPicPr>
          <p:cNvPr id="459" name="New picture"/>
          <p:cNvPicPr/>
          <p:nvPr/>
        </p:nvPicPr>
        <p:blipFill>
          <a:blip r:embed="rId279"/>
          <a:srcRect/>
          <a:stretch>
            <a:fillRect/>
          </a:stretch>
        </p:blipFill>
        <p:spPr>
          <a:xfrm>
            <a:off x="2453354" y="7559611"/>
            <a:ext cx="58007" cy="71724"/>
          </a:xfrm>
          <a:prstGeom prst="rect"/>
          <a:ln w="0">
            <a:noFill/>
          </a:ln>
        </p:spPr>
      </p:pic>
      <p:sp>
        <p:nvSpPr>
          <p:cNvPr id="460" name="New shape"/>
          <p:cNvSpPr/>
          <p:nvPr/>
        </p:nvSpPr>
        <p:spPr>
          <a:xfrm>
            <a:off x="2465546" y="7596188"/>
            <a:ext cx="33623" cy="2600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1" name="New picture"/>
          <p:cNvPicPr/>
          <p:nvPr/>
        </p:nvPicPr>
        <p:blipFill>
          <a:blip r:embed="rId280"/>
          <a:srcRect/>
          <a:stretch>
            <a:fillRect/>
          </a:stretch>
        </p:blipFill>
        <p:spPr>
          <a:xfrm>
            <a:off x="2528221" y="7535228"/>
            <a:ext cx="65627" cy="96107"/>
          </a:xfrm>
          <a:prstGeom prst="rect"/>
          <a:ln w="0">
            <a:noFill/>
          </a:ln>
        </p:spPr>
      </p:pic>
      <p:sp>
        <p:nvSpPr>
          <p:cNvPr id="462" name="New shape"/>
          <p:cNvSpPr/>
          <p:nvPr/>
        </p:nvSpPr>
        <p:spPr>
          <a:xfrm>
            <a:off x="2540413" y="7568756"/>
            <a:ext cx="41243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3" name="New picture"/>
          <p:cNvPicPr/>
          <p:nvPr/>
        </p:nvPicPr>
        <p:blipFill>
          <a:blip r:embed="rId281"/>
          <a:srcRect/>
          <a:stretch>
            <a:fillRect/>
          </a:stretch>
        </p:blipFill>
        <p:spPr>
          <a:xfrm>
            <a:off x="2610612" y="7559611"/>
            <a:ext cx="62674" cy="71724"/>
          </a:xfrm>
          <a:prstGeom prst="rect"/>
          <a:ln w="0">
            <a:noFill/>
          </a:ln>
        </p:spPr>
      </p:pic>
      <p:sp>
        <p:nvSpPr>
          <p:cNvPr id="464" name="New shape"/>
          <p:cNvSpPr/>
          <p:nvPr/>
        </p:nvSpPr>
        <p:spPr>
          <a:xfrm>
            <a:off x="2622899" y="7568755"/>
            <a:ext cx="39624" cy="2286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65" name="New shape"/>
          <p:cNvSpPr/>
          <p:nvPr/>
        </p:nvSpPr>
        <p:spPr>
          <a:xfrm>
            <a:off x="2632043" y="7529131"/>
            <a:ext cx="27432" cy="2438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6" name="New picture"/>
          <p:cNvPicPr/>
          <p:nvPr/>
        </p:nvPicPr>
        <p:blipFill>
          <a:blip r:embed="rId282"/>
          <a:srcRect/>
          <a:stretch>
            <a:fillRect/>
          </a:stretch>
        </p:blipFill>
        <p:spPr>
          <a:xfrm>
            <a:off x="2691574" y="7559611"/>
            <a:ext cx="105346" cy="70200"/>
          </a:xfrm>
          <a:prstGeom prst="rect"/>
          <a:ln w="0">
            <a:noFill/>
          </a:ln>
        </p:spPr>
      </p:pic>
      <p:sp>
        <p:nvSpPr>
          <p:cNvPr id="467" name="New shape"/>
          <p:cNvSpPr/>
          <p:nvPr/>
        </p:nvSpPr>
        <p:spPr>
          <a:xfrm>
            <a:off x="2818352" y="7561136"/>
            <a:ext cx="12192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8" name="New picture"/>
          <p:cNvPicPr/>
          <p:nvPr/>
        </p:nvPicPr>
        <p:blipFill>
          <a:blip r:embed="rId283"/>
          <a:srcRect/>
          <a:stretch>
            <a:fillRect/>
          </a:stretch>
        </p:blipFill>
        <p:spPr>
          <a:xfrm>
            <a:off x="2816828" y="7532179"/>
            <a:ext cx="15240" cy="13716"/>
          </a:xfrm>
          <a:prstGeom prst="rect"/>
          <a:ln w="0">
            <a:noFill/>
          </a:ln>
        </p:spPr>
      </p:pic>
      <p:pic>
        <p:nvPicPr>
          <p:cNvPr id="469" name="New picture"/>
          <p:cNvPicPr/>
          <p:nvPr/>
        </p:nvPicPr>
        <p:blipFill>
          <a:blip r:embed="rId284"/>
          <a:srcRect/>
          <a:stretch>
            <a:fillRect/>
          </a:stretch>
        </p:blipFill>
        <p:spPr>
          <a:xfrm>
            <a:off x="2848832" y="7559611"/>
            <a:ext cx="64198" cy="102203"/>
          </a:xfrm>
          <a:prstGeom prst="rect"/>
          <a:ln w="0">
            <a:noFill/>
          </a:ln>
        </p:spPr>
      </p:pic>
      <p:sp>
        <p:nvSpPr>
          <p:cNvPr id="470" name="New shape"/>
          <p:cNvSpPr/>
          <p:nvPr/>
        </p:nvSpPr>
        <p:spPr>
          <a:xfrm>
            <a:off x="2861120" y="7568755"/>
            <a:ext cx="41148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1" name="New picture"/>
          <p:cNvPicPr/>
          <p:nvPr/>
        </p:nvPicPr>
        <p:blipFill>
          <a:blip r:embed="rId285"/>
          <a:srcRect/>
          <a:stretch>
            <a:fillRect/>
          </a:stretch>
        </p:blipFill>
        <p:spPr>
          <a:xfrm>
            <a:off x="2935891" y="7561135"/>
            <a:ext cx="61055" cy="70199"/>
          </a:xfrm>
          <a:prstGeom prst="rect"/>
          <a:ln w="0">
            <a:noFill/>
          </a:ln>
        </p:spPr>
      </p:pic>
      <p:pic>
        <p:nvPicPr>
          <p:cNvPr id="472" name="New picture"/>
          <p:cNvPicPr/>
          <p:nvPr/>
        </p:nvPicPr>
        <p:blipFill>
          <a:blip r:embed="rId286"/>
          <a:srcRect/>
          <a:stretch>
            <a:fillRect/>
          </a:stretch>
        </p:blipFill>
        <p:spPr>
          <a:xfrm>
            <a:off x="3013806" y="7559611"/>
            <a:ext cx="62579" cy="71724"/>
          </a:xfrm>
          <a:prstGeom prst="rect"/>
          <a:ln w="0">
            <a:noFill/>
          </a:ln>
        </p:spPr>
      </p:pic>
      <p:sp>
        <p:nvSpPr>
          <p:cNvPr id="473" name="New shape"/>
          <p:cNvSpPr/>
          <p:nvPr/>
        </p:nvSpPr>
        <p:spPr>
          <a:xfrm>
            <a:off x="3025997" y="7568755"/>
            <a:ext cx="39719" cy="2286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4" name="New picture"/>
          <p:cNvPicPr/>
          <p:nvPr/>
        </p:nvPicPr>
        <p:blipFill>
          <a:blip r:embed="rId287"/>
          <a:srcRect/>
          <a:stretch>
            <a:fillRect/>
          </a:stretch>
        </p:blipFill>
        <p:spPr>
          <a:xfrm>
            <a:off x="3087053" y="7559612"/>
            <a:ext cx="50387" cy="71723"/>
          </a:xfrm>
          <a:prstGeom prst="rect"/>
          <a:ln w="0">
            <a:noFill/>
          </a:ln>
        </p:spPr>
      </p:pic>
      <p:pic>
        <p:nvPicPr>
          <p:cNvPr id="475" name="New picture"/>
          <p:cNvPicPr/>
          <p:nvPr/>
        </p:nvPicPr>
        <p:blipFill>
          <a:blip r:embed="rId288"/>
          <a:srcRect/>
          <a:stretch>
            <a:fillRect/>
          </a:stretch>
        </p:blipFill>
        <p:spPr>
          <a:xfrm>
            <a:off x="2320480" y="7878509"/>
            <a:ext cx="59626" cy="94678"/>
          </a:xfrm>
          <a:prstGeom prst="rect"/>
          <a:ln w="0">
            <a:noFill/>
          </a:ln>
        </p:spPr>
      </p:pic>
      <p:sp>
        <p:nvSpPr>
          <p:cNvPr id="476" name="New shape"/>
          <p:cNvSpPr/>
          <p:nvPr/>
        </p:nvSpPr>
        <p:spPr>
          <a:xfrm>
            <a:off x="2337340" y="7849552"/>
            <a:ext cx="28956" cy="1981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7" name="New picture"/>
          <p:cNvPicPr/>
          <p:nvPr/>
        </p:nvPicPr>
        <p:blipFill>
          <a:blip r:embed="rId289"/>
          <a:srcRect/>
          <a:stretch>
            <a:fillRect/>
          </a:stretch>
        </p:blipFill>
        <p:spPr>
          <a:xfrm>
            <a:off x="2383155" y="7904512"/>
            <a:ext cx="64103" cy="68675"/>
          </a:xfrm>
          <a:prstGeom prst="rect"/>
          <a:ln w="0">
            <a:noFill/>
          </a:ln>
        </p:spPr>
      </p:pic>
      <p:pic>
        <p:nvPicPr>
          <p:cNvPr id="478" name="New picture"/>
          <p:cNvPicPr/>
          <p:nvPr/>
        </p:nvPicPr>
        <p:blipFill>
          <a:blip r:embed="rId290"/>
          <a:srcRect/>
          <a:stretch>
            <a:fillRect/>
          </a:stretch>
        </p:blipFill>
        <p:spPr>
          <a:xfrm>
            <a:off x="2454878" y="7902987"/>
            <a:ext cx="61055" cy="71724"/>
          </a:xfrm>
          <a:prstGeom prst="rect"/>
          <a:ln w="0">
            <a:noFill/>
          </a:ln>
        </p:spPr>
      </p:pic>
      <p:sp>
        <p:nvSpPr>
          <p:cNvPr id="479" name="New shape"/>
          <p:cNvSpPr/>
          <p:nvPr/>
        </p:nvSpPr>
        <p:spPr>
          <a:xfrm>
            <a:off x="2465546" y="7912131"/>
            <a:ext cx="39719" cy="2286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80" name="New shape"/>
          <p:cNvSpPr/>
          <p:nvPr/>
        </p:nvSpPr>
        <p:spPr>
          <a:xfrm>
            <a:off x="2474786" y="7872412"/>
            <a:ext cx="27432" cy="2448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1" name="New picture"/>
          <p:cNvPicPr/>
          <p:nvPr/>
        </p:nvPicPr>
        <p:blipFill>
          <a:blip r:embed="rId291"/>
          <a:srcRect/>
          <a:stretch>
            <a:fillRect/>
          </a:stretch>
        </p:blipFill>
        <p:spPr>
          <a:xfrm>
            <a:off x="2534317" y="7902891"/>
            <a:ext cx="61151" cy="70200"/>
          </a:xfrm>
          <a:prstGeom prst="rect"/>
          <a:ln w="0">
            <a:noFill/>
          </a:ln>
        </p:spPr>
      </p:pic>
      <p:pic>
        <p:nvPicPr>
          <p:cNvPr id="482" name="New picture"/>
          <p:cNvPicPr/>
          <p:nvPr/>
        </p:nvPicPr>
        <p:blipFill>
          <a:blip r:embed="rId292"/>
          <a:srcRect/>
          <a:stretch>
            <a:fillRect/>
          </a:stretch>
        </p:blipFill>
        <p:spPr>
          <a:xfrm>
            <a:off x="2612231" y="7902893"/>
            <a:ext cx="62579" cy="71724"/>
          </a:xfrm>
          <a:prstGeom prst="rect"/>
          <a:ln w="0">
            <a:noFill/>
          </a:ln>
        </p:spPr>
      </p:pic>
      <p:sp>
        <p:nvSpPr>
          <p:cNvPr id="483" name="New shape"/>
          <p:cNvSpPr/>
          <p:nvPr/>
        </p:nvSpPr>
        <p:spPr>
          <a:xfrm>
            <a:off x="2624423" y="7912036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4" name="New picture"/>
          <p:cNvPicPr/>
          <p:nvPr/>
        </p:nvPicPr>
        <p:blipFill>
          <a:blip r:embed="rId293"/>
          <a:srcRect/>
          <a:stretch>
            <a:fillRect/>
          </a:stretch>
        </p:blipFill>
        <p:spPr>
          <a:xfrm>
            <a:off x="2691574" y="7902987"/>
            <a:ext cx="105346" cy="70200"/>
          </a:xfrm>
          <a:prstGeom prst="rect"/>
          <a:ln w="0">
            <a:noFill/>
          </a:ln>
        </p:spPr>
      </p:pic>
      <p:pic>
        <p:nvPicPr>
          <p:cNvPr id="485" name="New picture"/>
          <p:cNvPicPr/>
          <p:nvPr/>
        </p:nvPicPr>
        <p:blipFill>
          <a:blip r:embed="rId294"/>
          <a:srcRect/>
          <a:stretch>
            <a:fillRect/>
          </a:stretch>
        </p:blipFill>
        <p:spPr>
          <a:xfrm>
            <a:off x="2815305" y="7902987"/>
            <a:ext cx="62579" cy="71724"/>
          </a:xfrm>
          <a:prstGeom prst="rect"/>
          <a:ln w="0">
            <a:noFill/>
          </a:ln>
        </p:spPr>
      </p:pic>
      <p:sp>
        <p:nvSpPr>
          <p:cNvPr id="486" name="New shape"/>
          <p:cNvSpPr/>
          <p:nvPr/>
        </p:nvSpPr>
        <p:spPr>
          <a:xfrm>
            <a:off x="2825972" y="7912131"/>
            <a:ext cx="39719" cy="2286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7" name="New picture"/>
          <p:cNvPicPr/>
          <p:nvPr/>
        </p:nvPicPr>
        <p:blipFill>
          <a:blip r:embed="rId295"/>
          <a:srcRect/>
          <a:stretch>
            <a:fillRect/>
          </a:stretch>
        </p:blipFill>
        <p:spPr>
          <a:xfrm>
            <a:off x="2894648" y="7902987"/>
            <a:ext cx="61151" cy="70200"/>
          </a:xfrm>
          <a:prstGeom prst="rect"/>
          <a:ln w="0">
            <a:noFill/>
          </a:ln>
        </p:spPr>
      </p:pic>
      <p:pic>
        <p:nvPicPr>
          <p:cNvPr id="488" name="New picture"/>
          <p:cNvPicPr/>
          <p:nvPr/>
        </p:nvPicPr>
        <p:blipFill>
          <a:blip r:embed="rId296"/>
          <a:srcRect/>
          <a:stretch>
            <a:fillRect/>
          </a:stretch>
        </p:blipFill>
        <p:spPr>
          <a:xfrm>
            <a:off x="2967990" y="7884699"/>
            <a:ext cx="41243" cy="90012"/>
          </a:xfrm>
          <a:prstGeom prst="rect"/>
          <a:ln w="0">
            <a:noFill/>
          </a:ln>
        </p:spPr>
      </p:pic>
      <p:pic>
        <p:nvPicPr>
          <p:cNvPr id="489" name="New picture"/>
          <p:cNvPicPr/>
          <p:nvPr/>
        </p:nvPicPr>
        <p:blipFill>
          <a:blip r:embed="rId297"/>
          <a:srcRect/>
          <a:stretch>
            <a:fillRect/>
          </a:stretch>
        </p:blipFill>
        <p:spPr>
          <a:xfrm>
            <a:off x="3016853" y="7902988"/>
            <a:ext cx="50387" cy="71723"/>
          </a:xfrm>
          <a:prstGeom prst="rect"/>
          <a:ln w="0">
            <a:noFill/>
          </a:ln>
        </p:spPr>
      </p:pic>
      <p:pic>
        <p:nvPicPr>
          <p:cNvPr id="490" name="New picture"/>
          <p:cNvPicPr/>
          <p:nvPr/>
        </p:nvPicPr>
        <p:blipFill>
          <a:blip r:embed="rId298"/>
          <a:srcRect/>
          <a:stretch>
            <a:fillRect/>
          </a:stretch>
        </p:blipFill>
        <p:spPr>
          <a:xfrm>
            <a:off x="3957447" y="4078700"/>
            <a:ext cx="79439" cy="108299"/>
          </a:xfrm>
          <a:prstGeom prst="rect"/>
          <a:ln w="0">
            <a:noFill/>
          </a:ln>
        </p:spPr>
      </p:pic>
      <p:sp>
        <p:nvSpPr>
          <p:cNvPr id="491" name="New shape"/>
          <p:cNvSpPr/>
          <p:nvPr/>
        </p:nvSpPr>
        <p:spPr>
          <a:xfrm>
            <a:off x="3977354" y="4093940"/>
            <a:ext cx="39719" cy="4114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2" name="New picture"/>
          <p:cNvPicPr/>
          <p:nvPr/>
        </p:nvPicPr>
        <p:blipFill>
          <a:blip r:embed="rId299"/>
          <a:srcRect/>
          <a:stretch>
            <a:fillRect/>
          </a:stretch>
        </p:blipFill>
        <p:spPr>
          <a:xfrm>
            <a:off x="4041457" y="4104608"/>
            <a:ext cx="71818" cy="83915"/>
          </a:xfrm>
          <a:prstGeom prst="rect"/>
          <a:ln w="0">
            <a:noFill/>
          </a:ln>
        </p:spPr>
      </p:pic>
      <p:sp>
        <p:nvSpPr>
          <p:cNvPr id="493" name="New shape"/>
          <p:cNvSpPr/>
          <p:nvPr/>
        </p:nvSpPr>
        <p:spPr>
          <a:xfrm>
            <a:off x="4061365" y="4148899"/>
            <a:ext cx="32004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4" name="New picture"/>
          <p:cNvPicPr/>
          <p:nvPr/>
        </p:nvPicPr>
        <p:blipFill>
          <a:blip r:embed="rId300"/>
          <a:srcRect/>
          <a:stretch>
            <a:fillRect/>
          </a:stretch>
        </p:blipFill>
        <p:spPr>
          <a:xfrm>
            <a:off x="4133088" y="4104608"/>
            <a:ext cx="48863" cy="82391"/>
          </a:xfrm>
          <a:prstGeom prst="rect"/>
          <a:ln w="0">
            <a:noFill/>
          </a:ln>
        </p:spPr>
      </p:pic>
      <p:pic>
        <p:nvPicPr>
          <p:cNvPr id="495" name="New picture"/>
          <p:cNvPicPr/>
          <p:nvPr/>
        </p:nvPicPr>
        <p:blipFill>
          <a:blip r:embed="rId301"/>
          <a:srcRect/>
          <a:stretch>
            <a:fillRect/>
          </a:stretch>
        </p:blipFill>
        <p:spPr>
          <a:xfrm>
            <a:off x="4184999" y="4083272"/>
            <a:ext cx="53435" cy="105251"/>
          </a:xfrm>
          <a:prstGeom prst="rect"/>
          <a:ln w="0">
            <a:noFill/>
          </a:ln>
        </p:spPr>
      </p:pic>
      <p:pic>
        <p:nvPicPr>
          <p:cNvPr id="496" name="New picture"/>
          <p:cNvPicPr/>
          <p:nvPr/>
        </p:nvPicPr>
        <p:blipFill>
          <a:blip r:embed="rId302"/>
          <a:srcRect/>
          <a:stretch>
            <a:fillRect/>
          </a:stretch>
        </p:blipFill>
        <p:spPr>
          <a:xfrm>
            <a:off x="4246055" y="4104608"/>
            <a:ext cx="74866" cy="83915"/>
          </a:xfrm>
          <a:prstGeom prst="rect"/>
          <a:ln w="0">
            <a:noFill/>
          </a:ln>
        </p:spPr>
      </p:pic>
      <p:sp>
        <p:nvSpPr>
          <p:cNvPr id="497" name="New shape"/>
          <p:cNvSpPr/>
          <p:nvPr/>
        </p:nvSpPr>
        <p:spPr>
          <a:xfrm>
            <a:off x="4265962" y="4119848"/>
            <a:ext cx="36671" cy="1990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8" name="New picture"/>
          <p:cNvPicPr/>
          <p:nvPr/>
        </p:nvPicPr>
        <p:blipFill>
          <a:blip r:embed="rId303"/>
          <a:srcRect/>
          <a:stretch>
            <a:fillRect/>
          </a:stretch>
        </p:blipFill>
        <p:spPr>
          <a:xfrm>
            <a:off x="4339209" y="4104608"/>
            <a:ext cx="74866" cy="82391"/>
          </a:xfrm>
          <a:prstGeom prst="rect"/>
          <a:ln w="0">
            <a:noFill/>
          </a:ln>
        </p:spPr>
      </p:pic>
      <p:pic>
        <p:nvPicPr>
          <p:cNvPr id="499" name="New picture"/>
          <p:cNvPicPr/>
          <p:nvPr/>
        </p:nvPicPr>
        <p:blipFill>
          <a:blip r:embed="rId304"/>
          <a:srcRect/>
          <a:stretch>
            <a:fillRect/>
          </a:stretch>
        </p:blipFill>
        <p:spPr>
          <a:xfrm>
            <a:off x="4429316" y="4104608"/>
            <a:ext cx="71723" cy="83915"/>
          </a:xfrm>
          <a:prstGeom prst="rect"/>
          <a:ln w="0">
            <a:noFill/>
          </a:ln>
        </p:spPr>
      </p:pic>
      <p:sp>
        <p:nvSpPr>
          <p:cNvPr id="500" name="New shape"/>
          <p:cNvSpPr/>
          <p:nvPr/>
        </p:nvSpPr>
        <p:spPr>
          <a:xfrm>
            <a:off x="4449128" y="4148899"/>
            <a:ext cx="30575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01" name="New shape"/>
          <p:cNvSpPr/>
          <p:nvPr/>
        </p:nvSpPr>
        <p:spPr>
          <a:xfrm>
            <a:off x="4522470" y="4107656"/>
            <a:ext cx="19907" cy="79343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2" name="New picture"/>
          <p:cNvPicPr/>
          <p:nvPr/>
        </p:nvPicPr>
        <p:blipFill>
          <a:blip r:embed="rId305"/>
          <a:srcRect/>
          <a:stretch>
            <a:fillRect/>
          </a:stretch>
        </p:blipFill>
        <p:spPr>
          <a:xfrm>
            <a:off x="4520946" y="4071080"/>
            <a:ext cx="22955" cy="22860"/>
          </a:xfrm>
          <a:prstGeom prst="rect"/>
          <a:ln w="0">
            <a:noFill/>
          </a:ln>
        </p:spPr>
      </p:pic>
      <p:pic>
        <p:nvPicPr>
          <p:cNvPr id="503" name="New picture"/>
          <p:cNvPicPr/>
          <p:nvPr/>
        </p:nvPicPr>
        <p:blipFill>
          <a:blip r:embed="rId306"/>
          <a:srcRect/>
          <a:stretch>
            <a:fillRect/>
          </a:stretch>
        </p:blipFill>
        <p:spPr>
          <a:xfrm>
            <a:off x="4563713" y="4104608"/>
            <a:ext cx="48863" cy="82391"/>
          </a:xfrm>
          <a:prstGeom prst="rect"/>
          <a:ln w="0">
            <a:noFill/>
          </a:ln>
        </p:spPr>
      </p:pic>
      <p:pic>
        <p:nvPicPr>
          <p:cNvPr id="504" name="New picture"/>
          <p:cNvPicPr/>
          <p:nvPr/>
        </p:nvPicPr>
        <p:blipFill>
          <a:blip r:embed="rId307"/>
          <a:srcRect/>
          <a:stretch>
            <a:fillRect/>
          </a:stretch>
        </p:blipFill>
        <p:spPr>
          <a:xfrm>
            <a:off x="4618672" y="4104608"/>
            <a:ext cx="74866" cy="83915"/>
          </a:xfrm>
          <a:prstGeom prst="rect"/>
          <a:ln w="0">
            <a:noFill/>
          </a:ln>
        </p:spPr>
      </p:pic>
      <p:sp>
        <p:nvSpPr>
          <p:cNvPr id="505" name="New shape"/>
          <p:cNvSpPr/>
          <p:nvPr/>
        </p:nvSpPr>
        <p:spPr>
          <a:xfrm>
            <a:off x="4636961" y="4119848"/>
            <a:ext cx="38195" cy="1990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6" name="New picture"/>
          <p:cNvPicPr/>
          <p:nvPr/>
        </p:nvPicPr>
        <p:blipFill>
          <a:blip r:embed="rId308"/>
          <a:srcRect/>
          <a:stretch>
            <a:fillRect/>
          </a:stretch>
        </p:blipFill>
        <p:spPr>
          <a:xfrm>
            <a:off x="4704207" y="4104608"/>
            <a:ext cx="61055" cy="83915"/>
          </a:xfrm>
          <a:prstGeom prst="rect"/>
          <a:ln w="0">
            <a:noFill/>
          </a:ln>
        </p:spPr>
      </p:pic>
      <p:pic>
        <p:nvPicPr>
          <p:cNvPr id="507" name="New picture"/>
          <p:cNvPicPr/>
          <p:nvPr/>
        </p:nvPicPr>
        <p:blipFill>
          <a:blip r:embed="rId309"/>
          <a:srcRect/>
          <a:stretch>
            <a:fillRect/>
          </a:stretch>
        </p:blipFill>
        <p:spPr>
          <a:xfrm>
            <a:off x="3945255" y="4444936"/>
            <a:ext cx="71818" cy="94583"/>
          </a:xfrm>
          <a:prstGeom prst="rect"/>
          <a:ln w="0">
            <a:noFill/>
          </a:ln>
        </p:spPr>
      </p:pic>
      <p:pic>
        <p:nvPicPr>
          <p:cNvPr id="508" name="New picture"/>
          <p:cNvPicPr/>
          <p:nvPr/>
        </p:nvPicPr>
        <p:blipFill>
          <a:blip r:embed="rId310"/>
          <a:srcRect/>
          <a:stretch>
            <a:fillRect/>
          </a:stretch>
        </p:blipFill>
        <p:spPr>
          <a:xfrm>
            <a:off x="4021646" y="4469321"/>
            <a:ext cx="38100" cy="70199"/>
          </a:xfrm>
          <a:prstGeom prst="rect"/>
          <a:ln w="0">
            <a:noFill/>
          </a:ln>
        </p:spPr>
      </p:pic>
      <p:pic>
        <p:nvPicPr>
          <p:cNvPr id="509" name="New picture"/>
          <p:cNvPicPr/>
          <p:nvPr/>
        </p:nvPicPr>
        <p:blipFill>
          <a:blip r:embed="rId311"/>
          <a:srcRect/>
          <a:stretch>
            <a:fillRect/>
          </a:stretch>
        </p:blipFill>
        <p:spPr>
          <a:xfrm>
            <a:off x="4064413" y="4469320"/>
            <a:ext cx="68675" cy="71724"/>
          </a:xfrm>
          <a:prstGeom prst="rect"/>
          <a:ln w="0">
            <a:noFill/>
          </a:ln>
        </p:spPr>
      </p:pic>
      <p:sp>
        <p:nvSpPr>
          <p:cNvPr id="510" name="New shape"/>
          <p:cNvSpPr/>
          <p:nvPr/>
        </p:nvSpPr>
        <p:spPr>
          <a:xfrm>
            <a:off x="4076605" y="4478464"/>
            <a:ext cx="44291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1" name="New picture"/>
          <p:cNvPicPr/>
          <p:nvPr/>
        </p:nvPicPr>
        <p:blipFill>
          <a:blip r:embed="rId312"/>
          <a:srcRect/>
          <a:stretch>
            <a:fillRect/>
          </a:stretch>
        </p:blipFill>
        <p:spPr>
          <a:xfrm>
            <a:off x="4149852" y="4470845"/>
            <a:ext cx="61055" cy="70199"/>
          </a:xfrm>
          <a:prstGeom prst="rect"/>
          <a:ln w="0">
            <a:noFill/>
          </a:ln>
        </p:spPr>
      </p:pic>
      <p:pic>
        <p:nvPicPr>
          <p:cNvPr id="512" name="New picture"/>
          <p:cNvPicPr/>
          <p:nvPr/>
        </p:nvPicPr>
        <p:blipFill>
          <a:blip r:embed="rId313"/>
          <a:srcRect/>
          <a:stretch>
            <a:fillRect/>
          </a:stretch>
        </p:blipFill>
        <p:spPr>
          <a:xfrm>
            <a:off x="4223290" y="4470845"/>
            <a:ext cx="64103" cy="68675"/>
          </a:xfrm>
          <a:prstGeom prst="rect"/>
          <a:ln w="0">
            <a:noFill/>
          </a:ln>
        </p:spPr>
      </p:pic>
      <p:pic>
        <p:nvPicPr>
          <p:cNvPr id="513" name="New picture"/>
          <p:cNvPicPr/>
          <p:nvPr/>
        </p:nvPicPr>
        <p:blipFill>
          <a:blip r:embed="rId314"/>
          <a:srcRect/>
          <a:stretch>
            <a:fillRect/>
          </a:stretch>
        </p:blipFill>
        <p:spPr>
          <a:xfrm>
            <a:off x="4293394" y="4469321"/>
            <a:ext cx="62674" cy="71723"/>
          </a:xfrm>
          <a:prstGeom prst="rect"/>
          <a:ln w="0">
            <a:noFill/>
          </a:ln>
        </p:spPr>
      </p:pic>
      <p:sp>
        <p:nvSpPr>
          <p:cNvPr id="514" name="New shape"/>
          <p:cNvSpPr/>
          <p:nvPr/>
        </p:nvSpPr>
        <p:spPr>
          <a:xfrm>
            <a:off x="4304157" y="4478465"/>
            <a:ext cx="39624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5" name="New picture"/>
          <p:cNvPicPr/>
          <p:nvPr/>
        </p:nvPicPr>
        <p:blipFill>
          <a:blip r:embed="rId315"/>
          <a:srcRect/>
          <a:stretch>
            <a:fillRect/>
          </a:stretch>
        </p:blipFill>
        <p:spPr>
          <a:xfrm>
            <a:off x="4372832" y="4469321"/>
            <a:ext cx="36671" cy="70199"/>
          </a:xfrm>
          <a:prstGeom prst="rect"/>
          <a:ln w="0">
            <a:noFill/>
          </a:ln>
        </p:spPr>
      </p:pic>
      <p:pic>
        <p:nvPicPr>
          <p:cNvPr id="516" name="New picture"/>
          <p:cNvPicPr/>
          <p:nvPr/>
        </p:nvPicPr>
        <p:blipFill>
          <a:blip r:embed="rId316"/>
          <a:srcRect/>
          <a:stretch>
            <a:fillRect/>
          </a:stretch>
        </p:blipFill>
        <p:spPr>
          <a:xfrm>
            <a:off x="4456843" y="4470845"/>
            <a:ext cx="61055" cy="70199"/>
          </a:xfrm>
          <a:prstGeom prst="rect"/>
          <a:ln w="0">
            <a:noFill/>
          </a:ln>
        </p:spPr>
      </p:pic>
      <p:pic>
        <p:nvPicPr>
          <p:cNvPr id="517" name="New picture"/>
          <p:cNvPicPr/>
          <p:nvPr/>
        </p:nvPicPr>
        <p:blipFill>
          <a:blip r:embed="rId317"/>
          <a:srcRect/>
          <a:stretch>
            <a:fillRect/>
          </a:stretch>
        </p:blipFill>
        <p:spPr>
          <a:xfrm>
            <a:off x="4539234" y="4469321"/>
            <a:ext cx="59627" cy="70199"/>
          </a:xfrm>
          <a:prstGeom prst="rect"/>
          <a:ln w="0">
            <a:noFill/>
          </a:ln>
        </p:spPr>
      </p:pic>
      <p:pic>
        <p:nvPicPr>
          <p:cNvPr id="518" name="New picture"/>
          <p:cNvPicPr/>
          <p:nvPr/>
        </p:nvPicPr>
        <p:blipFill>
          <a:blip r:embed="rId318"/>
          <a:srcRect/>
          <a:stretch>
            <a:fillRect/>
          </a:stretch>
        </p:blipFill>
        <p:spPr>
          <a:xfrm>
            <a:off x="4655344" y="4469320"/>
            <a:ext cx="65627" cy="102299"/>
          </a:xfrm>
          <a:prstGeom prst="rect"/>
          <a:ln w="0">
            <a:noFill/>
          </a:ln>
        </p:spPr>
      </p:pic>
      <p:sp>
        <p:nvSpPr>
          <p:cNvPr id="519" name="New shape"/>
          <p:cNvSpPr/>
          <p:nvPr/>
        </p:nvSpPr>
        <p:spPr>
          <a:xfrm>
            <a:off x="4667536" y="4478464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0" name="New picture"/>
          <p:cNvPicPr/>
          <p:nvPr/>
        </p:nvPicPr>
        <p:blipFill>
          <a:blip r:embed="rId319"/>
          <a:srcRect/>
          <a:stretch>
            <a:fillRect/>
          </a:stretch>
        </p:blipFill>
        <p:spPr>
          <a:xfrm>
            <a:off x="4733163" y="4469321"/>
            <a:ext cx="58103" cy="71723"/>
          </a:xfrm>
          <a:prstGeom prst="rect"/>
          <a:ln w="0">
            <a:noFill/>
          </a:ln>
        </p:spPr>
      </p:pic>
      <p:sp>
        <p:nvSpPr>
          <p:cNvPr id="521" name="New shape"/>
          <p:cNvSpPr/>
          <p:nvPr/>
        </p:nvSpPr>
        <p:spPr>
          <a:xfrm>
            <a:off x="4745450" y="4505992"/>
            <a:ext cx="33528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2" name="New picture"/>
          <p:cNvPicPr/>
          <p:nvPr/>
        </p:nvPicPr>
        <p:blipFill>
          <a:blip r:embed="rId320"/>
          <a:srcRect/>
          <a:stretch>
            <a:fillRect/>
          </a:stretch>
        </p:blipFill>
        <p:spPr>
          <a:xfrm>
            <a:off x="4811078" y="4469321"/>
            <a:ext cx="38195" cy="70199"/>
          </a:xfrm>
          <a:prstGeom prst="rect"/>
          <a:ln w="0">
            <a:noFill/>
          </a:ln>
        </p:spPr>
      </p:pic>
      <p:pic>
        <p:nvPicPr>
          <p:cNvPr id="523" name="New picture"/>
          <p:cNvPicPr/>
          <p:nvPr/>
        </p:nvPicPr>
        <p:blipFill>
          <a:blip r:embed="rId321"/>
          <a:srcRect/>
          <a:stretch>
            <a:fillRect/>
          </a:stretch>
        </p:blipFill>
        <p:spPr>
          <a:xfrm>
            <a:off x="4852321" y="4451032"/>
            <a:ext cx="41243" cy="90011"/>
          </a:xfrm>
          <a:prstGeom prst="rect"/>
          <a:ln w="0">
            <a:noFill/>
          </a:ln>
        </p:spPr>
      </p:pic>
      <p:pic>
        <p:nvPicPr>
          <p:cNvPr id="524" name="New picture"/>
          <p:cNvPicPr/>
          <p:nvPr/>
        </p:nvPicPr>
        <p:blipFill>
          <a:blip r:embed="rId322"/>
          <a:srcRect/>
          <a:stretch>
            <a:fillRect/>
          </a:stretch>
        </p:blipFill>
        <p:spPr>
          <a:xfrm>
            <a:off x="4902708" y="4469321"/>
            <a:ext cx="62579" cy="71723"/>
          </a:xfrm>
          <a:prstGeom prst="rect"/>
          <a:ln w="0">
            <a:noFill/>
          </a:ln>
        </p:spPr>
      </p:pic>
      <p:sp>
        <p:nvSpPr>
          <p:cNvPr id="525" name="New shape"/>
          <p:cNvSpPr/>
          <p:nvPr/>
        </p:nvSpPr>
        <p:spPr>
          <a:xfrm>
            <a:off x="4914900" y="4478465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6" name="New picture"/>
          <p:cNvPicPr/>
          <p:nvPr/>
        </p:nvPicPr>
        <p:blipFill>
          <a:blip r:embed="rId323"/>
          <a:srcRect/>
          <a:stretch>
            <a:fillRect/>
          </a:stretch>
        </p:blipFill>
        <p:spPr>
          <a:xfrm>
            <a:off x="4982146" y="4469321"/>
            <a:ext cx="61055" cy="70199"/>
          </a:xfrm>
          <a:prstGeom prst="rect"/>
          <a:ln w="0">
            <a:noFill/>
          </a:ln>
        </p:spPr>
      </p:pic>
      <p:pic>
        <p:nvPicPr>
          <p:cNvPr id="527" name="New picture"/>
          <p:cNvPicPr/>
          <p:nvPr/>
        </p:nvPicPr>
        <p:blipFill>
          <a:blip r:embed="rId324"/>
          <a:srcRect/>
          <a:stretch>
            <a:fillRect/>
          </a:stretch>
        </p:blipFill>
        <p:spPr>
          <a:xfrm>
            <a:off x="5058442" y="4469321"/>
            <a:ext cx="58007" cy="71723"/>
          </a:xfrm>
          <a:prstGeom prst="rect"/>
          <a:ln w="0">
            <a:noFill/>
          </a:ln>
        </p:spPr>
      </p:pic>
      <p:sp>
        <p:nvSpPr>
          <p:cNvPr id="528" name="New shape"/>
          <p:cNvSpPr/>
          <p:nvPr/>
        </p:nvSpPr>
        <p:spPr>
          <a:xfrm>
            <a:off x="5070729" y="4505992"/>
            <a:ext cx="33528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29" name="New shape"/>
          <p:cNvSpPr/>
          <p:nvPr/>
        </p:nvSpPr>
        <p:spPr>
          <a:xfrm>
            <a:off x="5137881" y="4470845"/>
            <a:ext cx="10668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0" name="New picture"/>
          <p:cNvPicPr/>
          <p:nvPr/>
        </p:nvPicPr>
        <p:blipFill>
          <a:blip r:embed="rId325"/>
          <a:srcRect/>
          <a:stretch>
            <a:fillRect/>
          </a:stretch>
        </p:blipFill>
        <p:spPr>
          <a:xfrm>
            <a:off x="5136357" y="4441889"/>
            <a:ext cx="15240" cy="13716"/>
          </a:xfrm>
          <a:prstGeom prst="rect"/>
          <a:ln w="0">
            <a:noFill/>
          </a:ln>
        </p:spPr>
      </p:pic>
      <p:pic>
        <p:nvPicPr>
          <p:cNvPr id="531" name="New picture"/>
          <p:cNvPicPr/>
          <p:nvPr/>
        </p:nvPicPr>
        <p:blipFill>
          <a:blip r:embed="rId326"/>
          <a:srcRect/>
          <a:stretch>
            <a:fillRect/>
          </a:stretch>
        </p:blipFill>
        <p:spPr>
          <a:xfrm>
            <a:off x="5171504" y="4469321"/>
            <a:ext cx="36671" cy="70199"/>
          </a:xfrm>
          <a:prstGeom prst="rect"/>
          <a:ln w="0">
            <a:noFill/>
          </a:ln>
        </p:spPr>
      </p:pic>
      <p:pic>
        <p:nvPicPr>
          <p:cNvPr id="532" name="New picture"/>
          <p:cNvPicPr/>
          <p:nvPr/>
        </p:nvPicPr>
        <p:blipFill>
          <a:blip r:embed="rId327"/>
          <a:srcRect/>
          <a:stretch>
            <a:fillRect/>
          </a:stretch>
        </p:blipFill>
        <p:spPr>
          <a:xfrm>
            <a:off x="5214176" y="4469321"/>
            <a:ext cx="62674" cy="71723"/>
          </a:xfrm>
          <a:prstGeom prst="rect"/>
          <a:ln w="0">
            <a:noFill/>
          </a:ln>
        </p:spPr>
      </p:pic>
      <p:sp>
        <p:nvSpPr>
          <p:cNvPr id="533" name="New shape"/>
          <p:cNvSpPr/>
          <p:nvPr/>
        </p:nvSpPr>
        <p:spPr>
          <a:xfrm>
            <a:off x="5224939" y="4478465"/>
            <a:ext cx="39624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4" name="New picture"/>
          <p:cNvPicPr/>
          <p:nvPr/>
        </p:nvPicPr>
        <p:blipFill>
          <a:blip r:embed="rId328"/>
          <a:srcRect/>
          <a:stretch>
            <a:fillRect/>
          </a:stretch>
        </p:blipFill>
        <p:spPr>
          <a:xfrm>
            <a:off x="3957447" y="4788313"/>
            <a:ext cx="79439" cy="94583"/>
          </a:xfrm>
          <a:prstGeom prst="rect"/>
          <a:ln w="0">
            <a:noFill/>
          </a:ln>
        </p:spPr>
      </p:pic>
      <p:sp>
        <p:nvSpPr>
          <p:cNvPr id="535" name="New shape"/>
          <p:cNvSpPr/>
          <p:nvPr/>
        </p:nvSpPr>
        <p:spPr>
          <a:xfrm>
            <a:off x="3969734" y="4797457"/>
            <a:ext cx="54959" cy="7629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6" name="New picture"/>
          <p:cNvPicPr/>
          <p:nvPr/>
        </p:nvPicPr>
        <p:blipFill>
          <a:blip r:embed="rId329"/>
          <a:srcRect/>
          <a:stretch>
            <a:fillRect/>
          </a:stretch>
        </p:blipFill>
        <p:spPr>
          <a:xfrm>
            <a:off x="4050602" y="4812697"/>
            <a:ext cx="61151" cy="71723"/>
          </a:xfrm>
          <a:prstGeom prst="rect"/>
          <a:ln w="0">
            <a:noFill/>
          </a:ln>
        </p:spPr>
      </p:pic>
      <p:sp>
        <p:nvSpPr>
          <p:cNvPr id="537" name="New shape"/>
          <p:cNvSpPr/>
          <p:nvPr/>
        </p:nvSpPr>
        <p:spPr>
          <a:xfrm>
            <a:off x="4061365" y="4821841"/>
            <a:ext cx="39624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8" name="New picture"/>
          <p:cNvPicPr/>
          <p:nvPr/>
        </p:nvPicPr>
        <p:blipFill>
          <a:blip r:embed="rId330"/>
          <a:srcRect/>
          <a:stretch>
            <a:fillRect/>
          </a:stretch>
        </p:blipFill>
        <p:spPr>
          <a:xfrm>
            <a:off x="4119372" y="4814221"/>
            <a:ext cx="62580" cy="68675"/>
          </a:xfrm>
          <a:prstGeom prst="rect"/>
          <a:ln w="0">
            <a:noFill/>
          </a:ln>
        </p:spPr>
      </p:pic>
      <p:pic>
        <p:nvPicPr>
          <p:cNvPr id="539" name="New picture"/>
          <p:cNvPicPr/>
          <p:nvPr/>
        </p:nvPicPr>
        <p:blipFill>
          <a:blip r:embed="rId331"/>
          <a:srcRect/>
          <a:stretch>
            <a:fillRect/>
          </a:stretch>
        </p:blipFill>
        <p:spPr>
          <a:xfrm>
            <a:off x="4189571" y="4812697"/>
            <a:ext cx="62579" cy="71723"/>
          </a:xfrm>
          <a:prstGeom prst="rect"/>
          <a:ln w="0">
            <a:noFill/>
          </a:ln>
        </p:spPr>
      </p:pic>
      <p:sp>
        <p:nvSpPr>
          <p:cNvPr id="540" name="New shape"/>
          <p:cNvSpPr/>
          <p:nvPr/>
        </p:nvSpPr>
        <p:spPr>
          <a:xfrm>
            <a:off x="4200239" y="4821841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1" name="New picture"/>
          <p:cNvPicPr/>
          <p:nvPr/>
        </p:nvPicPr>
        <p:blipFill>
          <a:blip r:embed="rId332"/>
          <a:srcRect/>
          <a:stretch>
            <a:fillRect/>
          </a:stretch>
        </p:blipFill>
        <p:spPr>
          <a:xfrm>
            <a:off x="4269010" y="4812601"/>
            <a:ext cx="61151" cy="70200"/>
          </a:xfrm>
          <a:prstGeom prst="rect"/>
          <a:ln w="0">
            <a:noFill/>
          </a:ln>
        </p:spPr>
      </p:pic>
      <p:sp>
        <p:nvSpPr>
          <p:cNvPr id="542" name="New shape"/>
          <p:cNvSpPr/>
          <p:nvPr/>
        </p:nvSpPr>
        <p:spPr>
          <a:xfrm>
            <a:off x="4351496" y="4814221"/>
            <a:ext cx="12192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3" name="New picture"/>
          <p:cNvPicPr/>
          <p:nvPr/>
        </p:nvPicPr>
        <p:blipFill>
          <a:blip r:embed="rId333"/>
          <a:srcRect/>
          <a:stretch>
            <a:fillRect/>
          </a:stretch>
        </p:blipFill>
        <p:spPr>
          <a:xfrm>
            <a:off x="4349972" y="4785265"/>
            <a:ext cx="15240" cy="13716"/>
          </a:xfrm>
          <a:prstGeom prst="rect"/>
          <a:ln w="0">
            <a:noFill/>
          </a:ln>
        </p:spPr>
      </p:pic>
      <p:pic>
        <p:nvPicPr>
          <p:cNvPr id="544" name="New picture"/>
          <p:cNvPicPr/>
          <p:nvPr/>
        </p:nvPicPr>
        <p:blipFill>
          <a:blip r:embed="rId334"/>
          <a:srcRect/>
          <a:stretch>
            <a:fillRect/>
          </a:stretch>
        </p:blipFill>
        <p:spPr>
          <a:xfrm>
            <a:off x="4385024" y="4812697"/>
            <a:ext cx="38195" cy="70199"/>
          </a:xfrm>
          <a:prstGeom prst="rect"/>
          <a:ln w="0">
            <a:noFill/>
          </a:ln>
        </p:spPr>
      </p:pic>
      <p:pic>
        <p:nvPicPr>
          <p:cNvPr id="545" name="New picture"/>
          <p:cNvPicPr/>
          <p:nvPr/>
        </p:nvPicPr>
        <p:blipFill>
          <a:blip r:embed="rId335"/>
          <a:srcRect/>
          <a:stretch>
            <a:fillRect/>
          </a:stretch>
        </p:blipFill>
        <p:spPr>
          <a:xfrm>
            <a:off x="4469035" y="4812696"/>
            <a:ext cx="65627" cy="102299"/>
          </a:xfrm>
          <a:prstGeom prst="rect"/>
          <a:ln w="0">
            <a:noFill/>
          </a:ln>
        </p:spPr>
      </p:pic>
      <p:sp>
        <p:nvSpPr>
          <p:cNvPr id="546" name="New shape"/>
          <p:cNvSpPr/>
          <p:nvPr/>
        </p:nvSpPr>
        <p:spPr>
          <a:xfrm>
            <a:off x="4481227" y="4821841"/>
            <a:ext cx="42767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7" name="New picture"/>
          <p:cNvPicPr/>
          <p:nvPr/>
        </p:nvPicPr>
        <p:blipFill>
          <a:blip r:embed="rId336"/>
          <a:srcRect/>
          <a:stretch>
            <a:fillRect/>
          </a:stretch>
        </p:blipFill>
        <p:spPr>
          <a:xfrm>
            <a:off x="4546949" y="4812697"/>
            <a:ext cx="58007" cy="71723"/>
          </a:xfrm>
          <a:prstGeom prst="rect"/>
          <a:ln w="0">
            <a:noFill/>
          </a:ln>
        </p:spPr>
      </p:pic>
      <p:sp>
        <p:nvSpPr>
          <p:cNvPr id="548" name="New shape"/>
          <p:cNvSpPr/>
          <p:nvPr/>
        </p:nvSpPr>
        <p:spPr>
          <a:xfrm>
            <a:off x="4559141" y="4849368"/>
            <a:ext cx="33624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9" name="New picture"/>
          <p:cNvPicPr/>
          <p:nvPr/>
        </p:nvPicPr>
        <p:blipFill>
          <a:blip r:embed="rId337"/>
          <a:srcRect/>
          <a:stretch>
            <a:fillRect/>
          </a:stretch>
        </p:blipFill>
        <p:spPr>
          <a:xfrm>
            <a:off x="4624769" y="4812697"/>
            <a:ext cx="38100" cy="70199"/>
          </a:xfrm>
          <a:prstGeom prst="rect"/>
          <a:ln w="0">
            <a:noFill/>
          </a:ln>
        </p:spPr>
      </p:pic>
      <p:pic>
        <p:nvPicPr>
          <p:cNvPr id="550" name="New picture"/>
          <p:cNvPicPr/>
          <p:nvPr/>
        </p:nvPicPr>
        <p:blipFill>
          <a:blip r:embed="rId338"/>
          <a:srcRect/>
          <a:stretch>
            <a:fillRect/>
          </a:stretch>
        </p:blipFill>
        <p:spPr>
          <a:xfrm>
            <a:off x="4666012" y="4794409"/>
            <a:ext cx="41243" cy="90011"/>
          </a:xfrm>
          <a:prstGeom prst="rect"/>
          <a:ln w="0">
            <a:noFill/>
          </a:ln>
        </p:spPr>
      </p:pic>
      <p:pic>
        <p:nvPicPr>
          <p:cNvPr id="551" name="New picture"/>
          <p:cNvPicPr/>
          <p:nvPr/>
        </p:nvPicPr>
        <p:blipFill>
          <a:blip r:embed="rId339"/>
          <a:srcRect/>
          <a:stretch>
            <a:fillRect/>
          </a:stretch>
        </p:blipFill>
        <p:spPr>
          <a:xfrm>
            <a:off x="4716399" y="4812697"/>
            <a:ext cx="62579" cy="71723"/>
          </a:xfrm>
          <a:prstGeom prst="rect"/>
          <a:ln w="0">
            <a:noFill/>
          </a:ln>
        </p:spPr>
      </p:pic>
      <p:sp>
        <p:nvSpPr>
          <p:cNvPr id="552" name="New shape"/>
          <p:cNvSpPr/>
          <p:nvPr/>
        </p:nvSpPr>
        <p:spPr>
          <a:xfrm>
            <a:off x="4728591" y="4821841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3" name="New picture"/>
          <p:cNvPicPr/>
          <p:nvPr/>
        </p:nvPicPr>
        <p:blipFill>
          <a:blip r:embed="rId340"/>
          <a:srcRect/>
          <a:stretch>
            <a:fillRect/>
          </a:stretch>
        </p:blipFill>
        <p:spPr>
          <a:xfrm>
            <a:off x="4795838" y="4812697"/>
            <a:ext cx="61055" cy="70199"/>
          </a:xfrm>
          <a:prstGeom prst="rect"/>
          <a:ln w="0">
            <a:noFill/>
          </a:ln>
        </p:spPr>
      </p:pic>
      <p:pic>
        <p:nvPicPr>
          <p:cNvPr id="554" name="New picture"/>
          <p:cNvPicPr/>
          <p:nvPr/>
        </p:nvPicPr>
        <p:blipFill>
          <a:blip r:embed="rId341"/>
          <a:srcRect/>
          <a:stretch>
            <a:fillRect/>
          </a:stretch>
        </p:blipFill>
        <p:spPr>
          <a:xfrm>
            <a:off x="4872133" y="4812697"/>
            <a:ext cx="58103" cy="71723"/>
          </a:xfrm>
          <a:prstGeom prst="rect"/>
          <a:ln w="0">
            <a:noFill/>
          </a:ln>
        </p:spPr>
      </p:pic>
      <p:sp>
        <p:nvSpPr>
          <p:cNvPr id="555" name="New shape"/>
          <p:cNvSpPr/>
          <p:nvPr/>
        </p:nvSpPr>
        <p:spPr>
          <a:xfrm>
            <a:off x="4884420" y="4849368"/>
            <a:ext cx="33528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56" name="New shape"/>
          <p:cNvSpPr/>
          <p:nvPr/>
        </p:nvSpPr>
        <p:spPr>
          <a:xfrm>
            <a:off x="4951571" y="4814221"/>
            <a:ext cx="10668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7" name="New picture"/>
          <p:cNvPicPr/>
          <p:nvPr/>
        </p:nvPicPr>
        <p:blipFill>
          <a:blip r:embed="rId342"/>
          <a:srcRect/>
          <a:stretch>
            <a:fillRect/>
          </a:stretch>
        </p:blipFill>
        <p:spPr>
          <a:xfrm>
            <a:off x="4950047" y="4785265"/>
            <a:ext cx="15240" cy="13716"/>
          </a:xfrm>
          <a:prstGeom prst="rect"/>
          <a:ln w="0">
            <a:noFill/>
          </a:ln>
        </p:spPr>
      </p:pic>
      <p:pic>
        <p:nvPicPr>
          <p:cNvPr id="558" name="New picture"/>
          <p:cNvPicPr/>
          <p:nvPr/>
        </p:nvPicPr>
        <p:blipFill>
          <a:blip r:embed="rId343"/>
          <a:srcRect/>
          <a:stretch>
            <a:fillRect/>
          </a:stretch>
        </p:blipFill>
        <p:spPr>
          <a:xfrm>
            <a:off x="4985194" y="4812697"/>
            <a:ext cx="36671" cy="70199"/>
          </a:xfrm>
          <a:prstGeom prst="rect"/>
          <a:ln w="0">
            <a:noFill/>
          </a:ln>
        </p:spPr>
      </p:pic>
      <p:pic>
        <p:nvPicPr>
          <p:cNvPr id="559" name="New picture"/>
          <p:cNvPicPr/>
          <p:nvPr/>
        </p:nvPicPr>
        <p:blipFill>
          <a:blip r:embed="rId344"/>
          <a:srcRect/>
          <a:stretch>
            <a:fillRect/>
          </a:stretch>
        </p:blipFill>
        <p:spPr>
          <a:xfrm>
            <a:off x="5027962" y="4812697"/>
            <a:ext cx="61055" cy="71723"/>
          </a:xfrm>
          <a:prstGeom prst="rect"/>
          <a:ln w="0">
            <a:noFill/>
          </a:ln>
        </p:spPr>
      </p:pic>
      <p:sp>
        <p:nvSpPr>
          <p:cNvPr id="560" name="New shape"/>
          <p:cNvSpPr/>
          <p:nvPr/>
        </p:nvSpPr>
        <p:spPr>
          <a:xfrm>
            <a:off x="5038630" y="4821841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1" name="New picture"/>
          <p:cNvPicPr/>
          <p:nvPr/>
        </p:nvPicPr>
        <p:blipFill>
          <a:blip r:embed="rId345"/>
          <a:srcRect/>
          <a:stretch>
            <a:fillRect/>
          </a:stretch>
        </p:blipFill>
        <p:spPr>
          <a:xfrm>
            <a:off x="5473827" y="4078700"/>
            <a:ext cx="102298" cy="108300"/>
          </a:xfrm>
          <a:prstGeom prst="rect"/>
          <a:ln w="0">
            <a:noFill/>
          </a:ln>
        </p:spPr>
      </p:pic>
      <p:sp>
        <p:nvSpPr>
          <p:cNvPr id="562" name="New shape"/>
          <p:cNvSpPr/>
          <p:nvPr/>
        </p:nvSpPr>
        <p:spPr>
          <a:xfrm>
            <a:off x="5508974" y="4098513"/>
            <a:ext cx="32004" cy="48863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3" name="New picture"/>
          <p:cNvPicPr/>
          <p:nvPr/>
        </p:nvPicPr>
        <p:blipFill>
          <a:blip r:embed="rId346"/>
          <a:srcRect/>
          <a:stretch>
            <a:fillRect/>
          </a:stretch>
        </p:blipFill>
        <p:spPr>
          <a:xfrm>
            <a:off x="5582221" y="4104608"/>
            <a:ext cx="61055" cy="83915"/>
          </a:xfrm>
          <a:prstGeom prst="rect"/>
          <a:ln w="0">
            <a:noFill/>
          </a:ln>
        </p:spPr>
      </p:pic>
      <p:pic>
        <p:nvPicPr>
          <p:cNvPr id="564" name="New picture"/>
          <p:cNvPicPr/>
          <p:nvPr/>
        </p:nvPicPr>
        <p:blipFill>
          <a:blip r:embed="rId347"/>
          <a:srcRect/>
          <a:stretch>
            <a:fillRect/>
          </a:stretch>
        </p:blipFill>
        <p:spPr>
          <a:xfrm>
            <a:off x="5652516" y="4104608"/>
            <a:ext cx="62579" cy="83915"/>
          </a:xfrm>
          <a:prstGeom prst="rect"/>
          <a:ln w="0">
            <a:noFill/>
          </a:ln>
        </p:spPr>
      </p:pic>
      <p:sp>
        <p:nvSpPr>
          <p:cNvPr id="565" name="New shape"/>
          <p:cNvSpPr/>
          <p:nvPr/>
        </p:nvSpPr>
        <p:spPr>
          <a:xfrm>
            <a:off x="5731859" y="4107656"/>
            <a:ext cx="18383" cy="79343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6" name="New picture"/>
          <p:cNvPicPr/>
          <p:nvPr/>
        </p:nvPicPr>
        <p:blipFill>
          <a:blip r:embed="rId348"/>
          <a:srcRect/>
          <a:stretch>
            <a:fillRect/>
          </a:stretch>
        </p:blipFill>
        <p:spPr>
          <a:xfrm>
            <a:off x="5728812" y="4071080"/>
            <a:ext cx="24479" cy="22860"/>
          </a:xfrm>
          <a:prstGeom prst="rect"/>
          <a:ln w="0">
            <a:noFill/>
          </a:ln>
        </p:spPr>
      </p:pic>
      <p:pic>
        <p:nvPicPr>
          <p:cNvPr id="567" name="New picture"/>
          <p:cNvPicPr/>
          <p:nvPr/>
        </p:nvPicPr>
        <p:blipFill>
          <a:blip r:embed="rId349"/>
          <a:srcRect/>
          <a:stretch>
            <a:fillRect/>
          </a:stretch>
        </p:blipFill>
        <p:spPr>
          <a:xfrm>
            <a:off x="5765483" y="4104608"/>
            <a:ext cx="62579" cy="83915"/>
          </a:xfrm>
          <a:prstGeom prst="rect"/>
          <a:ln w="0">
            <a:noFill/>
          </a:ln>
        </p:spPr>
      </p:pic>
      <p:pic>
        <p:nvPicPr>
          <p:cNvPr id="568" name="New picture"/>
          <p:cNvPicPr/>
          <p:nvPr/>
        </p:nvPicPr>
        <p:blipFill>
          <a:blip r:embed="rId350"/>
          <a:srcRect/>
          <a:stretch>
            <a:fillRect/>
          </a:stretch>
        </p:blipFill>
        <p:spPr>
          <a:xfrm>
            <a:off x="5835682" y="4083272"/>
            <a:ext cx="52007" cy="105251"/>
          </a:xfrm>
          <a:prstGeom prst="rect"/>
          <a:ln w="0">
            <a:noFill/>
          </a:ln>
        </p:spPr>
      </p:pic>
      <p:pic>
        <p:nvPicPr>
          <p:cNvPr id="569" name="New picture"/>
          <p:cNvPicPr/>
          <p:nvPr/>
        </p:nvPicPr>
        <p:blipFill>
          <a:blip r:embed="rId351"/>
          <a:srcRect/>
          <a:stretch>
            <a:fillRect/>
          </a:stretch>
        </p:blipFill>
        <p:spPr>
          <a:xfrm>
            <a:off x="5898356" y="4104608"/>
            <a:ext cx="70199" cy="83915"/>
          </a:xfrm>
          <a:prstGeom prst="rect"/>
          <a:ln w="0">
            <a:noFill/>
          </a:ln>
        </p:spPr>
      </p:pic>
      <p:sp>
        <p:nvSpPr>
          <p:cNvPr id="570" name="New shape"/>
          <p:cNvSpPr/>
          <p:nvPr/>
        </p:nvSpPr>
        <p:spPr>
          <a:xfrm>
            <a:off x="5918168" y="4148899"/>
            <a:ext cx="30575" cy="2438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1" name="New picture"/>
          <p:cNvPicPr/>
          <p:nvPr/>
        </p:nvPicPr>
        <p:blipFill>
          <a:blip r:embed="rId352"/>
          <a:srcRect/>
          <a:stretch>
            <a:fillRect/>
          </a:stretch>
        </p:blipFill>
        <p:spPr>
          <a:xfrm>
            <a:off x="5989987" y="4104608"/>
            <a:ext cx="74771" cy="82391"/>
          </a:xfrm>
          <a:prstGeom prst="rect"/>
          <a:ln w="0">
            <a:noFill/>
          </a:ln>
        </p:spPr>
      </p:pic>
      <p:pic>
        <p:nvPicPr>
          <p:cNvPr id="572" name="New picture"/>
          <p:cNvPicPr/>
          <p:nvPr/>
        </p:nvPicPr>
        <p:blipFill>
          <a:blip r:embed="rId353"/>
          <a:srcRect/>
          <a:stretch>
            <a:fillRect/>
          </a:stretch>
        </p:blipFill>
        <p:spPr>
          <a:xfrm>
            <a:off x="6083141" y="4104608"/>
            <a:ext cx="67151" cy="83915"/>
          </a:xfrm>
          <a:prstGeom prst="rect"/>
          <a:ln w="0">
            <a:noFill/>
          </a:ln>
        </p:spPr>
      </p:pic>
      <p:pic>
        <p:nvPicPr>
          <p:cNvPr id="573" name="New picture"/>
          <p:cNvPicPr/>
          <p:nvPr/>
        </p:nvPicPr>
        <p:blipFill>
          <a:blip r:embed="rId354"/>
          <a:srcRect/>
          <a:stretch>
            <a:fillRect/>
          </a:stretch>
        </p:blipFill>
        <p:spPr>
          <a:xfrm>
            <a:off x="6159436" y="4104608"/>
            <a:ext cx="74866" cy="83915"/>
          </a:xfrm>
          <a:prstGeom prst="rect"/>
          <a:ln w="0">
            <a:noFill/>
          </a:ln>
        </p:spPr>
      </p:pic>
      <p:sp>
        <p:nvSpPr>
          <p:cNvPr id="574" name="New shape"/>
          <p:cNvSpPr/>
          <p:nvPr/>
        </p:nvSpPr>
        <p:spPr>
          <a:xfrm>
            <a:off x="6177820" y="4119848"/>
            <a:ext cx="38100" cy="1990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5" name="New picture"/>
          <p:cNvPicPr/>
          <p:nvPr/>
        </p:nvPicPr>
        <p:blipFill>
          <a:blip r:embed="rId355"/>
          <a:srcRect/>
          <a:stretch>
            <a:fillRect/>
          </a:stretch>
        </p:blipFill>
        <p:spPr>
          <a:xfrm>
            <a:off x="5486019" y="4444936"/>
            <a:ext cx="65722" cy="94583"/>
          </a:xfrm>
          <a:prstGeom prst="rect"/>
          <a:ln w="0">
            <a:noFill/>
          </a:ln>
        </p:spPr>
      </p:pic>
      <p:sp>
        <p:nvSpPr>
          <p:cNvPr id="576" name="New shape"/>
          <p:cNvSpPr/>
          <p:nvPr/>
        </p:nvSpPr>
        <p:spPr>
          <a:xfrm>
            <a:off x="5496687" y="4454080"/>
            <a:ext cx="38195" cy="32004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7" name="New shape"/>
          <p:cNvSpPr/>
          <p:nvPr/>
        </p:nvSpPr>
        <p:spPr>
          <a:xfrm>
            <a:off x="5496687" y="4495323"/>
            <a:ext cx="42767" cy="3505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8" name="New picture"/>
          <p:cNvPicPr/>
          <p:nvPr/>
        </p:nvPicPr>
        <p:blipFill>
          <a:blip r:embed="rId356"/>
          <a:srcRect/>
          <a:stretch>
            <a:fillRect/>
          </a:stretch>
        </p:blipFill>
        <p:spPr>
          <a:xfrm>
            <a:off x="5563934" y="4469321"/>
            <a:ext cx="56483" cy="71723"/>
          </a:xfrm>
          <a:prstGeom prst="rect"/>
          <a:ln w="0">
            <a:noFill/>
          </a:ln>
        </p:spPr>
      </p:pic>
      <p:sp>
        <p:nvSpPr>
          <p:cNvPr id="579" name="New shape"/>
          <p:cNvSpPr/>
          <p:nvPr/>
        </p:nvSpPr>
        <p:spPr>
          <a:xfrm>
            <a:off x="5574602" y="4505992"/>
            <a:ext cx="33623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0" name="New picture"/>
          <p:cNvPicPr/>
          <p:nvPr/>
        </p:nvPicPr>
        <p:blipFill>
          <a:blip r:embed="rId357"/>
          <a:srcRect/>
          <a:stretch>
            <a:fillRect/>
          </a:stretch>
        </p:blipFill>
        <p:spPr>
          <a:xfrm>
            <a:off x="5634133" y="4469320"/>
            <a:ext cx="50387" cy="71723"/>
          </a:xfrm>
          <a:prstGeom prst="rect"/>
          <a:ln w="0">
            <a:noFill/>
          </a:ln>
        </p:spPr>
      </p:pic>
      <p:pic>
        <p:nvPicPr>
          <p:cNvPr id="581" name="New picture"/>
          <p:cNvPicPr/>
          <p:nvPr/>
        </p:nvPicPr>
        <p:blipFill>
          <a:blip r:embed="rId358"/>
          <a:srcRect/>
          <a:stretch>
            <a:fillRect/>
          </a:stretch>
        </p:blipFill>
        <p:spPr>
          <a:xfrm>
            <a:off x="5696712" y="4469321"/>
            <a:ext cx="62674" cy="71723"/>
          </a:xfrm>
          <a:prstGeom prst="rect"/>
          <a:ln w="0">
            <a:noFill/>
          </a:ln>
        </p:spPr>
      </p:pic>
      <p:sp>
        <p:nvSpPr>
          <p:cNvPr id="582" name="New shape"/>
          <p:cNvSpPr/>
          <p:nvPr/>
        </p:nvSpPr>
        <p:spPr>
          <a:xfrm>
            <a:off x="5707475" y="4478560"/>
            <a:ext cx="41148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3" name="New picture"/>
          <p:cNvPicPr/>
          <p:nvPr/>
        </p:nvPicPr>
        <p:blipFill>
          <a:blip r:embed="rId359"/>
          <a:srcRect/>
          <a:stretch>
            <a:fillRect/>
          </a:stretch>
        </p:blipFill>
        <p:spPr>
          <a:xfrm>
            <a:off x="5806726" y="4444936"/>
            <a:ext cx="65627" cy="96107"/>
          </a:xfrm>
          <a:prstGeom prst="rect"/>
          <a:ln w="0">
            <a:noFill/>
          </a:ln>
        </p:spPr>
      </p:pic>
      <p:sp>
        <p:nvSpPr>
          <p:cNvPr id="584" name="New shape"/>
          <p:cNvSpPr/>
          <p:nvPr/>
        </p:nvSpPr>
        <p:spPr>
          <a:xfrm>
            <a:off x="5818918" y="4478465"/>
            <a:ext cx="41243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5" name="New picture"/>
          <p:cNvPicPr/>
          <p:nvPr/>
        </p:nvPicPr>
        <p:blipFill>
          <a:blip r:embed="rId360"/>
          <a:srcRect/>
          <a:stretch>
            <a:fillRect/>
          </a:stretch>
        </p:blipFill>
        <p:spPr>
          <a:xfrm>
            <a:off x="5890736" y="4469321"/>
            <a:ext cx="61055" cy="71723"/>
          </a:xfrm>
          <a:prstGeom prst="rect"/>
          <a:ln w="0">
            <a:noFill/>
          </a:ln>
        </p:spPr>
      </p:pic>
      <p:sp>
        <p:nvSpPr>
          <p:cNvPr id="586" name="New shape"/>
          <p:cNvSpPr/>
          <p:nvPr/>
        </p:nvSpPr>
        <p:spPr>
          <a:xfrm>
            <a:off x="5901404" y="4478465"/>
            <a:ext cx="39719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7" name="New picture"/>
          <p:cNvPicPr/>
          <p:nvPr/>
        </p:nvPicPr>
        <p:blipFill>
          <a:blip r:embed="rId361"/>
          <a:srcRect/>
          <a:stretch>
            <a:fillRect/>
          </a:stretch>
        </p:blipFill>
        <p:spPr>
          <a:xfrm>
            <a:off x="6000655" y="4469321"/>
            <a:ext cx="56483" cy="71723"/>
          </a:xfrm>
          <a:prstGeom prst="rect"/>
          <a:ln w="0">
            <a:noFill/>
          </a:ln>
        </p:spPr>
      </p:pic>
      <p:pic>
        <p:nvPicPr>
          <p:cNvPr id="588" name="New picture"/>
          <p:cNvPicPr/>
          <p:nvPr/>
        </p:nvPicPr>
        <p:blipFill>
          <a:blip r:embed="rId362"/>
          <a:srcRect/>
          <a:stretch>
            <a:fillRect/>
          </a:stretch>
        </p:blipFill>
        <p:spPr>
          <a:xfrm>
            <a:off x="6066282" y="4469320"/>
            <a:ext cx="67247" cy="71724"/>
          </a:xfrm>
          <a:prstGeom prst="rect"/>
          <a:ln w="0">
            <a:noFill/>
          </a:ln>
        </p:spPr>
      </p:pic>
      <p:sp>
        <p:nvSpPr>
          <p:cNvPr id="589" name="New shape"/>
          <p:cNvSpPr/>
          <p:nvPr/>
        </p:nvSpPr>
        <p:spPr>
          <a:xfrm>
            <a:off x="6076950" y="4478464"/>
            <a:ext cx="45815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0" name="New picture"/>
          <p:cNvPicPr/>
          <p:nvPr/>
        </p:nvPicPr>
        <p:blipFill>
          <a:blip r:embed="rId363"/>
          <a:srcRect/>
          <a:stretch>
            <a:fillRect/>
          </a:stretch>
        </p:blipFill>
        <p:spPr>
          <a:xfrm>
            <a:off x="6151816" y="4469225"/>
            <a:ext cx="61151" cy="70200"/>
          </a:xfrm>
          <a:prstGeom prst="rect"/>
          <a:ln w="0">
            <a:noFill/>
          </a:ln>
        </p:spPr>
      </p:pic>
      <p:pic>
        <p:nvPicPr>
          <p:cNvPr id="591" name="New picture"/>
          <p:cNvPicPr/>
          <p:nvPr/>
        </p:nvPicPr>
        <p:blipFill>
          <a:blip r:embed="rId364"/>
          <a:srcRect/>
          <a:stretch>
            <a:fillRect/>
          </a:stretch>
        </p:blipFill>
        <p:spPr>
          <a:xfrm>
            <a:off x="6234303" y="4469321"/>
            <a:ext cx="59531" cy="70199"/>
          </a:xfrm>
          <a:prstGeom prst="rect"/>
          <a:ln w="0">
            <a:noFill/>
          </a:ln>
        </p:spPr>
      </p:pic>
      <p:pic>
        <p:nvPicPr>
          <p:cNvPr id="592" name="New picture"/>
          <p:cNvPicPr/>
          <p:nvPr/>
        </p:nvPicPr>
        <p:blipFill>
          <a:blip r:embed="rId365"/>
          <a:srcRect/>
          <a:stretch>
            <a:fillRect/>
          </a:stretch>
        </p:blipFill>
        <p:spPr>
          <a:xfrm>
            <a:off x="6309074" y="4469321"/>
            <a:ext cx="58007" cy="71723"/>
          </a:xfrm>
          <a:prstGeom prst="rect"/>
          <a:ln w="0">
            <a:noFill/>
          </a:ln>
        </p:spPr>
      </p:pic>
      <p:sp>
        <p:nvSpPr>
          <p:cNvPr id="593" name="New shape"/>
          <p:cNvSpPr/>
          <p:nvPr/>
        </p:nvSpPr>
        <p:spPr>
          <a:xfrm>
            <a:off x="6321361" y="4505992"/>
            <a:ext cx="33528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94" name="New shape"/>
          <p:cNvSpPr/>
          <p:nvPr/>
        </p:nvSpPr>
        <p:spPr>
          <a:xfrm>
            <a:off x="6388513" y="4470845"/>
            <a:ext cx="12192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95" name="New picture"/>
          <p:cNvPicPr/>
          <p:nvPr/>
        </p:nvPicPr>
        <p:blipFill>
          <a:blip r:embed="rId366"/>
          <a:srcRect/>
          <a:stretch>
            <a:fillRect/>
          </a:stretch>
        </p:blipFill>
        <p:spPr>
          <a:xfrm>
            <a:off x="6386989" y="4441889"/>
            <a:ext cx="15240" cy="13716"/>
          </a:xfrm>
          <a:prstGeom prst="rect"/>
          <a:ln w="0">
            <a:noFill/>
          </a:ln>
        </p:spPr>
      </p:pic>
      <p:pic>
        <p:nvPicPr>
          <p:cNvPr id="596" name="New picture"/>
          <p:cNvPicPr/>
          <p:nvPr/>
        </p:nvPicPr>
        <p:blipFill>
          <a:blip r:embed="rId367"/>
          <a:srcRect/>
          <a:stretch>
            <a:fillRect/>
          </a:stretch>
        </p:blipFill>
        <p:spPr>
          <a:xfrm>
            <a:off x="6414421" y="4469320"/>
            <a:ext cx="50483" cy="71723"/>
          </a:xfrm>
          <a:prstGeom prst="rect"/>
          <a:ln w="0">
            <a:noFill/>
          </a:ln>
        </p:spPr>
      </p:pic>
      <p:pic>
        <p:nvPicPr>
          <p:cNvPr id="597" name="New picture"/>
          <p:cNvPicPr/>
          <p:nvPr/>
        </p:nvPicPr>
        <p:blipFill>
          <a:blip r:embed="rId368"/>
          <a:srcRect/>
          <a:stretch>
            <a:fillRect/>
          </a:stretch>
        </p:blipFill>
        <p:spPr>
          <a:xfrm>
            <a:off x="6474047" y="4469320"/>
            <a:ext cx="50387" cy="71723"/>
          </a:xfrm>
          <a:prstGeom prst="rect"/>
          <a:ln w="0">
            <a:noFill/>
          </a:ln>
        </p:spPr>
      </p:pic>
      <p:pic>
        <p:nvPicPr>
          <p:cNvPr id="598" name="New picture"/>
          <p:cNvPicPr/>
          <p:nvPr/>
        </p:nvPicPr>
        <p:blipFill>
          <a:blip r:embed="rId369"/>
          <a:srcRect/>
          <a:stretch>
            <a:fillRect/>
          </a:stretch>
        </p:blipFill>
        <p:spPr>
          <a:xfrm>
            <a:off x="6535102" y="4469321"/>
            <a:ext cx="58007" cy="71723"/>
          </a:xfrm>
          <a:prstGeom prst="rect"/>
          <a:ln w="0">
            <a:noFill/>
          </a:ln>
        </p:spPr>
      </p:pic>
      <p:sp>
        <p:nvSpPr>
          <p:cNvPr id="599" name="New shape"/>
          <p:cNvSpPr/>
          <p:nvPr/>
        </p:nvSpPr>
        <p:spPr>
          <a:xfrm>
            <a:off x="6547294" y="4505992"/>
            <a:ext cx="33623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0" name="New picture"/>
          <p:cNvPicPr/>
          <p:nvPr/>
        </p:nvPicPr>
        <p:blipFill>
          <a:blip r:embed="rId370"/>
          <a:srcRect/>
          <a:stretch>
            <a:fillRect/>
          </a:stretch>
        </p:blipFill>
        <p:spPr>
          <a:xfrm>
            <a:off x="6614540" y="4469321"/>
            <a:ext cx="59627" cy="70199"/>
          </a:xfrm>
          <a:prstGeom prst="rect"/>
          <a:ln w="0">
            <a:noFill/>
          </a:ln>
        </p:spPr>
      </p:pic>
      <p:pic>
        <p:nvPicPr>
          <p:cNvPr id="601" name="New picture"/>
          <p:cNvPicPr/>
          <p:nvPr/>
        </p:nvPicPr>
        <p:blipFill>
          <a:blip r:embed="rId371"/>
          <a:srcRect/>
          <a:stretch>
            <a:fillRect/>
          </a:stretch>
        </p:blipFill>
        <p:spPr>
          <a:xfrm>
            <a:off x="6692360" y="4469321"/>
            <a:ext cx="56483" cy="71723"/>
          </a:xfrm>
          <a:prstGeom prst="rect"/>
          <a:ln w="0">
            <a:noFill/>
          </a:ln>
        </p:spPr>
      </p:pic>
      <p:pic>
        <p:nvPicPr>
          <p:cNvPr id="602" name="New picture"/>
          <p:cNvPicPr/>
          <p:nvPr/>
        </p:nvPicPr>
        <p:blipFill>
          <a:blip r:embed="rId372"/>
          <a:srcRect/>
          <a:stretch>
            <a:fillRect/>
          </a:stretch>
        </p:blipFill>
        <p:spPr>
          <a:xfrm>
            <a:off x="6757988" y="4469321"/>
            <a:ext cx="61151" cy="71723"/>
          </a:xfrm>
          <a:prstGeom prst="rect"/>
          <a:ln w="0">
            <a:noFill/>
          </a:ln>
        </p:spPr>
      </p:pic>
      <p:sp>
        <p:nvSpPr>
          <p:cNvPr id="603" name="New shape"/>
          <p:cNvSpPr/>
          <p:nvPr/>
        </p:nvSpPr>
        <p:spPr>
          <a:xfrm>
            <a:off x="6768750" y="4478465"/>
            <a:ext cx="39625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4" name="New picture"/>
          <p:cNvPicPr/>
          <p:nvPr/>
        </p:nvPicPr>
        <p:blipFill>
          <a:blip r:embed="rId373"/>
          <a:srcRect/>
          <a:stretch>
            <a:fillRect/>
          </a:stretch>
        </p:blipFill>
        <p:spPr>
          <a:xfrm>
            <a:off x="6829806" y="4469320"/>
            <a:ext cx="50387" cy="71723"/>
          </a:xfrm>
          <a:prstGeom prst="rect"/>
          <a:ln w="0">
            <a:noFill/>
          </a:ln>
        </p:spPr>
      </p:pic>
      <p:pic>
        <p:nvPicPr>
          <p:cNvPr id="605" name="New picture"/>
          <p:cNvPicPr/>
          <p:nvPr/>
        </p:nvPicPr>
        <p:blipFill>
          <a:blip r:embed="rId374"/>
          <a:srcRect/>
          <a:stretch>
            <a:fillRect/>
          </a:stretch>
        </p:blipFill>
        <p:spPr>
          <a:xfrm>
            <a:off x="5486019" y="4788313"/>
            <a:ext cx="56483" cy="94583"/>
          </a:xfrm>
          <a:prstGeom prst="rect"/>
          <a:ln w="0">
            <a:noFill/>
          </a:ln>
        </p:spPr>
      </p:pic>
      <p:pic>
        <p:nvPicPr>
          <p:cNvPr id="606" name="New picture"/>
          <p:cNvPicPr/>
          <p:nvPr/>
        </p:nvPicPr>
        <p:blipFill>
          <a:blip r:embed="rId375"/>
          <a:srcRect/>
          <a:stretch>
            <a:fillRect/>
          </a:stretch>
        </p:blipFill>
        <p:spPr>
          <a:xfrm>
            <a:off x="5545550" y="4812697"/>
            <a:ext cx="68771" cy="71724"/>
          </a:xfrm>
          <a:prstGeom prst="rect"/>
          <a:ln w="0">
            <a:noFill/>
          </a:ln>
        </p:spPr>
      </p:pic>
      <p:sp>
        <p:nvSpPr>
          <p:cNvPr id="607" name="New shape"/>
          <p:cNvSpPr/>
          <p:nvPr/>
        </p:nvSpPr>
        <p:spPr>
          <a:xfrm>
            <a:off x="5557838" y="4821841"/>
            <a:ext cx="44291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8" name="New picture"/>
          <p:cNvPicPr/>
          <p:nvPr/>
        </p:nvPicPr>
        <p:blipFill>
          <a:blip r:embed="rId376"/>
          <a:srcRect/>
          <a:stretch>
            <a:fillRect/>
          </a:stretch>
        </p:blipFill>
        <p:spPr>
          <a:xfrm>
            <a:off x="5631085" y="4812697"/>
            <a:ext cx="38195" cy="70199"/>
          </a:xfrm>
          <a:prstGeom prst="rect"/>
          <a:ln w="0">
            <a:noFill/>
          </a:ln>
        </p:spPr>
      </p:pic>
      <p:pic>
        <p:nvPicPr>
          <p:cNvPr id="609" name="New picture"/>
          <p:cNvPicPr/>
          <p:nvPr/>
        </p:nvPicPr>
        <p:blipFill>
          <a:blip r:embed="rId377"/>
          <a:srcRect/>
          <a:stretch>
            <a:fillRect/>
          </a:stretch>
        </p:blipFill>
        <p:spPr>
          <a:xfrm>
            <a:off x="5679948" y="4812697"/>
            <a:ext cx="106871" cy="70199"/>
          </a:xfrm>
          <a:prstGeom prst="rect"/>
          <a:ln w="0">
            <a:noFill/>
          </a:ln>
        </p:spPr>
      </p:pic>
      <p:pic>
        <p:nvPicPr>
          <p:cNvPr id="610" name="New picture"/>
          <p:cNvPicPr/>
          <p:nvPr/>
        </p:nvPicPr>
        <p:blipFill>
          <a:blip r:embed="rId378"/>
          <a:srcRect/>
          <a:stretch>
            <a:fillRect/>
          </a:stretch>
        </p:blipFill>
        <p:spPr>
          <a:xfrm>
            <a:off x="5800630" y="4812697"/>
            <a:ext cx="58007" cy="71723"/>
          </a:xfrm>
          <a:prstGeom prst="rect"/>
          <a:ln w="0">
            <a:noFill/>
          </a:ln>
        </p:spPr>
      </p:pic>
      <p:sp>
        <p:nvSpPr>
          <p:cNvPr id="611" name="New shape"/>
          <p:cNvSpPr/>
          <p:nvPr/>
        </p:nvSpPr>
        <p:spPr>
          <a:xfrm>
            <a:off x="5812822" y="4849368"/>
            <a:ext cx="33624" cy="2590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2" name="New picture"/>
          <p:cNvPicPr/>
          <p:nvPr/>
        </p:nvPicPr>
        <p:blipFill>
          <a:blip r:embed="rId379"/>
          <a:srcRect/>
          <a:stretch>
            <a:fillRect/>
          </a:stretch>
        </p:blipFill>
        <p:spPr>
          <a:xfrm>
            <a:off x="5869400" y="4794409"/>
            <a:ext cx="42768" cy="90011"/>
          </a:xfrm>
          <a:prstGeom prst="rect"/>
          <a:ln w="0">
            <a:noFill/>
          </a:ln>
        </p:spPr>
      </p:pic>
      <p:sp>
        <p:nvSpPr>
          <p:cNvPr id="613" name="New shape"/>
          <p:cNvSpPr/>
          <p:nvPr/>
        </p:nvSpPr>
        <p:spPr>
          <a:xfrm>
            <a:off x="5927408" y="4814221"/>
            <a:ext cx="10668" cy="6867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4" name="New picture"/>
          <p:cNvPicPr/>
          <p:nvPr/>
        </p:nvPicPr>
        <p:blipFill>
          <a:blip r:embed="rId380"/>
          <a:srcRect/>
          <a:stretch>
            <a:fillRect/>
          </a:stretch>
        </p:blipFill>
        <p:spPr>
          <a:xfrm>
            <a:off x="5925884" y="4785265"/>
            <a:ext cx="15240" cy="13716"/>
          </a:xfrm>
          <a:prstGeom prst="rect"/>
          <a:ln w="0">
            <a:noFill/>
          </a:ln>
        </p:spPr>
      </p:pic>
      <p:pic>
        <p:nvPicPr>
          <p:cNvPr id="615" name="New picture"/>
          <p:cNvPicPr/>
          <p:nvPr/>
        </p:nvPicPr>
        <p:blipFill>
          <a:blip r:embed="rId381"/>
          <a:srcRect/>
          <a:stretch>
            <a:fillRect/>
          </a:stretch>
        </p:blipFill>
        <p:spPr>
          <a:xfrm>
            <a:off x="5956364" y="4812697"/>
            <a:ext cx="68675" cy="71724"/>
          </a:xfrm>
          <a:prstGeom prst="rect"/>
          <a:ln w="0">
            <a:noFill/>
          </a:ln>
        </p:spPr>
      </p:pic>
      <p:sp>
        <p:nvSpPr>
          <p:cNvPr id="616" name="New shape"/>
          <p:cNvSpPr/>
          <p:nvPr/>
        </p:nvSpPr>
        <p:spPr>
          <a:xfrm>
            <a:off x="5968555" y="4821841"/>
            <a:ext cx="45815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17" name="New picture"/>
          <p:cNvPicPr/>
          <p:nvPr/>
        </p:nvPicPr>
        <p:blipFill>
          <a:blip r:embed="rId382"/>
          <a:srcRect/>
          <a:stretch>
            <a:fillRect/>
          </a:stretch>
        </p:blipFill>
        <p:spPr>
          <a:xfrm>
            <a:off x="6043422" y="4812697"/>
            <a:ext cx="59627" cy="70199"/>
          </a:xfrm>
          <a:prstGeom prst="rect"/>
          <a:ln w="0">
            <a:noFill/>
          </a:ln>
        </p:spPr>
      </p:pic>
      <p:pic>
        <p:nvPicPr>
          <p:cNvPr id="618" name="New picture"/>
          <p:cNvPicPr/>
          <p:nvPr/>
        </p:nvPicPr>
        <p:blipFill>
          <a:blip r:embed="rId383"/>
          <a:srcRect/>
          <a:stretch>
            <a:fillRect/>
          </a:stretch>
        </p:blipFill>
        <p:spPr>
          <a:xfrm>
            <a:off x="6156293" y="4812697"/>
            <a:ext cx="61151" cy="71723"/>
          </a:xfrm>
          <a:prstGeom prst="rect"/>
          <a:ln w="0">
            <a:noFill/>
          </a:ln>
        </p:spPr>
      </p:pic>
      <p:sp>
        <p:nvSpPr>
          <p:cNvPr id="619" name="New shape"/>
          <p:cNvSpPr/>
          <p:nvPr/>
        </p:nvSpPr>
        <p:spPr>
          <a:xfrm>
            <a:off x="6167057" y="4821841"/>
            <a:ext cx="39624" cy="2295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0" name="New picture"/>
          <p:cNvPicPr/>
          <p:nvPr/>
        </p:nvPicPr>
        <p:blipFill>
          <a:blip r:embed="rId384"/>
          <a:srcRect/>
          <a:stretch>
            <a:fillRect/>
          </a:stretch>
        </p:blipFill>
        <p:spPr>
          <a:xfrm>
            <a:off x="6225159" y="4794409"/>
            <a:ext cx="42768" cy="90011"/>
          </a:xfrm>
          <a:prstGeom prst="rect"/>
          <a:ln w="0">
            <a:noFill/>
          </a:ln>
        </p:spPr>
      </p:pic>
      <p:pic>
        <p:nvPicPr>
          <p:cNvPr id="621" name="New picture"/>
          <p:cNvPicPr/>
          <p:nvPr/>
        </p:nvPicPr>
        <p:blipFill>
          <a:blip r:embed="rId385"/>
          <a:srcRect/>
          <a:stretch>
            <a:fillRect/>
          </a:stretch>
        </p:blipFill>
        <p:spPr>
          <a:xfrm>
            <a:off x="5479923" y="5012627"/>
            <a:ext cx="56483" cy="71723"/>
          </a:xfrm>
          <a:prstGeom prst="rect"/>
          <a:ln w="0">
            <a:noFill/>
          </a:ln>
        </p:spPr>
      </p:pic>
      <p:pic>
        <p:nvPicPr>
          <p:cNvPr id="622" name="New picture"/>
          <p:cNvPicPr/>
          <p:nvPr/>
        </p:nvPicPr>
        <p:blipFill>
          <a:blip r:embed="rId386"/>
          <a:srcRect/>
          <a:stretch>
            <a:fillRect/>
          </a:stretch>
        </p:blipFill>
        <p:spPr>
          <a:xfrm>
            <a:off x="5545550" y="5012627"/>
            <a:ext cx="62674" cy="71723"/>
          </a:xfrm>
          <a:prstGeom prst="rect"/>
          <a:ln w="0">
            <a:noFill/>
          </a:ln>
        </p:spPr>
      </p:pic>
      <p:sp>
        <p:nvSpPr>
          <p:cNvPr id="623" name="New shape"/>
          <p:cNvSpPr/>
          <p:nvPr/>
        </p:nvSpPr>
        <p:spPr>
          <a:xfrm>
            <a:off x="5557837" y="5021771"/>
            <a:ext cx="39624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4" name="New picture"/>
          <p:cNvPicPr/>
          <p:nvPr/>
        </p:nvPicPr>
        <p:blipFill>
          <a:blip r:embed="rId387"/>
          <a:srcRect/>
          <a:stretch>
            <a:fillRect/>
          </a:stretch>
        </p:blipFill>
        <p:spPr>
          <a:xfrm>
            <a:off x="5624989" y="5012627"/>
            <a:ext cx="38195" cy="70199"/>
          </a:xfrm>
          <a:prstGeom prst="rect"/>
          <a:ln w="0">
            <a:noFill/>
          </a:ln>
        </p:spPr>
      </p:pic>
      <p:pic>
        <p:nvPicPr>
          <p:cNvPr id="625" name="New picture"/>
          <p:cNvPicPr/>
          <p:nvPr/>
        </p:nvPicPr>
        <p:blipFill>
          <a:blip r:embed="rId388"/>
          <a:srcRect/>
          <a:stretch>
            <a:fillRect/>
          </a:stretch>
        </p:blipFill>
        <p:spPr>
          <a:xfrm>
            <a:off x="5666232" y="4994339"/>
            <a:ext cx="41243" cy="90011"/>
          </a:xfrm>
          <a:prstGeom prst="rect"/>
          <a:ln w="0">
            <a:noFill/>
          </a:ln>
        </p:spPr>
      </p:pic>
      <p:sp>
        <p:nvSpPr>
          <p:cNvPr id="626" name="New shape"/>
          <p:cNvSpPr/>
          <p:nvPr/>
        </p:nvSpPr>
        <p:spPr>
          <a:xfrm>
            <a:off x="5722716" y="5015674"/>
            <a:ext cx="12192" cy="6715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27" name="New picture"/>
          <p:cNvPicPr/>
          <p:nvPr/>
        </p:nvPicPr>
        <p:blipFill>
          <a:blip r:embed="rId389"/>
          <a:srcRect/>
          <a:stretch>
            <a:fillRect/>
          </a:stretch>
        </p:blipFill>
        <p:spPr>
          <a:xfrm>
            <a:off x="5721192" y="4985195"/>
            <a:ext cx="15240" cy="13716"/>
          </a:xfrm>
          <a:prstGeom prst="rect"/>
          <a:ln w="0">
            <a:noFill/>
          </a:ln>
        </p:spPr>
      </p:pic>
      <p:pic>
        <p:nvPicPr>
          <p:cNvPr id="628" name="New picture"/>
          <p:cNvPicPr/>
          <p:nvPr/>
        </p:nvPicPr>
        <p:blipFill>
          <a:blip r:embed="rId390"/>
          <a:srcRect/>
          <a:stretch>
            <a:fillRect/>
          </a:stretch>
        </p:blipFill>
        <p:spPr>
          <a:xfrm>
            <a:off x="5748718" y="4986719"/>
            <a:ext cx="45815" cy="96107"/>
          </a:xfrm>
          <a:prstGeom prst="rect"/>
          <a:ln w="0">
            <a:noFill/>
          </a:ln>
        </p:spPr>
      </p:pic>
      <p:sp>
        <p:nvSpPr>
          <p:cNvPr id="629" name="New shape"/>
          <p:cNvSpPr/>
          <p:nvPr/>
        </p:nvSpPr>
        <p:spPr>
          <a:xfrm>
            <a:off x="5802154" y="5015674"/>
            <a:ext cx="12192" cy="6715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0" name="New picture"/>
          <p:cNvPicPr/>
          <p:nvPr/>
        </p:nvPicPr>
        <p:blipFill>
          <a:blip r:embed="rId391"/>
          <a:srcRect/>
          <a:stretch>
            <a:fillRect/>
          </a:stretch>
        </p:blipFill>
        <p:spPr>
          <a:xfrm>
            <a:off x="5800630" y="4985195"/>
            <a:ext cx="15240" cy="13716"/>
          </a:xfrm>
          <a:prstGeom prst="rect"/>
          <a:ln w="0">
            <a:noFill/>
          </a:ln>
        </p:spPr>
      </p:pic>
      <p:pic>
        <p:nvPicPr>
          <p:cNvPr id="631" name="New picture"/>
          <p:cNvPicPr/>
          <p:nvPr/>
        </p:nvPicPr>
        <p:blipFill>
          <a:blip r:embed="rId392"/>
          <a:srcRect/>
          <a:stretch>
            <a:fillRect/>
          </a:stretch>
        </p:blipFill>
        <p:spPr>
          <a:xfrm>
            <a:off x="5832634" y="5012627"/>
            <a:ext cx="55054" cy="71723"/>
          </a:xfrm>
          <a:prstGeom prst="rect"/>
          <a:ln w="0">
            <a:noFill/>
          </a:ln>
        </p:spPr>
      </p:pic>
      <p:pic>
        <p:nvPicPr>
          <p:cNvPr id="632" name="New picture"/>
          <p:cNvPicPr/>
          <p:nvPr/>
        </p:nvPicPr>
        <p:blipFill>
          <a:blip r:embed="rId393"/>
          <a:srcRect/>
          <a:stretch>
            <a:fillRect/>
          </a:stretch>
        </p:blipFill>
        <p:spPr>
          <a:xfrm>
            <a:off x="5898356" y="5012627"/>
            <a:ext cx="58007" cy="71723"/>
          </a:xfrm>
          <a:prstGeom prst="rect"/>
          <a:ln w="0">
            <a:noFill/>
          </a:ln>
        </p:spPr>
      </p:pic>
      <p:sp>
        <p:nvSpPr>
          <p:cNvPr id="633" name="New shape"/>
          <p:cNvSpPr/>
          <p:nvPr/>
        </p:nvSpPr>
        <p:spPr>
          <a:xfrm>
            <a:off x="5910548" y="5049203"/>
            <a:ext cx="33624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4" name="New picture"/>
          <p:cNvPicPr/>
          <p:nvPr/>
        </p:nvPicPr>
        <p:blipFill>
          <a:blip r:embed="rId394"/>
          <a:srcRect/>
          <a:stretch>
            <a:fillRect/>
          </a:stretch>
        </p:blipFill>
        <p:spPr>
          <a:xfrm>
            <a:off x="5967032" y="4994339"/>
            <a:ext cx="41243" cy="90011"/>
          </a:xfrm>
          <a:prstGeom prst="rect"/>
          <a:ln w="0">
            <a:noFill/>
          </a:ln>
        </p:spPr>
      </p:pic>
      <p:sp>
        <p:nvSpPr>
          <p:cNvPr id="635" name="New shape"/>
          <p:cNvSpPr/>
          <p:nvPr/>
        </p:nvSpPr>
        <p:spPr>
          <a:xfrm>
            <a:off x="6025135" y="5015674"/>
            <a:ext cx="10668" cy="6715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6" name="New picture"/>
          <p:cNvPicPr/>
          <p:nvPr/>
        </p:nvPicPr>
        <p:blipFill>
          <a:blip r:embed="rId395"/>
          <a:srcRect/>
          <a:stretch>
            <a:fillRect/>
          </a:stretch>
        </p:blipFill>
        <p:spPr>
          <a:xfrm>
            <a:off x="6022087" y="4985195"/>
            <a:ext cx="15240" cy="13716"/>
          </a:xfrm>
          <a:prstGeom prst="rect"/>
          <a:ln w="0">
            <a:noFill/>
          </a:ln>
        </p:spPr>
      </p:pic>
      <p:pic>
        <p:nvPicPr>
          <p:cNvPr id="637" name="New picture"/>
          <p:cNvPicPr/>
          <p:nvPr/>
        </p:nvPicPr>
        <p:blipFill>
          <a:blip r:embed="rId396"/>
          <a:srcRect/>
          <a:stretch>
            <a:fillRect/>
          </a:stretch>
        </p:blipFill>
        <p:spPr>
          <a:xfrm>
            <a:off x="6054090" y="5012627"/>
            <a:ext cx="68675" cy="71723"/>
          </a:xfrm>
          <a:prstGeom prst="rect"/>
          <a:ln w="0">
            <a:noFill/>
          </a:ln>
        </p:spPr>
      </p:pic>
      <p:sp>
        <p:nvSpPr>
          <p:cNvPr id="638" name="New shape"/>
          <p:cNvSpPr/>
          <p:nvPr/>
        </p:nvSpPr>
        <p:spPr>
          <a:xfrm>
            <a:off x="6066282" y="5021770"/>
            <a:ext cx="44291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9" name="New picture"/>
          <p:cNvPicPr/>
          <p:nvPr/>
        </p:nvPicPr>
        <p:blipFill>
          <a:blip r:embed="rId397"/>
          <a:srcRect/>
          <a:stretch>
            <a:fillRect/>
          </a:stretch>
        </p:blipFill>
        <p:spPr>
          <a:xfrm>
            <a:off x="6139624" y="5012627"/>
            <a:ext cx="61055" cy="70199"/>
          </a:xfrm>
          <a:prstGeom prst="rect"/>
          <a:ln w="0">
            <a:noFill/>
          </a:ln>
        </p:spPr>
      </p:pic>
      <p:pic>
        <p:nvPicPr>
          <p:cNvPr id="640" name="New picture"/>
          <p:cNvPicPr/>
          <p:nvPr/>
        </p:nvPicPr>
        <p:blipFill>
          <a:blip r:embed="rId398"/>
          <a:srcRect/>
          <a:stretch>
            <a:fillRect/>
          </a:stretch>
        </p:blipFill>
        <p:spPr>
          <a:xfrm>
            <a:off x="5473827" y="5331524"/>
            <a:ext cx="87059" cy="94678"/>
          </a:xfrm>
          <a:prstGeom prst="rect"/>
          <a:ln w="0">
            <a:noFill/>
          </a:ln>
        </p:spPr>
      </p:pic>
      <p:sp>
        <p:nvSpPr>
          <p:cNvPr id="641" name="New shape"/>
          <p:cNvSpPr/>
          <p:nvPr/>
        </p:nvSpPr>
        <p:spPr>
          <a:xfrm>
            <a:off x="5498211" y="5343811"/>
            <a:ext cx="38195" cy="5029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42" name="New shape"/>
          <p:cNvSpPr/>
          <p:nvPr/>
        </p:nvSpPr>
        <p:spPr>
          <a:xfrm>
            <a:off x="5573078" y="5359051"/>
            <a:ext cx="12192" cy="6715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3" name="New picture"/>
          <p:cNvPicPr/>
          <p:nvPr/>
        </p:nvPicPr>
        <p:blipFill>
          <a:blip r:embed="rId399"/>
          <a:srcRect/>
          <a:stretch>
            <a:fillRect/>
          </a:stretch>
        </p:blipFill>
        <p:spPr>
          <a:xfrm>
            <a:off x="5571554" y="5328571"/>
            <a:ext cx="15240" cy="13716"/>
          </a:xfrm>
          <a:prstGeom prst="rect"/>
          <a:ln w="0">
            <a:noFill/>
          </a:ln>
        </p:spPr>
      </p:pic>
      <p:pic>
        <p:nvPicPr>
          <p:cNvPr id="644" name="New picture"/>
          <p:cNvPicPr/>
          <p:nvPr/>
        </p:nvPicPr>
        <p:blipFill>
          <a:blip r:embed="rId400"/>
          <a:srcRect/>
          <a:stretch>
            <a:fillRect/>
          </a:stretch>
        </p:blipFill>
        <p:spPr>
          <a:xfrm>
            <a:off x="5603558" y="5331619"/>
            <a:ext cx="65722" cy="96107"/>
          </a:xfrm>
          <a:prstGeom prst="rect"/>
          <a:ln w="0">
            <a:noFill/>
          </a:ln>
        </p:spPr>
      </p:pic>
      <p:sp>
        <p:nvSpPr>
          <p:cNvPr id="645" name="New shape"/>
          <p:cNvSpPr/>
          <p:nvPr/>
        </p:nvSpPr>
        <p:spPr>
          <a:xfrm>
            <a:off x="5615750" y="5366671"/>
            <a:ext cx="41243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6" name="New picture"/>
          <p:cNvPicPr/>
          <p:nvPr/>
        </p:nvPicPr>
        <p:blipFill>
          <a:blip r:embed="rId401"/>
          <a:srcRect/>
          <a:stretch>
            <a:fillRect/>
          </a:stretch>
        </p:blipFill>
        <p:spPr>
          <a:xfrm>
            <a:off x="5686044" y="5356003"/>
            <a:ext cx="62674" cy="71723"/>
          </a:xfrm>
          <a:prstGeom prst="rect"/>
          <a:ln w="0">
            <a:noFill/>
          </a:ln>
        </p:spPr>
      </p:pic>
      <p:sp>
        <p:nvSpPr>
          <p:cNvPr id="647" name="New shape"/>
          <p:cNvSpPr/>
          <p:nvPr/>
        </p:nvSpPr>
        <p:spPr>
          <a:xfrm>
            <a:off x="5698331" y="5365147"/>
            <a:ext cx="39624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48" name="New picture"/>
          <p:cNvPicPr/>
          <p:nvPr/>
        </p:nvPicPr>
        <p:blipFill>
          <a:blip r:embed="rId402"/>
          <a:srcRect/>
          <a:stretch>
            <a:fillRect/>
          </a:stretch>
        </p:blipFill>
        <p:spPr>
          <a:xfrm>
            <a:off x="5797582" y="5331524"/>
            <a:ext cx="65627" cy="96202"/>
          </a:xfrm>
          <a:prstGeom prst="rect"/>
          <a:ln w="0">
            <a:noFill/>
          </a:ln>
        </p:spPr>
      </p:pic>
      <p:sp>
        <p:nvSpPr>
          <p:cNvPr id="649" name="New shape"/>
          <p:cNvSpPr/>
          <p:nvPr/>
        </p:nvSpPr>
        <p:spPr>
          <a:xfrm>
            <a:off x="5808249" y="5366671"/>
            <a:ext cx="42768" cy="53435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0" name="New picture"/>
          <p:cNvPicPr/>
          <p:nvPr/>
        </p:nvPicPr>
        <p:blipFill>
          <a:blip r:embed="rId403"/>
          <a:srcRect/>
          <a:stretch>
            <a:fillRect/>
          </a:stretch>
        </p:blipFill>
        <p:spPr>
          <a:xfrm>
            <a:off x="5879973" y="5356003"/>
            <a:ext cx="62674" cy="71723"/>
          </a:xfrm>
          <a:prstGeom prst="rect"/>
          <a:ln w="0">
            <a:noFill/>
          </a:ln>
        </p:spPr>
      </p:pic>
      <p:sp>
        <p:nvSpPr>
          <p:cNvPr id="651" name="New shape"/>
          <p:cNvSpPr/>
          <p:nvPr/>
        </p:nvSpPr>
        <p:spPr>
          <a:xfrm>
            <a:off x="5890737" y="5365147"/>
            <a:ext cx="41148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2" name="New picture"/>
          <p:cNvPicPr/>
          <p:nvPr/>
        </p:nvPicPr>
        <p:blipFill>
          <a:blip r:embed="rId404"/>
          <a:srcRect/>
          <a:stretch>
            <a:fillRect/>
          </a:stretch>
        </p:blipFill>
        <p:spPr>
          <a:xfrm>
            <a:off x="5983795" y="5331619"/>
            <a:ext cx="71818" cy="94583"/>
          </a:xfrm>
          <a:prstGeom prst="rect"/>
          <a:ln w="0">
            <a:noFill/>
          </a:ln>
        </p:spPr>
      </p:pic>
      <p:pic>
        <p:nvPicPr>
          <p:cNvPr id="653" name="New picture"/>
          <p:cNvPicPr/>
          <p:nvPr/>
        </p:nvPicPr>
        <p:blipFill>
          <a:blip r:embed="rId405"/>
          <a:srcRect/>
          <a:stretch>
            <a:fillRect/>
          </a:stretch>
        </p:blipFill>
        <p:spPr>
          <a:xfrm>
            <a:off x="6052566" y="5356003"/>
            <a:ext cx="58007" cy="71723"/>
          </a:xfrm>
          <a:prstGeom prst="rect"/>
          <a:ln w="0">
            <a:noFill/>
          </a:ln>
        </p:spPr>
      </p:pic>
      <p:sp>
        <p:nvSpPr>
          <p:cNvPr id="654" name="New shape"/>
          <p:cNvSpPr/>
          <p:nvPr/>
        </p:nvSpPr>
        <p:spPr>
          <a:xfrm>
            <a:off x="6064758" y="5392579"/>
            <a:ext cx="33624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5" name="New picture"/>
          <p:cNvPicPr/>
          <p:nvPr/>
        </p:nvPicPr>
        <p:blipFill>
          <a:blip r:embed="rId406"/>
          <a:srcRect/>
          <a:stretch>
            <a:fillRect/>
          </a:stretch>
        </p:blipFill>
        <p:spPr>
          <a:xfrm>
            <a:off x="6132005" y="5331524"/>
            <a:ext cx="65627" cy="96202"/>
          </a:xfrm>
          <a:prstGeom prst="rect"/>
          <a:ln w="0">
            <a:noFill/>
          </a:ln>
        </p:spPr>
      </p:pic>
      <p:sp>
        <p:nvSpPr>
          <p:cNvPr id="656" name="New shape"/>
          <p:cNvSpPr/>
          <p:nvPr/>
        </p:nvSpPr>
        <p:spPr>
          <a:xfrm>
            <a:off x="6142672" y="5365147"/>
            <a:ext cx="42768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57" name="New shape"/>
          <p:cNvSpPr/>
          <p:nvPr/>
        </p:nvSpPr>
        <p:spPr>
          <a:xfrm>
            <a:off x="6214872" y="5330952"/>
            <a:ext cx="12192" cy="96012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58" name="New picture"/>
          <p:cNvPicPr/>
          <p:nvPr/>
        </p:nvPicPr>
        <p:blipFill>
          <a:blip r:embed="rId407"/>
          <a:srcRect/>
          <a:stretch>
            <a:fillRect/>
          </a:stretch>
        </p:blipFill>
        <p:spPr>
          <a:xfrm>
            <a:off x="6244876" y="5356003"/>
            <a:ext cx="62674" cy="71723"/>
          </a:xfrm>
          <a:prstGeom prst="rect"/>
          <a:ln w="0">
            <a:noFill/>
          </a:ln>
        </p:spPr>
      </p:pic>
      <p:sp>
        <p:nvSpPr>
          <p:cNvPr id="659" name="New shape"/>
          <p:cNvSpPr/>
          <p:nvPr/>
        </p:nvSpPr>
        <p:spPr>
          <a:xfrm>
            <a:off x="6255639" y="5365147"/>
            <a:ext cx="41148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0" name="New picture"/>
          <p:cNvPicPr/>
          <p:nvPr/>
        </p:nvPicPr>
        <p:blipFill>
          <a:blip r:embed="rId408"/>
          <a:srcRect/>
          <a:stretch>
            <a:fillRect/>
          </a:stretch>
        </p:blipFill>
        <p:spPr>
          <a:xfrm>
            <a:off x="6319838" y="5356003"/>
            <a:ext cx="58007" cy="71723"/>
          </a:xfrm>
          <a:prstGeom prst="rect"/>
          <a:ln w="0">
            <a:noFill/>
          </a:ln>
        </p:spPr>
      </p:pic>
      <p:sp>
        <p:nvSpPr>
          <p:cNvPr id="661" name="New shape"/>
          <p:cNvSpPr/>
          <p:nvPr/>
        </p:nvSpPr>
        <p:spPr>
          <a:xfrm>
            <a:off x="6332029" y="5392579"/>
            <a:ext cx="33528" cy="27527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2" name="New picture"/>
          <p:cNvPicPr/>
          <p:nvPr/>
        </p:nvPicPr>
        <p:blipFill>
          <a:blip r:embed="rId409"/>
          <a:srcRect/>
          <a:stretch>
            <a:fillRect/>
          </a:stretch>
        </p:blipFill>
        <p:spPr>
          <a:xfrm>
            <a:off x="6397657" y="5359051"/>
            <a:ext cx="61055" cy="68675"/>
          </a:xfrm>
          <a:prstGeom prst="rect"/>
          <a:ln w="0">
            <a:noFill/>
          </a:ln>
        </p:spPr>
      </p:pic>
      <p:pic>
        <p:nvPicPr>
          <p:cNvPr id="663" name="New picture"/>
          <p:cNvPicPr/>
          <p:nvPr/>
        </p:nvPicPr>
        <p:blipFill>
          <a:blip r:embed="rId410"/>
          <a:srcRect/>
          <a:stretch>
            <a:fillRect/>
          </a:stretch>
        </p:blipFill>
        <p:spPr>
          <a:xfrm>
            <a:off x="5473732" y="5674900"/>
            <a:ext cx="71818" cy="94583"/>
          </a:xfrm>
          <a:prstGeom prst="rect"/>
          <a:ln w="0">
            <a:noFill/>
          </a:ln>
        </p:spPr>
      </p:pic>
      <p:pic>
        <p:nvPicPr>
          <p:cNvPr id="664" name="New picture"/>
          <p:cNvPicPr/>
          <p:nvPr/>
        </p:nvPicPr>
        <p:blipFill>
          <a:blip r:embed="rId411"/>
          <a:srcRect/>
          <a:stretch>
            <a:fillRect/>
          </a:stretch>
        </p:blipFill>
        <p:spPr>
          <a:xfrm>
            <a:off x="5544026" y="5699379"/>
            <a:ext cx="68771" cy="71723"/>
          </a:xfrm>
          <a:prstGeom prst="rect"/>
          <a:ln w="0">
            <a:noFill/>
          </a:ln>
        </p:spPr>
      </p:pic>
      <p:sp>
        <p:nvSpPr>
          <p:cNvPr id="665" name="New shape"/>
          <p:cNvSpPr/>
          <p:nvPr/>
        </p:nvSpPr>
        <p:spPr>
          <a:xfrm>
            <a:off x="5556314" y="5708523"/>
            <a:ext cx="44291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6" name="New picture"/>
          <p:cNvPicPr/>
          <p:nvPr/>
        </p:nvPicPr>
        <p:blipFill>
          <a:blip r:embed="rId412"/>
          <a:srcRect/>
          <a:stretch>
            <a:fillRect/>
          </a:stretch>
        </p:blipFill>
        <p:spPr>
          <a:xfrm>
            <a:off x="5629561" y="5702427"/>
            <a:ext cx="61055" cy="68675"/>
          </a:xfrm>
          <a:prstGeom prst="rect"/>
          <a:ln w="0">
            <a:noFill/>
          </a:ln>
        </p:spPr>
      </p:pic>
      <p:pic>
        <p:nvPicPr>
          <p:cNvPr id="667" name="New picture"/>
          <p:cNvPicPr/>
          <p:nvPr/>
        </p:nvPicPr>
        <p:blipFill>
          <a:blip r:embed="rId413"/>
          <a:srcRect/>
          <a:stretch>
            <a:fillRect/>
          </a:stretch>
        </p:blipFill>
        <p:spPr>
          <a:xfrm>
            <a:off x="5702902" y="5680996"/>
            <a:ext cx="42768" cy="90107"/>
          </a:xfrm>
          <a:prstGeom prst="rect"/>
          <a:ln w="0">
            <a:noFill/>
          </a:ln>
        </p:spPr>
      </p:pic>
      <p:pic>
        <p:nvPicPr>
          <p:cNvPr id="668" name="New picture"/>
          <p:cNvPicPr/>
          <p:nvPr/>
        </p:nvPicPr>
        <p:blipFill>
          <a:blip r:embed="rId414"/>
          <a:srcRect/>
          <a:stretch>
            <a:fillRect/>
          </a:stretch>
        </p:blipFill>
        <p:spPr>
          <a:xfrm>
            <a:off x="5754815" y="5699379"/>
            <a:ext cx="61055" cy="71723"/>
          </a:xfrm>
          <a:prstGeom prst="rect"/>
          <a:ln w="0">
            <a:noFill/>
          </a:ln>
        </p:spPr>
      </p:pic>
      <p:sp>
        <p:nvSpPr>
          <p:cNvPr id="669" name="New shape"/>
          <p:cNvSpPr/>
          <p:nvPr/>
        </p:nvSpPr>
        <p:spPr>
          <a:xfrm>
            <a:off x="5765483" y="570852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0" name="New picture"/>
          <p:cNvPicPr/>
          <p:nvPr/>
        </p:nvPicPr>
        <p:blipFill>
          <a:blip r:embed="rId415"/>
          <a:srcRect/>
          <a:stretch>
            <a:fillRect/>
          </a:stretch>
        </p:blipFill>
        <p:spPr>
          <a:xfrm>
            <a:off x="5826537" y="5699379"/>
            <a:ext cx="50387" cy="71723"/>
          </a:xfrm>
          <a:prstGeom prst="rect"/>
          <a:ln w="0">
            <a:noFill/>
          </a:ln>
        </p:spPr>
      </p:pic>
      <p:sp>
        <p:nvSpPr>
          <p:cNvPr id="671" name="New shape"/>
          <p:cNvSpPr/>
          <p:nvPr/>
        </p:nvSpPr>
        <p:spPr>
          <a:xfrm>
            <a:off x="5928361" y="5675376"/>
            <a:ext cx="12192" cy="94488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2" name="New picture"/>
          <p:cNvPicPr/>
          <p:nvPr/>
        </p:nvPicPr>
        <p:blipFill>
          <a:blip r:embed="rId416"/>
          <a:srcRect/>
          <a:stretch>
            <a:fillRect/>
          </a:stretch>
        </p:blipFill>
        <p:spPr>
          <a:xfrm>
            <a:off x="5957888" y="5699379"/>
            <a:ext cx="62579" cy="71723"/>
          </a:xfrm>
          <a:prstGeom prst="rect"/>
          <a:ln w="0">
            <a:noFill/>
          </a:ln>
        </p:spPr>
      </p:pic>
      <p:sp>
        <p:nvSpPr>
          <p:cNvPr id="673" name="New shape"/>
          <p:cNvSpPr/>
          <p:nvPr/>
        </p:nvSpPr>
        <p:spPr>
          <a:xfrm>
            <a:off x="5970079" y="570852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4" name="New picture"/>
          <p:cNvPicPr/>
          <p:nvPr/>
        </p:nvPicPr>
        <p:blipFill>
          <a:blip r:embed="rId417"/>
          <a:srcRect/>
          <a:stretch>
            <a:fillRect/>
          </a:stretch>
        </p:blipFill>
        <p:spPr>
          <a:xfrm>
            <a:off x="6031135" y="5699379"/>
            <a:ext cx="50483" cy="71723"/>
          </a:xfrm>
          <a:prstGeom prst="rect"/>
          <a:ln w="0">
            <a:noFill/>
          </a:ln>
        </p:spPr>
      </p:pic>
      <p:pic>
        <p:nvPicPr>
          <p:cNvPr id="675" name="New picture"/>
          <p:cNvPicPr/>
          <p:nvPr/>
        </p:nvPicPr>
        <p:blipFill>
          <a:blip r:embed="rId418"/>
          <a:srcRect/>
          <a:stretch>
            <a:fillRect/>
          </a:stretch>
        </p:blipFill>
        <p:spPr>
          <a:xfrm>
            <a:off x="6121241" y="5702427"/>
            <a:ext cx="64198" cy="67151"/>
          </a:xfrm>
          <a:prstGeom prst="rect"/>
          <a:ln w="0">
            <a:noFill/>
          </a:ln>
        </p:spPr>
      </p:pic>
      <p:pic>
        <p:nvPicPr>
          <p:cNvPr id="676" name="New picture"/>
          <p:cNvPicPr/>
          <p:nvPr/>
        </p:nvPicPr>
        <p:blipFill>
          <a:blip r:embed="rId419"/>
          <a:srcRect/>
          <a:stretch>
            <a:fillRect/>
          </a:stretch>
        </p:blipFill>
        <p:spPr>
          <a:xfrm>
            <a:off x="6193060" y="5699379"/>
            <a:ext cx="61055" cy="71723"/>
          </a:xfrm>
          <a:prstGeom prst="rect"/>
          <a:ln w="0">
            <a:noFill/>
          </a:ln>
        </p:spPr>
      </p:pic>
      <p:sp>
        <p:nvSpPr>
          <p:cNvPr id="677" name="New shape"/>
          <p:cNvSpPr/>
          <p:nvPr/>
        </p:nvSpPr>
        <p:spPr>
          <a:xfrm>
            <a:off x="6203728" y="5708523"/>
            <a:ext cx="39719" cy="22860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78" name="New picture"/>
          <p:cNvPicPr/>
          <p:nvPr/>
        </p:nvPicPr>
        <p:blipFill>
          <a:blip r:embed="rId420"/>
          <a:srcRect/>
          <a:stretch>
            <a:fillRect/>
          </a:stretch>
        </p:blipFill>
        <p:spPr>
          <a:xfrm>
            <a:off x="6272499" y="5699379"/>
            <a:ext cx="36576" cy="70199"/>
          </a:xfrm>
          <a:prstGeom prst="rect"/>
          <a:ln w="0">
            <a:noFill/>
          </a:ln>
        </p:spPr>
      </p:pic>
      <p:pic>
        <p:nvPicPr>
          <p:cNvPr id="679" name="New picture"/>
          <p:cNvPicPr/>
          <p:nvPr/>
        </p:nvPicPr>
        <p:blipFill>
          <a:blip r:embed="rId421"/>
          <a:srcRect/>
          <a:stretch>
            <a:fillRect/>
          </a:stretch>
        </p:blipFill>
        <p:spPr>
          <a:xfrm>
            <a:off x="6313646" y="5699379"/>
            <a:ext cx="50387" cy="71723"/>
          </a:xfrm>
          <a:prstGeom prst="rect"/>
          <a:ln w="0">
            <a:noFill/>
          </a:ln>
        </p:spPr>
      </p:pic>
      <p:sp>
        <p:nvSpPr>
          <p:cNvPr id="680" name="New shape"/>
          <p:cNvSpPr/>
          <p:nvPr/>
        </p:nvSpPr>
        <p:spPr>
          <a:xfrm>
            <a:off x="6380893" y="5702427"/>
            <a:ext cx="12192" cy="67151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1" name="New picture"/>
          <p:cNvPicPr/>
          <p:nvPr/>
        </p:nvPicPr>
        <p:blipFill>
          <a:blip r:embed="rId422"/>
          <a:srcRect/>
          <a:stretch>
            <a:fillRect/>
          </a:stretch>
        </p:blipFill>
        <p:spPr>
          <a:xfrm>
            <a:off x="6379370" y="5671947"/>
            <a:ext cx="15240" cy="13716"/>
          </a:xfrm>
          <a:prstGeom prst="rect"/>
          <a:ln w="0">
            <a:noFill/>
          </a:ln>
        </p:spPr>
      </p:pic>
      <p:pic>
        <p:nvPicPr>
          <p:cNvPr id="682" name="New picture"/>
          <p:cNvPicPr/>
          <p:nvPr/>
        </p:nvPicPr>
        <p:blipFill>
          <a:blip r:embed="rId423"/>
          <a:srcRect/>
          <a:stretch>
            <a:fillRect/>
          </a:stretch>
        </p:blipFill>
        <p:spPr>
          <a:xfrm>
            <a:off x="6411372" y="5699379"/>
            <a:ext cx="67247" cy="71723"/>
          </a:xfrm>
          <a:prstGeom prst="rect"/>
          <a:ln w="0">
            <a:noFill/>
          </a:ln>
        </p:spPr>
      </p:pic>
      <p:sp>
        <p:nvSpPr>
          <p:cNvPr id="683" name="New shape"/>
          <p:cNvSpPr/>
          <p:nvPr/>
        </p:nvSpPr>
        <p:spPr>
          <a:xfrm>
            <a:off x="6422136" y="5708523"/>
            <a:ext cx="45815" cy="54959"/>
          </a:xfrm>
          <a:prstGeom prst="rect"/>
          <a:solidFill>
            <a:srgbClr val="33333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4" name="New picture"/>
          <p:cNvPicPr/>
          <p:nvPr/>
        </p:nvPicPr>
        <p:blipFill>
          <a:blip r:embed="rId424"/>
          <a:srcRect/>
          <a:stretch>
            <a:fillRect/>
          </a:stretch>
        </p:blipFill>
        <p:spPr>
          <a:xfrm>
            <a:off x="6496907" y="5699379"/>
            <a:ext cx="61055" cy="70199"/>
          </a:xfrm>
          <a:prstGeom prst="rect"/>
          <a:ln w="0">
            <a:noFill/>
          </a:ln>
        </p:spPr>
      </p:pic>
      <p:pic>
        <p:nvPicPr>
          <p:cNvPr id="685" name="New picture"/>
          <p:cNvPicPr/>
          <p:nvPr/>
        </p:nvPicPr>
        <p:blipFill>
          <a:blip r:embed="rId425"/>
          <a:srcRect/>
          <a:stretch>
            <a:fillRect/>
          </a:stretch>
        </p:blipFill>
        <p:spPr>
          <a:xfrm>
            <a:off x="6571774" y="5699379"/>
            <a:ext cx="50387" cy="71723"/>
          </a:xfrm>
          <a:prstGeom prst="rect"/>
          <a:ln w="0">
            <a:noFill/>
          </a:ln>
        </p:spPr>
      </p:pic>
      <p:sp>
        <p:nvSpPr>
          <p:cNvPr id="686" name="New shape"/>
          <p:cNvSpPr/>
          <p:nvPr/>
        </p:nvSpPr>
        <p:spPr>
          <a:xfrm>
            <a:off x="364236" y="8842248"/>
            <a:ext cx="6854952" cy="1507237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87" name="New picture"/>
          <p:cNvPicPr/>
          <p:nvPr/>
        </p:nvPicPr>
        <p:blipFill>
          <a:blip r:embed="rId426"/>
          <a:srcRect/>
          <a:stretch>
            <a:fillRect/>
          </a:stretch>
        </p:blipFill>
        <p:spPr>
          <a:xfrm>
            <a:off x="5663184" y="9209246"/>
            <a:ext cx="216789" cy="216694"/>
          </a:xfrm>
          <a:prstGeom prst="rect"/>
          <a:ln w="0">
            <a:noFill/>
          </a:ln>
        </p:spPr>
      </p:pic>
      <p:sp>
        <p:nvSpPr>
          <p:cNvPr id="688" name="New shape"/>
          <p:cNvSpPr/>
          <p:nvPr/>
        </p:nvSpPr>
        <p:spPr>
          <a:xfrm>
            <a:off x="5725763" y="9297828"/>
            <a:ext cx="19907" cy="6400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89" name="New shape"/>
          <p:cNvSpPr/>
          <p:nvPr/>
        </p:nvSpPr>
        <p:spPr>
          <a:xfrm>
            <a:off x="5724239" y="9267253"/>
            <a:ext cx="22955" cy="2286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0" name="New shape"/>
          <p:cNvSpPr/>
          <p:nvPr/>
        </p:nvSpPr>
        <p:spPr>
          <a:xfrm>
            <a:off x="5759387" y="9296304"/>
            <a:ext cx="61055" cy="6553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1" name="New shape"/>
          <p:cNvSpPr/>
          <p:nvPr/>
        </p:nvSpPr>
        <p:spPr>
          <a:xfrm>
            <a:off x="6235827" y="9259633"/>
            <a:ext cx="61055" cy="11753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2" name="New picture"/>
          <p:cNvPicPr/>
          <p:nvPr/>
        </p:nvPicPr>
        <p:blipFill>
          <a:blip r:embed="rId427"/>
          <a:srcRect/>
          <a:stretch>
            <a:fillRect/>
          </a:stretch>
        </p:blipFill>
        <p:spPr>
          <a:xfrm>
            <a:off x="6160960" y="9209246"/>
            <a:ext cx="216884" cy="216694"/>
          </a:xfrm>
          <a:prstGeom prst="rect"/>
          <a:ln w="0">
            <a:noFill/>
          </a:ln>
        </p:spPr>
      </p:pic>
      <p:pic>
        <p:nvPicPr>
          <p:cNvPr id="693" name="New picture"/>
          <p:cNvPicPr/>
          <p:nvPr/>
        </p:nvPicPr>
        <p:blipFill>
          <a:blip r:embed="rId428"/>
          <a:srcRect/>
          <a:stretch>
            <a:fillRect/>
          </a:stretch>
        </p:blipFill>
        <p:spPr>
          <a:xfrm>
            <a:off x="6658832" y="9209246"/>
            <a:ext cx="216788" cy="216694"/>
          </a:xfrm>
          <a:prstGeom prst="rect"/>
          <a:ln w="0">
            <a:noFill/>
          </a:ln>
        </p:spPr>
      </p:pic>
      <p:sp>
        <p:nvSpPr>
          <p:cNvPr id="694" name="New shape"/>
          <p:cNvSpPr/>
          <p:nvPr/>
        </p:nvSpPr>
        <p:spPr>
          <a:xfrm>
            <a:off x="6727507" y="9280969"/>
            <a:ext cx="80962" cy="7324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5" name="New shape"/>
          <p:cNvSpPr/>
          <p:nvPr/>
        </p:nvSpPr>
        <p:spPr>
          <a:xfrm>
            <a:off x="6741224" y="9288589"/>
            <a:ext cx="51911" cy="580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6" name="New picture"/>
          <p:cNvPicPr/>
          <p:nvPr/>
        </p:nvPicPr>
        <p:blipFill>
          <a:blip r:embed="rId429"/>
          <a:srcRect/>
          <a:stretch>
            <a:fillRect/>
          </a:stretch>
        </p:blipFill>
        <p:spPr>
          <a:xfrm>
            <a:off x="4858417" y="9760173"/>
            <a:ext cx="87059" cy="83915"/>
          </a:xfrm>
          <a:prstGeom prst="rect"/>
          <a:ln w="0">
            <a:noFill/>
          </a:ln>
        </p:spPr>
      </p:pic>
      <p:sp>
        <p:nvSpPr>
          <p:cNvPr id="697" name="New shape"/>
          <p:cNvSpPr/>
          <p:nvPr/>
        </p:nvSpPr>
        <p:spPr>
          <a:xfrm>
            <a:off x="4866036" y="9766269"/>
            <a:ext cx="73342" cy="7172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698" name="New shape"/>
          <p:cNvSpPr/>
          <p:nvPr/>
        </p:nvSpPr>
        <p:spPr>
          <a:xfrm>
            <a:off x="4879848" y="9776937"/>
            <a:ext cx="39624" cy="4886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99" name="New picture"/>
          <p:cNvPicPr/>
          <p:nvPr/>
        </p:nvPicPr>
        <p:blipFill>
          <a:blip r:embed="rId430"/>
          <a:srcRect/>
          <a:stretch>
            <a:fillRect/>
          </a:stretch>
        </p:blipFill>
        <p:spPr>
          <a:xfrm>
            <a:off x="4992815" y="9760173"/>
            <a:ext cx="68675" cy="83915"/>
          </a:xfrm>
          <a:prstGeom prst="rect"/>
          <a:ln w="0">
            <a:noFill/>
          </a:ln>
        </p:spPr>
      </p:pic>
      <p:pic>
        <p:nvPicPr>
          <p:cNvPr id="700" name="New picture"/>
          <p:cNvPicPr/>
          <p:nvPr/>
        </p:nvPicPr>
        <p:blipFill>
          <a:blip r:embed="rId431"/>
          <a:srcRect/>
          <a:stretch>
            <a:fillRect/>
          </a:stretch>
        </p:blipFill>
        <p:spPr>
          <a:xfrm>
            <a:off x="5066062" y="9783033"/>
            <a:ext cx="59627" cy="61055"/>
          </a:xfrm>
          <a:prstGeom prst="rect"/>
          <a:ln w="0">
            <a:noFill/>
          </a:ln>
        </p:spPr>
      </p:pic>
      <p:sp>
        <p:nvSpPr>
          <p:cNvPr id="701" name="New shape"/>
          <p:cNvSpPr/>
          <p:nvPr/>
        </p:nvSpPr>
        <p:spPr>
          <a:xfrm>
            <a:off x="5076825" y="9790654"/>
            <a:ext cx="38100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2" name="New picture"/>
          <p:cNvPicPr/>
          <p:nvPr/>
        </p:nvPicPr>
        <p:blipFill>
          <a:blip r:embed="rId432"/>
          <a:srcRect/>
          <a:stretch>
            <a:fillRect/>
          </a:stretch>
        </p:blipFill>
        <p:spPr>
          <a:xfrm>
            <a:off x="5140928" y="9783033"/>
            <a:ext cx="56483" cy="87058"/>
          </a:xfrm>
          <a:prstGeom prst="rect"/>
          <a:ln w="0">
            <a:noFill/>
          </a:ln>
        </p:spPr>
      </p:pic>
      <p:sp>
        <p:nvSpPr>
          <p:cNvPr id="703" name="New shape"/>
          <p:cNvSpPr/>
          <p:nvPr/>
        </p:nvSpPr>
        <p:spPr>
          <a:xfrm>
            <a:off x="5150072" y="9790654"/>
            <a:ext cx="36671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4" name="New picture"/>
          <p:cNvPicPr/>
          <p:nvPr/>
        </p:nvPicPr>
        <p:blipFill>
          <a:blip r:embed="rId433"/>
          <a:srcRect/>
          <a:stretch>
            <a:fillRect/>
          </a:stretch>
        </p:blipFill>
        <p:spPr>
          <a:xfrm>
            <a:off x="5201984" y="9784556"/>
            <a:ext cx="53435" cy="87059"/>
          </a:xfrm>
          <a:prstGeom prst="rect"/>
          <a:ln w="0">
            <a:noFill/>
          </a:ln>
        </p:spPr>
      </p:pic>
      <p:pic>
        <p:nvPicPr>
          <p:cNvPr id="705" name="New picture"/>
          <p:cNvPicPr/>
          <p:nvPr/>
        </p:nvPicPr>
        <p:blipFill>
          <a:blip r:embed="rId434"/>
          <a:srcRect/>
          <a:stretch>
            <a:fillRect/>
          </a:stretch>
        </p:blipFill>
        <p:spPr>
          <a:xfrm>
            <a:off x="5266182" y="9783032"/>
            <a:ext cx="30480" cy="59531"/>
          </a:xfrm>
          <a:prstGeom prst="rect"/>
          <a:ln w="0">
            <a:noFill/>
          </a:ln>
        </p:spPr>
      </p:pic>
      <p:sp>
        <p:nvSpPr>
          <p:cNvPr id="706" name="New shape"/>
          <p:cNvSpPr/>
          <p:nvPr/>
        </p:nvSpPr>
        <p:spPr>
          <a:xfrm>
            <a:off x="5308853" y="9784556"/>
            <a:ext cx="9239" cy="580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07" name="New picture"/>
          <p:cNvPicPr/>
          <p:nvPr/>
        </p:nvPicPr>
        <p:blipFill>
          <a:blip r:embed="rId435"/>
          <a:srcRect/>
          <a:stretch>
            <a:fillRect/>
          </a:stretch>
        </p:blipFill>
        <p:spPr>
          <a:xfrm>
            <a:off x="5307330" y="9758649"/>
            <a:ext cx="12287" cy="12192"/>
          </a:xfrm>
          <a:prstGeom prst="rect"/>
          <a:ln w="0">
            <a:noFill/>
          </a:ln>
        </p:spPr>
      </p:pic>
      <p:pic>
        <p:nvPicPr>
          <p:cNvPr id="708" name="New picture"/>
          <p:cNvPicPr/>
          <p:nvPr/>
        </p:nvPicPr>
        <p:blipFill>
          <a:blip r:embed="rId436"/>
          <a:srcRect/>
          <a:stretch>
            <a:fillRect/>
          </a:stretch>
        </p:blipFill>
        <p:spPr>
          <a:xfrm>
            <a:off x="5330285" y="9783031"/>
            <a:ext cx="58007" cy="88583"/>
          </a:xfrm>
          <a:prstGeom prst="rect"/>
          <a:ln w="0">
            <a:noFill/>
          </a:ln>
        </p:spPr>
      </p:pic>
      <p:sp>
        <p:nvSpPr>
          <p:cNvPr id="709" name="New shape"/>
          <p:cNvSpPr/>
          <p:nvPr/>
        </p:nvSpPr>
        <p:spPr>
          <a:xfrm>
            <a:off x="5342477" y="9790652"/>
            <a:ext cx="30575" cy="2752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10" name="New shape"/>
          <p:cNvSpPr/>
          <p:nvPr/>
        </p:nvSpPr>
        <p:spPr>
          <a:xfrm>
            <a:off x="5339429" y="9842563"/>
            <a:ext cx="38195" cy="214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1" name="New picture"/>
          <p:cNvPicPr/>
          <p:nvPr/>
        </p:nvPicPr>
        <p:blipFill>
          <a:blip r:embed="rId437"/>
          <a:srcRect/>
          <a:stretch>
            <a:fillRect/>
          </a:stretch>
        </p:blipFill>
        <p:spPr>
          <a:xfrm>
            <a:off x="5402008" y="9761696"/>
            <a:ext cx="50387" cy="80867"/>
          </a:xfrm>
          <a:prstGeom prst="rect"/>
          <a:ln w="0">
            <a:noFill/>
          </a:ln>
        </p:spPr>
      </p:pic>
      <p:pic>
        <p:nvPicPr>
          <p:cNvPr id="712" name="New picture"/>
          <p:cNvPicPr/>
          <p:nvPr/>
        </p:nvPicPr>
        <p:blipFill>
          <a:blip r:embed="rId438"/>
          <a:srcRect/>
          <a:stretch>
            <a:fillRect/>
          </a:stretch>
        </p:blipFill>
        <p:spPr>
          <a:xfrm>
            <a:off x="5463159" y="9766269"/>
            <a:ext cx="36576" cy="77819"/>
          </a:xfrm>
          <a:prstGeom prst="rect"/>
          <a:ln w="0">
            <a:noFill/>
          </a:ln>
        </p:spPr>
      </p:pic>
      <p:pic>
        <p:nvPicPr>
          <p:cNvPr id="713" name="New picture"/>
          <p:cNvPicPr/>
          <p:nvPr/>
        </p:nvPicPr>
        <p:blipFill>
          <a:blip r:embed="rId439"/>
          <a:srcRect/>
          <a:stretch>
            <a:fillRect/>
          </a:stretch>
        </p:blipFill>
        <p:spPr>
          <a:xfrm>
            <a:off x="5537930" y="9760172"/>
            <a:ext cx="58007" cy="82391"/>
          </a:xfrm>
          <a:prstGeom prst="rect"/>
          <a:ln w="0">
            <a:noFill/>
          </a:ln>
        </p:spPr>
      </p:pic>
      <p:pic>
        <p:nvPicPr>
          <p:cNvPr id="714" name="New picture"/>
          <p:cNvPicPr/>
          <p:nvPr/>
        </p:nvPicPr>
        <p:blipFill>
          <a:blip r:embed="rId440"/>
          <a:srcRect/>
          <a:stretch>
            <a:fillRect/>
          </a:stretch>
        </p:blipFill>
        <p:spPr>
          <a:xfrm>
            <a:off x="5608224" y="9760173"/>
            <a:ext cx="59531" cy="83915"/>
          </a:xfrm>
          <a:prstGeom prst="rect"/>
          <a:ln w="0">
            <a:noFill/>
          </a:ln>
        </p:spPr>
      </p:pic>
      <p:sp>
        <p:nvSpPr>
          <p:cNvPr id="715" name="New shape"/>
          <p:cNvSpPr/>
          <p:nvPr/>
        </p:nvSpPr>
        <p:spPr>
          <a:xfrm>
            <a:off x="5617368" y="9767793"/>
            <a:ext cx="39719" cy="6867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6" name="New picture"/>
          <p:cNvPicPr/>
          <p:nvPr/>
        </p:nvPicPr>
        <p:blipFill>
          <a:blip r:embed="rId441"/>
          <a:srcRect/>
          <a:stretch>
            <a:fillRect/>
          </a:stretch>
        </p:blipFill>
        <p:spPr>
          <a:xfrm>
            <a:off x="5678424" y="9760172"/>
            <a:ext cx="58007" cy="82391"/>
          </a:xfrm>
          <a:prstGeom prst="rect"/>
          <a:ln w="0">
            <a:noFill/>
          </a:ln>
        </p:spPr>
      </p:pic>
      <p:pic>
        <p:nvPicPr>
          <p:cNvPr id="717" name="New picture"/>
          <p:cNvPicPr/>
          <p:nvPr/>
        </p:nvPicPr>
        <p:blipFill>
          <a:blip r:embed="rId442"/>
          <a:srcRect/>
          <a:stretch>
            <a:fillRect/>
          </a:stretch>
        </p:blipFill>
        <p:spPr>
          <a:xfrm>
            <a:off x="5748718" y="9760172"/>
            <a:ext cx="59531" cy="83916"/>
          </a:xfrm>
          <a:prstGeom prst="rect"/>
          <a:ln w="0">
            <a:noFill/>
          </a:ln>
        </p:spPr>
      </p:pic>
      <p:sp>
        <p:nvSpPr>
          <p:cNvPr id="718" name="New shape"/>
          <p:cNvSpPr/>
          <p:nvPr/>
        </p:nvSpPr>
        <p:spPr>
          <a:xfrm>
            <a:off x="5757862" y="9796843"/>
            <a:ext cx="39719" cy="3962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9" name="New picture"/>
          <p:cNvPicPr/>
          <p:nvPr/>
        </p:nvPicPr>
        <p:blipFill>
          <a:blip r:embed="rId443"/>
          <a:srcRect/>
          <a:stretch>
            <a:fillRect/>
          </a:stretch>
        </p:blipFill>
        <p:spPr>
          <a:xfrm>
            <a:off x="5846445" y="9760173"/>
            <a:ext cx="56483" cy="83915"/>
          </a:xfrm>
          <a:prstGeom prst="rect"/>
          <a:ln w="0">
            <a:noFill/>
          </a:ln>
        </p:spPr>
      </p:pic>
      <p:pic>
        <p:nvPicPr>
          <p:cNvPr id="720" name="New picture"/>
          <p:cNvPicPr/>
          <p:nvPr/>
        </p:nvPicPr>
        <p:blipFill>
          <a:blip r:embed="rId444"/>
          <a:srcRect/>
          <a:stretch>
            <a:fillRect/>
          </a:stretch>
        </p:blipFill>
        <p:spPr>
          <a:xfrm>
            <a:off x="5912072" y="9783032"/>
            <a:ext cx="48863" cy="61055"/>
          </a:xfrm>
          <a:prstGeom prst="rect"/>
          <a:ln w="0">
            <a:noFill/>
          </a:ln>
        </p:spPr>
      </p:pic>
      <p:sp>
        <p:nvSpPr>
          <p:cNvPr id="721" name="New shape"/>
          <p:cNvSpPr/>
          <p:nvPr/>
        </p:nvSpPr>
        <p:spPr>
          <a:xfrm>
            <a:off x="5922741" y="9813607"/>
            <a:ext cx="29051" cy="2286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22" name="New shape"/>
          <p:cNvSpPr/>
          <p:nvPr/>
        </p:nvSpPr>
        <p:spPr>
          <a:xfrm>
            <a:off x="5978652" y="9759696"/>
            <a:ext cx="10668" cy="8229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3" name="New picture"/>
          <p:cNvPicPr/>
          <p:nvPr/>
        </p:nvPicPr>
        <p:blipFill>
          <a:blip r:embed="rId445"/>
          <a:srcRect/>
          <a:stretch>
            <a:fillRect/>
          </a:stretch>
        </p:blipFill>
        <p:spPr>
          <a:xfrm>
            <a:off x="6005226" y="9783032"/>
            <a:ext cx="53435" cy="61055"/>
          </a:xfrm>
          <a:prstGeom prst="rect"/>
          <a:ln w="0">
            <a:noFill/>
          </a:ln>
        </p:spPr>
      </p:pic>
      <p:sp>
        <p:nvSpPr>
          <p:cNvPr id="724" name="New shape"/>
          <p:cNvSpPr/>
          <p:nvPr/>
        </p:nvSpPr>
        <p:spPr>
          <a:xfrm>
            <a:off x="6015895" y="9790652"/>
            <a:ext cx="33623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5" name="New picture"/>
          <p:cNvPicPr/>
          <p:nvPr/>
        </p:nvPicPr>
        <p:blipFill>
          <a:blip r:embed="rId446"/>
          <a:srcRect/>
          <a:stretch>
            <a:fillRect/>
          </a:stretch>
        </p:blipFill>
        <p:spPr>
          <a:xfrm>
            <a:off x="6067806" y="9783032"/>
            <a:ext cx="42767" cy="61055"/>
          </a:xfrm>
          <a:prstGeom prst="rect"/>
          <a:ln w="0">
            <a:noFill/>
          </a:ln>
        </p:spPr>
      </p:pic>
      <p:pic>
        <p:nvPicPr>
          <p:cNvPr id="726" name="New picture"/>
          <p:cNvPicPr/>
          <p:nvPr/>
        </p:nvPicPr>
        <p:blipFill>
          <a:blip r:embed="rId447"/>
          <a:srcRect/>
          <a:stretch>
            <a:fillRect/>
          </a:stretch>
        </p:blipFill>
        <p:spPr>
          <a:xfrm>
            <a:off x="6118193" y="9760172"/>
            <a:ext cx="39719" cy="82391"/>
          </a:xfrm>
          <a:prstGeom prst="rect"/>
          <a:ln w="0">
            <a:noFill/>
          </a:ln>
        </p:spPr>
      </p:pic>
      <p:pic>
        <p:nvPicPr>
          <p:cNvPr id="727" name="New picture"/>
          <p:cNvPicPr/>
          <p:nvPr/>
        </p:nvPicPr>
        <p:blipFill>
          <a:blip r:embed="rId448"/>
          <a:srcRect/>
          <a:stretch>
            <a:fillRect/>
          </a:stretch>
        </p:blipFill>
        <p:spPr>
          <a:xfrm>
            <a:off x="6159436" y="9783033"/>
            <a:ext cx="58007" cy="61055"/>
          </a:xfrm>
          <a:prstGeom prst="rect"/>
          <a:ln w="0">
            <a:noFill/>
          </a:ln>
        </p:spPr>
      </p:pic>
      <p:sp>
        <p:nvSpPr>
          <p:cNvPr id="728" name="New shape"/>
          <p:cNvSpPr/>
          <p:nvPr/>
        </p:nvSpPr>
        <p:spPr>
          <a:xfrm>
            <a:off x="6170104" y="9790654"/>
            <a:ext cx="38195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29" name="New picture"/>
          <p:cNvPicPr/>
          <p:nvPr/>
        </p:nvPicPr>
        <p:blipFill>
          <a:blip r:embed="rId449"/>
          <a:srcRect/>
          <a:stretch>
            <a:fillRect/>
          </a:stretch>
        </p:blipFill>
        <p:spPr>
          <a:xfrm>
            <a:off x="6232779" y="9783032"/>
            <a:ext cx="32004" cy="59531"/>
          </a:xfrm>
          <a:prstGeom prst="rect"/>
          <a:ln w="0">
            <a:noFill/>
          </a:ln>
        </p:spPr>
      </p:pic>
      <p:pic>
        <p:nvPicPr>
          <p:cNvPr id="730" name="New picture"/>
          <p:cNvPicPr/>
          <p:nvPr/>
        </p:nvPicPr>
        <p:blipFill>
          <a:blip r:embed="rId450"/>
          <a:srcRect/>
          <a:stretch>
            <a:fillRect/>
          </a:stretch>
        </p:blipFill>
        <p:spPr>
          <a:xfrm>
            <a:off x="6269355" y="9783032"/>
            <a:ext cx="48863" cy="61055"/>
          </a:xfrm>
          <a:prstGeom prst="rect"/>
          <a:ln w="0">
            <a:noFill/>
          </a:ln>
        </p:spPr>
      </p:pic>
      <p:pic>
        <p:nvPicPr>
          <p:cNvPr id="731" name="New picture"/>
          <p:cNvPicPr/>
          <p:nvPr/>
        </p:nvPicPr>
        <p:blipFill>
          <a:blip r:embed="rId451"/>
          <a:srcRect/>
          <a:stretch>
            <a:fillRect/>
          </a:stretch>
        </p:blipFill>
        <p:spPr>
          <a:xfrm>
            <a:off x="6325933" y="9783032"/>
            <a:ext cx="53435" cy="61055"/>
          </a:xfrm>
          <a:prstGeom prst="rect"/>
          <a:ln w="0">
            <a:noFill/>
          </a:ln>
        </p:spPr>
      </p:pic>
      <p:sp>
        <p:nvSpPr>
          <p:cNvPr id="732" name="New shape"/>
          <p:cNvSpPr/>
          <p:nvPr/>
        </p:nvSpPr>
        <p:spPr>
          <a:xfrm>
            <a:off x="6335078" y="9790652"/>
            <a:ext cx="35147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33" name="New picture"/>
          <p:cNvPicPr/>
          <p:nvPr/>
        </p:nvPicPr>
        <p:blipFill>
          <a:blip r:embed="rId452"/>
          <a:srcRect/>
          <a:stretch>
            <a:fillRect/>
          </a:stretch>
        </p:blipFill>
        <p:spPr>
          <a:xfrm>
            <a:off x="6390037" y="9830371"/>
            <a:ext cx="15240" cy="32100"/>
          </a:xfrm>
          <a:prstGeom prst="rect"/>
          <a:ln w="0">
            <a:noFill/>
          </a:ln>
        </p:spPr>
      </p:pic>
      <p:pic>
        <p:nvPicPr>
          <p:cNvPr id="734" name="New picture"/>
          <p:cNvPicPr/>
          <p:nvPr/>
        </p:nvPicPr>
        <p:blipFill>
          <a:blip r:embed="rId453"/>
          <a:srcRect/>
          <a:stretch>
            <a:fillRect/>
          </a:stretch>
        </p:blipFill>
        <p:spPr>
          <a:xfrm>
            <a:off x="6451092" y="9761697"/>
            <a:ext cx="29051" cy="80867"/>
          </a:xfrm>
          <a:prstGeom prst="rect"/>
          <a:ln w="0">
            <a:noFill/>
          </a:ln>
        </p:spPr>
      </p:pic>
      <p:pic>
        <p:nvPicPr>
          <p:cNvPr id="735" name="New picture"/>
          <p:cNvPicPr/>
          <p:nvPr/>
        </p:nvPicPr>
        <p:blipFill>
          <a:blip r:embed="rId454"/>
          <a:srcRect/>
          <a:stretch>
            <a:fillRect/>
          </a:stretch>
        </p:blipFill>
        <p:spPr>
          <a:xfrm>
            <a:off x="6495383" y="9783032"/>
            <a:ext cx="51912" cy="59531"/>
          </a:xfrm>
          <a:prstGeom prst="rect"/>
          <a:ln w="0">
            <a:noFill/>
          </a:ln>
        </p:spPr>
      </p:pic>
      <p:pic>
        <p:nvPicPr>
          <p:cNvPr id="736" name="New picture"/>
          <p:cNvPicPr/>
          <p:nvPr/>
        </p:nvPicPr>
        <p:blipFill>
          <a:blip r:embed="rId455"/>
          <a:srcRect/>
          <a:stretch>
            <a:fillRect/>
          </a:stretch>
        </p:blipFill>
        <p:spPr>
          <a:xfrm>
            <a:off x="6562630" y="9783032"/>
            <a:ext cx="48864" cy="61055"/>
          </a:xfrm>
          <a:prstGeom prst="rect"/>
          <a:ln w="0">
            <a:noFill/>
          </a:ln>
        </p:spPr>
      </p:pic>
      <p:pic>
        <p:nvPicPr>
          <p:cNvPr id="737" name="New picture"/>
          <p:cNvPicPr/>
          <p:nvPr/>
        </p:nvPicPr>
        <p:blipFill>
          <a:blip r:embed="rId456"/>
          <a:srcRect/>
          <a:stretch>
            <a:fillRect/>
          </a:stretch>
        </p:blipFill>
        <p:spPr>
          <a:xfrm>
            <a:off x="6623686" y="9830371"/>
            <a:ext cx="13716" cy="13715"/>
          </a:xfrm>
          <a:prstGeom prst="rect"/>
          <a:ln w="0">
            <a:noFill/>
          </a:ln>
        </p:spPr>
      </p:pic>
      <p:pic>
        <p:nvPicPr>
          <p:cNvPr id="738" name="New picture"/>
          <p:cNvPicPr/>
          <p:nvPr/>
        </p:nvPicPr>
        <p:blipFill>
          <a:blip r:embed="rId457"/>
          <a:srcRect/>
          <a:stretch>
            <a:fillRect/>
          </a:stretch>
        </p:blipFill>
        <p:spPr>
          <a:xfrm>
            <a:off x="6675596" y="9761697"/>
            <a:ext cx="62579" cy="80867"/>
          </a:xfrm>
          <a:prstGeom prst="rect"/>
          <a:ln w="0">
            <a:noFill/>
          </a:ln>
        </p:spPr>
      </p:pic>
      <p:pic>
        <p:nvPicPr>
          <p:cNvPr id="739" name="New picture"/>
          <p:cNvPicPr/>
          <p:nvPr/>
        </p:nvPicPr>
        <p:blipFill>
          <a:blip r:embed="rId458"/>
          <a:srcRect/>
          <a:stretch>
            <a:fillRect/>
          </a:stretch>
        </p:blipFill>
        <p:spPr>
          <a:xfrm>
            <a:off x="6736651" y="9783033"/>
            <a:ext cx="58007" cy="61055"/>
          </a:xfrm>
          <a:prstGeom prst="rect"/>
          <a:ln w="0">
            <a:noFill/>
          </a:ln>
        </p:spPr>
      </p:pic>
      <p:sp>
        <p:nvSpPr>
          <p:cNvPr id="740" name="New shape"/>
          <p:cNvSpPr/>
          <p:nvPr/>
        </p:nvSpPr>
        <p:spPr>
          <a:xfrm>
            <a:off x="6745795" y="9790654"/>
            <a:ext cx="38195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1" name="New picture"/>
          <p:cNvPicPr/>
          <p:nvPr/>
        </p:nvPicPr>
        <p:blipFill>
          <a:blip r:embed="rId459"/>
          <a:srcRect/>
          <a:stretch>
            <a:fillRect/>
          </a:stretch>
        </p:blipFill>
        <p:spPr>
          <a:xfrm>
            <a:off x="6809994" y="9784555"/>
            <a:ext cx="51912" cy="59531"/>
          </a:xfrm>
          <a:prstGeom prst="rect"/>
          <a:ln w="0">
            <a:noFill/>
          </a:ln>
        </p:spPr>
      </p:pic>
      <p:pic>
        <p:nvPicPr>
          <p:cNvPr id="742" name="New picture"/>
          <p:cNvPicPr/>
          <p:nvPr/>
        </p:nvPicPr>
        <p:blipFill>
          <a:blip r:embed="rId460"/>
          <a:srcRect/>
          <a:stretch>
            <a:fillRect/>
          </a:stretch>
        </p:blipFill>
        <p:spPr>
          <a:xfrm>
            <a:off x="6872574" y="9783032"/>
            <a:ext cx="42767" cy="61055"/>
          </a:xfrm>
          <a:prstGeom prst="rect"/>
          <a:ln w="0">
            <a:noFill/>
          </a:ln>
        </p:spPr>
      </p:pic>
      <p:pic>
        <p:nvPicPr>
          <p:cNvPr id="743" name="New picture"/>
          <p:cNvPicPr/>
          <p:nvPr/>
        </p:nvPicPr>
        <p:blipFill>
          <a:blip r:embed="rId461"/>
          <a:srcRect/>
          <a:stretch>
            <a:fillRect/>
          </a:stretch>
        </p:blipFill>
        <p:spPr>
          <a:xfrm>
            <a:off x="4853845" y="9932670"/>
            <a:ext cx="56483" cy="83915"/>
          </a:xfrm>
          <a:prstGeom prst="rect"/>
          <a:ln w="0">
            <a:noFill/>
          </a:ln>
        </p:spPr>
      </p:pic>
      <p:sp>
        <p:nvSpPr>
          <p:cNvPr id="744" name="New shape"/>
          <p:cNvSpPr/>
          <p:nvPr/>
        </p:nvSpPr>
        <p:spPr>
          <a:xfrm>
            <a:off x="4864513" y="9961625"/>
            <a:ext cx="35147" cy="4581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5" name="New picture"/>
          <p:cNvPicPr/>
          <p:nvPr/>
        </p:nvPicPr>
        <p:blipFill>
          <a:blip r:embed="rId462"/>
          <a:srcRect/>
          <a:stretch>
            <a:fillRect/>
          </a:stretch>
        </p:blipFill>
        <p:spPr>
          <a:xfrm>
            <a:off x="4928711" y="9954006"/>
            <a:ext cx="32004" cy="61055"/>
          </a:xfrm>
          <a:prstGeom prst="rect"/>
          <a:ln w="0">
            <a:noFill/>
          </a:ln>
        </p:spPr>
      </p:pic>
      <p:pic>
        <p:nvPicPr>
          <p:cNvPr id="746" name="New picture"/>
          <p:cNvPicPr/>
          <p:nvPr/>
        </p:nvPicPr>
        <p:blipFill>
          <a:blip r:embed="rId463"/>
          <a:srcRect/>
          <a:stretch>
            <a:fillRect/>
          </a:stretch>
        </p:blipFill>
        <p:spPr>
          <a:xfrm>
            <a:off x="4965287" y="9954006"/>
            <a:ext cx="58103" cy="62580"/>
          </a:xfrm>
          <a:prstGeom prst="rect"/>
          <a:ln w="0">
            <a:noFill/>
          </a:ln>
        </p:spPr>
      </p:pic>
      <p:sp>
        <p:nvSpPr>
          <p:cNvPr id="747" name="New shape"/>
          <p:cNvSpPr/>
          <p:nvPr/>
        </p:nvSpPr>
        <p:spPr>
          <a:xfrm>
            <a:off x="4976051" y="9961626"/>
            <a:ext cx="38100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48" name="New shape"/>
          <p:cNvSpPr/>
          <p:nvPr/>
        </p:nvSpPr>
        <p:spPr>
          <a:xfrm>
            <a:off x="5040154" y="9955530"/>
            <a:ext cx="9144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49" name="New picture"/>
          <p:cNvPicPr/>
          <p:nvPr/>
        </p:nvPicPr>
        <p:blipFill>
          <a:blip r:embed="rId464"/>
          <a:srcRect/>
          <a:stretch>
            <a:fillRect/>
          </a:stretch>
        </p:blipFill>
        <p:spPr>
          <a:xfrm>
            <a:off x="5038630" y="9929526"/>
            <a:ext cx="12192" cy="12287"/>
          </a:xfrm>
          <a:prstGeom prst="rect"/>
          <a:ln w="0">
            <a:noFill/>
          </a:ln>
        </p:spPr>
      </p:pic>
      <p:pic>
        <p:nvPicPr>
          <p:cNvPr id="750" name="New picture"/>
          <p:cNvPicPr/>
          <p:nvPr/>
        </p:nvPicPr>
        <p:blipFill>
          <a:blip r:embed="rId465"/>
          <a:srcRect/>
          <a:stretch>
            <a:fillRect/>
          </a:stretch>
        </p:blipFill>
        <p:spPr>
          <a:xfrm>
            <a:off x="5061490" y="9938765"/>
            <a:ext cx="35147" cy="77819"/>
          </a:xfrm>
          <a:prstGeom prst="rect"/>
          <a:ln w="0">
            <a:noFill/>
          </a:ln>
        </p:spPr>
      </p:pic>
      <p:pic>
        <p:nvPicPr>
          <p:cNvPr id="751" name="New picture"/>
          <p:cNvPicPr/>
          <p:nvPr/>
        </p:nvPicPr>
        <p:blipFill>
          <a:blip r:embed="rId466"/>
          <a:srcRect/>
          <a:stretch>
            <a:fillRect/>
          </a:stretch>
        </p:blipFill>
        <p:spPr>
          <a:xfrm>
            <a:off x="5104257" y="9954006"/>
            <a:ext cx="42767" cy="62579"/>
          </a:xfrm>
          <a:prstGeom prst="rect"/>
          <a:ln w="0">
            <a:noFill/>
          </a:ln>
        </p:spPr>
      </p:pic>
      <p:pic>
        <p:nvPicPr>
          <p:cNvPr id="752" name="New picture"/>
          <p:cNvPicPr/>
          <p:nvPr/>
        </p:nvPicPr>
        <p:blipFill>
          <a:blip r:embed="rId467"/>
          <a:srcRect/>
          <a:stretch>
            <a:fillRect/>
          </a:stretch>
        </p:blipFill>
        <p:spPr>
          <a:xfrm>
            <a:off x="5191316" y="9954006"/>
            <a:ext cx="30575" cy="61055"/>
          </a:xfrm>
          <a:prstGeom prst="rect"/>
          <a:ln w="0">
            <a:noFill/>
          </a:ln>
        </p:spPr>
      </p:pic>
      <p:pic>
        <p:nvPicPr>
          <p:cNvPr id="753" name="New picture"/>
          <p:cNvPicPr/>
          <p:nvPr/>
        </p:nvPicPr>
        <p:blipFill>
          <a:blip r:embed="rId468"/>
          <a:srcRect/>
          <a:stretch>
            <a:fillRect/>
          </a:stretch>
        </p:blipFill>
        <p:spPr>
          <a:xfrm>
            <a:off x="5226462" y="9954006"/>
            <a:ext cx="53435" cy="62579"/>
          </a:xfrm>
          <a:prstGeom prst="rect"/>
          <a:ln w="0">
            <a:noFill/>
          </a:ln>
        </p:spPr>
      </p:pic>
      <p:sp>
        <p:nvSpPr>
          <p:cNvPr id="754" name="New shape"/>
          <p:cNvSpPr/>
          <p:nvPr/>
        </p:nvSpPr>
        <p:spPr>
          <a:xfrm>
            <a:off x="5237131" y="9961626"/>
            <a:ext cx="33623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55" name="New shape"/>
          <p:cNvSpPr/>
          <p:nvPr/>
        </p:nvSpPr>
        <p:spPr>
          <a:xfrm>
            <a:off x="5244751" y="9928003"/>
            <a:ext cx="22955" cy="199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6" name="New picture"/>
          <p:cNvPicPr/>
          <p:nvPr/>
        </p:nvPicPr>
        <p:blipFill>
          <a:blip r:embed="rId469"/>
          <a:srcRect/>
          <a:stretch>
            <a:fillRect/>
          </a:stretch>
        </p:blipFill>
        <p:spPr>
          <a:xfrm>
            <a:off x="5289042" y="9954006"/>
            <a:ext cx="42767" cy="62579"/>
          </a:xfrm>
          <a:prstGeom prst="rect"/>
          <a:ln w="0">
            <a:noFill/>
          </a:ln>
        </p:spPr>
      </p:pic>
      <p:pic>
        <p:nvPicPr>
          <p:cNvPr id="757" name="New picture"/>
          <p:cNvPicPr/>
          <p:nvPr/>
        </p:nvPicPr>
        <p:blipFill>
          <a:blip r:embed="rId470"/>
          <a:srcRect/>
          <a:stretch>
            <a:fillRect/>
          </a:stretch>
        </p:blipFill>
        <p:spPr>
          <a:xfrm>
            <a:off x="5342477" y="9954006"/>
            <a:ext cx="53435" cy="62579"/>
          </a:xfrm>
          <a:prstGeom prst="rect"/>
          <a:ln w="0">
            <a:noFill/>
          </a:ln>
        </p:spPr>
      </p:pic>
      <p:sp>
        <p:nvSpPr>
          <p:cNvPr id="758" name="New shape"/>
          <p:cNvSpPr/>
          <p:nvPr/>
        </p:nvSpPr>
        <p:spPr>
          <a:xfrm>
            <a:off x="5353145" y="9961626"/>
            <a:ext cx="33623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9" name="New picture"/>
          <p:cNvPicPr/>
          <p:nvPr/>
        </p:nvPicPr>
        <p:blipFill>
          <a:blip r:embed="rId471"/>
          <a:srcRect/>
          <a:stretch>
            <a:fillRect/>
          </a:stretch>
        </p:blipFill>
        <p:spPr>
          <a:xfrm>
            <a:off x="5411248" y="9954006"/>
            <a:ext cx="32004" cy="61055"/>
          </a:xfrm>
          <a:prstGeom prst="rect"/>
          <a:ln w="0">
            <a:noFill/>
          </a:ln>
        </p:spPr>
      </p:pic>
      <p:pic>
        <p:nvPicPr>
          <p:cNvPr id="760" name="New picture"/>
          <p:cNvPicPr/>
          <p:nvPr/>
        </p:nvPicPr>
        <p:blipFill>
          <a:blip r:embed="rId472"/>
          <a:srcRect/>
          <a:stretch>
            <a:fillRect/>
          </a:stretch>
        </p:blipFill>
        <p:spPr>
          <a:xfrm>
            <a:off x="5446299" y="9955530"/>
            <a:ext cx="54959" cy="59531"/>
          </a:xfrm>
          <a:prstGeom prst="rect"/>
          <a:ln w="0">
            <a:noFill/>
          </a:ln>
        </p:spPr>
      </p:pic>
      <p:pic>
        <p:nvPicPr>
          <p:cNvPr id="761" name="New picture"/>
          <p:cNvPicPr/>
          <p:nvPr/>
        </p:nvPicPr>
        <p:blipFill>
          <a:blip r:embed="rId473"/>
          <a:srcRect/>
          <a:stretch>
            <a:fillRect/>
          </a:stretch>
        </p:blipFill>
        <p:spPr>
          <a:xfrm>
            <a:off x="5507450" y="9954006"/>
            <a:ext cx="53435" cy="62579"/>
          </a:xfrm>
          <a:prstGeom prst="rect"/>
          <a:ln w="0">
            <a:noFill/>
          </a:ln>
        </p:spPr>
      </p:pic>
      <p:sp>
        <p:nvSpPr>
          <p:cNvPr id="762" name="New shape"/>
          <p:cNvSpPr/>
          <p:nvPr/>
        </p:nvSpPr>
        <p:spPr>
          <a:xfrm>
            <a:off x="5518118" y="9961626"/>
            <a:ext cx="33623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63" name="New shape"/>
          <p:cNvSpPr/>
          <p:nvPr/>
        </p:nvSpPr>
        <p:spPr>
          <a:xfrm>
            <a:off x="5525738" y="9928003"/>
            <a:ext cx="22860" cy="199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4" name="New picture"/>
          <p:cNvPicPr/>
          <p:nvPr/>
        </p:nvPicPr>
        <p:blipFill>
          <a:blip r:embed="rId474"/>
          <a:srcRect/>
          <a:stretch>
            <a:fillRect/>
          </a:stretch>
        </p:blipFill>
        <p:spPr>
          <a:xfrm>
            <a:off x="5570029" y="9954006"/>
            <a:ext cx="42767" cy="62579"/>
          </a:xfrm>
          <a:prstGeom prst="rect"/>
          <a:ln w="0">
            <a:noFill/>
          </a:ln>
        </p:spPr>
      </p:pic>
      <p:pic>
        <p:nvPicPr>
          <p:cNvPr id="765" name="New picture"/>
          <p:cNvPicPr/>
          <p:nvPr/>
        </p:nvPicPr>
        <p:blipFill>
          <a:blip r:embed="rId475"/>
          <a:srcRect/>
          <a:stretch>
            <a:fillRect/>
          </a:stretch>
        </p:blipFill>
        <p:spPr>
          <a:xfrm>
            <a:off x="5626513" y="10002774"/>
            <a:ext cx="12192" cy="12287"/>
          </a:xfrm>
          <a:prstGeom prst="rect"/>
          <a:ln w="0">
            <a:noFill/>
          </a:ln>
        </p:spPr>
      </p:pic>
      <p:pic>
        <p:nvPicPr>
          <p:cNvPr id="766" name="New picture"/>
          <p:cNvPicPr/>
          <p:nvPr/>
        </p:nvPicPr>
        <p:blipFill>
          <a:blip r:embed="rId476"/>
          <a:srcRect/>
          <a:stretch>
            <a:fillRect/>
          </a:stretch>
        </p:blipFill>
        <p:spPr>
          <a:xfrm>
            <a:off x="5689092" y="9932670"/>
            <a:ext cx="85534" cy="82391"/>
          </a:xfrm>
          <a:prstGeom prst="rect"/>
          <a:ln w="0">
            <a:noFill/>
          </a:ln>
        </p:spPr>
      </p:pic>
      <p:pic>
        <p:nvPicPr>
          <p:cNvPr id="767" name="New picture"/>
          <p:cNvPicPr/>
          <p:nvPr/>
        </p:nvPicPr>
        <p:blipFill>
          <a:blip r:embed="rId477"/>
          <a:srcRect/>
          <a:stretch>
            <a:fillRect/>
          </a:stretch>
        </p:blipFill>
        <p:spPr>
          <a:xfrm>
            <a:off x="5789866" y="9954006"/>
            <a:ext cx="48863" cy="62579"/>
          </a:xfrm>
          <a:prstGeom prst="rect"/>
          <a:ln w="0">
            <a:noFill/>
          </a:ln>
        </p:spPr>
      </p:pic>
      <p:sp>
        <p:nvSpPr>
          <p:cNvPr id="768" name="New shape"/>
          <p:cNvSpPr/>
          <p:nvPr/>
        </p:nvSpPr>
        <p:spPr>
          <a:xfrm>
            <a:off x="5799106" y="9984486"/>
            <a:ext cx="28956" cy="2447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69" name="New picture"/>
          <p:cNvPicPr/>
          <p:nvPr/>
        </p:nvPicPr>
        <p:blipFill>
          <a:blip r:embed="rId478"/>
          <a:srcRect/>
          <a:stretch>
            <a:fillRect/>
          </a:stretch>
        </p:blipFill>
        <p:spPr>
          <a:xfrm>
            <a:off x="5855589" y="9954006"/>
            <a:ext cx="32099" cy="61055"/>
          </a:xfrm>
          <a:prstGeom prst="rect"/>
          <a:ln w="0">
            <a:noFill/>
          </a:ln>
        </p:spPr>
      </p:pic>
      <p:pic>
        <p:nvPicPr>
          <p:cNvPr id="770" name="New picture"/>
          <p:cNvPicPr/>
          <p:nvPr/>
        </p:nvPicPr>
        <p:blipFill>
          <a:blip r:embed="rId479"/>
          <a:srcRect/>
          <a:stretch>
            <a:fillRect/>
          </a:stretch>
        </p:blipFill>
        <p:spPr>
          <a:xfrm>
            <a:off x="5892260" y="9954005"/>
            <a:ext cx="56483" cy="88487"/>
          </a:xfrm>
          <a:prstGeom prst="rect"/>
          <a:ln w="0">
            <a:noFill/>
          </a:ln>
        </p:spPr>
      </p:pic>
      <p:sp>
        <p:nvSpPr>
          <p:cNvPr id="771" name="New shape"/>
          <p:cNvSpPr/>
          <p:nvPr/>
        </p:nvSpPr>
        <p:spPr>
          <a:xfrm>
            <a:off x="5902928" y="9961625"/>
            <a:ext cx="35147" cy="4581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2" name="New picture"/>
          <p:cNvPicPr/>
          <p:nvPr/>
        </p:nvPicPr>
        <p:blipFill>
          <a:blip r:embed="rId480"/>
          <a:srcRect/>
          <a:stretch>
            <a:fillRect/>
          </a:stretch>
        </p:blipFill>
        <p:spPr>
          <a:xfrm>
            <a:off x="5967032" y="9955530"/>
            <a:ext cx="53435" cy="61055"/>
          </a:xfrm>
          <a:prstGeom prst="rect"/>
          <a:ln w="0">
            <a:noFill/>
          </a:ln>
        </p:spPr>
      </p:pic>
      <p:pic>
        <p:nvPicPr>
          <p:cNvPr id="773" name="New picture"/>
          <p:cNvPicPr/>
          <p:nvPr/>
        </p:nvPicPr>
        <p:blipFill>
          <a:blip r:embed="rId481"/>
          <a:srcRect/>
          <a:stretch>
            <a:fillRect/>
          </a:stretch>
        </p:blipFill>
        <p:spPr>
          <a:xfrm>
            <a:off x="6034278" y="9954006"/>
            <a:ext cx="53435" cy="62579"/>
          </a:xfrm>
          <a:prstGeom prst="rect"/>
          <a:ln w="0">
            <a:noFill/>
          </a:ln>
        </p:spPr>
      </p:pic>
      <p:sp>
        <p:nvSpPr>
          <p:cNvPr id="774" name="New shape"/>
          <p:cNvSpPr/>
          <p:nvPr/>
        </p:nvSpPr>
        <p:spPr>
          <a:xfrm>
            <a:off x="6044946" y="9961626"/>
            <a:ext cx="33528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5" name="New picture"/>
          <p:cNvPicPr/>
          <p:nvPr/>
        </p:nvPicPr>
        <p:blipFill>
          <a:blip r:embed="rId482"/>
          <a:srcRect/>
          <a:stretch>
            <a:fillRect/>
          </a:stretch>
        </p:blipFill>
        <p:spPr>
          <a:xfrm>
            <a:off x="6096857" y="9954006"/>
            <a:ext cx="44291" cy="62579"/>
          </a:xfrm>
          <a:prstGeom prst="rect"/>
          <a:ln w="0">
            <a:noFill/>
          </a:ln>
        </p:spPr>
      </p:pic>
      <p:pic>
        <p:nvPicPr>
          <p:cNvPr id="776" name="New picture"/>
          <p:cNvPicPr/>
          <p:nvPr/>
        </p:nvPicPr>
        <p:blipFill>
          <a:blip r:embed="rId483"/>
          <a:srcRect/>
          <a:stretch>
            <a:fillRect/>
          </a:stretch>
        </p:blipFill>
        <p:spPr>
          <a:xfrm>
            <a:off x="6180868" y="9954006"/>
            <a:ext cx="47339" cy="62579"/>
          </a:xfrm>
          <a:prstGeom prst="rect"/>
          <a:ln w="0">
            <a:noFill/>
          </a:ln>
        </p:spPr>
      </p:pic>
      <p:pic>
        <p:nvPicPr>
          <p:cNvPr id="777" name="New picture"/>
          <p:cNvPicPr/>
          <p:nvPr/>
        </p:nvPicPr>
        <p:blipFill>
          <a:blip r:embed="rId484"/>
          <a:srcRect/>
          <a:stretch>
            <a:fillRect/>
          </a:stretch>
        </p:blipFill>
        <p:spPr>
          <a:xfrm>
            <a:off x="6237351" y="9954006"/>
            <a:ext cx="58007" cy="62580"/>
          </a:xfrm>
          <a:prstGeom prst="rect"/>
          <a:ln w="0">
            <a:noFill/>
          </a:ln>
        </p:spPr>
      </p:pic>
      <p:sp>
        <p:nvSpPr>
          <p:cNvPr id="778" name="New shape"/>
          <p:cNvSpPr/>
          <p:nvPr/>
        </p:nvSpPr>
        <p:spPr>
          <a:xfrm>
            <a:off x="6246495" y="9961626"/>
            <a:ext cx="38195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9" name="New picture"/>
          <p:cNvPicPr/>
          <p:nvPr/>
        </p:nvPicPr>
        <p:blipFill>
          <a:blip r:embed="rId485"/>
          <a:srcRect/>
          <a:stretch>
            <a:fillRect/>
          </a:stretch>
        </p:blipFill>
        <p:spPr>
          <a:xfrm>
            <a:off x="6310599" y="9954006"/>
            <a:ext cx="90107" cy="61055"/>
          </a:xfrm>
          <a:prstGeom prst="rect"/>
          <a:ln w="0">
            <a:noFill/>
          </a:ln>
        </p:spPr>
      </p:pic>
      <p:pic>
        <p:nvPicPr>
          <p:cNvPr id="780" name="New picture"/>
          <p:cNvPicPr/>
          <p:nvPr/>
        </p:nvPicPr>
        <p:blipFill>
          <a:blip r:embed="rId486"/>
          <a:srcRect/>
          <a:stretch>
            <a:fillRect/>
          </a:stretch>
        </p:blipFill>
        <p:spPr>
          <a:xfrm>
            <a:off x="6419088" y="9954006"/>
            <a:ext cx="91535" cy="61055"/>
          </a:xfrm>
          <a:prstGeom prst="rect"/>
          <a:ln w="0">
            <a:noFill/>
          </a:ln>
        </p:spPr>
      </p:pic>
      <p:pic>
        <p:nvPicPr>
          <p:cNvPr id="781" name="New picture"/>
          <p:cNvPicPr/>
          <p:nvPr/>
        </p:nvPicPr>
        <p:blipFill>
          <a:blip r:embed="rId487"/>
          <a:srcRect/>
          <a:stretch>
            <a:fillRect/>
          </a:stretch>
        </p:blipFill>
        <p:spPr>
          <a:xfrm>
            <a:off x="6524434" y="9954006"/>
            <a:ext cx="53435" cy="62579"/>
          </a:xfrm>
          <a:prstGeom prst="rect"/>
          <a:ln w="0">
            <a:noFill/>
          </a:ln>
        </p:spPr>
      </p:pic>
      <p:sp>
        <p:nvSpPr>
          <p:cNvPr id="782" name="New shape"/>
          <p:cNvSpPr/>
          <p:nvPr/>
        </p:nvSpPr>
        <p:spPr>
          <a:xfrm>
            <a:off x="6535103" y="9961626"/>
            <a:ext cx="33528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3" name="New picture"/>
          <p:cNvPicPr/>
          <p:nvPr/>
        </p:nvPicPr>
        <p:blipFill>
          <a:blip r:embed="rId488"/>
          <a:srcRect/>
          <a:stretch>
            <a:fillRect/>
          </a:stretch>
        </p:blipFill>
        <p:spPr>
          <a:xfrm>
            <a:off x="6593109" y="9954006"/>
            <a:ext cx="32004" cy="61055"/>
          </a:xfrm>
          <a:prstGeom prst="rect"/>
          <a:ln w="0">
            <a:noFill/>
          </a:ln>
        </p:spPr>
      </p:pic>
      <p:pic>
        <p:nvPicPr>
          <p:cNvPr id="784" name="New picture"/>
          <p:cNvPicPr/>
          <p:nvPr/>
        </p:nvPicPr>
        <p:blipFill>
          <a:blip r:embed="rId489"/>
          <a:srcRect/>
          <a:stretch>
            <a:fillRect/>
          </a:stretch>
        </p:blipFill>
        <p:spPr>
          <a:xfrm>
            <a:off x="6629781" y="9954006"/>
            <a:ext cx="48863" cy="62579"/>
          </a:xfrm>
          <a:prstGeom prst="rect"/>
          <a:ln w="0">
            <a:noFill/>
          </a:ln>
        </p:spPr>
      </p:pic>
      <p:sp>
        <p:nvSpPr>
          <p:cNvPr id="785" name="New shape"/>
          <p:cNvSpPr/>
          <p:nvPr/>
        </p:nvSpPr>
        <p:spPr>
          <a:xfrm>
            <a:off x="6692360" y="9955530"/>
            <a:ext cx="9144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86" name="New picture"/>
          <p:cNvPicPr/>
          <p:nvPr/>
        </p:nvPicPr>
        <p:blipFill>
          <a:blip r:embed="rId490"/>
          <a:srcRect/>
          <a:stretch>
            <a:fillRect/>
          </a:stretch>
        </p:blipFill>
        <p:spPr>
          <a:xfrm>
            <a:off x="6690837" y="9929526"/>
            <a:ext cx="12192" cy="12287"/>
          </a:xfrm>
          <a:prstGeom prst="rect"/>
          <a:ln w="0">
            <a:noFill/>
          </a:ln>
        </p:spPr>
      </p:pic>
      <p:pic>
        <p:nvPicPr>
          <p:cNvPr id="787" name="New picture"/>
          <p:cNvPicPr/>
          <p:nvPr/>
        </p:nvPicPr>
        <p:blipFill>
          <a:blip r:embed="rId491"/>
          <a:srcRect/>
          <a:stretch>
            <a:fillRect/>
          </a:stretch>
        </p:blipFill>
        <p:spPr>
          <a:xfrm>
            <a:off x="6716840" y="9954006"/>
            <a:ext cx="48863" cy="62579"/>
          </a:xfrm>
          <a:prstGeom prst="rect"/>
          <a:ln w="0">
            <a:noFill/>
          </a:ln>
        </p:spPr>
      </p:pic>
      <p:sp>
        <p:nvSpPr>
          <p:cNvPr id="788" name="New shape"/>
          <p:cNvSpPr/>
          <p:nvPr/>
        </p:nvSpPr>
        <p:spPr>
          <a:xfrm>
            <a:off x="6725983" y="9984486"/>
            <a:ext cx="29052" cy="2447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89" name="New shape"/>
          <p:cNvSpPr/>
          <p:nvPr/>
        </p:nvSpPr>
        <p:spPr>
          <a:xfrm>
            <a:off x="6783324" y="9933432"/>
            <a:ext cx="10668" cy="8229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0" name="New picture"/>
          <p:cNvPicPr/>
          <p:nvPr/>
        </p:nvPicPr>
        <p:blipFill>
          <a:blip r:embed="rId492"/>
          <a:srcRect/>
          <a:stretch>
            <a:fillRect/>
          </a:stretch>
        </p:blipFill>
        <p:spPr>
          <a:xfrm>
            <a:off x="6809994" y="9954006"/>
            <a:ext cx="53435" cy="62579"/>
          </a:xfrm>
          <a:prstGeom prst="rect"/>
          <a:ln w="0">
            <a:noFill/>
          </a:ln>
        </p:spPr>
      </p:pic>
      <p:sp>
        <p:nvSpPr>
          <p:cNvPr id="791" name="New shape"/>
          <p:cNvSpPr/>
          <p:nvPr/>
        </p:nvSpPr>
        <p:spPr>
          <a:xfrm>
            <a:off x="6820663" y="9961626"/>
            <a:ext cx="33624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2" name="New picture"/>
          <p:cNvPicPr/>
          <p:nvPr/>
        </p:nvPicPr>
        <p:blipFill>
          <a:blip r:embed="rId493"/>
          <a:srcRect/>
          <a:stretch>
            <a:fillRect/>
          </a:stretch>
        </p:blipFill>
        <p:spPr>
          <a:xfrm>
            <a:off x="6872574" y="9954006"/>
            <a:ext cx="42767" cy="62579"/>
          </a:xfrm>
          <a:prstGeom prst="rect"/>
          <a:ln w="0">
            <a:noFill/>
          </a:ln>
        </p:spPr>
      </p:pic>
      <p:pic>
        <p:nvPicPr>
          <p:cNvPr id="793" name="New picture"/>
          <p:cNvPicPr/>
          <p:nvPr/>
        </p:nvPicPr>
        <p:blipFill>
          <a:blip r:embed="rId494"/>
          <a:srcRect/>
          <a:stretch>
            <a:fillRect/>
          </a:stretch>
        </p:blipFill>
        <p:spPr>
          <a:xfrm>
            <a:off x="5319617" y="10105072"/>
            <a:ext cx="56483" cy="82391"/>
          </a:xfrm>
          <a:prstGeom prst="rect"/>
          <a:ln w="0">
            <a:noFill/>
          </a:ln>
        </p:spPr>
      </p:pic>
      <p:sp>
        <p:nvSpPr>
          <p:cNvPr id="794" name="New shape"/>
          <p:cNvSpPr/>
          <p:nvPr/>
        </p:nvSpPr>
        <p:spPr>
          <a:xfrm>
            <a:off x="5330285" y="10134028"/>
            <a:ext cx="36671" cy="4581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5" name="New picture"/>
          <p:cNvPicPr/>
          <p:nvPr/>
        </p:nvPicPr>
        <p:blipFill>
          <a:blip r:embed="rId495"/>
          <a:srcRect/>
          <a:stretch>
            <a:fillRect/>
          </a:stretch>
        </p:blipFill>
        <p:spPr>
          <a:xfrm>
            <a:off x="5391341" y="10126409"/>
            <a:ext cx="53435" cy="61055"/>
          </a:xfrm>
          <a:prstGeom prst="rect"/>
          <a:ln w="0">
            <a:noFill/>
          </a:ln>
        </p:spPr>
      </p:pic>
      <p:sp>
        <p:nvSpPr>
          <p:cNvPr id="796" name="New shape"/>
          <p:cNvSpPr/>
          <p:nvPr/>
        </p:nvSpPr>
        <p:spPr>
          <a:xfrm>
            <a:off x="5402009" y="10134029"/>
            <a:ext cx="33623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797" name="New shape"/>
          <p:cNvSpPr/>
          <p:nvPr/>
        </p:nvSpPr>
        <p:spPr>
          <a:xfrm>
            <a:off x="5490972" y="10104120"/>
            <a:ext cx="10668" cy="8229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98" name="New picture"/>
          <p:cNvPicPr/>
          <p:nvPr/>
        </p:nvPicPr>
        <p:blipFill>
          <a:blip r:embed="rId496"/>
          <a:srcRect/>
          <a:stretch>
            <a:fillRect/>
          </a:stretch>
        </p:blipFill>
        <p:spPr>
          <a:xfrm>
            <a:off x="5516594" y="10126409"/>
            <a:ext cx="53435" cy="61055"/>
          </a:xfrm>
          <a:prstGeom prst="rect"/>
          <a:ln w="0">
            <a:noFill/>
          </a:ln>
        </p:spPr>
      </p:pic>
      <p:sp>
        <p:nvSpPr>
          <p:cNvPr id="799" name="New shape"/>
          <p:cNvSpPr/>
          <p:nvPr/>
        </p:nvSpPr>
        <p:spPr>
          <a:xfrm>
            <a:off x="5525739" y="10134029"/>
            <a:ext cx="35147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0" name="New picture"/>
          <p:cNvPicPr/>
          <p:nvPr/>
        </p:nvPicPr>
        <p:blipFill>
          <a:blip r:embed="rId497"/>
          <a:srcRect/>
          <a:stretch>
            <a:fillRect/>
          </a:stretch>
        </p:blipFill>
        <p:spPr>
          <a:xfrm>
            <a:off x="5585269" y="10127932"/>
            <a:ext cx="51911" cy="59531"/>
          </a:xfrm>
          <a:prstGeom prst="rect"/>
          <a:ln w="0">
            <a:noFill/>
          </a:ln>
        </p:spPr>
      </p:pic>
      <p:pic>
        <p:nvPicPr>
          <p:cNvPr id="801" name="New picture"/>
          <p:cNvPicPr/>
          <p:nvPr/>
        </p:nvPicPr>
        <p:blipFill>
          <a:blip r:embed="rId498"/>
          <a:srcRect/>
          <a:stretch>
            <a:fillRect/>
          </a:stretch>
        </p:blipFill>
        <p:spPr>
          <a:xfrm>
            <a:off x="5655564" y="10126407"/>
            <a:ext cx="32004" cy="59531"/>
          </a:xfrm>
          <a:prstGeom prst="rect"/>
          <a:ln w="0">
            <a:noFill/>
          </a:ln>
        </p:spPr>
      </p:pic>
      <p:pic>
        <p:nvPicPr>
          <p:cNvPr id="802" name="New picture"/>
          <p:cNvPicPr/>
          <p:nvPr/>
        </p:nvPicPr>
        <p:blipFill>
          <a:blip r:embed="rId499"/>
          <a:srcRect/>
          <a:stretch>
            <a:fillRect/>
          </a:stretch>
        </p:blipFill>
        <p:spPr>
          <a:xfrm>
            <a:off x="5690616" y="10126409"/>
            <a:ext cx="44291" cy="61055"/>
          </a:xfrm>
          <a:prstGeom prst="rect"/>
          <a:ln w="0">
            <a:noFill/>
          </a:ln>
        </p:spPr>
      </p:pic>
      <p:pic>
        <p:nvPicPr>
          <p:cNvPr id="803" name="New picture"/>
          <p:cNvPicPr/>
          <p:nvPr/>
        </p:nvPicPr>
        <p:blipFill>
          <a:blip r:embed="rId500"/>
          <a:srcRect/>
          <a:stretch>
            <a:fillRect/>
          </a:stretch>
        </p:blipFill>
        <p:spPr>
          <a:xfrm>
            <a:off x="5774627" y="10105072"/>
            <a:ext cx="56483" cy="82391"/>
          </a:xfrm>
          <a:prstGeom prst="rect"/>
          <a:ln w="0">
            <a:noFill/>
          </a:ln>
        </p:spPr>
      </p:pic>
      <p:sp>
        <p:nvSpPr>
          <p:cNvPr id="804" name="New shape"/>
          <p:cNvSpPr/>
          <p:nvPr/>
        </p:nvSpPr>
        <p:spPr>
          <a:xfrm>
            <a:off x="5785295" y="10134028"/>
            <a:ext cx="35147" cy="4581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5" name="New picture"/>
          <p:cNvPicPr/>
          <p:nvPr/>
        </p:nvPicPr>
        <p:blipFill>
          <a:blip r:embed="rId501"/>
          <a:srcRect/>
          <a:stretch>
            <a:fillRect/>
          </a:stretch>
        </p:blipFill>
        <p:spPr>
          <a:xfrm>
            <a:off x="5846445" y="10126409"/>
            <a:ext cx="53435" cy="61055"/>
          </a:xfrm>
          <a:prstGeom prst="rect"/>
          <a:ln w="0">
            <a:noFill/>
          </a:ln>
        </p:spPr>
      </p:pic>
      <p:sp>
        <p:nvSpPr>
          <p:cNvPr id="806" name="New shape"/>
          <p:cNvSpPr/>
          <p:nvPr/>
        </p:nvSpPr>
        <p:spPr>
          <a:xfrm>
            <a:off x="5855589" y="10134029"/>
            <a:ext cx="33623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07" name="New shape"/>
          <p:cNvSpPr/>
          <p:nvPr/>
        </p:nvSpPr>
        <p:spPr>
          <a:xfrm>
            <a:off x="5863209" y="10100501"/>
            <a:ext cx="22860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8" name="New picture"/>
          <p:cNvPicPr/>
          <p:nvPr/>
        </p:nvPicPr>
        <p:blipFill>
          <a:blip r:embed="rId502"/>
          <a:srcRect/>
          <a:stretch>
            <a:fillRect/>
          </a:stretch>
        </p:blipFill>
        <p:spPr>
          <a:xfrm>
            <a:off x="5905976" y="10109645"/>
            <a:ext cx="36576" cy="77819"/>
          </a:xfrm>
          <a:prstGeom prst="rect"/>
          <a:ln w="0">
            <a:noFill/>
          </a:ln>
        </p:spPr>
      </p:pic>
      <p:pic>
        <p:nvPicPr>
          <p:cNvPr id="809" name="New picture"/>
          <p:cNvPicPr/>
          <p:nvPr/>
        </p:nvPicPr>
        <p:blipFill>
          <a:blip r:embed="rId503"/>
          <a:srcRect/>
          <a:stretch>
            <a:fillRect/>
          </a:stretch>
        </p:blipFill>
        <p:spPr>
          <a:xfrm>
            <a:off x="5950267" y="10126409"/>
            <a:ext cx="53435" cy="61055"/>
          </a:xfrm>
          <a:prstGeom prst="rect"/>
          <a:ln w="0">
            <a:noFill/>
          </a:ln>
        </p:spPr>
      </p:pic>
      <p:sp>
        <p:nvSpPr>
          <p:cNvPr id="810" name="New shape"/>
          <p:cNvSpPr/>
          <p:nvPr/>
        </p:nvSpPr>
        <p:spPr>
          <a:xfrm>
            <a:off x="5959411" y="10134029"/>
            <a:ext cx="35147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1" name="New picture"/>
          <p:cNvPicPr/>
          <p:nvPr/>
        </p:nvPicPr>
        <p:blipFill>
          <a:blip r:embed="rId504"/>
          <a:srcRect/>
          <a:stretch>
            <a:fillRect/>
          </a:stretch>
        </p:blipFill>
        <p:spPr>
          <a:xfrm>
            <a:off x="6018943" y="10126407"/>
            <a:ext cx="51911" cy="59531"/>
          </a:xfrm>
          <a:prstGeom prst="rect"/>
          <a:ln w="0">
            <a:noFill/>
          </a:ln>
        </p:spPr>
      </p:pic>
      <p:pic>
        <p:nvPicPr>
          <p:cNvPr id="812" name="New picture"/>
          <p:cNvPicPr/>
          <p:nvPr/>
        </p:nvPicPr>
        <p:blipFill>
          <a:blip r:embed="rId505"/>
          <a:srcRect/>
          <a:stretch>
            <a:fillRect/>
          </a:stretch>
        </p:blipFill>
        <p:spPr>
          <a:xfrm>
            <a:off x="6081617" y="10109645"/>
            <a:ext cx="35052" cy="77819"/>
          </a:xfrm>
          <a:prstGeom prst="rect"/>
          <a:ln w="0">
            <a:noFill/>
          </a:ln>
        </p:spPr>
      </p:pic>
      <p:pic>
        <p:nvPicPr>
          <p:cNvPr id="813" name="New picture"/>
          <p:cNvPicPr/>
          <p:nvPr/>
        </p:nvPicPr>
        <p:blipFill>
          <a:blip r:embed="rId506"/>
          <a:srcRect/>
          <a:stretch>
            <a:fillRect/>
          </a:stretch>
        </p:blipFill>
        <p:spPr>
          <a:xfrm>
            <a:off x="6124290" y="10126409"/>
            <a:ext cx="53530" cy="61055"/>
          </a:xfrm>
          <a:prstGeom prst="rect"/>
          <a:ln w="0">
            <a:noFill/>
          </a:ln>
        </p:spPr>
      </p:pic>
      <p:sp>
        <p:nvSpPr>
          <p:cNvPr id="814" name="New shape"/>
          <p:cNvSpPr/>
          <p:nvPr/>
        </p:nvSpPr>
        <p:spPr>
          <a:xfrm>
            <a:off x="6135053" y="10134029"/>
            <a:ext cx="33528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15" name="New picture"/>
          <p:cNvPicPr/>
          <p:nvPr/>
        </p:nvPicPr>
        <p:blipFill>
          <a:blip r:embed="rId507"/>
          <a:srcRect/>
          <a:stretch>
            <a:fillRect/>
          </a:stretch>
        </p:blipFill>
        <p:spPr>
          <a:xfrm>
            <a:off x="6193060" y="10127932"/>
            <a:ext cx="51911" cy="59531"/>
          </a:xfrm>
          <a:prstGeom prst="rect"/>
          <a:ln w="0">
            <a:noFill/>
          </a:ln>
        </p:spPr>
      </p:pic>
      <p:pic>
        <p:nvPicPr>
          <p:cNvPr id="816" name="New picture"/>
          <p:cNvPicPr/>
          <p:nvPr/>
        </p:nvPicPr>
        <p:blipFill>
          <a:blip r:embed="rId508"/>
          <a:srcRect/>
          <a:stretch>
            <a:fillRect/>
          </a:stretch>
        </p:blipFill>
        <p:spPr>
          <a:xfrm>
            <a:off x="6263259" y="10126407"/>
            <a:ext cx="32099" cy="59531"/>
          </a:xfrm>
          <a:prstGeom prst="rect"/>
          <a:ln w="0">
            <a:noFill/>
          </a:ln>
        </p:spPr>
      </p:pic>
      <p:pic>
        <p:nvPicPr>
          <p:cNvPr id="817" name="New picture"/>
          <p:cNvPicPr/>
          <p:nvPr/>
        </p:nvPicPr>
        <p:blipFill>
          <a:blip r:embed="rId509"/>
          <a:srcRect/>
          <a:stretch>
            <a:fillRect/>
          </a:stretch>
        </p:blipFill>
        <p:spPr>
          <a:xfrm>
            <a:off x="6299930" y="10126409"/>
            <a:ext cx="42767" cy="61055"/>
          </a:xfrm>
          <a:prstGeom prst="rect"/>
          <a:ln w="0">
            <a:noFill/>
          </a:ln>
        </p:spPr>
      </p:pic>
      <p:pic>
        <p:nvPicPr>
          <p:cNvPr id="818" name="New picture"/>
          <p:cNvPicPr/>
          <p:nvPr/>
        </p:nvPicPr>
        <p:blipFill>
          <a:blip r:embed="rId510"/>
          <a:srcRect/>
          <a:stretch>
            <a:fillRect/>
          </a:stretch>
        </p:blipFill>
        <p:spPr>
          <a:xfrm>
            <a:off x="6386988" y="10126407"/>
            <a:ext cx="30575" cy="59531"/>
          </a:xfrm>
          <a:prstGeom prst="rect"/>
          <a:ln w="0">
            <a:noFill/>
          </a:ln>
        </p:spPr>
      </p:pic>
      <p:pic>
        <p:nvPicPr>
          <p:cNvPr id="819" name="New picture"/>
          <p:cNvPicPr/>
          <p:nvPr/>
        </p:nvPicPr>
        <p:blipFill>
          <a:blip r:embed="rId511"/>
          <a:srcRect/>
          <a:stretch>
            <a:fillRect/>
          </a:stretch>
        </p:blipFill>
        <p:spPr>
          <a:xfrm>
            <a:off x="6422136" y="10126409"/>
            <a:ext cx="53435" cy="61055"/>
          </a:xfrm>
          <a:prstGeom prst="rect"/>
          <a:ln w="0">
            <a:noFill/>
          </a:ln>
        </p:spPr>
      </p:pic>
      <p:sp>
        <p:nvSpPr>
          <p:cNvPr id="820" name="New shape"/>
          <p:cNvSpPr/>
          <p:nvPr/>
        </p:nvSpPr>
        <p:spPr>
          <a:xfrm>
            <a:off x="6432804" y="10134029"/>
            <a:ext cx="33623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1" name="New picture"/>
          <p:cNvPicPr/>
          <p:nvPr/>
        </p:nvPicPr>
        <p:blipFill>
          <a:blip r:embed="rId512"/>
          <a:srcRect/>
          <a:stretch>
            <a:fillRect/>
          </a:stretch>
        </p:blipFill>
        <p:spPr>
          <a:xfrm>
            <a:off x="6484715" y="10126409"/>
            <a:ext cx="42767" cy="61055"/>
          </a:xfrm>
          <a:prstGeom prst="rect"/>
          <a:ln w="0">
            <a:noFill/>
          </a:ln>
        </p:spPr>
      </p:pic>
      <p:pic>
        <p:nvPicPr>
          <p:cNvPr id="822" name="New picture"/>
          <p:cNvPicPr/>
          <p:nvPr/>
        </p:nvPicPr>
        <p:blipFill>
          <a:blip r:embed="rId513"/>
          <a:srcRect/>
          <a:stretch>
            <a:fillRect/>
          </a:stretch>
        </p:blipFill>
        <p:spPr>
          <a:xfrm>
            <a:off x="6541198" y="10126408"/>
            <a:ext cx="58007" cy="86963"/>
          </a:xfrm>
          <a:prstGeom prst="rect"/>
          <a:ln w="0">
            <a:noFill/>
          </a:ln>
        </p:spPr>
      </p:pic>
      <p:sp>
        <p:nvSpPr>
          <p:cNvPr id="823" name="New shape"/>
          <p:cNvSpPr/>
          <p:nvPr/>
        </p:nvSpPr>
        <p:spPr>
          <a:xfrm>
            <a:off x="6551867" y="10134028"/>
            <a:ext cx="36671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4" name="New picture"/>
          <p:cNvPicPr/>
          <p:nvPr/>
        </p:nvPicPr>
        <p:blipFill>
          <a:blip r:embed="rId514"/>
          <a:srcRect/>
          <a:stretch>
            <a:fillRect/>
          </a:stretch>
        </p:blipFill>
        <p:spPr>
          <a:xfrm>
            <a:off x="6609873" y="10126409"/>
            <a:ext cx="53531" cy="61055"/>
          </a:xfrm>
          <a:prstGeom prst="rect"/>
          <a:ln w="0">
            <a:noFill/>
          </a:ln>
        </p:spPr>
      </p:pic>
      <p:sp>
        <p:nvSpPr>
          <p:cNvPr id="825" name="New shape"/>
          <p:cNvSpPr/>
          <p:nvPr/>
        </p:nvSpPr>
        <p:spPr>
          <a:xfrm>
            <a:off x="6620637" y="10134029"/>
            <a:ext cx="33528" cy="183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6" name="New picture"/>
          <p:cNvPicPr/>
          <p:nvPr/>
        </p:nvPicPr>
        <p:blipFill>
          <a:blip r:embed="rId515"/>
          <a:srcRect/>
          <a:stretch>
            <a:fillRect/>
          </a:stretch>
        </p:blipFill>
        <p:spPr>
          <a:xfrm>
            <a:off x="6675597" y="10126408"/>
            <a:ext cx="47339" cy="61055"/>
          </a:xfrm>
          <a:prstGeom prst="rect"/>
          <a:ln w="0">
            <a:noFill/>
          </a:ln>
        </p:spPr>
      </p:pic>
      <p:pic>
        <p:nvPicPr>
          <p:cNvPr id="827" name="New picture"/>
          <p:cNvPicPr/>
          <p:nvPr/>
        </p:nvPicPr>
        <p:blipFill>
          <a:blip r:embed="rId516"/>
          <a:srcRect/>
          <a:stretch>
            <a:fillRect/>
          </a:stretch>
        </p:blipFill>
        <p:spPr>
          <a:xfrm>
            <a:off x="6730557" y="10109645"/>
            <a:ext cx="36671" cy="77819"/>
          </a:xfrm>
          <a:prstGeom prst="rect"/>
          <a:ln w="0">
            <a:noFill/>
          </a:ln>
        </p:spPr>
      </p:pic>
      <p:sp>
        <p:nvSpPr>
          <p:cNvPr id="828" name="New shape"/>
          <p:cNvSpPr/>
          <p:nvPr/>
        </p:nvSpPr>
        <p:spPr>
          <a:xfrm>
            <a:off x="6780943" y="10127932"/>
            <a:ext cx="9144" cy="580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29" name="New picture"/>
          <p:cNvPicPr/>
          <p:nvPr/>
        </p:nvPicPr>
        <p:blipFill>
          <a:blip r:embed="rId517"/>
          <a:srcRect/>
          <a:stretch>
            <a:fillRect/>
          </a:stretch>
        </p:blipFill>
        <p:spPr>
          <a:xfrm>
            <a:off x="6779419" y="10102024"/>
            <a:ext cx="12192" cy="12192"/>
          </a:xfrm>
          <a:prstGeom prst="rect"/>
          <a:ln w="0">
            <a:noFill/>
          </a:ln>
        </p:spPr>
      </p:pic>
      <p:pic>
        <p:nvPicPr>
          <p:cNvPr id="830" name="New picture"/>
          <p:cNvPicPr/>
          <p:nvPr/>
        </p:nvPicPr>
        <p:blipFill>
          <a:blip r:embed="rId518"/>
          <a:srcRect/>
          <a:stretch>
            <a:fillRect/>
          </a:stretch>
        </p:blipFill>
        <p:spPr>
          <a:xfrm>
            <a:off x="6802374" y="10103549"/>
            <a:ext cx="39624" cy="82391"/>
          </a:xfrm>
          <a:prstGeom prst="rect"/>
          <a:ln w="0">
            <a:noFill/>
          </a:ln>
        </p:spPr>
      </p:pic>
      <p:pic>
        <p:nvPicPr>
          <p:cNvPr id="831" name="New picture"/>
          <p:cNvPicPr/>
          <p:nvPr/>
        </p:nvPicPr>
        <p:blipFill>
          <a:blip r:embed="rId519"/>
          <a:srcRect/>
          <a:stretch>
            <a:fillRect/>
          </a:stretch>
        </p:blipFill>
        <p:spPr>
          <a:xfrm>
            <a:off x="6841999" y="10126409"/>
            <a:ext cx="42767" cy="61055"/>
          </a:xfrm>
          <a:prstGeom prst="rect"/>
          <a:ln w="0">
            <a:noFill/>
          </a:ln>
        </p:spPr>
      </p:pic>
      <p:pic>
        <p:nvPicPr>
          <p:cNvPr id="832" name="New picture"/>
          <p:cNvPicPr/>
          <p:nvPr/>
        </p:nvPicPr>
        <p:blipFill>
          <a:blip r:embed="rId520"/>
          <a:srcRect/>
          <a:stretch>
            <a:fillRect/>
          </a:stretch>
        </p:blipFill>
        <p:spPr>
          <a:xfrm>
            <a:off x="6898577" y="10173748"/>
            <a:ext cx="12192" cy="13715"/>
          </a:xfrm>
          <a:prstGeom prst="rect"/>
          <a:ln w="0">
            <a:noFill/>
          </a:ln>
        </p:spPr>
      </p:pic>
      <p:sp>
        <p:nvSpPr>
          <p:cNvPr id="833" name="New shape"/>
          <p:cNvSpPr/>
          <p:nvPr/>
        </p:nvSpPr>
        <p:spPr>
          <a:xfrm>
            <a:off x="670560" y="9147048"/>
            <a:ext cx="1487424" cy="324613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4" name="New picture"/>
          <p:cNvPicPr/>
          <p:nvPr/>
        </p:nvPicPr>
        <p:blipFill>
          <a:blip r:embed="rId521"/>
          <a:srcRect/>
          <a:stretch>
            <a:fillRect/>
          </a:stretch>
        </p:blipFill>
        <p:spPr>
          <a:xfrm>
            <a:off x="834676" y="9261157"/>
            <a:ext cx="58102" cy="94583"/>
          </a:xfrm>
          <a:prstGeom prst="rect"/>
          <a:ln w="0">
            <a:noFill/>
          </a:ln>
        </p:spPr>
      </p:pic>
      <p:pic>
        <p:nvPicPr>
          <p:cNvPr id="835" name="New picture"/>
          <p:cNvPicPr/>
          <p:nvPr/>
        </p:nvPicPr>
        <p:blipFill>
          <a:blip r:embed="rId522"/>
          <a:srcRect/>
          <a:stretch>
            <a:fillRect/>
          </a:stretch>
        </p:blipFill>
        <p:spPr>
          <a:xfrm>
            <a:off x="900398" y="9285540"/>
            <a:ext cx="36671" cy="70200"/>
          </a:xfrm>
          <a:prstGeom prst="rect"/>
          <a:ln w="0">
            <a:noFill/>
          </a:ln>
        </p:spPr>
      </p:pic>
      <p:pic>
        <p:nvPicPr>
          <p:cNvPr id="836" name="New picture"/>
          <p:cNvPicPr/>
          <p:nvPr/>
        </p:nvPicPr>
        <p:blipFill>
          <a:blip r:embed="rId523"/>
          <a:srcRect/>
          <a:stretch>
            <a:fillRect/>
          </a:stretch>
        </p:blipFill>
        <p:spPr>
          <a:xfrm>
            <a:off x="941642" y="9285542"/>
            <a:ext cx="58007" cy="71724"/>
          </a:xfrm>
          <a:prstGeom prst="rect"/>
          <a:ln w="0">
            <a:noFill/>
          </a:ln>
        </p:spPr>
      </p:pic>
      <p:sp>
        <p:nvSpPr>
          <p:cNvPr id="837" name="New shape"/>
          <p:cNvSpPr/>
          <p:nvPr/>
        </p:nvSpPr>
        <p:spPr>
          <a:xfrm>
            <a:off x="952310" y="9322212"/>
            <a:ext cx="33623" cy="2743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38" name="New picture"/>
          <p:cNvPicPr/>
          <p:nvPr/>
        </p:nvPicPr>
        <p:blipFill>
          <a:blip r:embed="rId524"/>
          <a:srcRect/>
          <a:stretch>
            <a:fillRect/>
          </a:stretch>
        </p:blipFill>
        <p:spPr>
          <a:xfrm>
            <a:off x="1019461" y="9285636"/>
            <a:ext cx="61055" cy="70200"/>
          </a:xfrm>
          <a:prstGeom prst="rect"/>
          <a:ln w="0">
            <a:noFill/>
          </a:ln>
        </p:spPr>
      </p:pic>
      <p:pic>
        <p:nvPicPr>
          <p:cNvPr id="839" name="New picture"/>
          <p:cNvPicPr/>
          <p:nvPr/>
        </p:nvPicPr>
        <p:blipFill>
          <a:blip r:embed="rId525"/>
          <a:srcRect/>
          <a:stretch>
            <a:fillRect/>
          </a:stretch>
        </p:blipFill>
        <p:spPr>
          <a:xfrm>
            <a:off x="1097375" y="9285542"/>
            <a:ext cx="56483" cy="102298"/>
          </a:xfrm>
          <a:prstGeom prst="rect"/>
          <a:ln w="0">
            <a:noFill/>
          </a:ln>
        </p:spPr>
      </p:pic>
      <p:pic>
        <p:nvPicPr>
          <p:cNvPr id="840" name="New picture"/>
          <p:cNvPicPr/>
          <p:nvPr/>
        </p:nvPicPr>
        <p:blipFill>
          <a:blip r:embed="rId526"/>
          <a:srcRect/>
          <a:stretch>
            <a:fillRect/>
          </a:stretch>
        </p:blipFill>
        <p:spPr>
          <a:xfrm>
            <a:off x="1163002" y="9285542"/>
            <a:ext cx="58007" cy="71724"/>
          </a:xfrm>
          <a:prstGeom prst="rect"/>
          <a:ln w="0">
            <a:noFill/>
          </a:ln>
        </p:spPr>
      </p:pic>
      <p:sp>
        <p:nvSpPr>
          <p:cNvPr id="841" name="New shape"/>
          <p:cNvSpPr/>
          <p:nvPr/>
        </p:nvSpPr>
        <p:spPr>
          <a:xfrm>
            <a:off x="1175195" y="9322212"/>
            <a:ext cx="33623" cy="2743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42" name="New shape"/>
          <p:cNvSpPr/>
          <p:nvPr/>
        </p:nvSpPr>
        <p:spPr>
          <a:xfrm>
            <a:off x="1242441" y="9288590"/>
            <a:ext cx="10668" cy="6715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43" name="New picture"/>
          <p:cNvPicPr/>
          <p:nvPr/>
        </p:nvPicPr>
        <p:blipFill>
          <a:blip r:embed="rId527"/>
          <a:srcRect/>
          <a:stretch>
            <a:fillRect/>
          </a:stretch>
        </p:blipFill>
        <p:spPr>
          <a:xfrm>
            <a:off x="1240917" y="9258109"/>
            <a:ext cx="13716" cy="13716"/>
          </a:xfrm>
          <a:prstGeom prst="rect"/>
          <a:ln w="0">
            <a:noFill/>
          </a:ln>
        </p:spPr>
      </p:pic>
      <p:pic>
        <p:nvPicPr>
          <p:cNvPr id="844" name="New picture"/>
          <p:cNvPicPr/>
          <p:nvPr/>
        </p:nvPicPr>
        <p:blipFill>
          <a:blip r:embed="rId528"/>
          <a:srcRect/>
          <a:stretch>
            <a:fillRect/>
          </a:stretch>
        </p:blipFill>
        <p:spPr>
          <a:xfrm>
            <a:off x="1268349" y="9285542"/>
            <a:ext cx="50387" cy="71723"/>
          </a:xfrm>
          <a:prstGeom prst="rect"/>
          <a:ln w="0">
            <a:noFill/>
          </a:ln>
        </p:spPr>
      </p:pic>
      <p:pic>
        <p:nvPicPr>
          <p:cNvPr id="845" name="New picture"/>
          <p:cNvPicPr/>
          <p:nvPr/>
        </p:nvPicPr>
        <p:blipFill>
          <a:blip r:embed="rId529"/>
          <a:srcRect/>
          <a:stretch>
            <a:fillRect/>
          </a:stretch>
        </p:blipFill>
        <p:spPr>
          <a:xfrm>
            <a:off x="1367599" y="9245918"/>
            <a:ext cx="32099" cy="126682"/>
          </a:xfrm>
          <a:prstGeom prst="rect"/>
          <a:ln w="0">
            <a:noFill/>
          </a:ln>
        </p:spPr>
      </p:pic>
      <p:pic>
        <p:nvPicPr>
          <p:cNvPr id="846" name="New picture"/>
          <p:cNvPicPr/>
          <p:nvPr/>
        </p:nvPicPr>
        <p:blipFill>
          <a:blip r:embed="rId530"/>
          <a:srcRect/>
          <a:stretch>
            <a:fillRect/>
          </a:stretch>
        </p:blipFill>
        <p:spPr>
          <a:xfrm>
            <a:off x="1419511" y="9261157"/>
            <a:ext cx="58102" cy="94583"/>
          </a:xfrm>
          <a:prstGeom prst="rect"/>
          <a:ln w="0">
            <a:noFill/>
          </a:ln>
        </p:spPr>
      </p:pic>
      <p:pic>
        <p:nvPicPr>
          <p:cNvPr id="847" name="New picture"/>
          <p:cNvPicPr/>
          <p:nvPr/>
        </p:nvPicPr>
        <p:blipFill>
          <a:blip r:embed="rId531"/>
          <a:srcRect/>
          <a:stretch>
            <a:fillRect/>
          </a:stretch>
        </p:blipFill>
        <p:spPr>
          <a:xfrm>
            <a:off x="1485233" y="9285540"/>
            <a:ext cx="36671" cy="70200"/>
          </a:xfrm>
          <a:prstGeom prst="rect"/>
          <a:ln w="0">
            <a:noFill/>
          </a:ln>
        </p:spPr>
      </p:pic>
      <p:pic>
        <p:nvPicPr>
          <p:cNvPr id="848" name="New picture"/>
          <p:cNvPicPr/>
          <p:nvPr/>
        </p:nvPicPr>
        <p:blipFill>
          <a:blip r:embed="rId532"/>
          <a:srcRect/>
          <a:stretch>
            <a:fillRect/>
          </a:stretch>
        </p:blipFill>
        <p:spPr>
          <a:xfrm>
            <a:off x="1526476" y="9285542"/>
            <a:ext cx="56483" cy="71724"/>
          </a:xfrm>
          <a:prstGeom prst="rect"/>
          <a:ln w="0">
            <a:noFill/>
          </a:ln>
        </p:spPr>
      </p:pic>
      <p:sp>
        <p:nvSpPr>
          <p:cNvPr id="849" name="New shape"/>
          <p:cNvSpPr/>
          <p:nvPr/>
        </p:nvSpPr>
        <p:spPr>
          <a:xfrm>
            <a:off x="1537144" y="9322212"/>
            <a:ext cx="33623" cy="2743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0" name="New picture"/>
          <p:cNvPicPr/>
          <p:nvPr/>
        </p:nvPicPr>
        <p:blipFill>
          <a:blip r:embed="rId533"/>
          <a:srcRect/>
          <a:stretch>
            <a:fillRect/>
          </a:stretch>
        </p:blipFill>
        <p:spPr>
          <a:xfrm>
            <a:off x="1604296" y="9285540"/>
            <a:ext cx="61151" cy="70200"/>
          </a:xfrm>
          <a:prstGeom prst="rect"/>
          <a:ln w="0">
            <a:noFill/>
          </a:ln>
        </p:spPr>
      </p:pic>
      <p:pic>
        <p:nvPicPr>
          <p:cNvPr id="851" name="New picture"/>
          <p:cNvPicPr/>
          <p:nvPr/>
        </p:nvPicPr>
        <p:blipFill>
          <a:blip r:embed="rId534"/>
          <a:srcRect/>
          <a:stretch>
            <a:fillRect/>
          </a:stretch>
        </p:blipFill>
        <p:spPr>
          <a:xfrm>
            <a:off x="1682210" y="9285542"/>
            <a:ext cx="56483" cy="71724"/>
          </a:xfrm>
          <a:prstGeom prst="rect"/>
          <a:ln w="0">
            <a:noFill/>
          </a:ln>
        </p:spPr>
      </p:pic>
      <p:pic>
        <p:nvPicPr>
          <p:cNvPr id="852" name="New picture"/>
          <p:cNvPicPr/>
          <p:nvPr/>
        </p:nvPicPr>
        <p:blipFill>
          <a:blip r:embed="rId535"/>
          <a:srcRect/>
          <a:stretch>
            <a:fillRect/>
          </a:stretch>
        </p:blipFill>
        <p:spPr>
          <a:xfrm>
            <a:off x="1746314" y="9285542"/>
            <a:ext cx="62674" cy="71724"/>
          </a:xfrm>
          <a:prstGeom prst="rect"/>
          <a:ln w="0">
            <a:noFill/>
          </a:ln>
        </p:spPr>
      </p:pic>
      <p:sp>
        <p:nvSpPr>
          <p:cNvPr id="853" name="New shape"/>
          <p:cNvSpPr/>
          <p:nvPr/>
        </p:nvSpPr>
        <p:spPr>
          <a:xfrm>
            <a:off x="1758601" y="9294685"/>
            <a:ext cx="39624" cy="2295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4" name="New picture"/>
          <p:cNvPicPr/>
          <p:nvPr/>
        </p:nvPicPr>
        <p:blipFill>
          <a:blip r:embed="rId536"/>
          <a:srcRect/>
          <a:stretch>
            <a:fillRect/>
          </a:stretch>
        </p:blipFill>
        <p:spPr>
          <a:xfrm>
            <a:off x="1824228" y="9245918"/>
            <a:ext cx="32099" cy="126682"/>
          </a:xfrm>
          <a:prstGeom prst="rect"/>
          <a:ln w="0">
            <a:noFill/>
          </a:ln>
        </p:spPr>
      </p:pic>
      <p:sp>
        <p:nvSpPr>
          <p:cNvPr id="855" name="New shape"/>
          <p:cNvSpPr/>
          <p:nvPr/>
        </p:nvSpPr>
        <p:spPr>
          <a:xfrm>
            <a:off x="1949482" y="9308497"/>
            <a:ext cx="56483" cy="47244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6" name="New picture"/>
          <p:cNvPicPr/>
          <p:nvPr/>
        </p:nvPicPr>
        <p:blipFill>
          <a:blip r:embed="rId537"/>
          <a:srcRect/>
          <a:stretch>
            <a:fillRect/>
          </a:stretch>
        </p:blipFill>
        <p:spPr>
          <a:xfrm>
            <a:off x="318611" y="213169"/>
            <a:ext cx="27432" cy="71723"/>
          </a:xfrm>
          <a:prstGeom prst="rect"/>
          <a:ln w="0">
            <a:noFill/>
          </a:ln>
        </p:spPr>
      </p:pic>
      <p:pic>
        <p:nvPicPr>
          <p:cNvPr id="857" name="New picture"/>
          <p:cNvPicPr/>
          <p:nvPr/>
        </p:nvPicPr>
        <p:blipFill>
          <a:blip r:embed="rId538"/>
          <a:srcRect/>
          <a:stretch>
            <a:fillRect/>
          </a:stretch>
        </p:blipFill>
        <p:spPr>
          <a:xfrm>
            <a:off x="368999" y="213169"/>
            <a:ext cx="47339" cy="73247"/>
          </a:xfrm>
          <a:prstGeom prst="rect"/>
          <a:ln w="0">
            <a:noFill/>
          </a:ln>
        </p:spPr>
      </p:pic>
      <p:sp>
        <p:nvSpPr>
          <p:cNvPr id="858" name="New shape"/>
          <p:cNvSpPr/>
          <p:nvPr/>
        </p:nvSpPr>
        <p:spPr>
          <a:xfrm>
            <a:off x="420910" y="211645"/>
            <a:ext cx="28956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59" name="New picture"/>
          <p:cNvPicPr/>
          <p:nvPr/>
        </p:nvPicPr>
        <p:blipFill>
          <a:blip r:embed="rId539"/>
          <a:srcRect/>
          <a:stretch>
            <a:fillRect/>
          </a:stretch>
        </p:blipFill>
        <p:spPr>
          <a:xfrm>
            <a:off x="452914" y="213169"/>
            <a:ext cx="47339" cy="73247"/>
          </a:xfrm>
          <a:prstGeom prst="rect"/>
          <a:ln w="0">
            <a:noFill/>
          </a:ln>
        </p:spPr>
      </p:pic>
      <p:sp>
        <p:nvSpPr>
          <p:cNvPr id="860" name="New shape"/>
          <p:cNvSpPr/>
          <p:nvPr/>
        </p:nvSpPr>
        <p:spPr>
          <a:xfrm>
            <a:off x="462153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1" name="New picture"/>
          <p:cNvPicPr/>
          <p:nvPr/>
        </p:nvPicPr>
        <p:blipFill>
          <a:blip r:embed="rId540"/>
          <a:srcRect/>
          <a:stretch>
            <a:fillRect/>
          </a:stretch>
        </p:blipFill>
        <p:spPr>
          <a:xfrm>
            <a:off x="517112" y="213169"/>
            <a:ext cx="25908" cy="71723"/>
          </a:xfrm>
          <a:prstGeom prst="rect"/>
          <a:ln w="0">
            <a:noFill/>
          </a:ln>
        </p:spPr>
      </p:pic>
      <p:sp>
        <p:nvSpPr>
          <p:cNvPr id="862" name="New shape"/>
          <p:cNvSpPr/>
          <p:nvPr/>
        </p:nvSpPr>
        <p:spPr>
          <a:xfrm>
            <a:off x="562927" y="211645"/>
            <a:ext cx="27432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3" name="New picture"/>
          <p:cNvPicPr/>
          <p:nvPr/>
        </p:nvPicPr>
        <p:blipFill>
          <a:blip r:embed="rId541"/>
          <a:srcRect/>
          <a:stretch>
            <a:fillRect/>
          </a:stretch>
        </p:blipFill>
        <p:spPr>
          <a:xfrm>
            <a:off x="593407" y="213170"/>
            <a:ext cx="48863" cy="71723"/>
          </a:xfrm>
          <a:prstGeom prst="rect"/>
          <a:ln w="0">
            <a:noFill/>
          </a:ln>
        </p:spPr>
      </p:pic>
      <p:pic>
        <p:nvPicPr>
          <p:cNvPr id="864" name="New picture"/>
          <p:cNvPicPr/>
          <p:nvPr/>
        </p:nvPicPr>
        <p:blipFill>
          <a:blip r:embed="rId542"/>
          <a:srcRect/>
          <a:stretch>
            <a:fillRect/>
          </a:stretch>
        </p:blipFill>
        <p:spPr>
          <a:xfrm>
            <a:off x="651510" y="213169"/>
            <a:ext cx="47339" cy="73247"/>
          </a:xfrm>
          <a:prstGeom prst="rect"/>
          <a:ln w="0">
            <a:noFill/>
          </a:ln>
        </p:spPr>
      </p:pic>
      <p:sp>
        <p:nvSpPr>
          <p:cNvPr id="865" name="New shape"/>
          <p:cNvSpPr/>
          <p:nvPr/>
        </p:nvSpPr>
        <p:spPr>
          <a:xfrm>
            <a:off x="660654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6" name="New picture"/>
          <p:cNvPicPr/>
          <p:nvPr/>
        </p:nvPicPr>
        <p:blipFill>
          <a:blip r:embed="rId543"/>
          <a:srcRect/>
          <a:stretch>
            <a:fillRect/>
          </a:stretch>
        </p:blipFill>
        <p:spPr>
          <a:xfrm>
            <a:off x="706469" y="213170"/>
            <a:ext cx="48863" cy="71723"/>
          </a:xfrm>
          <a:prstGeom prst="rect"/>
          <a:ln w="0">
            <a:noFill/>
          </a:ln>
        </p:spPr>
      </p:pic>
      <p:pic>
        <p:nvPicPr>
          <p:cNvPr id="867" name="New picture"/>
          <p:cNvPicPr/>
          <p:nvPr/>
        </p:nvPicPr>
        <p:blipFill>
          <a:blip r:embed="rId544"/>
          <a:srcRect/>
          <a:stretch>
            <a:fillRect/>
          </a:stretch>
        </p:blipFill>
        <p:spPr>
          <a:xfrm>
            <a:off x="764476" y="213169"/>
            <a:ext cx="47339" cy="73247"/>
          </a:xfrm>
          <a:prstGeom prst="rect"/>
          <a:ln w="0">
            <a:noFill/>
          </a:ln>
        </p:spPr>
      </p:pic>
      <p:sp>
        <p:nvSpPr>
          <p:cNvPr id="868" name="New shape"/>
          <p:cNvSpPr/>
          <p:nvPr/>
        </p:nvSpPr>
        <p:spPr>
          <a:xfrm>
            <a:off x="775144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9" name="New picture"/>
          <p:cNvPicPr/>
          <p:nvPr/>
        </p:nvPicPr>
        <p:blipFill>
          <a:blip r:embed="rId545"/>
          <a:srcRect/>
          <a:stretch>
            <a:fillRect/>
          </a:stretch>
        </p:blipFill>
        <p:spPr>
          <a:xfrm>
            <a:off x="856107" y="213169"/>
            <a:ext cx="27432" cy="71723"/>
          </a:xfrm>
          <a:prstGeom prst="rect"/>
          <a:ln w="0">
            <a:noFill/>
          </a:ln>
        </p:spPr>
      </p:pic>
      <p:pic>
        <p:nvPicPr>
          <p:cNvPr id="870" name="New picture"/>
          <p:cNvPicPr/>
          <p:nvPr/>
        </p:nvPicPr>
        <p:blipFill>
          <a:blip r:embed="rId546"/>
          <a:srcRect/>
          <a:stretch>
            <a:fillRect/>
          </a:stretch>
        </p:blipFill>
        <p:spPr>
          <a:xfrm>
            <a:off x="906494" y="213169"/>
            <a:ext cx="47339" cy="73247"/>
          </a:xfrm>
          <a:prstGeom prst="rect"/>
          <a:ln w="0">
            <a:noFill/>
          </a:ln>
        </p:spPr>
      </p:pic>
      <p:sp>
        <p:nvSpPr>
          <p:cNvPr id="871" name="New shape"/>
          <p:cNvSpPr/>
          <p:nvPr/>
        </p:nvSpPr>
        <p:spPr>
          <a:xfrm>
            <a:off x="917162" y="219265"/>
            <a:ext cx="24479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2" name="New shape"/>
          <p:cNvSpPr/>
          <p:nvPr/>
        </p:nvSpPr>
        <p:spPr>
          <a:xfrm>
            <a:off x="915638" y="249841"/>
            <a:ext cx="2905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3" name="New shape"/>
          <p:cNvSpPr/>
          <p:nvPr/>
        </p:nvSpPr>
        <p:spPr>
          <a:xfrm>
            <a:off x="967549" y="232981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74" name="New shape"/>
          <p:cNvSpPr/>
          <p:nvPr/>
        </p:nvSpPr>
        <p:spPr>
          <a:xfrm>
            <a:off x="967549" y="2757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5" name="New picture"/>
          <p:cNvPicPr/>
          <p:nvPr/>
        </p:nvPicPr>
        <p:blipFill>
          <a:blip r:embed="rId547"/>
          <a:srcRect/>
          <a:stretch>
            <a:fillRect/>
          </a:stretch>
        </p:blipFill>
        <p:spPr>
          <a:xfrm>
            <a:off x="998125" y="213169"/>
            <a:ext cx="25908" cy="71723"/>
          </a:xfrm>
          <a:prstGeom prst="rect"/>
          <a:ln w="0">
            <a:noFill/>
          </a:ln>
        </p:spPr>
      </p:pic>
      <p:pic>
        <p:nvPicPr>
          <p:cNvPr id="876" name="New picture"/>
          <p:cNvPicPr/>
          <p:nvPr/>
        </p:nvPicPr>
        <p:blipFill>
          <a:blip r:embed="rId548"/>
          <a:srcRect/>
          <a:stretch>
            <a:fillRect/>
          </a:stretch>
        </p:blipFill>
        <p:spPr>
          <a:xfrm>
            <a:off x="1046988" y="213169"/>
            <a:ext cx="47339" cy="73247"/>
          </a:xfrm>
          <a:prstGeom prst="rect"/>
          <a:ln w="0">
            <a:noFill/>
          </a:ln>
        </p:spPr>
      </p:pic>
      <p:sp>
        <p:nvSpPr>
          <p:cNvPr id="877" name="New shape"/>
          <p:cNvSpPr/>
          <p:nvPr/>
        </p:nvSpPr>
        <p:spPr>
          <a:xfrm>
            <a:off x="1057656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78" name="New picture"/>
          <p:cNvPicPr/>
          <p:nvPr/>
        </p:nvPicPr>
        <p:blipFill>
          <a:blip r:embed="rId549"/>
          <a:srcRect/>
          <a:stretch>
            <a:fillRect/>
          </a:stretch>
        </p:blipFill>
        <p:spPr>
          <a:xfrm>
            <a:off x="2856452" y="213170"/>
            <a:ext cx="47339" cy="71723"/>
          </a:xfrm>
          <a:prstGeom prst="rect"/>
          <a:ln w="0">
            <a:noFill/>
          </a:ln>
        </p:spPr>
      </p:pic>
      <p:pic>
        <p:nvPicPr>
          <p:cNvPr id="879" name="New picture"/>
          <p:cNvPicPr/>
          <p:nvPr/>
        </p:nvPicPr>
        <p:blipFill>
          <a:blip r:embed="rId550"/>
          <a:srcRect/>
          <a:stretch>
            <a:fillRect/>
          </a:stretch>
        </p:blipFill>
        <p:spPr>
          <a:xfrm>
            <a:off x="2940463" y="231458"/>
            <a:ext cx="48863" cy="54959"/>
          </a:xfrm>
          <a:prstGeom prst="rect"/>
          <a:ln w="0">
            <a:noFill/>
          </a:ln>
        </p:spPr>
      </p:pic>
      <p:sp>
        <p:nvSpPr>
          <p:cNvPr id="880" name="New shape"/>
          <p:cNvSpPr/>
          <p:nvPr/>
        </p:nvSpPr>
        <p:spPr>
          <a:xfrm>
            <a:off x="2949607" y="239078"/>
            <a:ext cx="30575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1" name="New picture"/>
          <p:cNvPicPr/>
          <p:nvPr/>
        </p:nvPicPr>
        <p:blipFill>
          <a:blip r:embed="rId551"/>
          <a:srcRect/>
          <a:stretch>
            <a:fillRect/>
          </a:stretch>
        </p:blipFill>
        <p:spPr>
          <a:xfrm>
            <a:off x="2999994" y="232981"/>
            <a:ext cx="42767" cy="53435"/>
          </a:xfrm>
          <a:prstGeom prst="rect"/>
          <a:ln w="0">
            <a:noFill/>
          </a:ln>
        </p:spPr>
      </p:pic>
      <p:pic>
        <p:nvPicPr>
          <p:cNvPr id="882" name="New picture"/>
          <p:cNvPicPr/>
          <p:nvPr/>
        </p:nvPicPr>
        <p:blipFill>
          <a:blip r:embed="rId552"/>
          <a:srcRect/>
          <a:stretch>
            <a:fillRect/>
          </a:stretch>
        </p:blipFill>
        <p:spPr>
          <a:xfrm>
            <a:off x="3052001" y="232981"/>
            <a:ext cx="47244" cy="51911"/>
          </a:xfrm>
          <a:prstGeom prst="rect"/>
          <a:ln w="0">
            <a:noFill/>
          </a:ln>
        </p:spPr>
      </p:pic>
      <p:pic>
        <p:nvPicPr>
          <p:cNvPr id="883" name="New picture"/>
          <p:cNvPicPr/>
          <p:nvPr/>
        </p:nvPicPr>
        <p:blipFill>
          <a:blip r:embed="rId553"/>
          <a:srcRect/>
          <a:stretch>
            <a:fillRect/>
          </a:stretch>
        </p:blipFill>
        <p:spPr>
          <a:xfrm>
            <a:off x="3108484" y="231457"/>
            <a:ext cx="27432" cy="53435"/>
          </a:xfrm>
          <a:prstGeom prst="rect"/>
          <a:ln w="0">
            <a:noFill/>
          </a:ln>
        </p:spPr>
      </p:pic>
      <p:pic>
        <p:nvPicPr>
          <p:cNvPr id="884" name="New picture"/>
          <p:cNvPicPr/>
          <p:nvPr/>
        </p:nvPicPr>
        <p:blipFill>
          <a:blip r:embed="rId554"/>
          <a:srcRect/>
          <a:stretch>
            <a:fillRect/>
          </a:stretch>
        </p:blipFill>
        <p:spPr>
          <a:xfrm>
            <a:off x="3138964" y="231458"/>
            <a:ext cx="48863" cy="54959"/>
          </a:xfrm>
          <a:prstGeom prst="rect"/>
          <a:ln w="0">
            <a:noFill/>
          </a:ln>
        </p:spPr>
      </p:pic>
      <p:sp>
        <p:nvSpPr>
          <p:cNvPr id="885" name="New shape"/>
          <p:cNvSpPr/>
          <p:nvPr/>
        </p:nvSpPr>
        <p:spPr>
          <a:xfrm>
            <a:off x="3148203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6" name="New picture"/>
          <p:cNvPicPr/>
          <p:nvPr/>
        </p:nvPicPr>
        <p:blipFill>
          <a:blip r:embed="rId555"/>
          <a:srcRect/>
          <a:stretch>
            <a:fillRect/>
          </a:stretch>
        </p:blipFill>
        <p:spPr>
          <a:xfrm>
            <a:off x="3195447" y="231457"/>
            <a:ext cx="45815" cy="73343"/>
          </a:xfrm>
          <a:prstGeom prst="rect"/>
          <a:ln w="0">
            <a:noFill/>
          </a:ln>
        </p:spPr>
      </p:pic>
      <p:sp>
        <p:nvSpPr>
          <p:cNvPr id="887" name="New shape"/>
          <p:cNvSpPr/>
          <p:nvPr/>
        </p:nvSpPr>
        <p:spPr>
          <a:xfrm>
            <a:off x="3204686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88" name="New picture"/>
          <p:cNvPicPr/>
          <p:nvPr/>
        </p:nvPicPr>
        <p:blipFill>
          <a:blip r:embed="rId556"/>
          <a:srcRect/>
          <a:stretch>
            <a:fillRect/>
          </a:stretch>
        </p:blipFill>
        <p:spPr>
          <a:xfrm>
            <a:off x="3252026" y="231457"/>
            <a:ext cx="48863" cy="54959"/>
          </a:xfrm>
          <a:prstGeom prst="rect"/>
          <a:ln w="0">
            <a:noFill/>
          </a:ln>
        </p:spPr>
      </p:pic>
      <p:sp>
        <p:nvSpPr>
          <p:cNvPr id="889" name="New shape"/>
          <p:cNvSpPr/>
          <p:nvPr/>
        </p:nvSpPr>
        <p:spPr>
          <a:xfrm>
            <a:off x="3261169" y="239077"/>
            <a:ext cx="30480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0" name="New picture"/>
          <p:cNvPicPr/>
          <p:nvPr/>
        </p:nvPicPr>
        <p:blipFill>
          <a:blip r:embed="rId557"/>
          <a:srcRect/>
          <a:stretch>
            <a:fillRect/>
          </a:stretch>
        </p:blipFill>
        <p:spPr>
          <a:xfrm>
            <a:off x="3308509" y="231457"/>
            <a:ext cx="42767" cy="54959"/>
          </a:xfrm>
          <a:prstGeom prst="rect"/>
          <a:ln w="0">
            <a:noFill/>
          </a:ln>
        </p:spPr>
      </p:pic>
      <p:pic>
        <p:nvPicPr>
          <p:cNvPr id="891" name="New picture"/>
          <p:cNvPicPr/>
          <p:nvPr/>
        </p:nvPicPr>
        <p:blipFill>
          <a:blip r:embed="rId558"/>
          <a:srcRect/>
          <a:stretch>
            <a:fillRect/>
          </a:stretch>
        </p:blipFill>
        <p:spPr>
          <a:xfrm>
            <a:off x="3387947" y="213169"/>
            <a:ext cx="45720" cy="73247"/>
          </a:xfrm>
          <a:prstGeom prst="rect"/>
          <a:ln w="0">
            <a:noFill/>
          </a:ln>
        </p:spPr>
      </p:pic>
      <p:sp>
        <p:nvSpPr>
          <p:cNvPr id="892" name="New shape"/>
          <p:cNvSpPr/>
          <p:nvPr/>
        </p:nvSpPr>
        <p:spPr>
          <a:xfrm>
            <a:off x="3397091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3" name="New picture"/>
          <p:cNvPicPr/>
          <p:nvPr/>
        </p:nvPicPr>
        <p:blipFill>
          <a:blip r:embed="rId559"/>
          <a:srcRect/>
          <a:stretch>
            <a:fillRect/>
          </a:stretch>
        </p:blipFill>
        <p:spPr>
          <a:xfrm>
            <a:off x="3444430" y="231457"/>
            <a:ext cx="48863" cy="54959"/>
          </a:xfrm>
          <a:prstGeom prst="rect"/>
          <a:ln w="0">
            <a:noFill/>
          </a:ln>
        </p:spPr>
      </p:pic>
      <p:sp>
        <p:nvSpPr>
          <p:cNvPr id="894" name="New shape"/>
          <p:cNvSpPr/>
          <p:nvPr/>
        </p:nvSpPr>
        <p:spPr>
          <a:xfrm>
            <a:off x="3453574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5" name="New picture"/>
          <p:cNvPicPr/>
          <p:nvPr/>
        </p:nvPicPr>
        <p:blipFill>
          <a:blip r:embed="rId560"/>
          <a:srcRect/>
          <a:stretch>
            <a:fillRect/>
          </a:stretch>
        </p:blipFill>
        <p:spPr>
          <a:xfrm>
            <a:off x="3531394" y="231457"/>
            <a:ext cx="29051" cy="53435"/>
          </a:xfrm>
          <a:prstGeom prst="rect"/>
          <a:ln w="0">
            <a:noFill/>
          </a:ln>
        </p:spPr>
      </p:pic>
      <p:pic>
        <p:nvPicPr>
          <p:cNvPr id="896" name="New picture"/>
          <p:cNvPicPr/>
          <p:nvPr/>
        </p:nvPicPr>
        <p:blipFill>
          <a:blip r:embed="rId561"/>
          <a:srcRect/>
          <a:stretch>
            <a:fillRect/>
          </a:stretch>
        </p:blipFill>
        <p:spPr>
          <a:xfrm>
            <a:off x="3563493" y="231457"/>
            <a:ext cx="47339" cy="54959"/>
          </a:xfrm>
          <a:prstGeom prst="rect"/>
          <a:ln w="0">
            <a:noFill/>
          </a:ln>
        </p:spPr>
      </p:pic>
      <p:sp>
        <p:nvSpPr>
          <p:cNvPr id="897" name="New shape"/>
          <p:cNvSpPr/>
          <p:nvPr/>
        </p:nvSpPr>
        <p:spPr>
          <a:xfrm>
            <a:off x="3572637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98" name="New shape"/>
          <p:cNvSpPr/>
          <p:nvPr/>
        </p:nvSpPr>
        <p:spPr>
          <a:xfrm>
            <a:off x="3581876" y="213169"/>
            <a:ext cx="18288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99" name="New picture"/>
          <p:cNvPicPr/>
          <p:nvPr/>
        </p:nvPicPr>
        <p:blipFill>
          <a:blip r:embed="rId562"/>
          <a:srcRect/>
          <a:stretch>
            <a:fillRect/>
          </a:stretch>
        </p:blipFill>
        <p:spPr>
          <a:xfrm>
            <a:off x="3616928" y="211645"/>
            <a:ext cx="30575" cy="73247"/>
          </a:xfrm>
          <a:prstGeom prst="rect"/>
          <a:ln w="0">
            <a:noFill/>
          </a:ln>
        </p:spPr>
      </p:pic>
      <p:pic>
        <p:nvPicPr>
          <p:cNvPr id="900" name="New picture"/>
          <p:cNvPicPr/>
          <p:nvPr/>
        </p:nvPicPr>
        <p:blipFill>
          <a:blip r:embed="rId563"/>
          <a:srcRect/>
          <a:stretch>
            <a:fillRect/>
          </a:stretch>
        </p:blipFill>
        <p:spPr>
          <a:xfrm>
            <a:off x="3647503" y="231457"/>
            <a:ext cx="48863" cy="54959"/>
          </a:xfrm>
          <a:prstGeom prst="rect"/>
          <a:ln w="0">
            <a:noFill/>
          </a:ln>
        </p:spPr>
      </p:pic>
      <p:sp>
        <p:nvSpPr>
          <p:cNvPr id="901" name="New shape"/>
          <p:cNvSpPr/>
          <p:nvPr/>
        </p:nvSpPr>
        <p:spPr>
          <a:xfrm>
            <a:off x="36581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02" name="New shape"/>
          <p:cNvSpPr/>
          <p:nvPr/>
        </p:nvSpPr>
        <p:spPr>
          <a:xfrm>
            <a:off x="3667315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3" name="New picture"/>
          <p:cNvPicPr/>
          <p:nvPr/>
        </p:nvPicPr>
        <p:blipFill>
          <a:blip r:embed="rId564"/>
          <a:srcRect/>
          <a:stretch>
            <a:fillRect/>
          </a:stretch>
        </p:blipFill>
        <p:spPr>
          <a:xfrm>
            <a:off x="3707035" y="231457"/>
            <a:ext cx="29051" cy="53435"/>
          </a:xfrm>
          <a:prstGeom prst="rect"/>
          <a:ln w="0">
            <a:noFill/>
          </a:ln>
        </p:spPr>
      </p:pic>
      <p:pic>
        <p:nvPicPr>
          <p:cNvPr id="904" name="New picture"/>
          <p:cNvPicPr/>
          <p:nvPr/>
        </p:nvPicPr>
        <p:blipFill>
          <a:blip r:embed="rId565"/>
          <a:srcRect/>
          <a:stretch>
            <a:fillRect/>
          </a:stretch>
        </p:blipFill>
        <p:spPr>
          <a:xfrm>
            <a:off x="3737610" y="231457"/>
            <a:ext cx="48863" cy="54959"/>
          </a:xfrm>
          <a:prstGeom prst="rect"/>
          <a:ln w="0">
            <a:noFill/>
          </a:ln>
        </p:spPr>
      </p:pic>
      <p:sp>
        <p:nvSpPr>
          <p:cNvPr id="905" name="New shape"/>
          <p:cNvSpPr/>
          <p:nvPr/>
        </p:nvSpPr>
        <p:spPr>
          <a:xfrm>
            <a:off x="3748278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6" name="New picture"/>
          <p:cNvPicPr/>
          <p:nvPr/>
        </p:nvPicPr>
        <p:blipFill>
          <a:blip r:embed="rId566"/>
          <a:srcRect/>
          <a:stretch>
            <a:fillRect/>
          </a:stretch>
        </p:blipFill>
        <p:spPr>
          <a:xfrm>
            <a:off x="3797141" y="231457"/>
            <a:ext cx="42767" cy="53435"/>
          </a:xfrm>
          <a:prstGeom prst="rect"/>
          <a:ln w="0">
            <a:noFill/>
          </a:ln>
        </p:spPr>
      </p:pic>
      <p:pic>
        <p:nvPicPr>
          <p:cNvPr id="907" name="New picture"/>
          <p:cNvPicPr/>
          <p:nvPr/>
        </p:nvPicPr>
        <p:blipFill>
          <a:blip r:embed="rId567"/>
          <a:srcRect/>
          <a:stretch>
            <a:fillRect/>
          </a:stretch>
        </p:blipFill>
        <p:spPr>
          <a:xfrm>
            <a:off x="3852100" y="231457"/>
            <a:ext cx="45815" cy="54959"/>
          </a:xfrm>
          <a:prstGeom prst="rect"/>
          <a:ln w="0">
            <a:noFill/>
          </a:ln>
        </p:spPr>
      </p:pic>
      <p:pic>
        <p:nvPicPr>
          <p:cNvPr id="908" name="New picture"/>
          <p:cNvPicPr/>
          <p:nvPr/>
        </p:nvPicPr>
        <p:blipFill>
          <a:blip r:embed="rId568"/>
          <a:srcRect/>
          <a:stretch>
            <a:fillRect/>
          </a:stretch>
        </p:blipFill>
        <p:spPr>
          <a:xfrm>
            <a:off x="3902487" y="231457"/>
            <a:ext cx="48863" cy="54959"/>
          </a:xfrm>
          <a:prstGeom prst="rect"/>
          <a:ln w="0">
            <a:noFill/>
          </a:ln>
        </p:spPr>
      </p:pic>
      <p:sp>
        <p:nvSpPr>
          <p:cNvPr id="909" name="New shape"/>
          <p:cNvSpPr/>
          <p:nvPr/>
        </p:nvSpPr>
        <p:spPr>
          <a:xfrm>
            <a:off x="3911632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0" name="New picture"/>
          <p:cNvPicPr/>
          <p:nvPr/>
        </p:nvPicPr>
        <p:blipFill>
          <a:blip r:embed="rId569"/>
          <a:srcRect/>
          <a:stretch>
            <a:fillRect/>
          </a:stretch>
        </p:blipFill>
        <p:spPr>
          <a:xfrm>
            <a:off x="3986498" y="231457"/>
            <a:ext cx="44291" cy="54959"/>
          </a:xfrm>
          <a:prstGeom prst="rect"/>
          <a:ln w="0">
            <a:noFill/>
          </a:ln>
        </p:spPr>
      </p:pic>
      <p:pic>
        <p:nvPicPr>
          <p:cNvPr id="911" name="New picture"/>
          <p:cNvPicPr/>
          <p:nvPr/>
        </p:nvPicPr>
        <p:blipFill>
          <a:blip r:embed="rId570"/>
          <a:srcRect/>
          <a:stretch>
            <a:fillRect/>
          </a:stretch>
        </p:blipFill>
        <p:spPr>
          <a:xfrm>
            <a:off x="4039934" y="232981"/>
            <a:ext cx="42767" cy="53435"/>
          </a:xfrm>
          <a:prstGeom prst="rect"/>
          <a:ln w="0">
            <a:noFill/>
          </a:ln>
        </p:spPr>
      </p:pic>
      <p:pic>
        <p:nvPicPr>
          <p:cNvPr id="912" name="New picture"/>
          <p:cNvPicPr/>
          <p:nvPr/>
        </p:nvPicPr>
        <p:blipFill>
          <a:blip r:embed="rId571"/>
          <a:srcRect/>
          <a:stretch>
            <a:fillRect/>
          </a:stretch>
        </p:blipFill>
        <p:spPr>
          <a:xfrm>
            <a:off x="4097941" y="231457"/>
            <a:ext cx="27432" cy="53435"/>
          </a:xfrm>
          <a:prstGeom prst="rect"/>
          <a:ln w="0">
            <a:noFill/>
          </a:ln>
        </p:spPr>
      </p:pic>
      <p:sp>
        <p:nvSpPr>
          <p:cNvPr id="913" name="New shape"/>
          <p:cNvSpPr/>
          <p:nvPr/>
        </p:nvSpPr>
        <p:spPr>
          <a:xfrm>
            <a:off x="4158997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4" name="New picture"/>
          <p:cNvPicPr/>
          <p:nvPr/>
        </p:nvPicPr>
        <p:blipFill>
          <a:blip r:embed="rId572"/>
          <a:srcRect/>
          <a:stretch>
            <a:fillRect/>
          </a:stretch>
        </p:blipFill>
        <p:spPr>
          <a:xfrm>
            <a:off x="4178903" y="231457"/>
            <a:ext cx="48863" cy="54959"/>
          </a:xfrm>
          <a:prstGeom prst="rect"/>
          <a:ln w="0">
            <a:noFill/>
          </a:ln>
        </p:spPr>
      </p:pic>
      <p:sp>
        <p:nvSpPr>
          <p:cNvPr id="915" name="New shape"/>
          <p:cNvSpPr/>
          <p:nvPr/>
        </p:nvSpPr>
        <p:spPr>
          <a:xfrm>
            <a:off x="41895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6" name="New picture"/>
          <p:cNvPicPr/>
          <p:nvPr/>
        </p:nvPicPr>
        <p:blipFill>
          <a:blip r:embed="rId573"/>
          <a:srcRect/>
          <a:stretch>
            <a:fillRect/>
          </a:stretch>
        </p:blipFill>
        <p:spPr>
          <a:xfrm>
            <a:off x="4267486" y="231457"/>
            <a:ext cx="71723" cy="53435"/>
          </a:xfrm>
          <a:prstGeom prst="rect"/>
          <a:ln w="0">
            <a:noFill/>
          </a:ln>
        </p:spPr>
      </p:pic>
      <p:pic>
        <p:nvPicPr>
          <p:cNvPr id="917" name="New picture"/>
          <p:cNvPicPr/>
          <p:nvPr/>
        </p:nvPicPr>
        <p:blipFill>
          <a:blip r:embed="rId574"/>
          <a:srcRect/>
          <a:stretch>
            <a:fillRect/>
          </a:stretch>
        </p:blipFill>
        <p:spPr>
          <a:xfrm>
            <a:off x="4348353" y="231458"/>
            <a:ext cx="48959" cy="54959"/>
          </a:xfrm>
          <a:prstGeom prst="rect"/>
          <a:ln w="0">
            <a:noFill/>
          </a:ln>
        </p:spPr>
      </p:pic>
      <p:sp>
        <p:nvSpPr>
          <p:cNvPr id="918" name="New shape"/>
          <p:cNvSpPr/>
          <p:nvPr/>
        </p:nvSpPr>
        <p:spPr>
          <a:xfrm>
            <a:off x="4357592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19" name="New picture"/>
          <p:cNvPicPr/>
          <p:nvPr/>
        </p:nvPicPr>
        <p:blipFill>
          <a:blip r:embed="rId575"/>
          <a:srcRect/>
          <a:stretch>
            <a:fillRect/>
          </a:stretch>
        </p:blipFill>
        <p:spPr>
          <a:xfrm>
            <a:off x="4404931" y="231457"/>
            <a:ext cx="47339" cy="54959"/>
          </a:xfrm>
          <a:prstGeom prst="rect"/>
          <a:ln w="0">
            <a:noFill/>
          </a:ln>
        </p:spPr>
      </p:pic>
      <p:pic>
        <p:nvPicPr>
          <p:cNvPr id="920" name="New picture"/>
          <p:cNvPicPr/>
          <p:nvPr/>
        </p:nvPicPr>
        <p:blipFill>
          <a:blip r:embed="rId576"/>
          <a:srcRect/>
          <a:stretch>
            <a:fillRect/>
          </a:stretch>
        </p:blipFill>
        <p:spPr>
          <a:xfrm>
            <a:off x="4459891" y="213169"/>
            <a:ext cx="42767" cy="71723"/>
          </a:xfrm>
          <a:prstGeom prst="rect"/>
          <a:ln w="0">
            <a:noFill/>
          </a:ln>
        </p:spPr>
      </p:pic>
      <p:sp>
        <p:nvSpPr>
          <p:cNvPr id="921" name="New shape"/>
          <p:cNvSpPr/>
          <p:nvPr/>
        </p:nvSpPr>
        <p:spPr>
          <a:xfrm>
            <a:off x="4516374" y="213169"/>
            <a:ext cx="7620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2" name="New shape"/>
          <p:cNvSpPr/>
          <p:nvPr/>
        </p:nvSpPr>
        <p:spPr>
          <a:xfrm>
            <a:off x="4516374" y="232981"/>
            <a:ext cx="7620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3" name="New picture"/>
          <p:cNvPicPr/>
          <p:nvPr/>
        </p:nvPicPr>
        <p:blipFill>
          <a:blip r:embed="rId577"/>
          <a:srcRect/>
          <a:stretch>
            <a:fillRect/>
          </a:stretch>
        </p:blipFill>
        <p:spPr>
          <a:xfrm>
            <a:off x="4537710" y="231457"/>
            <a:ext cx="42767" cy="53435"/>
          </a:xfrm>
          <a:prstGeom prst="rect"/>
          <a:ln w="0">
            <a:noFill/>
          </a:ln>
        </p:spPr>
      </p:pic>
      <p:pic>
        <p:nvPicPr>
          <p:cNvPr id="924" name="New picture"/>
          <p:cNvPicPr/>
          <p:nvPr/>
        </p:nvPicPr>
        <p:blipFill>
          <a:blip r:embed="rId578"/>
          <a:srcRect/>
          <a:stretch>
            <a:fillRect/>
          </a:stretch>
        </p:blipFill>
        <p:spPr>
          <a:xfrm>
            <a:off x="4591241" y="231457"/>
            <a:ext cx="48863" cy="54959"/>
          </a:xfrm>
          <a:prstGeom prst="rect"/>
          <a:ln w="0">
            <a:noFill/>
          </a:ln>
        </p:spPr>
      </p:pic>
      <p:sp>
        <p:nvSpPr>
          <p:cNvPr id="925" name="New shape"/>
          <p:cNvSpPr/>
          <p:nvPr/>
        </p:nvSpPr>
        <p:spPr>
          <a:xfrm>
            <a:off x="4601908" y="239077"/>
            <a:ext cx="28956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26" name="New shape"/>
          <p:cNvSpPr/>
          <p:nvPr/>
        </p:nvSpPr>
        <p:spPr>
          <a:xfrm>
            <a:off x="4680204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7" name="New picture"/>
          <p:cNvPicPr/>
          <p:nvPr/>
        </p:nvPicPr>
        <p:blipFill>
          <a:blip r:embed="rId579"/>
          <a:srcRect/>
          <a:stretch>
            <a:fillRect/>
          </a:stretch>
        </p:blipFill>
        <p:spPr>
          <a:xfrm>
            <a:off x="4699635" y="231457"/>
            <a:ext cx="48863" cy="54959"/>
          </a:xfrm>
          <a:prstGeom prst="rect"/>
          <a:ln w="0">
            <a:noFill/>
          </a:ln>
        </p:spPr>
      </p:pic>
      <p:sp>
        <p:nvSpPr>
          <p:cNvPr id="928" name="New shape"/>
          <p:cNvSpPr/>
          <p:nvPr/>
        </p:nvSpPr>
        <p:spPr>
          <a:xfrm>
            <a:off x="470877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29" name="New picture"/>
          <p:cNvPicPr/>
          <p:nvPr/>
        </p:nvPicPr>
        <p:blipFill>
          <a:blip r:embed="rId580"/>
          <a:srcRect/>
          <a:stretch>
            <a:fillRect/>
          </a:stretch>
        </p:blipFill>
        <p:spPr>
          <a:xfrm>
            <a:off x="4756118" y="231458"/>
            <a:ext cx="48863" cy="54959"/>
          </a:xfrm>
          <a:prstGeom prst="rect"/>
          <a:ln w="0">
            <a:noFill/>
          </a:ln>
        </p:spPr>
      </p:pic>
      <p:sp>
        <p:nvSpPr>
          <p:cNvPr id="930" name="New shape"/>
          <p:cNvSpPr/>
          <p:nvPr/>
        </p:nvSpPr>
        <p:spPr>
          <a:xfrm>
            <a:off x="4765263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1" name="New picture"/>
          <p:cNvPicPr/>
          <p:nvPr/>
        </p:nvPicPr>
        <p:blipFill>
          <a:blip r:embed="rId581"/>
          <a:srcRect/>
          <a:stretch>
            <a:fillRect/>
          </a:stretch>
        </p:blipFill>
        <p:spPr>
          <a:xfrm>
            <a:off x="4815649" y="231457"/>
            <a:ext cx="29051" cy="53435"/>
          </a:xfrm>
          <a:prstGeom prst="rect"/>
          <a:ln w="0">
            <a:noFill/>
          </a:ln>
        </p:spPr>
      </p:pic>
      <p:pic>
        <p:nvPicPr>
          <p:cNvPr id="932" name="New picture"/>
          <p:cNvPicPr/>
          <p:nvPr/>
        </p:nvPicPr>
        <p:blipFill>
          <a:blip r:embed="rId582"/>
          <a:srcRect/>
          <a:stretch>
            <a:fillRect/>
          </a:stretch>
        </p:blipFill>
        <p:spPr>
          <a:xfrm>
            <a:off x="4849273" y="231457"/>
            <a:ext cx="42767" cy="53435"/>
          </a:xfrm>
          <a:prstGeom prst="rect"/>
          <a:ln w="0">
            <a:noFill/>
          </a:ln>
        </p:spPr>
      </p:pic>
      <p:sp>
        <p:nvSpPr>
          <p:cNvPr id="933" name="New shape"/>
          <p:cNvSpPr/>
          <p:nvPr/>
        </p:nvSpPr>
        <p:spPr>
          <a:xfrm>
            <a:off x="4905756" y="213169"/>
            <a:ext cx="9144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34" name="New shape"/>
          <p:cNvSpPr/>
          <p:nvPr/>
        </p:nvSpPr>
        <p:spPr>
          <a:xfrm>
            <a:off x="4905756" y="232981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5" name="New picture"/>
          <p:cNvPicPr/>
          <p:nvPr/>
        </p:nvPicPr>
        <p:blipFill>
          <a:blip r:embed="rId583"/>
          <a:srcRect/>
          <a:stretch>
            <a:fillRect/>
          </a:stretch>
        </p:blipFill>
        <p:spPr>
          <a:xfrm>
            <a:off x="4928712" y="231457"/>
            <a:ext cx="42672" cy="53435"/>
          </a:xfrm>
          <a:prstGeom prst="rect"/>
          <a:ln w="0">
            <a:noFill/>
          </a:ln>
        </p:spPr>
      </p:pic>
      <p:pic>
        <p:nvPicPr>
          <p:cNvPr id="936" name="New picture"/>
          <p:cNvPicPr/>
          <p:nvPr/>
        </p:nvPicPr>
        <p:blipFill>
          <a:blip r:embed="rId584"/>
          <a:srcRect/>
          <a:stretch>
            <a:fillRect/>
          </a:stretch>
        </p:blipFill>
        <p:spPr>
          <a:xfrm>
            <a:off x="4982146" y="231457"/>
            <a:ext cx="45815" cy="73343"/>
          </a:xfrm>
          <a:prstGeom prst="rect"/>
          <a:ln w="0">
            <a:noFill/>
          </a:ln>
        </p:spPr>
      </p:pic>
      <p:sp>
        <p:nvSpPr>
          <p:cNvPr id="937" name="New shape"/>
          <p:cNvSpPr/>
          <p:nvPr/>
        </p:nvSpPr>
        <p:spPr>
          <a:xfrm>
            <a:off x="4991290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8" name="New picture"/>
          <p:cNvPicPr/>
          <p:nvPr/>
        </p:nvPicPr>
        <p:blipFill>
          <a:blip r:embed="rId585"/>
          <a:srcRect/>
          <a:stretch>
            <a:fillRect/>
          </a:stretch>
        </p:blipFill>
        <p:spPr>
          <a:xfrm>
            <a:off x="5070729" y="231457"/>
            <a:ext cx="44196" cy="73343"/>
          </a:xfrm>
          <a:prstGeom prst="rect"/>
          <a:ln w="0">
            <a:noFill/>
          </a:ln>
        </p:spPr>
      </p:pic>
      <p:sp>
        <p:nvSpPr>
          <p:cNvPr id="939" name="New shape"/>
          <p:cNvSpPr/>
          <p:nvPr/>
        </p:nvSpPr>
        <p:spPr>
          <a:xfrm>
            <a:off x="5078349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0" name="New picture"/>
          <p:cNvPicPr/>
          <p:nvPr/>
        </p:nvPicPr>
        <p:blipFill>
          <a:blip r:embed="rId586"/>
          <a:srcRect/>
          <a:stretch>
            <a:fillRect/>
          </a:stretch>
        </p:blipFill>
        <p:spPr>
          <a:xfrm>
            <a:off x="5122640" y="231458"/>
            <a:ext cx="50387" cy="54959"/>
          </a:xfrm>
          <a:prstGeom prst="rect"/>
          <a:ln w="0">
            <a:noFill/>
          </a:ln>
        </p:spPr>
      </p:pic>
      <p:sp>
        <p:nvSpPr>
          <p:cNvPr id="941" name="New shape"/>
          <p:cNvSpPr/>
          <p:nvPr/>
        </p:nvSpPr>
        <p:spPr>
          <a:xfrm>
            <a:off x="5131784" y="239078"/>
            <a:ext cx="32004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2" name="New picture"/>
          <p:cNvPicPr/>
          <p:nvPr/>
        </p:nvPicPr>
        <p:blipFill>
          <a:blip r:embed="rId587"/>
          <a:srcRect/>
          <a:stretch>
            <a:fillRect/>
          </a:stretch>
        </p:blipFill>
        <p:spPr>
          <a:xfrm>
            <a:off x="5182172" y="232981"/>
            <a:ext cx="42767" cy="53435"/>
          </a:xfrm>
          <a:prstGeom prst="rect"/>
          <a:ln w="0">
            <a:noFill/>
          </a:ln>
        </p:spPr>
      </p:pic>
      <p:pic>
        <p:nvPicPr>
          <p:cNvPr id="943" name="New picture"/>
          <p:cNvPicPr/>
          <p:nvPr/>
        </p:nvPicPr>
        <p:blipFill>
          <a:blip r:embed="rId588"/>
          <a:srcRect/>
          <a:stretch>
            <a:fillRect/>
          </a:stretch>
        </p:blipFill>
        <p:spPr>
          <a:xfrm>
            <a:off x="5240179" y="231457"/>
            <a:ext cx="27432" cy="53435"/>
          </a:xfrm>
          <a:prstGeom prst="rect"/>
          <a:ln w="0">
            <a:noFill/>
          </a:ln>
        </p:spPr>
      </p:pic>
      <p:sp>
        <p:nvSpPr>
          <p:cNvPr id="944" name="New shape"/>
          <p:cNvSpPr/>
          <p:nvPr/>
        </p:nvSpPr>
        <p:spPr>
          <a:xfrm>
            <a:off x="5301996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5" name="New picture"/>
          <p:cNvPicPr/>
          <p:nvPr/>
        </p:nvPicPr>
        <p:blipFill>
          <a:blip r:embed="rId589"/>
          <a:srcRect/>
          <a:stretch>
            <a:fillRect/>
          </a:stretch>
        </p:blipFill>
        <p:spPr>
          <a:xfrm>
            <a:off x="5321141" y="231457"/>
            <a:ext cx="48863" cy="54959"/>
          </a:xfrm>
          <a:prstGeom prst="rect"/>
          <a:ln w="0">
            <a:noFill/>
          </a:ln>
        </p:spPr>
      </p:pic>
      <p:sp>
        <p:nvSpPr>
          <p:cNvPr id="946" name="New shape"/>
          <p:cNvSpPr/>
          <p:nvPr/>
        </p:nvSpPr>
        <p:spPr>
          <a:xfrm>
            <a:off x="533180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47" name="New picture"/>
          <p:cNvPicPr/>
          <p:nvPr/>
        </p:nvPicPr>
        <p:blipFill>
          <a:blip r:embed="rId590"/>
          <a:srcRect/>
          <a:stretch>
            <a:fillRect/>
          </a:stretch>
        </p:blipFill>
        <p:spPr>
          <a:xfrm>
            <a:off x="5377624" y="231457"/>
            <a:ext cx="44291" cy="54959"/>
          </a:xfrm>
          <a:prstGeom prst="rect"/>
          <a:ln w="0">
            <a:noFill/>
          </a:ln>
        </p:spPr>
      </p:pic>
      <p:pic>
        <p:nvPicPr>
          <p:cNvPr id="948" name="New picture"/>
          <p:cNvPicPr/>
          <p:nvPr/>
        </p:nvPicPr>
        <p:blipFill>
          <a:blip r:embed="rId591"/>
          <a:srcRect/>
          <a:stretch>
            <a:fillRect/>
          </a:stretch>
        </p:blipFill>
        <p:spPr>
          <a:xfrm>
            <a:off x="5457063" y="213169"/>
            <a:ext cx="45815" cy="73247"/>
          </a:xfrm>
          <a:prstGeom prst="rect"/>
          <a:ln w="0">
            <a:noFill/>
          </a:ln>
        </p:spPr>
      </p:pic>
      <p:sp>
        <p:nvSpPr>
          <p:cNvPr id="949" name="New shape"/>
          <p:cNvSpPr/>
          <p:nvPr/>
        </p:nvSpPr>
        <p:spPr>
          <a:xfrm>
            <a:off x="5466207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0" name="New picture"/>
          <p:cNvPicPr/>
          <p:nvPr/>
        </p:nvPicPr>
        <p:blipFill>
          <a:blip r:embed="rId592"/>
          <a:srcRect/>
          <a:stretch>
            <a:fillRect/>
          </a:stretch>
        </p:blipFill>
        <p:spPr>
          <a:xfrm>
            <a:off x="5513546" y="231457"/>
            <a:ext cx="48863" cy="54959"/>
          </a:xfrm>
          <a:prstGeom prst="rect"/>
          <a:ln w="0">
            <a:noFill/>
          </a:ln>
        </p:spPr>
      </p:pic>
      <p:sp>
        <p:nvSpPr>
          <p:cNvPr id="951" name="New shape"/>
          <p:cNvSpPr/>
          <p:nvPr/>
        </p:nvSpPr>
        <p:spPr>
          <a:xfrm>
            <a:off x="5522691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52" name="New shape"/>
          <p:cNvSpPr/>
          <p:nvPr/>
        </p:nvSpPr>
        <p:spPr>
          <a:xfrm>
            <a:off x="5533358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3" name="New picture"/>
          <p:cNvPicPr/>
          <p:nvPr/>
        </p:nvPicPr>
        <p:blipFill>
          <a:blip r:embed="rId593"/>
          <a:srcRect/>
          <a:stretch>
            <a:fillRect/>
          </a:stretch>
        </p:blipFill>
        <p:spPr>
          <a:xfrm>
            <a:off x="5573078" y="213169"/>
            <a:ext cx="45815" cy="73247"/>
          </a:xfrm>
          <a:prstGeom prst="rect"/>
          <a:ln w="0">
            <a:noFill/>
          </a:ln>
        </p:spPr>
      </p:pic>
      <p:sp>
        <p:nvSpPr>
          <p:cNvPr id="954" name="New shape"/>
          <p:cNvSpPr/>
          <p:nvPr/>
        </p:nvSpPr>
        <p:spPr>
          <a:xfrm>
            <a:off x="5580698" y="239077"/>
            <a:ext cx="29051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5" name="New picture"/>
          <p:cNvPicPr/>
          <p:nvPr/>
        </p:nvPicPr>
        <p:blipFill>
          <a:blip r:embed="rId594"/>
          <a:srcRect/>
          <a:stretch>
            <a:fillRect/>
          </a:stretch>
        </p:blipFill>
        <p:spPr>
          <a:xfrm>
            <a:off x="5629561" y="232981"/>
            <a:ext cx="42767" cy="53435"/>
          </a:xfrm>
          <a:prstGeom prst="rect"/>
          <a:ln w="0">
            <a:noFill/>
          </a:ln>
        </p:spPr>
      </p:pic>
      <p:pic>
        <p:nvPicPr>
          <p:cNvPr id="956" name="New picture"/>
          <p:cNvPicPr/>
          <p:nvPr/>
        </p:nvPicPr>
        <p:blipFill>
          <a:blip r:embed="rId595"/>
          <a:srcRect/>
          <a:stretch>
            <a:fillRect/>
          </a:stretch>
        </p:blipFill>
        <p:spPr>
          <a:xfrm>
            <a:off x="5681472" y="214694"/>
            <a:ext cx="26003" cy="71723"/>
          </a:xfrm>
          <a:prstGeom prst="rect"/>
          <a:ln w="0">
            <a:noFill/>
          </a:ln>
        </p:spPr>
      </p:pic>
      <p:pic>
        <p:nvPicPr>
          <p:cNvPr id="957" name="New picture"/>
          <p:cNvPicPr/>
          <p:nvPr/>
        </p:nvPicPr>
        <p:blipFill>
          <a:blip r:embed="rId596"/>
          <a:srcRect/>
          <a:stretch>
            <a:fillRect/>
          </a:stretch>
        </p:blipFill>
        <p:spPr>
          <a:xfrm>
            <a:off x="5712047" y="231458"/>
            <a:ext cx="48863" cy="54959"/>
          </a:xfrm>
          <a:prstGeom prst="rect"/>
          <a:ln w="0">
            <a:noFill/>
          </a:ln>
        </p:spPr>
      </p:pic>
      <p:sp>
        <p:nvSpPr>
          <p:cNvPr id="958" name="New shape"/>
          <p:cNvSpPr/>
          <p:nvPr/>
        </p:nvSpPr>
        <p:spPr>
          <a:xfrm>
            <a:off x="5721191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59" name="New picture"/>
          <p:cNvPicPr/>
          <p:nvPr/>
        </p:nvPicPr>
        <p:blipFill>
          <a:blip r:embed="rId597"/>
          <a:srcRect/>
          <a:stretch>
            <a:fillRect/>
          </a:stretch>
        </p:blipFill>
        <p:spPr>
          <a:xfrm>
            <a:off x="5771579" y="231457"/>
            <a:ext cx="42767" cy="53435"/>
          </a:xfrm>
          <a:prstGeom prst="rect"/>
          <a:ln w="0">
            <a:noFill/>
          </a:ln>
        </p:spPr>
      </p:pic>
      <p:pic>
        <p:nvPicPr>
          <p:cNvPr id="960" name="New picture"/>
          <p:cNvPicPr/>
          <p:nvPr/>
        </p:nvPicPr>
        <p:blipFill>
          <a:blip r:embed="rId598"/>
          <a:srcRect/>
          <a:stretch>
            <a:fillRect/>
          </a:stretch>
        </p:blipFill>
        <p:spPr>
          <a:xfrm>
            <a:off x="5823490" y="214694"/>
            <a:ext cx="24479" cy="71723"/>
          </a:xfrm>
          <a:prstGeom prst="rect"/>
          <a:ln w="0">
            <a:noFill/>
          </a:ln>
        </p:spPr>
      </p:pic>
      <p:pic>
        <p:nvPicPr>
          <p:cNvPr id="961" name="New picture"/>
          <p:cNvPicPr/>
          <p:nvPr/>
        </p:nvPicPr>
        <p:blipFill>
          <a:blip r:embed="rId599"/>
          <a:srcRect/>
          <a:stretch>
            <a:fillRect/>
          </a:stretch>
        </p:blipFill>
        <p:spPr>
          <a:xfrm>
            <a:off x="5852541" y="231457"/>
            <a:ext cx="44291" cy="54959"/>
          </a:xfrm>
          <a:prstGeom prst="rect"/>
          <a:ln w="0">
            <a:noFill/>
          </a:ln>
        </p:spPr>
      </p:pic>
      <p:pic>
        <p:nvPicPr>
          <p:cNvPr id="962" name="New picture"/>
          <p:cNvPicPr/>
          <p:nvPr/>
        </p:nvPicPr>
        <p:blipFill>
          <a:blip r:embed="rId600"/>
          <a:srcRect/>
          <a:stretch>
            <a:fillRect/>
          </a:stretch>
        </p:blipFill>
        <p:spPr>
          <a:xfrm>
            <a:off x="314039" y="10428638"/>
            <a:ext cx="42672" cy="71724"/>
          </a:xfrm>
          <a:prstGeom prst="rect"/>
          <a:ln w="0">
            <a:noFill/>
          </a:ln>
        </p:spPr>
      </p:pic>
      <p:pic>
        <p:nvPicPr>
          <p:cNvPr id="963" name="New picture"/>
          <p:cNvPicPr/>
          <p:nvPr/>
        </p:nvPicPr>
        <p:blipFill>
          <a:blip r:embed="rId601"/>
          <a:srcRect/>
          <a:stretch>
            <a:fillRect/>
          </a:stretch>
        </p:blipFill>
        <p:spPr>
          <a:xfrm>
            <a:off x="365951" y="10430161"/>
            <a:ext cx="25908" cy="71723"/>
          </a:xfrm>
          <a:prstGeom prst="rect"/>
          <a:ln w="0">
            <a:noFill/>
          </a:ln>
        </p:spPr>
      </p:pic>
      <p:pic>
        <p:nvPicPr>
          <p:cNvPr id="964" name="New picture"/>
          <p:cNvPicPr/>
          <p:nvPr/>
        </p:nvPicPr>
        <p:blipFill>
          <a:blip r:embed="rId602"/>
          <a:srcRect/>
          <a:stretch>
            <a:fillRect/>
          </a:stretch>
        </p:blipFill>
        <p:spPr>
          <a:xfrm>
            <a:off x="394906" y="10430161"/>
            <a:ext cx="26003" cy="71723"/>
          </a:xfrm>
          <a:prstGeom prst="rect"/>
          <a:ln w="0">
            <a:noFill/>
          </a:ln>
        </p:spPr>
      </p:pic>
      <p:pic>
        <p:nvPicPr>
          <p:cNvPr id="965" name="New picture"/>
          <p:cNvPicPr/>
          <p:nvPr/>
        </p:nvPicPr>
        <p:blipFill>
          <a:blip r:embed="rId603"/>
          <a:srcRect/>
          <a:stretch>
            <a:fillRect/>
          </a:stretch>
        </p:blipFill>
        <p:spPr>
          <a:xfrm>
            <a:off x="427006" y="10446924"/>
            <a:ext cx="45815" cy="73247"/>
          </a:xfrm>
          <a:prstGeom prst="rect"/>
          <a:ln w="0">
            <a:noFill/>
          </a:ln>
        </p:spPr>
      </p:pic>
      <p:sp>
        <p:nvSpPr>
          <p:cNvPr id="966" name="New shape"/>
          <p:cNvSpPr/>
          <p:nvPr/>
        </p:nvSpPr>
        <p:spPr>
          <a:xfrm>
            <a:off x="436150" y="10454545"/>
            <a:ext cx="27527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7" name="New picture"/>
          <p:cNvPicPr/>
          <p:nvPr/>
        </p:nvPicPr>
        <p:blipFill>
          <a:blip r:embed="rId604"/>
          <a:srcRect/>
          <a:stretch>
            <a:fillRect/>
          </a:stretch>
        </p:blipFill>
        <p:spPr>
          <a:xfrm>
            <a:off x="480441" y="10446925"/>
            <a:ext cx="44291" cy="54959"/>
          </a:xfrm>
          <a:prstGeom prst="rect"/>
          <a:ln w="0">
            <a:noFill/>
          </a:ln>
        </p:spPr>
      </p:pic>
      <p:sp>
        <p:nvSpPr>
          <p:cNvPr id="968" name="New shape"/>
          <p:cNvSpPr/>
          <p:nvPr/>
        </p:nvSpPr>
        <p:spPr>
          <a:xfrm>
            <a:off x="536924" y="104484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69" name="New shape"/>
          <p:cNvSpPr/>
          <p:nvPr/>
        </p:nvSpPr>
        <p:spPr>
          <a:xfrm>
            <a:off x="536924" y="10491121"/>
            <a:ext cx="10668" cy="92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70" name="New shape"/>
          <p:cNvSpPr/>
          <p:nvPr/>
        </p:nvSpPr>
        <p:spPr>
          <a:xfrm>
            <a:off x="556832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71" name="New shape"/>
          <p:cNvSpPr/>
          <p:nvPr/>
        </p:nvSpPr>
        <p:spPr>
          <a:xfrm>
            <a:off x="584264" y="10427018"/>
            <a:ext cx="29051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2" name="New picture"/>
          <p:cNvPicPr/>
          <p:nvPr/>
        </p:nvPicPr>
        <p:blipFill>
          <a:blip r:embed="rId605"/>
          <a:srcRect/>
          <a:stretch>
            <a:fillRect/>
          </a:stretch>
        </p:blipFill>
        <p:spPr>
          <a:xfrm>
            <a:off x="613315" y="10448449"/>
            <a:ext cx="71723" cy="51912"/>
          </a:xfrm>
          <a:prstGeom prst="rect"/>
          <a:ln w="0">
            <a:noFill/>
          </a:ln>
        </p:spPr>
      </p:pic>
      <p:pic>
        <p:nvPicPr>
          <p:cNvPr id="973" name="New picture"/>
          <p:cNvPicPr/>
          <p:nvPr/>
        </p:nvPicPr>
        <p:blipFill>
          <a:blip r:embed="rId606"/>
          <a:srcRect/>
          <a:stretch>
            <a:fillRect/>
          </a:stretch>
        </p:blipFill>
        <p:spPr>
          <a:xfrm>
            <a:off x="686562" y="10448449"/>
            <a:ext cx="73342" cy="51912"/>
          </a:xfrm>
          <a:prstGeom prst="rect"/>
          <a:ln w="0">
            <a:noFill/>
          </a:ln>
        </p:spPr>
      </p:pic>
      <p:pic>
        <p:nvPicPr>
          <p:cNvPr id="974" name="New picture"/>
          <p:cNvPicPr/>
          <p:nvPr/>
        </p:nvPicPr>
        <p:blipFill>
          <a:blip r:embed="rId607"/>
          <a:srcRect/>
          <a:stretch>
            <a:fillRect/>
          </a:stretch>
        </p:blipFill>
        <p:spPr>
          <a:xfrm>
            <a:off x="759904" y="10448449"/>
            <a:ext cx="73247" cy="51912"/>
          </a:xfrm>
          <a:prstGeom prst="rect"/>
          <a:ln w="0">
            <a:noFill/>
          </a:ln>
        </p:spPr>
      </p:pic>
      <p:sp>
        <p:nvSpPr>
          <p:cNvPr id="975" name="New shape"/>
          <p:cNvSpPr/>
          <p:nvPr/>
        </p:nvSpPr>
        <p:spPr>
          <a:xfrm>
            <a:off x="836676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6" name="New picture"/>
          <p:cNvPicPr/>
          <p:nvPr/>
        </p:nvPicPr>
        <p:blipFill>
          <a:blip r:embed="rId608"/>
          <a:srcRect/>
          <a:stretch>
            <a:fillRect/>
          </a:stretch>
        </p:blipFill>
        <p:spPr>
          <a:xfrm>
            <a:off x="857631" y="10430161"/>
            <a:ext cx="25908" cy="71723"/>
          </a:xfrm>
          <a:prstGeom prst="rect"/>
          <a:ln w="0">
            <a:noFill/>
          </a:ln>
        </p:spPr>
      </p:pic>
      <p:pic>
        <p:nvPicPr>
          <p:cNvPr id="977" name="New picture"/>
          <p:cNvPicPr/>
          <p:nvPr/>
        </p:nvPicPr>
        <p:blipFill>
          <a:blip r:embed="rId609"/>
          <a:srcRect/>
          <a:stretch>
            <a:fillRect/>
          </a:stretch>
        </p:blipFill>
        <p:spPr>
          <a:xfrm>
            <a:off x="888111" y="10446925"/>
            <a:ext cx="48863" cy="54959"/>
          </a:xfrm>
          <a:prstGeom prst="rect"/>
          <a:ln w="0">
            <a:noFill/>
          </a:ln>
        </p:spPr>
      </p:pic>
      <p:sp>
        <p:nvSpPr>
          <p:cNvPr id="978" name="New shape"/>
          <p:cNvSpPr/>
          <p:nvPr/>
        </p:nvSpPr>
        <p:spPr>
          <a:xfrm>
            <a:off x="897255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79" name="New picture"/>
          <p:cNvPicPr/>
          <p:nvPr/>
        </p:nvPicPr>
        <p:blipFill>
          <a:blip r:embed="rId610"/>
          <a:srcRect/>
          <a:stretch>
            <a:fillRect/>
          </a:stretch>
        </p:blipFill>
        <p:spPr>
          <a:xfrm>
            <a:off x="947738" y="10428636"/>
            <a:ext cx="45815" cy="73247"/>
          </a:xfrm>
          <a:prstGeom prst="rect"/>
          <a:ln w="0">
            <a:noFill/>
          </a:ln>
        </p:spPr>
      </p:pic>
      <p:sp>
        <p:nvSpPr>
          <p:cNvPr id="980" name="New shape"/>
          <p:cNvSpPr/>
          <p:nvPr/>
        </p:nvSpPr>
        <p:spPr>
          <a:xfrm>
            <a:off x="955358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81" name="New shape"/>
          <p:cNvSpPr/>
          <p:nvPr/>
        </p:nvSpPr>
        <p:spPr>
          <a:xfrm>
            <a:off x="1004316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2" name="New picture"/>
          <p:cNvPicPr/>
          <p:nvPr/>
        </p:nvPicPr>
        <p:blipFill>
          <a:blip r:embed="rId611"/>
          <a:srcRect/>
          <a:stretch>
            <a:fillRect/>
          </a:stretch>
        </p:blipFill>
        <p:spPr>
          <a:xfrm>
            <a:off x="1024033" y="10446925"/>
            <a:ext cx="48863" cy="54959"/>
          </a:xfrm>
          <a:prstGeom prst="rect"/>
          <a:ln w="0">
            <a:noFill/>
          </a:ln>
        </p:spPr>
      </p:pic>
      <p:sp>
        <p:nvSpPr>
          <p:cNvPr id="983" name="New shape"/>
          <p:cNvSpPr/>
          <p:nvPr/>
        </p:nvSpPr>
        <p:spPr>
          <a:xfrm>
            <a:off x="1033272" y="10454545"/>
            <a:ext cx="30480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4" name="New picture"/>
          <p:cNvPicPr/>
          <p:nvPr/>
        </p:nvPicPr>
        <p:blipFill>
          <a:blip r:embed="rId612"/>
          <a:srcRect/>
          <a:stretch>
            <a:fillRect/>
          </a:stretch>
        </p:blipFill>
        <p:spPr>
          <a:xfrm>
            <a:off x="1080516" y="10446925"/>
            <a:ext cx="48958" cy="54959"/>
          </a:xfrm>
          <a:prstGeom prst="rect"/>
          <a:ln w="0">
            <a:noFill/>
          </a:ln>
        </p:spPr>
      </p:pic>
      <p:sp>
        <p:nvSpPr>
          <p:cNvPr id="985" name="New shape"/>
          <p:cNvSpPr/>
          <p:nvPr/>
        </p:nvSpPr>
        <p:spPr>
          <a:xfrm>
            <a:off x="1089755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6" name="New picture"/>
          <p:cNvPicPr/>
          <p:nvPr/>
        </p:nvPicPr>
        <p:blipFill>
          <a:blip r:embed="rId613"/>
          <a:srcRect/>
          <a:stretch>
            <a:fillRect/>
          </a:stretch>
        </p:blipFill>
        <p:spPr>
          <a:xfrm>
            <a:off x="1140142" y="10448449"/>
            <a:ext cx="42767" cy="53435"/>
          </a:xfrm>
          <a:prstGeom prst="rect"/>
          <a:ln w="0">
            <a:noFill/>
          </a:ln>
        </p:spPr>
      </p:pic>
      <p:sp>
        <p:nvSpPr>
          <p:cNvPr id="987" name="New shape"/>
          <p:cNvSpPr/>
          <p:nvPr/>
        </p:nvSpPr>
        <p:spPr>
          <a:xfrm>
            <a:off x="1197864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8" name="New picture"/>
          <p:cNvPicPr/>
          <p:nvPr/>
        </p:nvPicPr>
        <p:blipFill>
          <a:blip r:embed="rId614"/>
          <a:srcRect/>
          <a:stretch>
            <a:fillRect/>
          </a:stretch>
        </p:blipFill>
        <p:spPr>
          <a:xfrm>
            <a:off x="1222534" y="10446924"/>
            <a:ext cx="45815" cy="54959"/>
          </a:xfrm>
          <a:prstGeom prst="rect"/>
          <a:ln w="0">
            <a:noFill/>
          </a:ln>
        </p:spPr>
      </p:pic>
      <p:pic>
        <p:nvPicPr>
          <p:cNvPr id="989" name="New picture"/>
          <p:cNvPicPr/>
          <p:nvPr/>
        </p:nvPicPr>
        <p:blipFill>
          <a:blip r:embed="rId615"/>
          <a:srcRect/>
          <a:stretch>
            <a:fillRect/>
          </a:stretch>
        </p:blipFill>
        <p:spPr>
          <a:xfrm>
            <a:off x="1272921" y="10446927"/>
            <a:ext cx="48959" cy="54959"/>
          </a:xfrm>
          <a:prstGeom prst="rect"/>
          <a:ln w="0">
            <a:noFill/>
          </a:ln>
        </p:spPr>
      </p:pic>
      <p:sp>
        <p:nvSpPr>
          <p:cNvPr id="990" name="New shape"/>
          <p:cNvSpPr/>
          <p:nvPr/>
        </p:nvSpPr>
        <p:spPr>
          <a:xfrm>
            <a:off x="1282160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1" name="New picture"/>
          <p:cNvPicPr/>
          <p:nvPr/>
        </p:nvPicPr>
        <p:blipFill>
          <a:blip r:embed="rId616"/>
          <a:srcRect/>
          <a:stretch>
            <a:fillRect/>
          </a:stretch>
        </p:blipFill>
        <p:spPr>
          <a:xfrm>
            <a:off x="1332548" y="10446925"/>
            <a:ext cx="71723" cy="53435"/>
          </a:xfrm>
          <a:prstGeom prst="rect"/>
          <a:ln w="0">
            <a:noFill/>
          </a:ln>
        </p:spPr>
      </p:pic>
      <p:sp>
        <p:nvSpPr>
          <p:cNvPr id="992" name="New shape"/>
          <p:cNvSpPr/>
          <p:nvPr/>
        </p:nvSpPr>
        <p:spPr>
          <a:xfrm>
            <a:off x="1410367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3" name="New picture"/>
          <p:cNvPicPr/>
          <p:nvPr/>
        </p:nvPicPr>
        <p:blipFill>
          <a:blip r:embed="rId617"/>
          <a:srcRect/>
          <a:stretch>
            <a:fillRect/>
          </a:stretch>
        </p:blipFill>
        <p:spPr>
          <a:xfrm>
            <a:off x="1439418" y="10427018"/>
            <a:ext cx="30575" cy="73343"/>
          </a:xfrm>
          <a:prstGeom prst="rect"/>
          <a:ln w="0">
            <a:noFill/>
          </a:ln>
        </p:spPr>
      </p:pic>
      <p:pic>
        <p:nvPicPr>
          <p:cNvPr id="994" name="New picture"/>
          <p:cNvPicPr/>
          <p:nvPr/>
        </p:nvPicPr>
        <p:blipFill>
          <a:blip r:embed="rId618"/>
          <a:srcRect/>
          <a:stretch>
            <a:fillRect/>
          </a:stretch>
        </p:blipFill>
        <p:spPr>
          <a:xfrm>
            <a:off x="1473041" y="10446925"/>
            <a:ext cx="28956" cy="53435"/>
          </a:xfrm>
          <a:prstGeom prst="rect"/>
          <a:ln w="0">
            <a:noFill/>
          </a:ln>
        </p:spPr>
      </p:pic>
      <p:sp>
        <p:nvSpPr>
          <p:cNvPr id="995" name="New shape"/>
          <p:cNvSpPr/>
          <p:nvPr/>
        </p:nvSpPr>
        <p:spPr>
          <a:xfrm>
            <a:off x="150418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96" name="New picture"/>
          <p:cNvPicPr/>
          <p:nvPr/>
        </p:nvPicPr>
        <p:blipFill>
          <a:blip r:embed="rId619"/>
          <a:srcRect/>
          <a:stretch>
            <a:fillRect/>
          </a:stretch>
        </p:blipFill>
        <p:spPr>
          <a:xfrm>
            <a:off x="1535621" y="10427018"/>
            <a:ext cx="30575" cy="73343"/>
          </a:xfrm>
          <a:prstGeom prst="rect"/>
          <a:ln w="0">
            <a:noFill/>
          </a:ln>
        </p:spPr>
      </p:pic>
      <p:pic>
        <p:nvPicPr>
          <p:cNvPr id="997" name="New picture"/>
          <p:cNvPicPr/>
          <p:nvPr/>
        </p:nvPicPr>
        <p:blipFill>
          <a:blip r:embed="rId620"/>
          <a:srcRect/>
          <a:stretch>
            <a:fillRect/>
          </a:stretch>
        </p:blipFill>
        <p:spPr>
          <a:xfrm>
            <a:off x="1569244" y="10446925"/>
            <a:ext cx="28956" cy="53435"/>
          </a:xfrm>
          <a:prstGeom prst="rect"/>
          <a:ln w="0">
            <a:noFill/>
          </a:ln>
        </p:spPr>
      </p:pic>
      <p:sp>
        <p:nvSpPr>
          <p:cNvPr id="998" name="New shape"/>
          <p:cNvSpPr/>
          <p:nvPr/>
        </p:nvSpPr>
        <p:spPr>
          <a:xfrm>
            <a:off x="1596676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999" name="New shape"/>
          <p:cNvSpPr/>
          <p:nvPr/>
        </p:nvSpPr>
        <p:spPr>
          <a:xfrm>
            <a:off x="1632204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0" name="New picture"/>
          <p:cNvPicPr/>
          <p:nvPr/>
        </p:nvPicPr>
        <p:blipFill>
          <a:blip r:embed="rId621"/>
          <a:srcRect/>
          <a:stretch>
            <a:fillRect/>
          </a:stretch>
        </p:blipFill>
        <p:spPr>
          <a:xfrm>
            <a:off x="1651635" y="10446925"/>
            <a:ext cx="48863" cy="54959"/>
          </a:xfrm>
          <a:prstGeom prst="rect"/>
          <a:ln w="0">
            <a:noFill/>
          </a:ln>
        </p:spPr>
      </p:pic>
      <p:sp>
        <p:nvSpPr>
          <p:cNvPr id="1001" name="New shape"/>
          <p:cNvSpPr/>
          <p:nvPr/>
        </p:nvSpPr>
        <p:spPr>
          <a:xfrm>
            <a:off x="166087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2" name="New picture"/>
          <p:cNvPicPr/>
          <p:nvPr/>
        </p:nvPicPr>
        <p:blipFill>
          <a:blip r:embed="rId622"/>
          <a:srcRect/>
          <a:stretch>
            <a:fillRect/>
          </a:stretch>
        </p:blipFill>
        <p:spPr>
          <a:xfrm>
            <a:off x="1708213" y="10446925"/>
            <a:ext cx="48863" cy="54959"/>
          </a:xfrm>
          <a:prstGeom prst="rect"/>
          <a:ln w="0">
            <a:noFill/>
          </a:ln>
        </p:spPr>
      </p:pic>
      <p:sp>
        <p:nvSpPr>
          <p:cNvPr id="1003" name="New shape"/>
          <p:cNvSpPr/>
          <p:nvPr/>
        </p:nvSpPr>
        <p:spPr>
          <a:xfrm>
            <a:off x="1717357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4" name="New picture"/>
          <p:cNvPicPr/>
          <p:nvPr/>
        </p:nvPicPr>
        <p:blipFill>
          <a:blip r:embed="rId623"/>
          <a:srcRect/>
          <a:stretch>
            <a:fillRect/>
          </a:stretch>
        </p:blipFill>
        <p:spPr>
          <a:xfrm>
            <a:off x="1767745" y="10446925"/>
            <a:ext cx="27432" cy="53435"/>
          </a:xfrm>
          <a:prstGeom prst="rect"/>
          <a:ln w="0">
            <a:noFill/>
          </a:ln>
        </p:spPr>
      </p:pic>
      <p:pic>
        <p:nvPicPr>
          <p:cNvPr id="1005" name="New picture"/>
          <p:cNvPicPr/>
          <p:nvPr/>
        </p:nvPicPr>
        <p:blipFill>
          <a:blip r:embed="rId624"/>
          <a:srcRect/>
          <a:stretch>
            <a:fillRect/>
          </a:stretch>
        </p:blipFill>
        <p:spPr>
          <a:xfrm>
            <a:off x="1801273" y="10446925"/>
            <a:ext cx="44196" cy="53435"/>
          </a:xfrm>
          <a:prstGeom prst="rect"/>
          <a:ln w="0">
            <a:noFill/>
          </a:ln>
        </p:spPr>
      </p:pic>
      <p:sp>
        <p:nvSpPr>
          <p:cNvPr id="1006" name="New shape"/>
          <p:cNvSpPr/>
          <p:nvPr/>
        </p:nvSpPr>
        <p:spPr>
          <a:xfrm>
            <a:off x="1851755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7" name="New picture"/>
          <p:cNvPicPr/>
          <p:nvPr/>
        </p:nvPicPr>
        <p:blipFill>
          <a:blip r:embed="rId625"/>
          <a:srcRect/>
          <a:stretch>
            <a:fillRect/>
          </a:stretch>
        </p:blipFill>
        <p:spPr>
          <a:xfrm>
            <a:off x="1883759" y="10446925"/>
            <a:ext cx="47339" cy="54959"/>
          </a:xfrm>
          <a:prstGeom prst="rect"/>
          <a:ln w="0">
            <a:noFill/>
          </a:ln>
        </p:spPr>
      </p:pic>
      <p:sp>
        <p:nvSpPr>
          <p:cNvPr id="1008" name="New shape"/>
          <p:cNvSpPr/>
          <p:nvPr/>
        </p:nvSpPr>
        <p:spPr>
          <a:xfrm>
            <a:off x="189290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09" name="New picture"/>
          <p:cNvPicPr/>
          <p:nvPr/>
        </p:nvPicPr>
        <p:blipFill>
          <a:blip r:embed="rId626"/>
          <a:srcRect/>
          <a:stretch>
            <a:fillRect/>
          </a:stretch>
        </p:blipFill>
        <p:spPr>
          <a:xfrm>
            <a:off x="1941767" y="10446925"/>
            <a:ext cx="29051" cy="53435"/>
          </a:xfrm>
          <a:prstGeom prst="rect"/>
          <a:ln w="0">
            <a:noFill/>
          </a:ln>
        </p:spPr>
      </p:pic>
      <p:pic>
        <p:nvPicPr>
          <p:cNvPr id="1010" name="New picture"/>
          <p:cNvPicPr/>
          <p:nvPr/>
        </p:nvPicPr>
        <p:blipFill>
          <a:blip r:embed="rId627"/>
          <a:srcRect/>
          <a:stretch>
            <a:fillRect/>
          </a:stretch>
        </p:blipFill>
        <p:spPr>
          <a:xfrm>
            <a:off x="1972342" y="10430161"/>
            <a:ext cx="24479" cy="71723"/>
          </a:xfrm>
          <a:prstGeom prst="rect"/>
          <a:ln w="0">
            <a:noFill/>
          </a:ln>
        </p:spPr>
      </p:pic>
      <p:sp>
        <p:nvSpPr>
          <p:cNvPr id="1011" name="New shape"/>
          <p:cNvSpPr/>
          <p:nvPr/>
        </p:nvSpPr>
        <p:spPr>
          <a:xfrm>
            <a:off x="2004441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12" name="New shape"/>
          <p:cNvSpPr/>
          <p:nvPr/>
        </p:nvSpPr>
        <p:spPr>
          <a:xfrm>
            <a:off x="2004441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3" name="New picture"/>
          <p:cNvPicPr/>
          <p:nvPr/>
        </p:nvPicPr>
        <p:blipFill>
          <a:blip r:embed="rId628"/>
          <a:srcRect/>
          <a:stretch>
            <a:fillRect/>
          </a:stretch>
        </p:blipFill>
        <p:spPr>
          <a:xfrm>
            <a:off x="2024253" y="10446924"/>
            <a:ext cx="45815" cy="54959"/>
          </a:xfrm>
          <a:prstGeom prst="rect"/>
          <a:ln w="0">
            <a:noFill/>
          </a:ln>
        </p:spPr>
      </p:pic>
      <p:sp>
        <p:nvSpPr>
          <p:cNvPr id="1014" name="New shape"/>
          <p:cNvSpPr/>
          <p:nvPr/>
        </p:nvSpPr>
        <p:spPr>
          <a:xfrm>
            <a:off x="2077212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5" name="New picture"/>
          <p:cNvPicPr/>
          <p:nvPr/>
        </p:nvPicPr>
        <p:blipFill>
          <a:blip r:embed="rId629"/>
          <a:srcRect/>
          <a:stretch>
            <a:fillRect/>
          </a:stretch>
        </p:blipFill>
        <p:spPr>
          <a:xfrm>
            <a:off x="2097596" y="10446925"/>
            <a:ext cx="48863" cy="54959"/>
          </a:xfrm>
          <a:prstGeom prst="rect"/>
          <a:ln w="0">
            <a:noFill/>
          </a:ln>
        </p:spPr>
      </p:pic>
      <p:sp>
        <p:nvSpPr>
          <p:cNvPr id="1016" name="New shape"/>
          <p:cNvSpPr/>
          <p:nvPr/>
        </p:nvSpPr>
        <p:spPr>
          <a:xfrm>
            <a:off x="210826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7" name="New picture"/>
          <p:cNvPicPr/>
          <p:nvPr/>
        </p:nvPicPr>
        <p:blipFill>
          <a:blip r:embed="rId630"/>
          <a:srcRect/>
          <a:stretch>
            <a:fillRect/>
          </a:stretch>
        </p:blipFill>
        <p:spPr>
          <a:xfrm>
            <a:off x="2154079" y="10446925"/>
            <a:ext cx="44291" cy="54959"/>
          </a:xfrm>
          <a:prstGeom prst="rect"/>
          <a:ln w="0">
            <a:noFill/>
          </a:ln>
        </p:spPr>
      </p:pic>
      <p:sp>
        <p:nvSpPr>
          <p:cNvPr id="1018" name="New shape"/>
          <p:cNvSpPr/>
          <p:nvPr/>
        </p:nvSpPr>
        <p:spPr>
          <a:xfrm>
            <a:off x="2201418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9" name="New picture"/>
          <p:cNvPicPr/>
          <p:nvPr/>
        </p:nvPicPr>
        <p:blipFill>
          <a:blip r:embed="rId631"/>
          <a:srcRect/>
          <a:stretch>
            <a:fillRect/>
          </a:stretch>
        </p:blipFill>
        <p:spPr>
          <a:xfrm>
            <a:off x="2236565" y="10428636"/>
            <a:ext cx="45720" cy="73247"/>
          </a:xfrm>
          <a:prstGeom prst="rect"/>
          <a:ln w="0">
            <a:noFill/>
          </a:ln>
        </p:spPr>
      </p:pic>
      <p:sp>
        <p:nvSpPr>
          <p:cNvPr id="1020" name="New shape"/>
          <p:cNvSpPr/>
          <p:nvPr/>
        </p:nvSpPr>
        <p:spPr>
          <a:xfrm>
            <a:off x="2244185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1" name="New picture"/>
          <p:cNvPicPr/>
          <p:nvPr/>
        </p:nvPicPr>
        <p:blipFill>
          <a:blip r:embed="rId632"/>
          <a:srcRect/>
          <a:stretch>
            <a:fillRect/>
          </a:stretch>
        </p:blipFill>
        <p:spPr>
          <a:xfrm>
            <a:off x="2290001" y="10446927"/>
            <a:ext cx="48863" cy="54959"/>
          </a:xfrm>
          <a:prstGeom prst="rect"/>
          <a:ln w="0">
            <a:noFill/>
          </a:ln>
        </p:spPr>
      </p:pic>
      <p:sp>
        <p:nvSpPr>
          <p:cNvPr id="1022" name="New shape"/>
          <p:cNvSpPr/>
          <p:nvPr/>
        </p:nvSpPr>
        <p:spPr>
          <a:xfrm>
            <a:off x="2299145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3" name="New picture"/>
          <p:cNvPicPr/>
          <p:nvPr/>
        </p:nvPicPr>
        <p:blipFill>
          <a:blip r:embed="rId633"/>
          <a:srcRect/>
          <a:stretch>
            <a:fillRect/>
          </a:stretch>
        </p:blipFill>
        <p:spPr>
          <a:xfrm>
            <a:off x="2346484" y="10446927"/>
            <a:ext cx="48863" cy="54959"/>
          </a:xfrm>
          <a:prstGeom prst="rect"/>
          <a:ln w="0">
            <a:noFill/>
          </a:ln>
        </p:spPr>
      </p:pic>
      <p:sp>
        <p:nvSpPr>
          <p:cNvPr id="1024" name="New shape"/>
          <p:cNvSpPr/>
          <p:nvPr/>
        </p:nvSpPr>
        <p:spPr>
          <a:xfrm>
            <a:off x="2355628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5" name="New picture"/>
          <p:cNvPicPr/>
          <p:nvPr/>
        </p:nvPicPr>
        <p:blipFill>
          <a:blip r:embed="rId634"/>
          <a:srcRect/>
          <a:stretch>
            <a:fillRect/>
          </a:stretch>
        </p:blipFill>
        <p:spPr>
          <a:xfrm>
            <a:off x="2406015" y="10428638"/>
            <a:ext cx="44291" cy="71724"/>
          </a:xfrm>
          <a:prstGeom prst="rect"/>
          <a:ln w="0">
            <a:noFill/>
          </a:ln>
        </p:spPr>
      </p:pic>
      <p:pic>
        <p:nvPicPr>
          <p:cNvPr id="1026" name="New picture"/>
          <p:cNvPicPr/>
          <p:nvPr/>
        </p:nvPicPr>
        <p:blipFill>
          <a:blip r:embed="rId635"/>
          <a:srcRect/>
          <a:stretch>
            <a:fillRect/>
          </a:stretch>
        </p:blipFill>
        <p:spPr>
          <a:xfrm>
            <a:off x="2453355" y="10446925"/>
            <a:ext cx="44291" cy="54959"/>
          </a:xfrm>
          <a:prstGeom prst="rect"/>
          <a:ln w="0">
            <a:noFill/>
          </a:ln>
        </p:spPr>
      </p:pic>
      <p:sp>
        <p:nvSpPr>
          <p:cNvPr id="1027" name="New shape"/>
          <p:cNvSpPr/>
          <p:nvPr/>
        </p:nvSpPr>
        <p:spPr>
          <a:xfrm>
            <a:off x="2503932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28" name="New picture"/>
          <p:cNvPicPr/>
          <p:nvPr/>
        </p:nvPicPr>
        <p:blipFill>
          <a:blip r:embed="rId636"/>
          <a:srcRect/>
          <a:stretch>
            <a:fillRect/>
          </a:stretch>
        </p:blipFill>
        <p:spPr>
          <a:xfrm>
            <a:off x="2538889" y="10446925"/>
            <a:ext cx="48863" cy="54959"/>
          </a:xfrm>
          <a:prstGeom prst="rect"/>
          <a:ln w="0">
            <a:noFill/>
          </a:ln>
        </p:spPr>
      </p:pic>
      <p:sp>
        <p:nvSpPr>
          <p:cNvPr id="1029" name="New shape"/>
          <p:cNvSpPr/>
          <p:nvPr/>
        </p:nvSpPr>
        <p:spPr>
          <a:xfrm>
            <a:off x="254803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0" name="New picture"/>
          <p:cNvPicPr/>
          <p:nvPr/>
        </p:nvPicPr>
        <p:blipFill>
          <a:blip r:embed="rId637"/>
          <a:srcRect/>
          <a:stretch>
            <a:fillRect/>
          </a:stretch>
        </p:blipFill>
        <p:spPr>
          <a:xfrm>
            <a:off x="2598420" y="10428636"/>
            <a:ext cx="45720" cy="73247"/>
          </a:xfrm>
          <a:prstGeom prst="rect"/>
          <a:ln w="0">
            <a:noFill/>
          </a:ln>
        </p:spPr>
      </p:pic>
      <p:sp>
        <p:nvSpPr>
          <p:cNvPr id="1031" name="New shape"/>
          <p:cNvSpPr/>
          <p:nvPr/>
        </p:nvSpPr>
        <p:spPr>
          <a:xfrm>
            <a:off x="2606040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2" name="New picture"/>
          <p:cNvPicPr/>
          <p:nvPr/>
        </p:nvPicPr>
        <p:blipFill>
          <a:blip r:embed="rId638"/>
          <a:srcRect/>
          <a:stretch>
            <a:fillRect/>
          </a:stretch>
        </p:blipFill>
        <p:spPr>
          <a:xfrm>
            <a:off x="2651855" y="10446927"/>
            <a:ext cx="48863" cy="54959"/>
          </a:xfrm>
          <a:prstGeom prst="rect"/>
          <a:ln w="0">
            <a:noFill/>
          </a:ln>
        </p:spPr>
      </p:pic>
      <p:sp>
        <p:nvSpPr>
          <p:cNvPr id="1033" name="New shape"/>
          <p:cNvSpPr/>
          <p:nvPr/>
        </p:nvSpPr>
        <p:spPr>
          <a:xfrm>
            <a:off x="2660999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4" name="New picture"/>
          <p:cNvPicPr/>
          <p:nvPr/>
        </p:nvPicPr>
        <p:blipFill>
          <a:blip r:embed="rId639"/>
          <a:srcRect/>
          <a:stretch>
            <a:fillRect/>
          </a:stretch>
        </p:blipFill>
        <p:spPr>
          <a:xfrm>
            <a:off x="2711387" y="10448449"/>
            <a:ext cx="42767" cy="53435"/>
          </a:xfrm>
          <a:prstGeom prst="rect"/>
          <a:ln w="0">
            <a:noFill/>
          </a:ln>
        </p:spPr>
      </p:pic>
      <p:pic>
        <p:nvPicPr>
          <p:cNvPr id="1035" name="New picture"/>
          <p:cNvPicPr/>
          <p:nvPr/>
        </p:nvPicPr>
        <p:blipFill>
          <a:blip r:embed="rId640"/>
          <a:srcRect/>
          <a:stretch>
            <a:fillRect/>
          </a:stretch>
        </p:blipFill>
        <p:spPr>
          <a:xfrm>
            <a:off x="2763393" y="10430161"/>
            <a:ext cx="25908" cy="71723"/>
          </a:xfrm>
          <a:prstGeom prst="rect"/>
          <a:ln w="0">
            <a:noFill/>
          </a:ln>
        </p:spPr>
      </p:pic>
      <p:sp>
        <p:nvSpPr>
          <p:cNvPr id="1036" name="New shape"/>
          <p:cNvSpPr/>
          <p:nvPr/>
        </p:nvSpPr>
        <p:spPr>
          <a:xfrm>
            <a:off x="27919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37" name="New picture"/>
          <p:cNvPicPr/>
          <p:nvPr/>
        </p:nvPicPr>
        <p:blipFill>
          <a:blip r:embed="rId641"/>
          <a:srcRect/>
          <a:stretch>
            <a:fillRect/>
          </a:stretch>
        </p:blipFill>
        <p:spPr>
          <a:xfrm>
            <a:off x="2830544" y="10446925"/>
            <a:ext cx="71723" cy="53435"/>
          </a:xfrm>
          <a:prstGeom prst="rect"/>
          <a:ln w="0">
            <a:noFill/>
          </a:ln>
        </p:spPr>
      </p:pic>
      <p:pic>
        <p:nvPicPr>
          <p:cNvPr id="1038" name="New picture"/>
          <p:cNvPicPr/>
          <p:nvPr/>
        </p:nvPicPr>
        <p:blipFill>
          <a:blip r:embed="rId642"/>
          <a:srcRect/>
          <a:stretch>
            <a:fillRect/>
          </a:stretch>
        </p:blipFill>
        <p:spPr>
          <a:xfrm>
            <a:off x="2911507" y="10446925"/>
            <a:ext cx="48863" cy="54959"/>
          </a:xfrm>
          <a:prstGeom prst="rect"/>
          <a:ln w="0">
            <a:noFill/>
          </a:ln>
        </p:spPr>
      </p:pic>
      <p:sp>
        <p:nvSpPr>
          <p:cNvPr id="1039" name="New shape"/>
          <p:cNvSpPr/>
          <p:nvPr/>
        </p:nvSpPr>
        <p:spPr>
          <a:xfrm>
            <a:off x="2922175" y="10474356"/>
            <a:ext cx="25908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0" name="New picture"/>
          <p:cNvPicPr/>
          <p:nvPr/>
        </p:nvPicPr>
        <p:blipFill>
          <a:blip r:embed="rId643"/>
          <a:srcRect/>
          <a:stretch>
            <a:fillRect/>
          </a:stretch>
        </p:blipFill>
        <p:spPr>
          <a:xfrm>
            <a:off x="2969514" y="10446924"/>
            <a:ext cx="45815" cy="54959"/>
          </a:xfrm>
          <a:prstGeom prst="rect"/>
          <a:ln w="0">
            <a:noFill/>
          </a:ln>
        </p:spPr>
      </p:pic>
      <p:pic>
        <p:nvPicPr>
          <p:cNvPr id="1041" name="New picture"/>
          <p:cNvPicPr/>
          <p:nvPr/>
        </p:nvPicPr>
        <p:blipFill>
          <a:blip r:embed="rId644"/>
          <a:srcRect/>
          <a:stretch>
            <a:fillRect/>
          </a:stretch>
        </p:blipFill>
        <p:spPr>
          <a:xfrm>
            <a:off x="3022949" y="10428638"/>
            <a:ext cx="42767" cy="71724"/>
          </a:xfrm>
          <a:prstGeom prst="rect"/>
          <a:ln w="0">
            <a:noFill/>
          </a:ln>
        </p:spPr>
      </p:pic>
      <p:sp>
        <p:nvSpPr>
          <p:cNvPr id="1042" name="New shape"/>
          <p:cNvSpPr/>
          <p:nvPr/>
        </p:nvSpPr>
        <p:spPr>
          <a:xfrm>
            <a:off x="3079432" y="10428636"/>
            <a:ext cx="9144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43" name="New shape"/>
          <p:cNvSpPr/>
          <p:nvPr/>
        </p:nvSpPr>
        <p:spPr>
          <a:xfrm>
            <a:off x="3079432" y="10448449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4" name="New picture"/>
          <p:cNvPicPr/>
          <p:nvPr/>
        </p:nvPicPr>
        <p:blipFill>
          <a:blip r:embed="rId645"/>
          <a:srcRect/>
          <a:stretch>
            <a:fillRect/>
          </a:stretch>
        </p:blipFill>
        <p:spPr>
          <a:xfrm>
            <a:off x="3100864" y="10446925"/>
            <a:ext cx="44196" cy="53435"/>
          </a:xfrm>
          <a:prstGeom prst="rect"/>
          <a:ln w="0">
            <a:noFill/>
          </a:ln>
        </p:spPr>
      </p:pic>
      <p:pic>
        <p:nvPicPr>
          <p:cNvPr id="1045" name="New picture"/>
          <p:cNvPicPr/>
          <p:nvPr/>
        </p:nvPicPr>
        <p:blipFill>
          <a:blip r:embed="rId646"/>
          <a:srcRect/>
          <a:stretch>
            <a:fillRect/>
          </a:stretch>
        </p:blipFill>
        <p:spPr>
          <a:xfrm>
            <a:off x="3155823" y="10446925"/>
            <a:ext cx="47339" cy="54959"/>
          </a:xfrm>
          <a:prstGeom prst="rect"/>
          <a:ln w="0">
            <a:noFill/>
          </a:ln>
        </p:spPr>
      </p:pic>
      <p:sp>
        <p:nvSpPr>
          <p:cNvPr id="1046" name="New shape"/>
          <p:cNvSpPr/>
          <p:nvPr/>
        </p:nvSpPr>
        <p:spPr>
          <a:xfrm>
            <a:off x="3164967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47" name="New shape"/>
          <p:cNvSpPr/>
          <p:nvPr/>
        </p:nvSpPr>
        <p:spPr>
          <a:xfrm>
            <a:off x="32110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48" name="New shape"/>
          <p:cNvSpPr/>
          <p:nvPr/>
        </p:nvSpPr>
        <p:spPr>
          <a:xfrm>
            <a:off x="3249168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9" name="New picture"/>
          <p:cNvPicPr/>
          <p:nvPr/>
        </p:nvPicPr>
        <p:blipFill>
          <a:blip r:embed="rId647"/>
          <a:srcRect/>
          <a:stretch>
            <a:fillRect/>
          </a:stretch>
        </p:blipFill>
        <p:spPr>
          <a:xfrm>
            <a:off x="3268885" y="10446925"/>
            <a:ext cx="47339" cy="54959"/>
          </a:xfrm>
          <a:prstGeom prst="rect"/>
          <a:ln w="0">
            <a:noFill/>
          </a:ln>
        </p:spPr>
      </p:pic>
      <p:sp>
        <p:nvSpPr>
          <p:cNvPr id="1050" name="New shape"/>
          <p:cNvSpPr/>
          <p:nvPr/>
        </p:nvSpPr>
        <p:spPr>
          <a:xfrm>
            <a:off x="3278029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1" name="New picture"/>
          <p:cNvPicPr/>
          <p:nvPr/>
        </p:nvPicPr>
        <p:blipFill>
          <a:blip r:embed="rId648"/>
          <a:srcRect/>
          <a:stretch>
            <a:fillRect/>
          </a:stretch>
        </p:blipFill>
        <p:spPr>
          <a:xfrm>
            <a:off x="3325272" y="10446925"/>
            <a:ext cx="47339" cy="54959"/>
          </a:xfrm>
          <a:prstGeom prst="rect"/>
          <a:ln w="0">
            <a:noFill/>
          </a:ln>
        </p:spPr>
      </p:pic>
      <p:sp>
        <p:nvSpPr>
          <p:cNvPr id="1052" name="New shape"/>
          <p:cNvSpPr/>
          <p:nvPr/>
        </p:nvSpPr>
        <p:spPr>
          <a:xfrm>
            <a:off x="3334417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3" name="New picture"/>
          <p:cNvPicPr/>
          <p:nvPr/>
        </p:nvPicPr>
        <p:blipFill>
          <a:blip r:embed="rId649"/>
          <a:srcRect/>
          <a:stretch>
            <a:fillRect/>
          </a:stretch>
        </p:blipFill>
        <p:spPr>
          <a:xfrm>
            <a:off x="3384803" y="10446925"/>
            <a:ext cx="27432" cy="53435"/>
          </a:xfrm>
          <a:prstGeom prst="rect"/>
          <a:ln w="0">
            <a:noFill/>
          </a:ln>
        </p:spPr>
      </p:pic>
      <p:pic>
        <p:nvPicPr>
          <p:cNvPr id="1054" name="New picture"/>
          <p:cNvPicPr/>
          <p:nvPr/>
        </p:nvPicPr>
        <p:blipFill>
          <a:blip r:embed="rId650"/>
          <a:srcRect/>
          <a:stretch>
            <a:fillRect/>
          </a:stretch>
        </p:blipFill>
        <p:spPr>
          <a:xfrm>
            <a:off x="3418427" y="10446925"/>
            <a:ext cx="42767" cy="53435"/>
          </a:xfrm>
          <a:prstGeom prst="rect"/>
          <a:ln w="0">
            <a:noFill/>
          </a:ln>
        </p:spPr>
      </p:pic>
      <p:sp>
        <p:nvSpPr>
          <p:cNvPr id="1055" name="New shape"/>
          <p:cNvSpPr/>
          <p:nvPr/>
        </p:nvSpPr>
        <p:spPr>
          <a:xfrm>
            <a:off x="3474910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56" name="New shape"/>
          <p:cNvSpPr/>
          <p:nvPr/>
        </p:nvSpPr>
        <p:spPr>
          <a:xfrm>
            <a:off x="3474910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57" name="New picture"/>
          <p:cNvPicPr/>
          <p:nvPr/>
        </p:nvPicPr>
        <p:blipFill>
          <a:blip r:embed="rId651"/>
          <a:srcRect/>
          <a:stretch>
            <a:fillRect/>
          </a:stretch>
        </p:blipFill>
        <p:spPr>
          <a:xfrm>
            <a:off x="3497866" y="10446925"/>
            <a:ext cx="42767" cy="53435"/>
          </a:xfrm>
          <a:prstGeom prst="rect"/>
          <a:ln w="0">
            <a:noFill/>
          </a:ln>
        </p:spPr>
      </p:pic>
      <p:pic>
        <p:nvPicPr>
          <p:cNvPr id="1058" name="New picture"/>
          <p:cNvPicPr/>
          <p:nvPr/>
        </p:nvPicPr>
        <p:blipFill>
          <a:blip r:embed="rId652"/>
          <a:srcRect/>
          <a:stretch>
            <a:fillRect/>
          </a:stretch>
        </p:blipFill>
        <p:spPr>
          <a:xfrm>
            <a:off x="3549777" y="10446925"/>
            <a:ext cx="47339" cy="73247"/>
          </a:xfrm>
          <a:prstGeom prst="rect"/>
          <a:ln w="0">
            <a:noFill/>
          </a:ln>
        </p:spPr>
      </p:pic>
      <p:sp>
        <p:nvSpPr>
          <p:cNvPr id="1059" name="New shape"/>
          <p:cNvSpPr/>
          <p:nvPr/>
        </p:nvSpPr>
        <p:spPr>
          <a:xfrm>
            <a:off x="3560445" y="10454545"/>
            <a:ext cx="27527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0" name="New picture"/>
          <p:cNvPicPr/>
          <p:nvPr/>
        </p:nvPicPr>
        <p:blipFill>
          <a:blip r:embed="rId653"/>
          <a:srcRect/>
          <a:stretch>
            <a:fillRect/>
          </a:stretch>
        </p:blipFill>
        <p:spPr>
          <a:xfrm>
            <a:off x="7133654" y="10428636"/>
            <a:ext cx="48863" cy="73247"/>
          </a:xfrm>
          <a:prstGeom prst="rect"/>
          <a:ln w="0">
            <a:noFill/>
          </a:ln>
        </p:spPr>
      </p:pic>
      <p:sp>
        <p:nvSpPr>
          <p:cNvPr id="1061" name="New shape"/>
          <p:cNvSpPr/>
          <p:nvPr/>
        </p:nvSpPr>
        <p:spPr>
          <a:xfrm>
            <a:off x="7185661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62" name="New picture"/>
          <p:cNvPicPr/>
          <p:nvPr/>
        </p:nvPicPr>
        <p:blipFill>
          <a:blip r:embed="rId654"/>
          <a:srcRect/>
          <a:stretch>
            <a:fillRect/>
          </a:stretch>
        </p:blipFill>
        <p:spPr>
          <a:xfrm>
            <a:off x="7217665" y="10427018"/>
            <a:ext cx="48863" cy="74867"/>
          </a:xfrm>
          <a:prstGeom prst="rect"/>
          <a:ln w="0">
            <a:noFill/>
          </a:ln>
        </p:spPr>
      </p:pic>
      <p:sp>
        <p:nvSpPr>
          <p:cNvPr id="1063" name="New shape"/>
          <p:cNvSpPr/>
          <p:nvPr/>
        </p:nvSpPr>
        <p:spPr>
          <a:xfrm>
            <a:off x="7228331" y="10460641"/>
            <a:ext cx="29052" cy="335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064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  <p:sp>
        <p:nvSpPr>
          <p:cNvPr id="1065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64236" y="361188"/>
            <a:ext cx="6854952" cy="1898904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" name="New shape"/>
          <p:cNvSpPr/>
          <p:nvPr/>
        </p:nvSpPr>
        <p:spPr>
          <a:xfrm>
            <a:off x="737616" y="609600"/>
            <a:ext cx="644652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43045" y="503111"/>
            <a:ext cx="82487" cy="99250"/>
          </a:xfrm>
          <a:prstGeom prst="rect"/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30104" y="529018"/>
            <a:ext cx="71818" cy="73343"/>
          </a:xfrm>
          <a:prstGeom prst="rect"/>
          <a:ln w="0">
            <a:noFill/>
          </a:ln>
        </p:spPr>
      </p:pic>
      <p:sp>
        <p:nvSpPr>
          <p:cNvPr id="6" name="New shape"/>
          <p:cNvSpPr/>
          <p:nvPr/>
        </p:nvSpPr>
        <p:spPr>
          <a:xfrm>
            <a:off x="848487" y="542830"/>
            <a:ext cx="36576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17162" y="529018"/>
            <a:ext cx="65627" cy="71818"/>
          </a:xfrm>
          <a:prstGeom prst="rect"/>
          <a:ln w="0">
            <a:noFill/>
          </a:ln>
        </p:spPr>
      </p:pic>
      <p:pic>
        <p:nvPicPr>
          <p:cNvPr id="8" name="New picture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95077" y="504635"/>
            <a:ext cx="71723" cy="96203"/>
          </a:xfrm>
          <a:prstGeom prst="rect"/>
          <a:ln w="0">
            <a:noFill/>
          </a:ln>
        </p:spPr>
      </p:pic>
      <p:pic>
        <p:nvPicPr>
          <p:cNvPr id="9" name="New picture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082135" y="529018"/>
            <a:ext cx="62579" cy="73343"/>
          </a:xfrm>
          <a:prstGeom prst="rect"/>
          <a:ln w="0">
            <a:noFill/>
          </a:ln>
        </p:spPr>
      </p:pic>
      <p:sp>
        <p:nvSpPr>
          <p:cNvPr id="10" name="New shape"/>
          <p:cNvSpPr/>
          <p:nvPr/>
        </p:nvSpPr>
        <p:spPr>
          <a:xfrm>
            <a:off x="1100423" y="567214"/>
            <a:ext cx="27432" cy="2133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" name="New picture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1163002" y="529018"/>
            <a:ext cx="65723" cy="71818"/>
          </a:xfrm>
          <a:prstGeom prst="rect"/>
          <a:ln w="0">
            <a:noFill/>
          </a:ln>
        </p:spPr>
      </p:pic>
      <p:pic>
        <p:nvPicPr>
          <p:cNvPr id="12" name="New picture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1243965" y="529019"/>
            <a:ext cx="59531" cy="73343"/>
          </a:xfrm>
          <a:prstGeom prst="rect"/>
          <a:ln w="0">
            <a:noFill/>
          </a:ln>
        </p:spPr>
      </p:pic>
      <p:pic>
        <p:nvPicPr>
          <p:cNvPr id="13" name="New picture"/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1311116" y="529019"/>
            <a:ext cx="65723" cy="73343"/>
          </a:xfrm>
          <a:prstGeom prst="rect"/>
          <a:ln w="0">
            <a:noFill/>
          </a:ln>
        </p:spPr>
      </p:pic>
      <p:sp>
        <p:nvSpPr>
          <p:cNvPr id="14" name="New shape"/>
          <p:cNvSpPr/>
          <p:nvPr/>
        </p:nvSpPr>
        <p:spPr>
          <a:xfrm>
            <a:off x="1327975" y="541306"/>
            <a:ext cx="32004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" name="New shape"/>
          <p:cNvSpPr/>
          <p:nvPr/>
        </p:nvSpPr>
        <p:spPr>
          <a:xfrm>
            <a:off x="1552956" y="609600"/>
            <a:ext cx="195072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" name="New picture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1563148" y="506159"/>
            <a:ext cx="68675" cy="94678"/>
          </a:xfrm>
          <a:prstGeom prst="rect"/>
          <a:ln w="0">
            <a:noFill/>
          </a:ln>
        </p:spPr>
      </p:pic>
      <p:sp>
        <p:nvSpPr>
          <p:cNvPr id="17" name="New shape"/>
          <p:cNvSpPr/>
          <p:nvPr/>
        </p:nvSpPr>
        <p:spPr>
          <a:xfrm>
            <a:off x="1579912" y="518351"/>
            <a:ext cx="32099" cy="2752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" name="New shape"/>
          <p:cNvSpPr/>
          <p:nvPr/>
        </p:nvSpPr>
        <p:spPr>
          <a:xfrm>
            <a:off x="1579912" y="558070"/>
            <a:ext cx="35147" cy="2895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9" name="New shape"/>
          <p:cNvSpPr/>
          <p:nvPr/>
        </p:nvSpPr>
        <p:spPr>
          <a:xfrm>
            <a:off x="1648968" y="505968"/>
            <a:ext cx="16764" cy="944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" name="New picture"/>
          <p:cNvPicPr/>
          <p:nvPr/>
        </p:nvPicPr>
        <p:blipFill>
          <a:blip r:embed="rId11"/>
          <a:srcRect/>
          <a:stretch>
            <a:fillRect/>
          </a:stretch>
        </p:blipFill>
        <p:spPr>
          <a:xfrm>
            <a:off x="1682210" y="529018"/>
            <a:ext cx="71818" cy="73343"/>
          </a:xfrm>
          <a:prstGeom prst="rect"/>
          <a:ln w="0">
            <a:noFill/>
          </a:ln>
        </p:spPr>
      </p:pic>
      <p:sp>
        <p:nvSpPr>
          <p:cNvPr id="21" name="New shape"/>
          <p:cNvSpPr/>
          <p:nvPr/>
        </p:nvSpPr>
        <p:spPr>
          <a:xfrm>
            <a:off x="1698974" y="542830"/>
            <a:ext cx="38195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" name="New picture"/>
          <p:cNvPicPr/>
          <p:nvPr/>
        </p:nvPicPr>
        <p:blipFill>
          <a:blip r:embed="rId12"/>
          <a:srcRect/>
          <a:stretch>
            <a:fillRect/>
          </a:stretch>
        </p:blipFill>
        <p:spPr>
          <a:xfrm>
            <a:off x="1761649" y="529019"/>
            <a:ext cx="73247" cy="105346"/>
          </a:xfrm>
          <a:prstGeom prst="rect"/>
          <a:ln w="0">
            <a:noFill/>
          </a:ln>
        </p:spPr>
      </p:pic>
      <p:sp>
        <p:nvSpPr>
          <p:cNvPr id="23" name="New shape"/>
          <p:cNvSpPr/>
          <p:nvPr/>
        </p:nvSpPr>
        <p:spPr>
          <a:xfrm>
            <a:off x="1781461" y="541306"/>
            <a:ext cx="29051" cy="2590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" name="New shape"/>
          <p:cNvSpPr/>
          <p:nvPr/>
        </p:nvSpPr>
        <p:spPr>
          <a:xfrm>
            <a:off x="1778413" y="600837"/>
            <a:ext cx="38195" cy="2133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" name="New shape"/>
          <p:cNvSpPr/>
          <p:nvPr/>
        </p:nvSpPr>
        <p:spPr>
          <a:xfrm>
            <a:off x="2005584" y="609600"/>
            <a:ext cx="890016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" name="New picture"/>
          <p:cNvPicPr/>
          <p:nvPr/>
        </p:nvPicPr>
        <p:blipFill>
          <a:blip r:embed="rId13"/>
          <a:srcRect/>
          <a:stretch>
            <a:fillRect/>
          </a:stretch>
        </p:blipFill>
        <p:spPr>
          <a:xfrm>
            <a:off x="2018157" y="506159"/>
            <a:ext cx="82486" cy="94679"/>
          </a:xfrm>
          <a:prstGeom prst="rect"/>
          <a:ln w="0">
            <a:noFill/>
          </a:ln>
        </p:spPr>
      </p:pic>
      <p:sp>
        <p:nvSpPr>
          <p:cNvPr id="27" name="New shape"/>
          <p:cNvSpPr/>
          <p:nvPr/>
        </p:nvSpPr>
        <p:spPr>
          <a:xfrm>
            <a:off x="2034921" y="519875"/>
            <a:ext cx="47339" cy="6562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" name="New picture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2111312" y="529019"/>
            <a:ext cx="65627" cy="73343"/>
          </a:xfrm>
          <a:prstGeom prst="rect"/>
          <a:ln w="0">
            <a:noFill/>
          </a:ln>
        </p:spPr>
      </p:pic>
      <p:sp>
        <p:nvSpPr>
          <p:cNvPr id="29" name="New shape"/>
          <p:cNvSpPr/>
          <p:nvPr/>
        </p:nvSpPr>
        <p:spPr>
          <a:xfrm>
            <a:off x="2128076" y="541306"/>
            <a:ext cx="33623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2131124" y="497015"/>
            <a:ext cx="30575" cy="2743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" name="New picture"/>
          <p:cNvPicPr/>
          <p:nvPr/>
        </p:nvPicPr>
        <p:blipFill>
          <a:blip r:embed="rId15"/>
          <a:srcRect/>
          <a:stretch>
            <a:fillRect/>
          </a:stretch>
        </p:blipFill>
        <p:spPr>
          <a:xfrm>
            <a:off x="2183035" y="530638"/>
            <a:ext cx="68771" cy="70199"/>
          </a:xfrm>
          <a:prstGeom prst="rect"/>
          <a:ln w="0">
            <a:noFill/>
          </a:ln>
        </p:spPr>
      </p:pic>
      <p:pic>
        <p:nvPicPr>
          <p:cNvPr id="32" name="New picture"/>
          <p:cNvPicPr/>
          <p:nvPr/>
        </p:nvPicPr>
        <p:blipFill>
          <a:blip r:embed="rId16"/>
          <a:srcRect/>
          <a:stretch>
            <a:fillRect/>
          </a:stretch>
        </p:blipFill>
        <p:spPr>
          <a:xfrm>
            <a:off x="2257901" y="529019"/>
            <a:ext cx="65627" cy="73343"/>
          </a:xfrm>
          <a:prstGeom prst="rect"/>
          <a:ln w="0">
            <a:noFill/>
          </a:ln>
        </p:spPr>
      </p:pic>
      <p:sp>
        <p:nvSpPr>
          <p:cNvPr id="33" name="New shape"/>
          <p:cNvSpPr/>
          <p:nvPr/>
        </p:nvSpPr>
        <p:spPr>
          <a:xfrm>
            <a:off x="2274665" y="541306"/>
            <a:ext cx="32099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2339340" y="505968"/>
            <a:ext cx="16764" cy="944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" name="New picture"/>
          <p:cNvPicPr/>
          <p:nvPr/>
        </p:nvPicPr>
        <p:blipFill>
          <a:blip r:embed="rId17"/>
          <a:srcRect/>
          <a:stretch>
            <a:fillRect/>
          </a:stretch>
        </p:blipFill>
        <p:spPr>
          <a:xfrm>
            <a:off x="2372392" y="529018"/>
            <a:ext cx="71818" cy="73343"/>
          </a:xfrm>
          <a:prstGeom prst="rect"/>
          <a:ln w="0">
            <a:noFill/>
          </a:ln>
        </p:spPr>
      </p:pic>
      <p:sp>
        <p:nvSpPr>
          <p:cNvPr id="36" name="New shape"/>
          <p:cNvSpPr/>
          <p:nvPr/>
        </p:nvSpPr>
        <p:spPr>
          <a:xfrm>
            <a:off x="2389251" y="542830"/>
            <a:ext cx="38195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" name="New picture"/>
          <p:cNvPicPr/>
          <p:nvPr/>
        </p:nvPicPr>
        <p:blipFill>
          <a:blip r:embed="rId18"/>
          <a:srcRect/>
          <a:stretch>
            <a:fillRect/>
          </a:stretch>
        </p:blipFill>
        <p:spPr>
          <a:xfrm>
            <a:off x="2459450" y="529018"/>
            <a:ext cx="70295" cy="103822"/>
          </a:xfrm>
          <a:prstGeom prst="rect"/>
          <a:ln w="0">
            <a:noFill/>
          </a:ln>
        </p:spPr>
      </p:pic>
      <p:sp>
        <p:nvSpPr>
          <p:cNvPr id="38" name="New shape"/>
          <p:cNvSpPr/>
          <p:nvPr/>
        </p:nvSpPr>
        <p:spPr>
          <a:xfrm>
            <a:off x="2477834" y="542830"/>
            <a:ext cx="35052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" name="New picture"/>
          <p:cNvPicPr/>
          <p:nvPr/>
        </p:nvPicPr>
        <p:blipFill>
          <a:blip r:embed="rId19"/>
          <a:srcRect/>
          <a:stretch>
            <a:fillRect/>
          </a:stretch>
        </p:blipFill>
        <p:spPr>
          <a:xfrm>
            <a:off x="2544985" y="529018"/>
            <a:ext cx="70199" cy="103822"/>
          </a:xfrm>
          <a:prstGeom prst="rect"/>
          <a:ln w="0">
            <a:noFill/>
          </a:ln>
        </p:spPr>
      </p:pic>
      <p:sp>
        <p:nvSpPr>
          <p:cNvPr id="40" name="New shape"/>
          <p:cNvSpPr/>
          <p:nvPr/>
        </p:nvSpPr>
        <p:spPr>
          <a:xfrm>
            <a:off x="2563273" y="542830"/>
            <a:ext cx="33623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" name="New picture"/>
          <p:cNvPicPr/>
          <p:nvPr/>
        </p:nvPicPr>
        <p:blipFill>
          <a:blip r:embed="rId20"/>
          <a:srcRect/>
          <a:stretch>
            <a:fillRect/>
          </a:stretch>
        </p:blipFill>
        <p:spPr>
          <a:xfrm>
            <a:off x="2625947" y="529019"/>
            <a:ext cx="65627" cy="73343"/>
          </a:xfrm>
          <a:prstGeom prst="rect"/>
          <a:ln w="0">
            <a:noFill/>
          </a:ln>
        </p:spPr>
      </p:pic>
      <p:sp>
        <p:nvSpPr>
          <p:cNvPr id="42" name="New shape"/>
          <p:cNvSpPr/>
          <p:nvPr/>
        </p:nvSpPr>
        <p:spPr>
          <a:xfrm>
            <a:off x="2642711" y="541306"/>
            <a:ext cx="32099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" name="New picture"/>
          <p:cNvPicPr/>
          <p:nvPr/>
        </p:nvPicPr>
        <p:blipFill>
          <a:blip r:embed="rId21"/>
          <a:srcRect/>
          <a:stretch>
            <a:fillRect/>
          </a:stretch>
        </p:blipFill>
        <p:spPr>
          <a:xfrm>
            <a:off x="2706815" y="530638"/>
            <a:ext cx="67246" cy="71723"/>
          </a:xfrm>
          <a:prstGeom prst="rect"/>
          <a:ln w="0">
            <a:noFill/>
          </a:ln>
        </p:spPr>
      </p:pic>
      <p:pic>
        <p:nvPicPr>
          <p:cNvPr id="44" name="New picture"/>
          <p:cNvPicPr/>
          <p:nvPr/>
        </p:nvPicPr>
        <p:blipFill>
          <a:blip r:embed="rId22"/>
          <a:srcRect/>
          <a:stretch>
            <a:fillRect/>
          </a:stretch>
        </p:blipFill>
        <p:spPr>
          <a:xfrm>
            <a:off x="2792349" y="529018"/>
            <a:ext cx="41243" cy="71818"/>
          </a:xfrm>
          <a:prstGeom prst="rect"/>
          <a:ln w="0">
            <a:noFill/>
          </a:ln>
        </p:spPr>
      </p:pic>
      <p:pic>
        <p:nvPicPr>
          <p:cNvPr id="45" name="New picture"/>
          <p:cNvPicPr/>
          <p:nvPr/>
        </p:nvPicPr>
        <p:blipFill>
          <a:blip r:embed="rId23"/>
          <a:srcRect/>
          <a:stretch>
            <a:fillRect/>
          </a:stretch>
        </p:blipFill>
        <p:spPr>
          <a:xfrm>
            <a:off x="2838164" y="529019"/>
            <a:ext cx="53435" cy="73342"/>
          </a:xfrm>
          <a:prstGeom prst="rect"/>
          <a:ln w="0">
            <a:noFill/>
          </a:ln>
        </p:spPr>
      </p:pic>
      <p:sp>
        <p:nvSpPr>
          <p:cNvPr id="46" name="New shape"/>
          <p:cNvSpPr/>
          <p:nvPr/>
        </p:nvSpPr>
        <p:spPr>
          <a:xfrm>
            <a:off x="3066288" y="609600"/>
            <a:ext cx="992124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" name="New picture"/>
          <p:cNvPicPr/>
          <p:nvPr/>
        </p:nvPicPr>
        <p:blipFill>
          <a:blip r:embed="rId24"/>
          <a:srcRect/>
          <a:stretch>
            <a:fillRect/>
          </a:stretch>
        </p:blipFill>
        <p:spPr>
          <a:xfrm>
            <a:off x="3071812" y="503111"/>
            <a:ext cx="82486" cy="99250"/>
          </a:xfrm>
          <a:prstGeom prst="rect"/>
          <a:ln w="0">
            <a:noFill/>
          </a:ln>
        </p:spPr>
      </p:pic>
      <p:pic>
        <p:nvPicPr>
          <p:cNvPr id="48" name="New picture"/>
          <p:cNvPicPr/>
          <p:nvPr/>
        </p:nvPicPr>
        <p:blipFill>
          <a:blip r:embed="rId25"/>
          <a:srcRect/>
          <a:stretch>
            <a:fillRect/>
          </a:stretch>
        </p:blipFill>
        <p:spPr>
          <a:xfrm>
            <a:off x="3158871" y="529018"/>
            <a:ext cx="73247" cy="73343"/>
          </a:xfrm>
          <a:prstGeom prst="rect"/>
          <a:ln w="0">
            <a:noFill/>
          </a:ln>
        </p:spPr>
      </p:pic>
      <p:sp>
        <p:nvSpPr>
          <p:cNvPr id="49" name="New shape"/>
          <p:cNvSpPr/>
          <p:nvPr/>
        </p:nvSpPr>
        <p:spPr>
          <a:xfrm>
            <a:off x="3177159" y="542830"/>
            <a:ext cx="36671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" name="New picture"/>
          <p:cNvPicPr/>
          <p:nvPr/>
        </p:nvPicPr>
        <p:blipFill>
          <a:blip r:embed="rId26"/>
          <a:srcRect/>
          <a:stretch>
            <a:fillRect/>
          </a:stretch>
        </p:blipFill>
        <p:spPr>
          <a:xfrm>
            <a:off x="3247454" y="529018"/>
            <a:ext cx="65627" cy="71818"/>
          </a:xfrm>
          <a:prstGeom prst="rect"/>
          <a:ln w="0">
            <a:noFill/>
          </a:ln>
        </p:spPr>
      </p:pic>
      <p:pic>
        <p:nvPicPr>
          <p:cNvPr id="51" name="New picture"/>
          <p:cNvPicPr/>
          <p:nvPr/>
        </p:nvPicPr>
        <p:blipFill>
          <a:blip r:embed="rId27"/>
          <a:srcRect/>
          <a:stretch>
            <a:fillRect/>
          </a:stretch>
        </p:blipFill>
        <p:spPr>
          <a:xfrm>
            <a:off x="3323748" y="509207"/>
            <a:ext cx="45815" cy="93154"/>
          </a:xfrm>
          <a:prstGeom prst="rect"/>
          <a:ln w="0">
            <a:noFill/>
          </a:ln>
        </p:spPr>
      </p:pic>
      <p:pic>
        <p:nvPicPr>
          <p:cNvPr id="52" name="New picture"/>
          <p:cNvPicPr/>
          <p:nvPr/>
        </p:nvPicPr>
        <p:blipFill>
          <a:blip r:embed="rId28"/>
          <a:srcRect/>
          <a:stretch>
            <a:fillRect/>
          </a:stretch>
        </p:blipFill>
        <p:spPr>
          <a:xfrm>
            <a:off x="3378708" y="529018"/>
            <a:ext cx="61151" cy="73343"/>
          </a:xfrm>
          <a:prstGeom prst="rect"/>
          <a:ln w="0">
            <a:noFill/>
          </a:ln>
        </p:spPr>
      </p:pic>
      <p:sp>
        <p:nvSpPr>
          <p:cNvPr id="53" name="New shape"/>
          <p:cNvSpPr/>
          <p:nvPr/>
        </p:nvSpPr>
        <p:spPr>
          <a:xfrm>
            <a:off x="3395568" y="567214"/>
            <a:ext cx="27432" cy="2133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" name="New picture"/>
          <p:cNvPicPr/>
          <p:nvPr/>
        </p:nvPicPr>
        <p:blipFill>
          <a:blip r:embed="rId29"/>
          <a:srcRect/>
          <a:stretch>
            <a:fillRect/>
          </a:stretch>
        </p:blipFill>
        <p:spPr>
          <a:xfrm>
            <a:off x="3455098" y="529019"/>
            <a:ext cx="58007" cy="73343"/>
          </a:xfrm>
          <a:prstGeom prst="rect"/>
          <a:ln w="0">
            <a:noFill/>
          </a:ln>
        </p:spPr>
      </p:pic>
      <p:pic>
        <p:nvPicPr>
          <p:cNvPr id="55" name="New picture"/>
          <p:cNvPicPr/>
          <p:nvPr/>
        </p:nvPicPr>
        <p:blipFill>
          <a:blip r:embed="rId30"/>
          <a:srcRect/>
          <a:stretch>
            <a:fillRect/>
          </a:stretch>
        </p:blipFill>
        <p:spPr>
          <a:xfrm>
            <a:off x="3522249" y="509207"/>
            <a:ext cx="45815" cy="93154"/>
          </a:xfrm>
          <a:prstGeom prst="rect"/>
          <a:ln w="0">
            <a:noFill/>
          </a:ln>
        </p:spPr>
      </p:pic>
      <p:pic>
        <p:nvPicPr>
          <p:cNvPr id="56" name="New picture"/>
          <p:cNvPicPr/>
          <p:nvPr/>
        </p:nvPicPr>
        <p:blipFill>
          <a:blip r:embed="rId31"/>
          <a:srcRect/>
          <a:stretch>
            <a:fillRect/>
          </a:stretch>
        </p:blipFill>
        <p:spPr>
          <a:xfrm>
            <a:off x="3575685" y="529019"/>
            <a:ext cx="65722" cy="73343"/>
          </a:xfrm>
          <a:prstGeom prst="rect"/>
          <a:ln w="0">
            <a:noFill/>
          </a:ln>
        </p:spPr>
      </p:pic>
      <p:sp>
        <p:nvSpPr>
          <p:cNvPr id="57" name="New shape"/>
          <p:cNvSpPr/>
          <p:nvPr/>
        </p:nvSpPr>
        <p:spPr>
          <a:xfrm>
            <a:off x="3592544" y="541306"/>
            <a:ext cx="32004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" name="New picture"/>
          <p:cNvPicPr/>
          <p:nvPr/>
        </p:nvPicPr>
        <p:blipFill>
          <a:blip r:embed="rId32"/>
          <a:srcRect/>
          <a:stretch>
            <a:fillRect/>
          </a:stretch>
        </p:blipFill>
        <p:spPr>
          <a:xfrm>
            <a:off x="3650552" y="530638"/>
            <a:ext cx="53435" cy="70199"/>
          </a:xfrm>
          <a:prstGeom prst="rect"/>
          <a:ln w="0">
            <a:noFill/>
          </a:ln>
        </p:spPr>
      </p:pic>
      <p:sp>
        <p:nvSpPr>
          <p:cNvPr id="59" name="New shape"/>
          <p:cNvSpPr/>
          <p:nvPr/>
        </p:nvSpPr>
        <p:spPr>
          <a:xfrm>
            <a:off x="3707892" y="554736"/>
            <a:ext cx="33528" cy="1371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0" name="New picture"/>
          <p:cNvPicPr/>
          <p:nvPr/>
        </p:nvPicPr>
        <p:blipFill>
          <a:blip r:embed="rId33"/>
          <a:srcRect/>
          <a:stretch>
            <a:fillRect/>
          </a:stretch>
        </p:blipFill>
        <p:spPr>
          <a:xfrm>
            <a:off x="3754374" y="529018"/>
            <a:ext cx="65627" cy="71818"/>
          </a:xfrm>
          <a:prstGeom prst="rect"/>
          <a:ln w="0">
            <a:noFill/>
          </a:ln>
        </p:spPr>
      </p:pic>
      <p:pic>
        <p:nvPicPr>
          <p:cNvPr id="61" name="New picture"/>
          <p:cNvPicPr/>
          <p:nvPr/>
        </p:nvPicPr>
        <p:blipFill>
          <a:blip r:embed="rId34"/>
          <a:srcRect/>
          <a:stretch>
            <a:fillRect/>
          </a:stretch>
        </p:blipFill>
        <p:spPr>
          <a:xfrm>
            <a:off x="3836765" y="529018"/>
            <a:ext cx="71818" cy="73343"/>
          </a:xfrm>
          <a:prstGeom prst="rect"/>
          <a:ln w="0">
            <a:noFill/>
          </a:ln>
        </p:spPr>
      </p:pic>
      <p:sp>
        <p:nvSpPr>
          <p:cNvPr id="62" name="New shape"/>
          <p:cNvSpPr/>
          <p:nvPr/>
        </p:nvSpPr>
        <p:spPr>
          <a:xfrm>
            <a:off x="3853530" y="542830"/>
            <a:ext cx="38195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3" name="New picture"/>
          <p:cNvPicPr/>
          <p:nvPr/>
        </p:nvPicPr>
        <p:blipFill>
          <a:blip r:embed="rId35"/>
          <a:srcRect/>
          <a:stretch>
            <a:fillRect/>
          </a:stretch>
        </p:blipFill>
        <p:spPr>
          <a:xfrm>
            <a:off x="3923919" y="530638"/>
            <a:ext cx="65627" cy="71723"/>
          </a:xfrm>
          <a:prstGeom prst="rect"/>
          <a:ln w="0">
            <a:noFill/>
          </a:ln>
        </p:spPr>
      </p:pic>
      <p:pic>
        <p:nvPicPr>
          <p:cNvPr id="64" name="New picture"/>
          <p:cNvPicPr/>
          <p:nvPr/>
        </p:nvPicPr>
        <p:blipFill>
          <a:blip r:embed="rId36"/>
          <a:srcRect/>
          <a:stretch>
            <a:fillRect/>
          </a:stretch>
        </p:blipFill>
        <p:spPr>
          <a:xfrm>
            <a:off x="4000214" y="529019"/>
            <a:ext cx="53435" cy="73342"/>
          </a:xfrm>
          <a:prstGeom prst="rect"/>
          <a:ln w="0">
            <a:noFill/>
          </a:ln>
        </p:spPr>
      </p:pic>
      <p:sp>
        <p:nvSpPr>
          <p:cNvPr id="65" name="New shape"/>
          <p:cNvSpPr/>
          <p:nvPr/>
        </p:nvSpPr>
        <p:spPr>
          <a:xfrm>
            <a:off x="670560" y="1144524"/>
            <a:ext cx="1327404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66" name="New picture"/>
          <p:cNvPicPr/>
          <p:nvPr/>
        </p:nvPicPr>
        <p:blipFill>
          <a:blip r:embed="rId37"/>
          <a:srcRect/>
          <a:stretch>
            <a:fillRect/>
          </a:stretch>
        </p:blipFill>
        <p:spPr>
          <a:xfrm>
            <a:off x="675894" y="1054037"/>
            <a:ext cx="33623" cy="80867"/>
          </a:xfrm>
          <a:prstGeom prst="rect"/>
          <a:ln w="0">
            <a:noFill/>
          </a:ln>
        </p:spPr>
      </p:pic>
      <p:pic>
        <p:nvPicPr>
          <p:cNvPr id="67" name="New picture"/>
          <p:cNvPicPr/>
          <p:nvPr/>
        </p:nvPicPr>
        <p:blipFill>
          <a:blip r:embed="rId38"/>
          <a:srcRect/>
          <a:stretch>
            <a:fillRect/>
          </a:stretch>
        </p:blipFill>
        <p:spPr>
          <a:xfrm>
            <a:off x="723233" y="1073849"/>
            <a:ext cx="56483" cy="61055"/>
          </a:xfrm>
          <a:prstGeom prst="rect"/>
          <a:ln w="0">
            <a:noFill/>
          </a:ln>
        </p:spPr>
      </p:pic>
      <p:pic>
        <p:nvPicPr>
          <p:cNvPr id="68" name="New picture"/>
          <p:cNvPicPr/>
          <p:nvPr/>
        </p:nvPicPr>
        <p:blipFill>
          <a:blip r:embed="rId39"/>
          <a:srcRect/>
          <a:stretch>
            <a:fillRect/>
          </a:stretch>
        </p:blipFill>
        <p:spPr>
          <a:xfrm>
            <a:off x="788860" y="1052512"/>
            <a:ext cx="44291" cy="82391"/>
          </a:xfrm>
          <a:prstGeom prst="rect"/>
          <a:ln w="0">
            <a:noFill/>
          </a:ln>
        </p:spPr>
      </p:pic>
      <p:pic>
        <p:nvPicPr>
          <p:cNvPr id="69" name="New picture"/>
          <p:cNvPicPr/>
          <p:nvPr/>
        </p:nvPicPr>
        <p:blipFill>
          <a:blip r:embed="rId40"/>
          <a:srcRect/>
          <a:stretch>
            <a:fillRect/>
          </a:stretch>
        </p:blipFill>
        <p:spPr>
          <a:xfrm>
            <a:off x="833152" y="1073849"/>
            <a:ext cx="62674" cy="62579"/>
          </a:xfrm>
          <a:prstGeom prst="rect"/>
          <a:ln w="0">
            <a:noFill/>
          </a:ln>
        </p:spPr>
      </p:pic>
      <p:sp>
        <p:nvSpPr>
          <p:cNvPr id="70" name="New shape"/>
          <p:cNvSpPr/>
          <p:nvPr/>
        </p:nvSpPr>
        <p:spPr>
          <a:xfrm>
            <a:off x="848487" y="1084517"/>
            <a:ext cx="32004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1" name="New picture"/>
          <p:cNvPicPr/>
          <p:nvPr/>
        </p:nvPicPr>
        <p:blipFill>
          <a:blip r:embed="rId41"/>
          <a:srcRect/>
          <a:stretch>
            <a:fillRect/>
          </a:stretch>
        </p:blipFill>
        <p:spPr>
          <a:xfrm>
            <a:off x="909542" y="1073849"/>
            <a:ext cx="35147" cy="61055"/>
          </a:xfrm>
          <a:prstGeom prst="rect"/>
          <a:ln w="0">
            <a:noFill/>
          </a:ln>
        </p:spPr>
      </p:pic>
      <p:pic>
        <p:nvPicPr>
          <p:cNvPr id="72" name="New picture"/>
          <p:cNvPicPr/>
          <p:nvPr/>
        </p:nvPicPr>
        <p:blipFill>
          <a:blip r:embed="rId42"/>
          <a:srcRect/>
          <a:stretch>
            <a:fillRect/>
          </a:stretch>
        </p:blipFill>
        <p:spPr>
          <a:xfrm>
            <a:off x="953834" y="1073849"/>
            <a:ext cx="94679" cy="61055"/>
          </a:xfrm>
          <a:prstGeom prst="rect"/>
          <a:ln w="0">
            <a:noFill/>
          </a:ln>
        </p:spPr>
      </p:pic>
      <p:pic>
        <p:nvPicPr>
          <p:cNvPr id="73" name="New picture"/>
          <p:cNvPicPr/>
          <p:nvPr/>
        </p:nvPicPr>
        <p:blipFill>
          <a:blip r:embed="rId43"/>
          <a:srcRect/>
          <a:stretch>
            <a:fillRect/>
          </a:stretch>
        </p:blipFill>
        <p:spPr>
          <a:xfrm>
            <a:off x="1060704" y="1073848"/>
            <a:ext cx="53435" cy="62579"/>
          </a:xfrm>
          <a:prstGeom prst="rect"/>
          <a:ln w="0">
            <a:noFill/>
          </a:ln>
        </p:spPr>
      </p:pic>
      <p:sp>
        <p:nvSpPr>
          <p:cNvPr id="74" name="New shape"/>
          <p:cNvSpPr/>
          <p:nvPr/>
        </p:nvSpPr>
        <p:spPr>
          <a:xfrm>
            <a:off x="1074420" y="1105948"/>
            <a:ext cx="24479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5" name="New picture"/>
          <p:cNvPicPr/>
          <p:nvPr/>
        </p:nvPicPr>
        <p:blipFill>
          <a:blip r:embed="rId44"/>
          <a:srcRect/>
          <a:stretch>
            <a:fillRect/>
          </a:stretch>
        </p:blipFill>
        <p:spPr>
          <a:xfrm>
            <a:off x="1121759" y="1057084"/>
            <a:ext cx="39719" cy="79343"/>
          </a:xfrm>
          <a:prstGeom prst="rect"/>
          <a:ln w="0">
            <a:noFill/>
          </a:ln>
        </p:spPr>
      </p:pic>
      <p:sp>
        <p:nvSpPr>
          <p:cNvPr id="76" name="New shape"/>
          <p:cNvSpPr/>
          <p:nvPr/>
        </p:nvSpPr>
        <p:spPr>
          <a:xfrm>
            <a:off x="1173671" y="1075372"/>
            <a:ext cx="15335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77" name="New picture"/>
          <p:cNvPicPr/>
          <p:nvPr/>
        </p:nvPicPr>
        <p:blipFill>
          <a:blip r:embed="rId45"/>
          <a:srcRect/>
          <a:stretch>
            <a:fillRect/>
          </a:stretch>
        </p:blipFill>
        <p:spPr>
          <a:xfrm>
            <a:off x="1172146" y="1047940"/>
            <a:ext cx="18383" cy="16764"/>
          </a:xfrm>
          <a:prstGeom prst="rect"/>
          <a:ln w="0">
            <a:noFill/>
          </a:ln>
        </p:spPr>
      </p:pic>
      <p:pic>
        <p:nvPicPr>
          <p:cNvPr id="78" name="New picture"/>
          <p:cNvPicPr/>
          <p:nvPr/>
        </p:nvPicPr>
        <p:blipFill>
          <a:blip r:embed="rId46"/>
          <a:srcRect/>
          <a:stretch>
            <a:fillRect/>
          </a:stretch>
        </p:blipFill>
        <p:spPr>
          <a:xfrm>
            <a:off x="1202722" y="1073849"/>
            <a:ext cx="62579" cy="62579"/>
          </a:xfrm>
          <a:prstGeom prst="rect"/>
          <a:ln w="0">
            <a:noFill/>
          </a:ln>
        </p:spPr>
      </p:pic>
      <p:sp>
        <p:nvSpPr>
          <p:cNvPr id="79" name="New shape"/>
          <p:cNvSpPr/>
          <p:nvPr/>
        </p:nvSpPr>
        <p:spPr>
          <a:xfrm>
            <a:off x="1217962" y="1084517"/>
            <a:ext cx="32099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0" name="New picture"/>
          <p:cNvPicPr/>
          <p:nvPr/>
        </p:nvPicPr>
        <p:blipFill>
          <a:blip r:embed="rId47"/>
          <a:srcRect/>
          <a:stretch>
            <a:fillRect/>
          </a:stretch>
        </p:blipFill>
        <p:spPr>
          <a:xfrm>
            <a:off x="1277588" y="1073849"/>
            <a:ext cx="56483" cy="61055"/>
          </a:xfrm>
          <a:prstGeom prst="rect"/>
          <a:ln w="0">
            <a:noFill/>
          </a:ln>
        </p:spPr>
      </p:pic>
      <p:pic>
        <p:nvPicPr>
          <p:cNvPr id="81" name="New picture"/>
          <p:cNvPicPr/>
          <p:nvPr/>
        </p:nvPicPr>
        <p:blipFill>
          <a:blip r:embed="rId48"/>
          <a:srcRect/>
          <a:stretch>
            <a:fillRect/>
          </a:stretch>
        </p:blipFill>
        <p:spPr>
          <a:xfrm>
            <a:off x="1346264" y="1073848"/>
            <a:ext cx="45815" cy="62579"/>
          </a:xfrm>
          <a:prstGeom prst="rect"/>
          <a:ln w="0">
            <a:noFill/>
          </a:ln>
        </p:spPr>
      </p:pic>
      <p:pic>
        <p:nvPicPr>
          <p:cNvPr id="82" name="New picture"/>
          <p:cNvPicPr/>
          <p:nvPr/>
        </p:nvPicPr>
        <p:blipFill>
          <a:blip r:embed="rId49"/>
          <a:srcRect/>
          <a:stretch>
            <a:fillRect/>
          </a:stretch>
        </p:blipFill>
        <p:spPr>
          <a:xfrm>
            <a:off x="1427226" y="1054036"/>
            <a:ext cx="39719" cy="82391"/>
          </a:xfrm>
          <a:prstGeom prst="rect"/>
          <a:ln w="0">
            <a:noFill/>
          </a:ln>
        </p:spPr>
      </p:pic>
      <p:pic>
        <p:nvPicPr>
          <p:cNvPr id="83" name="New picture"/>
          <p:cNvPicPr/>
          <p:nvPr/>
        </p:nvPicPr>
        <p:blipFill>
          <a:blip r:embed="rId50"/>
          <a:srcRect/>
          <a:stretch>
            <a:fillRect/>
          </a:stretch>
        </p:blipFill>
        <p:spPr>
          <a:xfrm>
            <a:off x="1483709" y="1075373"/>
            <a:ext cx="56483" cy="61055"/>
          </a:xfrm>
          <a:prstGeom prst="rect"/>
          <a:ln w="0">
            <a:noFill/>
          </a:ln>
        </p:spPr>
      </p:pic>
      <p:pic>
        <p:nvPicPr>
          <p:cNvPr id="84" name="New picture"/>
          <p:cNvPicPr/>
          <p:nvPr/>
        </p:nvPicPr>
        <p:blipFill>
          <a:blip r:embed="rId51"/>
          <a:srcRect/>
          <a:stretch>
            <a:fillRect/>
          </a:stretch>
        </p:blipFill>
        <p:spPr>
          <a:xfrm>
            <a:off x="1556956" y="1073849"/>
            <a:ext cx="36671" cy="61055"/>
          </a:xfrm>
          <a:prstGeom prst="rect"/>
          <a:ln w="0">
            <a:noFill/>
          </a:ln>
        </p:spPr>
      </p:pic>
      <p:sp>
        <p:nvSpPr>
          <p:cNvPr id="85" name="New shape"/>
          <p:cNvSpPr/>
          <p:nvPr/>
        </p:nvSpPr>
        <p:spPr>
          <a:xfrm>
            <a:off x="1602772" y="1075372"/>
            <a:ext cx="15335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86" name="New picture"/>
          <p:cNvPicPr/>
          <p:nvPr/>
        </p:nvPicPr>
        <p:blipFill>
          <a:blip r:embed="rId52"/>
          <a:srcRect/>
          <a:stretch>
            <a:fillRect/>
          </a:stretch>
        </p:blipFill>
        <p:spPr>
          <a:xfrm>
            <a:off x="1601248" y="1047940"/>
            <a:ext cx="18383" cy="16764"/>
          </a:xfrm>
          <a:prstGeom prst="rect"/>
          <a:ln w="0">
            <a:noFill/>
          </a:ln>
        </p:spPr>
      </p:pic>
      <p:pic>
        <p:nvPicPr>
          <p:cNvPr id="87" name="New picture"/>
          <p:cNvPicPr/>
          <p:nvPr/>
        </p:nvPicPr>
        <p:blipFill>
          <a:blip r:embed="rId53"/>
          <a:srcRect/>
          <a:stretch>
            <a:fillRect/>
          </a:stretch>
        </p:blipFill>
        <p:spPr>
          <a:xfrm>
            <a:off x="1631823" y="1054036"/>
            <a:ext cx="59531" cy="82391"/>
          </a:xfrm>
          <a:prstGeom prst="rect"/>
          <a:ln w="0">
            <a:noFill/>
          </a:ln>
        </p:spPr>
      </p:pic>
      <p:sp>
        <p:nvSpPr>
          <p:cNvPr id="88" name="New shape"/>
          <p:cNvSpPr/>
          <p:nvPr/>
        </p:nvSpPr>
        <p:spPr>
          <a:xfrm>
            <a:off x="1647063" y="1084516"/>
            <a:ext cx="29051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89" name="New shape"/>
          <p:cNvSpPr/>
          <p:nvPr/>
        </p:nvSpPr>
        <p:spPr>
          <a:xfrm>
            <a:off x="1708214" y="1075372"/>
            <a:ext cx="15240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0" name="New picture"/>
          <p:cNvPicPr/>
          <p:nvPr/>
        </p:nvPicPr>
        <p:blipFill>
          <a:blip r:embed="rId54"/>
          <a:srcRect/>
          <a:stretch>
            <a:fillRect/>
          </a:stretch>
        </p:blipFill>
        <p:spPr>
          <a:xfrm>
            <a:off x="1706689" y="1047940"/>
            <a:ext cx="18288" cy="16764"/>
          </a:xfrm>
          <a:prstGeom prst="rect"/>
          <a:ln w="0">
            <a:noFill/>
          </a:ln>
        </p:spPr>
      </p:pic>
      <p:pic>
        <p:nvPicPr>
          <p:cNvPr id="91" name="New picture"/>
          <p:cNvPicPr/>
          <p:nvPr/>
        </p:nvPicPr>
        <p:blipFill>
          <a:blip r:embed="rId55"/>
          <a:srcRect/>
          <a:stretch>
            <a:fillRect/>
          </a:stretch>
        </p:blipFill>
        <p:spPr>
          <a:xfrm>
            <a:off x="1737170" y="1073848"/>
            <a:ext cx="59531" cy="88487"/>
          </a:xfrm>
          <a:prstGeom prst="rect"/>
          <a:ln w="0">
            <a:noFill/>
          </a:ln>
        </p:spPr>
      </p:pic>
      <p:sp>
        <p:nvSpPr>
          <p:cNvPr id="92" name="New shape"/>
          <p:cNvSpPr/>
          <p:nvPr/>
        </p:nvSpPr>
        <p:spPr>
          <a:xfrm>
            <a:off x="1752410" y="1084516"/>
            <a:ext cx="29051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3" name="New picture"/>
          <p:cNvPicPr/>
          <p:nvPr/>
        </p:nvPicPr>
        <p:blipFill>
          <a:blip r:embed="rId56"/>
          <a:srcRect/>
          <a:stretch>
            <a:fillRect/>
          </a:stretch>
        </p:blipFill>
        <p:spPr>
          <a:xfrm>
            <a:off x="1813560" y="1075373"/>
            <a:ext cx="56483" cy="61055"/>
          </a:xfrm>
          <a:prstGeom prst="rect"/>
          <a:ln w="0">
            <a:noFill/>
          </a:ln>
        </p:spPr>
      </p:pic>
      <p:pic>
        <p:nvPicPr>
          <p:cNvPr id="94" name="New picture"/>
          <p:cNvPicPr/>
          <p:nvPr/>
        </p:nvPicPr>
        <p:blipFill>
          <a:blip r:embed="rId57"/>
          <a:srcRect/>
          <a:stretch>
            <a:fillRect/>
          </a:stretch>
        </p:blipFill>
        <p:spPr>
          <a:xfrm>
            <a:off x="1883759" y="1073849"/>
            <a:ext cx="56483" cy="62579"/>
          </a:xfrm>
          <a:prstGeom prst="rect"/>
          <a:ln w="0">
            <a:noFill/>
          </a:ln>
        </p:spPr>
      </p:pic>
      <p:sp>
        <p:nvSpPr>
          <p:cNvPr id="95" name="New shape"/>
          <p:cNvSpPr/>
          <p:nvPr/>
        </p:nvSpPr>
        <p:spPr>
          <a:xfrm>
            <a:off x="1897475" y="1084517"/>
            <a:ext cx="27527" cy="1533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6" name="New picture"/>
          <p:cNvPicPr/>
          <p:nvPr/>
        </p:nvPicPr>
        <p:blipFill>
          <a:blip r:embed="rId58"/>
          <a:srcRect/>
          <a:stretch>
            <a:fillRect/>
          </a:stretch>
        </p:blipFill>
        <p:spPr>
          <a:xfrm>
            <a:off x="1947958" y="1073848"/>
            <a:ext cx="45720" cy="62579"/>
          </a:xfrm>
          <a:prstGeom prst="rect"/>
          <a:ln w="0">
            <a:noFill/>
          </a:ln>
        </p:spPr>
      </p:pic>
      <p:sp>
        <p:nvSpPr>
          <p:cNvPr id="97" name="New shape"/>
          <p:cNvSpPr/>
          <p:nvPr/>
        </p:nvSpPr>
        <p:spPr>
          <a:xfrm>
            <a:off x="2142744" y="1144524"/>
            <a:ext cx="1616964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98" name="New picture"/>
          <p:cNvPicPr/>
          <p:nvPr/>
        </p:nvPicPr>
        <p:blipFill>
          <a:blip r:embed="rId59"/>
          <a:srcRect/>
          <a:stretch>
            <a:fillRect/>
          </a:stretch>
        </p:blipFill>
        <p:spPr>
          <a:xfrm>
            <a:off x="2149507" y="1050988"/>
            <a:ext cx="70199" cy="85439"/>
          </a:xfrm>
          <a:prstGeom prst="rect"/>
          <a:ln w="0">
            <a:noFill/>
          </a:ln>
        </p:spPr>
      </p:pic>
      <p:pic>
        <p:nvPicPr>
          <p:cNvPr id="99" name="New picture"/>
          <p:cNvPicPr/>
          <p:nvPr/>
        </p:nvPicPr>
        <p:blipFill>
          <a:blip r:embed="rId60"/>
          <a:srcRect/>
          <a:stretch>
            <a:fillRect/>
          </a:stretch>
        </p:blipFill>
        <p:spPr>
          <a:xfrm>
            <a:off x="2225802" y="1050988"/>
            <a:ext cx="82486" cy="85439"/>
          </a:xfrm>
          <a:prstGeom prst="rect"/>
          <a:ln w="0">
            <a:noFill/>
          </a:ln>
        </p:spPr>
      </p:pic>
      <p:sp>
        <p:nvSpPr>
          <p:cNvPr id="100" name="New shape"/>
          <p:cNvSpPr/>
          <p:nvPr/>
        </p:nvSpPr>
        <p:spPr>
          <a:xfrm>
            <a:off x="2241137" y="1064704"/>
            <a:ext cx="51911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1" name="New picture"/>
          <p:cNvPicPr/>
          <p:nvPr/>
        </p:nvPicPr>
        <p:blipFill>
          <a:blip r:embed="rId61"/>
          <a:srcRect/>
          <a:stretch>
            <a:fillRect/>
          </a:stretch>
        </p:blipFill>
        <p:spPr>
          <a:xfrm>
            <a:off x="2323529" y="1054036"/>
            <a:ext cx="70295" cy="80867"/>
          </a:xfrm>
          <a:prstGeom prst="rect"/>
          <a:ln w="0">
            <a:noFill/>
          </a:ln>
        </p:spPr>
      </p:pic>
      <p:pic>
        <p:nvPicPr>
          <p:cNvPr id="102" name="New picture"/>
          <p:cNvPicPr/>
          <p:nvPr/>
        </p:nvPicPr>
        <p:blipFill>
          <a:blip r:embed="rId62"/>
          <a:srcRect/>
          <a:stretch>
            <a:fillRect/>
          </a:stretch>
        </p:blipFill>
        <p:spPr>
          <a:xfrm>
            <a:off x="2412111" y="1054036"/>
            <a:ext cx="70295" cy="80867"/>
          </a:xfrm>
          <a:prstGeom prst="rect"/>
          <a:ln w="0">
            <a:noFill/>
          </a:ln>
        </p:spPr>
      </p:pic>
      <p:sp>
        <p:nvSpPr>
          <p:cNvPr id="103" name="New shape"/>
          <p:cNvSpPr/>
          <p:nvPr/>
        </p:nvSpPr>
        <p:spPr>
          <a:xfrm>
            <a:off x="2427446" y="1066228"/>
            <a:ext cx="39624" cy="564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4" name="New picture"/>
          <p:cNvPicPr/>
          <p:nvPr/>
        </p:nvPicPr>
        <p:blipFill>
          <a:blip r:embed="rId63"/>
          <a:srcRect/>
          <a:stretch>
            <a:fillRect/>
          </a:stretch>
        </p:blipFill>
        <p:spPr>
          <a:xfrm>
            <a:off x="2491550" y="1054037"/>
            <a:ext cx="33623" cy="80867"/>
          </a:xfrm>
          <a:prstGeom prst="rect"/>
          <a:ln w="0">
            <a:noFill/>
          </a:ln>
        </p:spPr>
      </p:pic>
      <p:pic>
        <p:nvPicPr>
          <p:cNvPr id="105" name="New picture"/>
          <p:cNvPicPr/>
          <p:nvPr/>
        </p:nvPicPr>
        <p:blipFill>
          <a:blip r:embed="rId64"/>
          <a:srcRect/>
          <a:stretch>
            <a:fillRect/>
          </a:stretch>
        </p:blipFill>
        <p:spPr>
          <a:xfrm>
            <a:off x="2531269" y="1054037"/>
            <a:ext cx="64103" cy="80867"/>
          </a:xfrm>
          <a:prstGeom prst="rect"/>
          <a:ln w="0">
            <a:noFill/>
          </a:ln>
        </p:spPr>
      </p:pic>
      <p:pic>
        <p:nvPicPr>
          <p:cNvPr id="106" name="New picture"/>
          <p:cNvPicPr/>
          <p:nvPr/>
        </p:nvPicPr>
        <p:blipFill>
          <a:blip r:embed="rId65"/>
          <a:srcRect/>
          <a:stretch>
            <a:fillRect/>
          </a:stretch>
        </p:blipFill>
        <p:spPr>
          <a:xfrm>
            <a:off x="2601563" y="1054037"/>
            <a:ext cx="33623" cy="80867"/>
          </a:xfrm>
          <a:prstGeom prst="rect"/>
          <a:ln w="0">
            <a:noFill/>
          </a:ln>
        </p:spPr>
      </p:pic>
      <p:pic>
        <p:nvPicPr>
          <p:cNvPr id="107" name="New picture"/>
          <p:cNvPicPr/>
          <p:nvPr/>
        </p:nvPicPr>
        <p:blipFill>
          <a:blip r:embed="rId66"/>
          <a:srcRect/>
          <a:stretch>
            <a:fillRect/>
          </a:stretch>
        </p:blipFill>
        <p:spPr>
          <a:xfrm>
            <a:off x="2644235" y="1050988"/>
            <a:ext cx="84011" cy="85439"/>
          </a:xfrm>
          <a:prstGeom prst="rect"/>
          <a:ln w="0">
            <a:noFill/>
          </a:ln>
        </p:spPr>
      </p:pic>
      <p:sp>
        <p:nvSpPr>
          <p:cNvPr id="108" name="New shape"/>
          <p:cNvSpPr/>
          <p:nvPr/>
        </p:nvSpPr>
        <p:spPr>
          <a:xfrm>
            <a:off x="2659475" y="1064704"/>
            <a:ext cx="53435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09" name="New picture"/>
          <p:cNvPicPr/>
          <p:nvPr/>
        </p:nvPicPr>
        <p:blipFill>
          <a:blip r:embed="rId67"/>
          <a:srcRect/>
          <a:stretch>
            <a:fillRect/>
          </a:stretch>
        </p:blipFill>
        <p:spPr>
          <a:xfrm>
            <a:off x="2741962" y="1054036"/>
            <a:ext cx="70295" cy="80867"/>
          </a:xfrm>
          <a:prstGeom prst="rect"/>
          <a:ln w="0">
            <a:noFill/>
          </a:ln>
        </p:spPr>
      </p:pic>
      <p:pic>
        <p:nvPicPr>
          <p:cNvPr id="110" name="New picture"/>
          <p:cNvPicPr/>
          <p:nvPr/>
        </p:nvPicPr>
        <p:blipFill>
          <a:blip r:embed="rId68"/>
          <a:srcRect/>
          <a:stretch>
            <a:fillRect/>
          </a:stretch>
        </p:blipFill>
        <p:spPr>
          <a:xfrm>
            <a:off x="2825972" y="1050989"/>
            <a:ext cx="58007" cy="85439"/>
          </a:xfrm>
          <a:prstGeom prst="rect"/>
          <a:ln w="0">
            <a:noFill/>
          </a:ln>
        </p:spPr>
      </p:pic>
      <p:pic>
        <p:nvPicPr>
          <p:cNvPr id="111" name="New picture"/>
          <p:cNvPicPr/>
          <p:nvPr/>
        </p:nvPicPr>
        <p:blipFill>
          <a:blip r:embed="rId69"/>
          <a:srcRect/>
          <a:stretch>
            <a:fillRect/>
          </a:stretch>
        </p:blipFill>
        <p:spPr>
          <a:xfrm>
            <a:off x="2928270" y="1054036"/>
            <a:ext cx="71723" cy="80867"/>
          </a:xfrm>
          <a:prstGeom prst="rect"/>
          <a:ln w="0">
            <a:noFill/>
          </a:ln>
        </p:spPr>
      </p:pic>
      <p:sp>
        <p:nvSpPr>
          <p:cNvPr id="112" name="New shape"/>
          <p:cNvSpPr/>
          <p:nvPr/>
        </p:nvSpPr>
        <p:spPr>
          <a:xfrm>
            <a:off x="2943511" y="1066228"/>
            <a:ext cx="39719" cy="564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13" name="New shape"/>
          <p:cNvSpPr/>
          <p:nvPr/>
        </p:nvSpPr>
        <p:spPr>
          <a:xfrm>
            <a:off x="3012281" y="1054036"/>
            <a:ext cx="10668" cy="2895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14" name="New picture"/>
          <p:cNvPicPr/>
          <p:nvPr/>
        </p:nvPicPr>
        <p:blipFill>
          <a:blip r:embed="rId70"/>
          <a:srcRect/>
          <a:stretch>
            <a:fillRect/>
          </a:stretch>
        </p:blipFill>
        <p:spPr>
          <a:xfrm>
            <a:off x="3041237" y="1054037"/>
            <a:ext cx="67246" cy="82391"/>
          </a:xfrm>
          <a:prstGeom prst="rect"/>
          <a:ln w="0">
            <a:noFill/>
          </a:ln>
        </p:spPr>
      </p:pic>
      <p:pic>
        <p:nvPicPr>
          <p:cNvPr id="115" name="New picture"/>
          <p:cNvPicPr/>
          <p:nvPr/>
        </p:nvPicPr>
        <p:blipFill>
          <a:blip r:embed="rId71"/>
          <a:srcRect/>
          <a:stretch>
            <a:fillRect/>
          </a:stretch>
        </p:blipFill>
        <p:spPr>
          <a:xfrm>
            <a:off x="3117628" y="1054037"/>
            <a:ext cx="64103" cy="80867"/>
          </a:xfrm>
          <a:prstGeom prst="rect"/>
          <a:ln w="0">
            <a:noFill/>
          </a:ln>
        </p:spPr>
      </p:pic>
      <p:pic>
        <p:nvPicPr>
          <p:cNvPr id="116" name="New picture"/>
          <p:cNvPicPr/>
          <p:nvPr/>
        </p:nvPicPr>
        <p:blipFill>
          <a:blip r:embed="rId72"/>
          <a:srcRect/>
          <a:stretch>
            <a:fillRect/>
          </a:stretch>
        </p:blipFill>
        <p:spPr>
          <a:xfrm>
            <a:off x="3187827" y="1054037"/>
            <a:ext cx="33623" cy="80867"/>
          </a:xfrm>
          <a:prstGeom prst="rect"/>
          <a:ln w="0">
            <a:noFill/>
          </a:ln>
        </p:spPr>
      </p:pic>
      <p:pic>
        <p:nvPicPr>
          <p:cNvPr id="117" name="New picture"/>
          <p:cNvPicPr/>
          <p:nvPr/>
        </p:nvPicPr>
        <p:blipFill>
          <a:blip r:embed="rId73"/>
          <a:srcRect/>
          <a:stretch>
            <a:fillRect/>
          </a:stretch>
        </p:blipFill>
        <p:spPr>
          <a:xfrm>
            <a:off x="3236690" y="1054037"/>
            <a:ext cx="50387" cy="80867"/>
          </a:xfrm>
          <a:prstGeom prst="rect"/>
          <a:ln w="0">
            <a:noFill/>
          </a:ln>
        </p:spPr>
      </p:pic>
      <p:pic>
        <p:nvPicPr>
          <p:cNvPr id="118" name="New picture"/>
          <p:cNvPicPr/>
          <p:nvPr/>
        </p:nvPicPr>
        <p:blipFill>
          <a:blip r:embed="rId74"/>
          <a:srcRect/>
          <a:stretch>
            <a:fillRect/>
          </a:stretch>
        </p:blipFill>
        <p:spPr>
          <a:xfrm>
            <a:off x="3293173" y="1054037"/>
            <a:ext cx="33623" cy="80867"/>
          </a:xfrm>
          <a:prstGeom prst="rect"/>
          <a:ln w="0">
            <a:noFill/>
          </a:ln>
        </p:spPr>
      </p:pic>
      <p:pic>
        <p:nvPicPr>
          <p:cNvPr id="119" name="New picture"/>
          <p:cNvPicPr/>
          <p:nvPr/>
        </p:nvPicPr>
        <p:blipFill>
          <a:blip r:embed="rId75"/>
          <a:srcRect/>
          <a:stretch>
            <a:fillRect/>
          </a:stretch>
        </p:blipFill>
        <p:spPr>
          <a:xfrm>
            <a:off x="3334417" y="1050989"/>
            <a:ext cx="58103" cy="85439"/>
          </a:xfrm>
          <a:prstGeom prst="rect"/>
          <a:ln w="0">
            <a:noFill/>
          </a:ln>
        </p:spPr>
      </p:pic>
      <p:pic>
        <p:nvPicPr>
          <p:cNvPr id="120" name="New picture"/>
          <p:cNvPicPr/>
          <p:nvPr/>
        </p:nvPicPr>
        <p:blipFill>
          <a:blip r:embed="rId76"/>
          <a:srcRect/>
          <a:stretch>
            <a:fillRect/>
          </a:stretch>
        </p:blipFill>
        <p:spPr>
          <a:xfrm>
            <a:off x="3397091" y="1054036"/>
            <a:ext cx="76295" cy="80867"/>
          </a:xfrm>
          <a:prstGeom prst="rect"/>
          <a:ln w="0">
            <a:noFill/>
          </a:ln>
        </p:spPr>
      </p:pic>
      <p:sp>
        <p:nvSpPr>
          <p:cNvPr id="121" name="New shape"/>
          <p:cNvSpPr/>
          <p:nvPr/>
        </p:nvSpPr>
        <p:spPr>
          <a:xfrm>
            <a:off x="3423000" y="1069276"/>
            <a:ext cx="24480" cy="3667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2" name="New picture"/>
          <p:cNvPicPr/>
          <p:nvPr/>
        </p:nvPicPr>
        <p:blipFill>
          <a:blip r:embed="rId77"/>
          <a:srcRect/>
          <a:stretch>
            <a:fillRect/>
          </a:stretch>
        </p:blipFill>
        <p:spPr>
          <a:xfrm>
            <a:off x="3467291" y="1054037"/>
            <a:ext cx="64103" cy="80867"/>
          </a:xfrm>
          <a:prstGeom prst="rect"/>
          <a:ln w="0">
            <a:noFill/>
          </a:ln>
        </p:spPr>
      </p:pic>
      <p:pic>
        <p:nvPicPr>
          <p:cNvPr id="123" name="New picture"/>
          <p:cNvPicPr/>
          <p:nvPr/>
        </p:nvPicPr>
        <p:blipFill>
          <a:blip r:embed="rId78"/>
          <a:srcRect/>
          <a:stretch>
            <a:fillRect/>
          </a:stretch>
        </p:blipFill>
        <p:spPr>
          <a:xfrm>
            <a:off x="3537490" y="1054037"/>
            <a:ext cx="33623" cy="80867"/>
          </a:xfrm>
          <a:prstGeom prst="rect"/>
          <a:ln w="0">
            <a:noFill/>
          </a:ln>
        </p:spPr>
      </p:pic>
      <p:pic>
        <p:nvPicPr>
          <p:cNvPr id="124" name="New picture"/>
          <p:cNvPicPr/>
          <p:nvPr/>
        </p:nvPicPr>
        <p:blipFill>
          <a:blip r:embed="rId79"/>
          <a:srcRect/>
          <a:stretch>
            <a:fillRect/>
          </a:stretch>
        </p:blipFill>
        <p:spPr>
          <a:xfrm>
            <a:off x="3580352" y="1050988"/>
            <a:ext cx="82391" cy="85439"/>
          </a:xfrm>
          <a:prstGeom prst="rect"/>
          <a:ln w="0">
            <a:noFill/>
          </a:ln>
        </p:spPr>
      </p:pic>
      <p:sp>
        <p:nvSpPr>
          <p:cNvPr id="125" name="New shape"/>
          <p:cNvSpPr/>
          <p:nvPr/>
        </p:nvSpPr>
        <p:spPr>
          <a:xfrm>
            <a:off x="3595592" y="1064704"/>
            <a:ext cx="51911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6" name="New picture"/>
          <p:cNvPicPr/>
          <p:nvPr/>
        </p:nvPicPr>
        <p:blipFill>
          <a:blip r:embed="rId80"/>
          <a:srcRect/>
          <a:stretch>
            <a:fillRect/>
          </a:stretch>
        </p:blipFill>
        <p:spPr>
          <a:xfrm>
            <a:off x="3678079" y="1054036"/>
            <a:ext cx="70199" cy="80867"/>
          </a:xfrm>
          <a:prstGeom prst="rect"/>
          <a:ln w="0">
            <a:noFill/>
          </a:ln>
        </p:spPr>
      </p:pic>
      <p:sp>
        <p:nvSpPr>
          <p:cNvPr id="127" name="New shape"/>
          <p:cNvSpPr/>
          <p:nvPr/>
        </p:nvSpPr>
        <p:spPr>
          <a:xfrm>
            <a:off x="670560" y="1458468"/>
            <a:ext cx="822960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28" name="New picture"/>
          <p:cNvPicPr/>
          <p:nvPr/>
        </p:nvPicPr>
        <p:blipFill>
          <a:blip r:embed="rId81"/>
          <a:srcRect/>
          <a:stretch>
            <a:fillRect/>
          </a:stretch>
        </p:blipFill>
        <p:spPr>
          <a:xfrm>
            <a:off x="675894" y="1365313"/>
            <a:ext cx="70294" cy="85534"/>
          </a:xfrm>
          <a:prstGeom prst="rect"/>
          <a:ln w="0">
            <a:noFill/>
          </a:ln>
        </p:spPr>
      </p:pic>
      <p:pic>
        <p:nvPicPr>
          <p:cNvPr id="129" name="New picture"/>
          <p:cNvPicPr/>
          <p:nvPr/>
        </p:nvPicPr>
        <p:blipFill>
          <a:blip r:embed="rId82"/>
          <a:srcRect/>
          <a:stretch>
            <a:fillRect/>
          </a:stretch>
        </p:blipFill>
        <p:spPr>
          <a:xfrm>
            <a:off x="750761" y="1388269"/>
            <a:ext cx="61055" cy="62579"/>
          </a:xfrm>
          <a:prstGeom prst="rect"/>
          <a:ln w="0">
            <a:noFill/>
          </a:ln>
        </p:spPr>
      </p:pic>
      <p:sp>
        <p:nvSpPr>
          <p:cNvPr id="130" name="New shape"/>
          <p:cNvSpPr/>
          <p:nvPr/>
        </p:nvSpPr>
        <p:spPr>
          <a:xfrm>
            <a:off x="766001" y="1398937"/>
            <a:ext cx="32099" cy="4114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1" name="New picture"/>
          <p:cNvPicPr/>
          <p:nvPr/>
        </p:nvPicPr>
        <p:blipFill>
          <a:blip r:embed="rId83"/>
          <a:srcRect/>
          <a:stretch>
            <a:fillRect/>
          </a:stretch>
        </p:blipFill>
        <p:spPr>
          <a:xfrm>
            <a:off x="825532" y="1388269"/>
            <a:ext cx="56483" cy="61055"/>
          </a:xfrm>
          <a:prstGeom prst="rect"/>
          <a:ln w="0">
            <a:noFill/>
          </a:ln>
        </p:spPr>
      </p:pic>
      <p:pic>
        <p:nvPicPr>
          <p:cNvPr id="132" name="New picture"/>
          <p:cNvPicPr/>
          <p:nvPr/>
        </p:nvPicPr>
        <p:blipFill>
          <a:blip r:embed="rId84"/>
          <a:srcRect/>
          <a:stretch>
            <a:fillRect/>
          </a:stretch>
        </p:blipFill>
        <p:spPr>
          <a:xfrm>
            <a:off x="891254" y="1366838"/>
            <a:ext cx="44196" cy="82487"/>
          </a:xfrm>
          <a:prstGeom prst="rect"/>
          <a:ln w="0">
            <a:noFill/>
          </a:ln>
        </p:spPr>
      </p:pic>
      <p:sp>
        <p:nvSpPr>
          <p:cNvPr id="133" name="New shape"/>
          <p:cNvSpPr/>
          <p:nvPr/>
        </p:nvSpPr>
        <p:spPr>
          <a:xfrm>
            <a:off x="940117" y="1389793"/>
            <a:ext cx="13716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4" name="New picture"/>
          <p:cNvPicPr/>
          <p:nvPr/>
        </p:nvPicPr>
        <p:blipFill>
          <a:blip r:embed="rId85"/>
          <a:srcRect/>
          <a:stretch>
            <a:fillRect/>
          </a:stretch>
        </p:blipFill>
        <p:spPr>
          <a:xfrm>
            <a:off x="938593" y="1362265"/>
            <a:ext cx="18288" cy="16859"/>
          </a:xfrm>
          <a:prstGeom prst="rect"/>
          <a:ln w="0">
            <a:noFill/>
          </a:ln>
        </p:spPr>
      </p:pic>
      <p:pic>
        <p:nvPicPr>
          <p:cNvPr id="135" name="New picture"/>
          <p:cNvPicPr/>
          <p:nvPr/>
        </p:nvPicPr>
        <p:blipFill>
          <a:blip r:embed="rId86"/>
          <a:srcRect/>
          <a:stretch>
            <a:fillRect/>
          </a:stretch>
        </p:blipFill>
        <p:spPr>
          <a:xfrm>
            <a:off x="969074" y="1368361"/>
            <a:ext cx="59531" cy="82487"/>
          </a:xfrm>
          <a:prstGeom prst="rect"/>
          <a:ln w="0">
            <a:noFill/>
          </a:ln>
        </p:spPr>
      </p:pic>
      <p:sp>
        <p:nvSpPr>
          <p:cNvPr id="136" name="New shape"/>
          <p:cNvSpPr/>
          <p:nvPr/>
        </p:nvSpPr>
        <p:spPr>
          <a:xfrm>
            <a:off x="984313" y="1400461"/>
            <a:ext cx="29051" cy="3962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7" name="New picture"/>
          <p:cNvPicPr/>
          <p:nvPr/>
        </p:nvPicPr>
        <p:blipFill>
          <a:blip r:embed="rId87"/>
          <a:srcRect/>
          <a:stretch>
            <a:fillRect/>
          </a:stretch>
        </p:blipFill>
        <p:spPr>
          <a:xfrm>
            <a:off x="1042416" y="1388269"/>
            <a:ext cx="54959" cy="62579"/>
          </a:xfrm>
          <a:prstGeom prst="rect"/>
          <a:ln w="0">
            <a:noFill/>
          </a:ln>
        </p:spPr>
      </p:pic>
      <p:sp>
        <p:nvSpPr>
          <p:cNvPr id="138" name="New shape"/>
          <p:cNvSpPr/>
          <p:nvPr/>
        </p:nvSpPr>
        <p:spPr>
          <a:xfrm>
            <a:off x="1056132" y="1398937"/>
            <a:ext cx="27527" cy="1524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39" name="New picture"/>
          <p:cNvPicPr/>
          <p:nvPr/>
        </p:nvPicPr>
        <p:blipFill>
          <a:blip r:embed="rId88"/>
          <a:srcRect/>
          <a:stretch>
            <a:fillRect/>
          </a:stretch>
        </p:blipFill>
        <p:spPr>
          <a:xfrm>
            <a:off x="1111091" y="1388269"/>
            <a:ext cx="56483" cy="61055"/>
          </a:xfrm>
          <a:prstGeom prst="rect"/>
          <a:ln w="0">
            <a:noFill/>
          </a:ln>
        </p:spPr>
      </p:pic>
      <p:pic>
        <p:nvPicPr>
          <p:cNvPr id="140" name="New picture"/>
          <p:cNvPicPr/>
          <p:nvPr/>
        </p:nvPicPr>
        <p:blipFill>
          <a:blip r:embed="rId89"/>
          <a:srcRect/>
          <a:stretch>
            <a:fillRect/>
          </a:stretch>
        </p:blipFill>
        <p:spPr>
          <a:xfrm>
            <a:off x="1176718" y="1371409"/>
            <a:ext cx="39719" cy="79439"/>
          </a:xfrm>
          <a:prstGeom prst="rect"/>
          <a:ln w="0">
            <a:noFill/>
          </a:ln>
        </p:spPr>
      </p:pic>
      <p:sp>
        <p:nvSpPr>
          <p:cNvPr id="141" name="New shape"/>
          <p:cNvSpPr/>
          <p:nvPr/>
        </p:nvSpPr>
        <p:spPr>
          <a:xfrm>
            <a:off x="1228725" y="1389793"/>
            <a:ext cx="15240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2" name="New picture"/>
          <p:cNvPicPr/>
          <p:nvPr/>
        </p:nvPicPr>
        <p:blipFill>
          <a:blip r:embed="rId90"/>
          <a:srcRect/>
          <a:stretch>
            <a:fillRect/>
          </a:stretch>
        </p:blipFill>
        <p:spPr>
          <a:xfrm>
            <a:off x="1227201" y="1362265"/>
            <a:ext cx="18288" cy="16859"/>
          </a:xfrm>
          <a:prstGeom prst="rect"/>
          <a:ln w="0">
            <a:noFill/>
          </a:ln>
        </p:spPr>
      </p:pic>
      <p:pic>
        <p:nvPicPr>
          <p:cNvPr id="143" name="New picture"/>
          <p:cNvPicPr/>
          <p:nvPr/>
        </p:nvPicPr>
        <p:blipFill>
          <a:blip r:embed="rId91"/>
          <a:srcRect/>
          <a:stretch>
            <a:fillRect/>
          </a:stretch>
        </p:blipFill>
        <p:spPr>
          <a:xfrm>
            <a:off x="1256157" y="1388268"/>
            <a:ext cx="53435" cy="62579"/>
          </a:xfrm>
          <a:prstGeom prst="rect"/>
          <a:ln w="0">
            <a:noFill/>
          </a:ln>
        </p:spPr>
      </p:pic>
      <p:sp>
        <p:nvSpPr>
          <p:cNvPr id="144" name="New shape"/>
          <p:cNvSpPr/>
          <p:nvPr/>
        </p:nvSpPr>
        <p:spPr>
          <a:xfrm>
            <a:off x="1271397" y="1421797"/>
            <a:ext cx="22955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5" name="New shape"/>
          <p:cNvSpPr/>
          <p:nvPr/>
        </p:nvSpPr>
        <p:spPr>
          <a:xfrm>
            <a:off x="1325880" y="1367028"/>
            <a:ext cx="15240" cy="8229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46" name="New shape"/>
          <p:cNvSpPr/>
          <p:nvPr/>
        </p:nvSpPr>
        <p:spPr>
          <a:xfrm>
            <a:off x="1359980" y="1389793"/>
            <a:ext cx="13811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47" name="New picture"/>
          <p:cNvPicPr/>
          <p:nvPr/>
        </p:nvPicPr>
        <p:blipFill>
          <a:blip r:embed="rId92"/>
          <a:srcRect/>
          <a:stretch>
            <a:fillRect/>
          </a:stretch>
        </p:blipFill>
        <p:spPr>
          <a:xfrm>
            <a:off x="1358456" y="1362265"/>
            <a:ext cx="16859" cy="16859"/>
          </a:xfrm>
          <a:prstGeom prst="rect"/>
          <a:ln w="0">
            <a:noFill/>
          </a:ln>
        </p:spPr>
      </p:pic>
      <p:pic>
        <p:nvPicPr>
          <p:cNvPr id="148" name="New picture"/>
          <p:cNvPicPr/>
          <p:nvPr/>
        </p:nvPicPr>
        <p:blipFill>
          <a:blip r:embed="rId93"/>
          <a:srcRect/>
          <a:stretch>
            <a:fillRect/>
          </a:stretch>
        </p:blipFill>
        <p:spPr>
          <a:xfrm>
            <a:off x="1384459" y="1371409"/>
            <a:ext cx="39719" cy="79439"/>
          </a:xfrm>
          <a:prstGeom prst="rect"/>
          <a:ln w="0">
            <a:noFill/>
          </a:ln>
        </p:spPr>
      </p:pic>
      <p:pic>
        <p:nvPicPr>
          <p:cNvPr id="149" name="New picture"/>
          <p:cNvPicPr/>
          <p:nvPr/>
        </p:nvPicPr>
        <p:blipFill>
          <a:blip r:embed="rId94"/>
          <a:srcRect/>
          <a:stretch>
            <a:fillRect/>
          </a:stretch>
        </p:blipFill>
        <p:spPr>
          <a:xfrm>
            <a:off x="1430274" y="1388269"/>
            <a:ext cx="56483" cy="62579"/>
          </a:xfrm>
          <a:prstGeom prst="rect"/>
          <a:ln w="0">
            <a:noFill/>
          </a:ln>
        </p:spPr>
      </p:pic>
      <p:sp>
        <p:nvSpPr>
          <p:cNvPr id="150" name="New shape"/>
          <p:cNvSpPr/>
          <p:nvPr/>
        </p:nvSpPr>
        <p:spPr>
          <a:xfrm>
            <a:off x="1445514" y="1398937"/>
            <a:ext cx="27527" cy="1524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1" name="New shape"/>
          <p:cNvSpPr/>
          <p:nvPr/>
        </p:nvSpPr>
        <p:spPr>
          <a:xfrm>
            <a:off x="1447038" y="1360742"/>
            <a:ext cx="27527" cy="2295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52" name="New shape"/>
          <p:cNvSpPr/>
          <p:nvPr/>
        </p:nvSpPr>
        <p:spPr>
          <a:xfrm>
            <a:off x="1638300" y="1458468"/>
            <a:ext cx="1626108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3" name="New picture"/>
          <p:cNvPicPr/>
          <p:nvPr/>
        </p:nvPicPr>
        <p:blipFill>
          <a:blip r:embed="rId95"/>
          <a:srcRect/>
          <a:stretch>
            <a:fillRect/>
          </a:stretch>
        </p:blipFill>
        <p:spPr>
          <a:xfrm>
            <a:off x="1647063" y="1368361"/>
            <a:ext cx="70295" cy="80962"/>
          </a:xfrm>
          <a:prstGeom prst="rect"/>
          <a:ln w="0">
            <a:noFill/>
          </a:ln>
        </p:spPr>
      </p:pic>
      <p:sp>
        <p:nvSpPr>
          <p:cNvPr id="154" name="New shape"/>
          <p:cNvSpPr/>
          <p:nvPr/>
        </p:nvSpPr>
        <p:spPr>
          <a:xfrm>
            <a:off x="1662398" y="1380649"/>
            <a:ext cx="39624" cy="563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55" name="New picture"/>
          <p:cNvPicPr/>
          <p:nvPr/>
        </p:nvPicPr>
        <p:blipFill>
          <a:blip r:embed="rId96"/>
          <a:srcRect/>
          <a:stretch>
            <a:fillRect/>
          </a:stretch>
        </p:blipFill>
        <p:spPr>
          <a:xfrm>
            <a:off x="1726502" y="1368362"/>
            <a:ext cx="33623" cy="80962"/>
          </a:xfrm>
          <a:prstGeom prst="rect"/>
          <a:ln w="0">
            <a:noFill/>
          </a:ln>
        </p:spPr>
      </p:pic>
      <p:pic>
        <p:nvPicPr>
          <p:cNvPr id="156" name="New picture"/>
          <p:cNvPicPr/>
          <p:nvPr/>
        </p:nvPicPr>
        <p:blipFill>
          <a:blip r:embed="rId97"/>
          <a:srcRect/>
          <a:stretch>
            <a:fillRect/>
          </a:stretch>
        </p:blipFill>
        <p:spPr>
          <a:xfrm>
            <a:off x="1766221" y="1368361"/>
            <a:ext cx="76295" cy="80962"/>
          </a:xfrm>
          <a:prstGeom prst="rect"/>
          <a:ln w="0">
            <a:noFill/>
          </a:ln>
        </p:spPr>
      </p:pic>
      <p:pic>
        <p:nvPicPr>
          <p:cNvPr id="157" name="New picture"/>
          <p:cNvPicPr/>
          <p:nvPr/>
        </p:nvPicPr>
        <p:blipFill>
          <a:blip r:embed="rId98"/>
          <a:srcRect/>
          <a:stretch>
            <a:fillRect/>
          </a:stretch>
        </p:blipFill>
        <p:spPr>
          <a:xfrm>
            <a:off x="1850231" y="1368362"/>
            <a:ext cx="67151" cy="82487"/>
          </a:xfrm>
          <a:prstGeom prst="rect"/>
          <a:ln w="0">
            <a:noFill/>
          </a:ln>
        </p:spPr>
      </p:pic>
      <p:pic>
        <p:nvPicPr>
          <p:cNvPr id="158" name="New picture"/>
          <p:cNvPicPr/>
          <p:nvPr/>
        </p:nvPicPr>
        <p:blipFill>
          <a:blip r:embed="rId99"/>
          <a:srcRect/>
          <a:stretch>
            <a:fillRect/>
          </a:stretch>
        </p:blipFill>
        <p:spPr>
          <a:xfrm>
            <a:off x="1935671" y="1368362"/>
            <a:ext cx="50387" cy="80962"/>
          </a:xfrm>
          <a:prstGeom prst="rect"/>
          <a:ln w="0">
            <a:noFill/>
          </a:ln>
        </p:spPr>
      </p:pic>
      <p:pic>
        <p:nvPicPr>
          <p:cNvPr id="159" name="New picture"/>
          <p:cNvPicPr/>
          <p:nvPr/>
        </p:nvPicPr>
        <p:blipFill>
          <a:blip r:embed="rId100"/>
          <a:srcRect/>
          <a:stretch>
            <a:fillRect/>
          </a:stretch>
        </p:blipFill>
        <p:spPr>
          <a:xfrm>
            <a:off x="1989106" y="1365313"/>
            <a:ext cx="71818" cy="85535"/>
          </a:xfrm>
          <a:prstGeom prst="rect"/>
          <a:ln w="0">
            <a:noFill/>
          </a:ln>
        </p:spPr>
      </p:pic>
      <p:pic>
        <p:nvPicPr>
          <p:cNvPr id="160" name="New picture"/>
          <p:cNvPicPr/>
          <p:nvPr/>
        </p:nvPicPr>
        <p:blipFill>
          <a:blip r:embed="rId101"/>
          <a:srcRect/>
          <a:stretch>
            <a:fillRect/>
          </a:stretch>
        </p:blipFill>
        <p:spPr>
          <a:xfrm>
            <a:off x="2068544" y="1368361"/>
            <a:ext cx="76390" cy="80962"/>
          </a:xfrm>
          <a:prstGeom prst="rect"/>
          <a:ln w="0">
            <a:noFill/>
          </a:ln>
        </p:spPr>
      </p:pic>
      <p:sp>
        <p:nvSpPr>
          <p:cNvPr id="161" name="New shape"/>
          <p:cNvSpPr/>
          <p:nvPr/>
        </p:nvSpPr>
        <p:spPr>
          <a:xfrm>
            <a:off x="2094548" y="1383697"/>
            <a:ext cx="24384" cy="3657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2" name="New picture"/>
          <p:cNvPicPr/>
          <p:nvPr/>
        </p:nvPicPr>
        <p:blipFill>
          <a:blip r:embed="rId102"/>
          <a:srcRect/>
          <a:stretch>
            <a:fillRect/>
          </a:stretch>
        </p:blipFill>
        <p:spPr>
          <a:xfrm>
            <a:off x="2138839" y="1368362"/>
            <a:ext cx="64103" cy="80962"/>
          </a:xfrm>
          <a:prstGeom prst="rect"/>
          <a:ln w="0">
            <a:noFill/>
          </a:ln>
        </p:spPr>
      </p:pic>
      <p:pic>
        <p:nvPicPr>
          <p:cNvPr id="163" name="New picture"/>
          <p:cNvPicPr/>
          <p:nvPr/>
        </p:nvPicPr>
        <p:blipFill>
          <a:blip r:embed="rId103"/>
          <a:srcRect/>
          <a:stretch>
            <a:fillRect/>
          </a:stretch>
        </p:blipFill>
        <p:spPr>
          <a:xfrm>
            <a:off x="2209038" y="1368362"/>
            <a:ext cx="33623" cy="80962"/>
          </a:xfrm>
          <a:prstGeom prst="rect"/>
          <a:ln w="0">
            <a:noFill/>
          </a:ln>
        </p:spPr>
      </p:pic>
      <p:pic>
        <p:nvPicPr>
          <p:cNvPr id="164" name="New picture"/>
          <p:cNvPicPr/>
          <p:nvPr/>
        </p:nvPicPr>
        <p:blipFill>
          <a:blip r:embed="rId104"/>
          <a:srcRect/>
          <a:stretch>
            <a:fillRect/>
          </a:stretch>
        </p:blipFill>
        <p:spPr>
          <a:xfrm>
            <a:off x="2251805" y="1365313"/>
            <a:ext cx="82486" cy="85535"/>
          </a:xfrm>
          <a:prstGeom prst="rect"/>
          <a:ln w="0">
            <a:noFill/>
          </a:ln>
        </p:spPr>
      </p:pic>
      <p:sp>
        <p:nvSpPr>
          <p:cNvPr id="165" name="New shape"/>
          <p:cNvSpPr/>
          <p:nvPr/>
        </p:nvSpPr>
        <p:spPr>
          <a:xfrm>
            <a:off x="2267045" y="1379125"/>
            <a:ext cx="51911" cy="5943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6" name="New picture"/>
          <p:cNvPicPr/>
          <p:nvPr/>
        </p:nvPicPr>
        <p:blipFill>
          <a:blip r:embed="rId105"/>
          <a:srcRect/>
          <a:stretch>
            <a:fillRect/>
          </a:stretch>
        </p:blipFill>
        <p:spPr>
          <a:xfrm>
            <a:off x="2349532" y="1368361"/>
            <a:ext cx="70199" cy="80962"/>
          </a:xfrm>
          <a:prstGeom prst="rect"/>
          <a:ln w="0">
            <a:noFill/>
          </a:ln>
        </p:spPr>
      </p:pic>
      <p:pic>
        <p:nvPicPr>
          <p:cNvPr id="167" name="New picture"/>
          <p:cNvPicPr/>
          <p:nvPr/>
        </p:nvPicPr>
        <p:blipFill>
          <a:blip r:embed="rId106"/>
          <a:srcRect/>
          <a:stretch>
            <a:fillRect/>
          </a:stretch>
        </p:blipFill>
        <p:spPr>
          <a:xfrm>
            <a:off x="2470118" y="1368361"/>
            <a:ext cx="61151" cy="80962"/>
          </a:xfrm>
          <a:prstGeom prst="rect"/>
          <a:ln w="0">
            <a:noFill/>
          </a:ln>
        </p:spPr>
      </p:pic>
      <p:sp>
        <p:nvSpPr>
          <p:cNvPr id="168" name="New shape"/>
          <p:cNvSpPr/>
          <p:nvPr/>
        </p:nvSpPr>
        <p:spPr>
          <a:xfrm>
            <a:off x="2485454" y="1380649"/>
            <a:ext cx="27432" cy="2895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69" name="New picture"/>
          <p:cNvPicPr/>
          <p:nvPr/>
        </p:nvPicPr>
        <p:blipFill>
          <a:blip r:embed="rId107"/>
          <a:srcRect/>
          <a:stretch>
            <a:fillRect/>
          </a:stretch>
        </p:blipFill>
        <p:spPr>
          <a:xfrm>
            <a:off x="2544985" y="1368362"/>
            <a:ext cx="53435" cy="80962"/>
          </a:xfrm>
          <a:prstGeom prst="rect"/>
          <a:ln w="0">
            <a:noFill/>
          </a:ln>
        </p:spPr>
      </p:pic>
      <p:pic>
        <p:nvPicPr>
          <p:cNvPr id="170" name="New picture"/>
          <p:cNvPicPr/>
          <p:nvPr/>
        </p:nvPicPr>
        <p:blipFill>
          <a:blip r:embed="rId108"/>
          <a:srcRect/>
          <a:stretch>
            <a:fillRect/>
          </a:stretch>
        </p:blipFill>
        <p:spPr>
          <a:xfrm>
            <a:off x="2604516" y="1366838"/>
            <a:ext cx="58007" cy="84010"/>
          </a:xfrm>
          <a:prstGeom prst="rect"/>
          <a:ln w="0">
            <a:noFill/>
          </a:ln>
        </p:spPr>
      </p:pic>
      <p:pic>
        <p:nvPicPr>
          <p:cNvPr id="171" name="New picture"/>
          <p:cNvPicPr/>
          <p:nvPr/>
        </p:nvPicPr>
        <p:blipFill>
          <a:blip r:embed="rId109"/>
          <a:srcRect/>
          <a:stretch>
            <a:fillRect/>
          </a:stretch>
        </p:blipFill>
        <p:spPr>
          <a:xfrm>
            <a:off x="2676335" y="1368361"/>
            <a:ext cx="59531" cy="80962"/>
          </a:xfrm>
          <a:prstGeom prst="rect"/>
          <a:ln w="0">
            <a:noFill/>
          </a:ln>
        </p:spPr>
      </p:pic>
      <p:sp>
        <p:nvSpPr>
          <p:cNvPr id="172" name="New shape"/>
          <p:cNvSpPr/>
          <p:nvPr/>
        </p:nvSpPr>
        <p:spPr>
          <a:xfrm>
            <a:off x="2691575" y="1380648"/>
            <a:ext cx="29051" cy="3048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3" name="New picture"/>
          <p:cNvPicPr/>
          <p:nvPr/>
        </p:nvPicPr>
        <p:blipFill>
          <a:blip r:embed="rId110"/>
          <a:srcRect/>
          <a:stretch>
            <a:fillRect/>
          </a:stretch>
        </p:blipFill>
        <p:spPr>
          <a:xfrm>
            <a:off x="2743486" y="1365313"/>
            <a:ext cx="84011" cy="85535"/>
          </a:xfrm>
          <a:prstGeom prst="rect"/>
          <a:ln w="0">
            <a:noFill/>
          </a:ln>
        </p:spPr>
      </p:pic>
      <p:sp>
        <p:nvSpPr>
          <p:cNvPr id="174" name="New shape"/>
          <p:cNvSpPr/>
          <p:nvPr/>
        </p:nvSpPr>
        <p:spPr>
          <a:xfrm>
            <a:off x="2758726" y="1379125"/>
            <a:ext cx="53530" cy="5943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5" name="New picture"/>
          <p:cNvPicPr/>
          <p:nvPr/>
        </p:nvPicPr>
        <p:blipFill>
          <a:blip r:embed="rId111"/>
          <a:srcRect/>
          <a:stretch>
            <a:fillRect/>
          </a:stretch>
        </p:blipFill>
        <p:spPr>
          <a:xfrm>
            <a:off x="2841212" y="1368361"/>
            <a:ext cx="70295" cy="80962"/>
          </a:xfrm>
          <a:prstGeom prst="rect"/>
          <a:ln w="0">
            <a:noFill/>
          </a:ln>
        </p:spPr>
      </p:pic>
      <p:pic>
        <p:nvPicPr>
          <p:cNvPr id="176" name="New picture"/>
          <p:cNvPicPr/>
          <p:nvPr/>
        </p:nvPicPr>
        <p:blipFill>
          <a:blip r:embed="rId112"/>
          <a:srcRect/>
          <a:stretch>
            <a:fillRect/>
          </a:stretch>
        </p:blipFill>
        <p:spPr>
          <a:xfrm>
            <a:off x="2925223" y="1366838"/>
            <a:ext cx="58007" cy="84010"/>
          </a:xfrm>
          <a:prstGeom prst="rect"/>
          <a:ln w="0">
            <a:noFill/>
          </a:ln>
        </p:spPr>
      </p:pic>
      <p:pic>
        <p:nvPicPr>
          <p:cNvPr id="177" name="New picture"/>
          <p:cNvPicPr/>
          <p:nvPr/>
        </p:nvPicPr>
        <p:blipFill>
          <a:blip r:embed="rId113"/>
          <a:srcRect/>
          <a:stretch>
            <a:fillRect/>
          </a:stretch>
        </p:blipFill>
        <p:spPr>
          <a:xfrm>
            <a:off x="2986278" y="1368361"/>
            <a:ext cx="77914" cy="80962"/>
          </a:xfrm>
          <a:prstGeom prst="rect"/>
          <a:ln w="0">
            <a:noFill/>
          </a:ln>
        </p:spPr>
      </p:pic>
      <p:sp>
        <p:nvSpPr>
          <p:cNvPr id="178" name="New shape"/>
          <p:cNvSpPr/>
          <p:nvPr/>
        </p:nvSpPr>
        <p:spPr>
          <a:xfrm>
            <a:off x="3013806" y="1383697"/>
            <a:ext cx="24384" cy="3657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79" name="New picture"/>
          <p:cNvPicPr/>
          <p:nvPr/>
        </p:nvPicPr>
        <p:blipFill>
          <a:blip r:embed="rId114"/>
          <a:srcRect/>
          <a:stretch>
            <a:fillRect/>
          </a:stretch>
        </p:blipFill>
        <p:spPr>
          <a:xfrm>
            <a:off x="3073337" y="1368362"/>
            <a:ext cx="59531" cy="80962"/>
          </a:xfrm>
          <a:prstGeom prst="rect"/>
          <a:ln w="0">
            <a:noFill/>
          </a:ln>
        </p:spPr>
      </p:pic>
      <p:sp>
        <p:nvSpPr>
          <p:cNvPr id="180" name="New shape"/>
          <p:cNvSpPr/>
          <p:nvPr/>
        </p:nvSpPr>
        <p:spPr>
          <a:xfrm>
            <a:off x="3088577" y="1379125"/>
            <a:ext cx="26003" cy="2286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181" name="New shape"/>
          <p:cNvSpPr/>
          <p:nvPr/>
        </p:nvSpPr>
        <p:spPr>
          <a:xfrm>
            <a:off x="3088577" y="1412653"/>
            <a:ext cx="29051" cy="2438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2" name="New picture"/>
          <p:cNvPicPr/>
          <p:nvPr/>
        </p:nvPicPr>
        <p:blipFill>
          <a:blip r:embed="rId115"/>
          <a:srcRect/>
          <a:stretch>
            <a:fillRect/>
          </a:stretch>
        </p:blipFill>
        <p:spPr>
          <a:xfrm>
            <a:off x="3148203" y="1368362"/>
            <a:ext cx="48863" cy="80962"/>
          </a:xfrm>
          <a:prstGeom prst="rect"/>
          <a:ln w="0">
            <a:noFill/>
          </a:ln>
        </p:spPr>
      </p:pic>
      <p:pic>
        <p:nvPicPr>
          <p:cNvPr id="183" name="New picture"/>
          <p:cNvPicPr/>
          <p:nvPr/>
        </p:nvPicPr>
        <p:blipFill>
          <a:blip r:embed="rId116"/>
          <a:srcRect/>
          <a:stretch>
            <a:fillRect/>
          </a:stretch>
        </p:blipFill>
        <p:spPr>
          <a:xfrm>
            <a:off x="3207734" y="1368362"/>
            <a:ext cx="53435" cy="80962"/>
          </a:xfrm>
          <a:prstGeom prst="rect"/>
          <a:ln w="0">
            <a:noFill/>
          </a:ln>
        </p:spPr>
      </p:pic>
      <p:sp>
        <p:nvSpPr>
          <p:cNvPr id="184" name="New shape"/>
          <p:cNvSpPr/>
          <p:nvPr/>
        </p:nvSpPr>
        <p:spPr>
          <a:xfrm>
            <a:off x="670560" y="1772412"/>
            <a:ext cx="1574292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5" name="New picture"/>
          <p:cNvPicPr/>
          <p:nvPr/>
        </p:nvPicPr>
        <p:blipFill>
          <a:blip r:embed="rId117"/>
          <a:srcRect/>
          <a:stretch>
            <a:fillRect/>
          </a:stretch>
        </p:blipFill>
        <p:spPr>
          <a:xfrm>
            <a:off x="678942" y="1682781"/>
            <a:ext cx="61055" cy="80867"/>
          </a:xfrm>
          <a:prstGeom prst="rect"/>
          <a:ln w="0">
            <a:noFill/>
          </a:ln>
        </p:spPr>
      </p:pic>
      <p:sp>
        <p:nvSpPr>
          <p:cNvPr id="186" name="New shape"/>
          <p:cNvSpPr/>
          <p:nvPr/>
        </p:nvSpPr>
        <p:spPr>
          <a:xfrm>
            <a:off x="694182" y="1694973"/>
            <a:ext cx="30575" cy="3048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7" name="New picture"/>
          <p:cNvPicPr/>
          <p:nvPr/>
        </p:nvPicPr>
        <p:blipFill>
          <a:blip r:embed="rId118"/>
          <a:srcRect/>
          <a:stretch>
            <a:fillRect/>
          </a:stretch>
        </p:blipFill>
        <p:spPr>
          <a:xfrm>
            <a:off x="752285" y="1682782"/>
            <a:ext cx="61055" cy="80867"/>
          </a:xfrm>
          <a:prstGeom prst="rect"/>
          <a:ln w="0">
            <a:noFill/>
          </a:ln>
        </p:spPr>
      </p:pic>
      <p:sp>
        <p:nvSpPr>
          <p:cNvPr id="188" name="New shape"/>
          <p:cNvSpPr/>
          <p:nvPr/>
        </p:nvSpPr>
        <p:spPr>
          <a:xfrm>
            <a:off x="766000" y="1694974"/>
            <a:ext cx="29051" cy="3048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89" name="New picture"/>
          <p:cNvPicPr/>
          <p:nvPr/>
        </p:nvPicPr>
        <p:blipFill>
          <a:blip r:embed="rId119"/>
          <a:srcRect/>
          <a:stretch>
            <a:fillRect/>
          </a:stretch>
        </p:blipFill>
        <p:spPr>
          <a:xfrm>
            <a:off x="827056" y="1682782"/>
            <a:ext cx="53435" cy="80867"/>
          </a:xfrm>
          <a:prstGeom prst="rect"/>
          <a:ln w="0">
            <a:noFill/>
          </a:ln>
        </p:spPr>
      </p:pic>
      <p:sp>
        <p:nvSpPr>
          <p:cNvPr id="190" name="New shape"/>
          <p:cNvSpPr/>
          <p:nvPr/>
        </p:nvSpPr>
        <p:spPr>
          <a:xfrm>
            <a:off x="842391" y="1655255"/>
            <a:ext cx="25908" cy="214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1" name="New picture"/>
          <p:cNvPicPr/>
          <p:nvPr/>
        </p:nvPicPr>
        <p:blipFill>
          <a:blip r:embed="rId120"/>
          <a:srcRect/>
          <a:stretch>
            <a:fillRect/>
          </a:stretch>
        </p:blipFill>
        <p:spPr>
          <a:xfrm>
            <a:off x="892778" y="1682782"/>
            <a:ext cx="50387" cy="80867"/>
          </a:xfrm>
          <a:prstGeom prst="rect"/>
          <a:ln w="0">
            <a:noFill/>
          </a:ln>
        </p:spPr>
      </p:pic>
      <p:pic>
        <p:nvPicPr>
          <p:cNvPr id="192" name="New picture"/>
          <p:cNvPicPr/>
          <p:nvPr/>
        </p:nvPicPr>
        <p:blipFill>
          <a:blip r:embed="rId121"/>
          <a:srcRect/>
          <a:stretch>
            <a:fillRect/>
          </a:stretch>
        </p:blipFill>
        <p:spPr>
          <a:xfrm>
            <a:off x="955358" y="1682782"/>
            <a:ext cx="51911" cy="80867"/>
          </a:xfrm>
          <a:prstGeom prst="rect"/>
          <a:ln w="0">
            <a:noFill/>
          </a:ln>
        </p:spPr>
      </p:pic>
      <p:sp>
        <p:nvSpPr>
          <p:cNvPr id="193" name="New shape"/>
          <p:cNvSpPr/>
          <p:nvPr/>
        </p:nvSpPr>
        <p:spPr>
          <a:xfrm>
            <a:off x="969074" y="1655255"/>
            <a:ext cx="27527" cy="214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4" name="New picture"/>
          <p:cNvPicPr/>
          <p:nvPr/>
        </p:nvPicPr>
        <p:blipFill>
          <a:blip r:embed="rId122"/>
          <a:srcRect/>
          <a:stretch>
            <a:fillRect/>
          </a:stretch>
        </p:blipFill>
        <p:spPr>
          <a:xfrm>
            <a:off x="1019461" y="1682782"/>
            <a:ext cx="62674" cy="80867"/>
          </a:xfrm>
          <a:prstGeom prst="rect"/>
          <a:ln w="0">
            <a:noFill/>
          </a:ln>
        </p:spPr>
      </p:pic>
      <p:sp>
        <p:nvSpPr>
          <p:cNvPr id="195" name="New shape"/>
          <p:cNvSpPr/>
          <p:nvPr/>
        </p:nvSpPr>
        <p:spPr>
          <a:xfrm>
            <a:off x="1034796" y="1694974"/>
            <a:ext cx="28956" cy="3048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196" name="New picture"/>
          <p:cNvPicPr/>
          <p:nvPr/>
        </p:nvPicPr>
        <p:blipFill>
          <a:blip r:embed="rId123"/>
          <a:srcRect/>
          <a:stretch>
            <a:fillRect/>
          </a:stretch>
        </p:blipFill>
        <p:spPr>
          <a:xfrm>
            <a:off x="1094327" y="1682782"/>
            <a:ext cx="53435" cy="80867"/>
          </a:xfrm>
          <a:prstGeom prst="rect"/>
          <a:ln w="0">
            <a:noFill/>
          </a:ln>
        </p:spPr>
      </p:pic>
      <p:pic>
        <p:nvPicPr>
          <p:cNvPr id="197" name="New picture"/>
          <p:cNvPicPr/>
          <p:nvPr/>
        </p:nvPicPr>
        <p:blipFill>
          <a:blip r:embed="rId124"/>
          <a:srcRect/>
          <a:stretch>
            <a:fillRect/>
          </a:stretch>
        </p:blipFill>
        <p:spPr>
          <a:xfrm>
            <a:off x="1159954" y="1682782"/>
            <a:ext cx="71818" cy="80867"/>
          </a:xfrm>
          <a:prstGeom prst="rect"/>
          <a:ln w="0">
            <a:noFill/>
          </a:ln>
        </p:spPr>
      </p:pic>
      <p:pic>
        <p:nvPicPr>
          <p:cNvPr id="198" name="New picture"/>
          <p:cNvPicPr/>
          <p:nvPr/>
        </p:nvPicPr>
        <p:blipFill>
          <a:blip r:embed="rId125"/>
          <a:srcRect/>
          <a:stretch>
            <a:fillRect/>
          </a:stretch>
        </p:blipFill>
        <p:spPr>
          <a:xfrm>
            <a:off x="1245489" y="1681258"/>
            <a:ext cx="70199" cy="85439"/>
          </a:xfrm>
          <a:prstGeom prst="rect"/>
          <a:ln w="0">
            <a:noFill/>
          </a:ln>
        </p:spPr>
      </p:pic>
      <p:pic>
        <p:nvPicPr>
          <p:cNvPr id="199" name="New picture"/>
          <p:cNvPicPr/>
          <p:nvPr/>
        </p:nvPicPr>
        <p:blipFill>
          <a:blip r:embed="rId126"/>
          <a:srcRect/>
          <a:stretch>
            <a:fillRect/>
          </a:stretch>
        </p:blipFill>
        <p:spPr>
          <a:xfrm>
            <a:off x="1327976" y="1682687"/>
            <a:ext cx="53435" cy="80962"/>
          </a:xfrm>
          <a:prstGeom prst="rect"/>
          <a:ln w="0">
            <a:noFill/>
          </a:ln>
        </p:spPr>
      </p:pic>
      <p:pic>
        <p:nvPicPr>
          <p:cNvPr id="200" name="New picture"/>
          <p:cNvPicPr/>
          <p:nvPr/>
        </p:nvPicPr>
        <p:blipFill>
          <a:blip r:embed="rId127"/>
          <a:srcRect/>
          <a:stretch>
            <a:fillRect/>
          </a:stretch>
        </p:blipFill>
        <p:spPr>
          <a:xfrm>
            <a:off x="1387507" y="1681258"/>
            <a:ext cx="58007" cy="85439"/>
          </a:xfrm>
          <a:prstGeom prst="rect"/>
          <a:ln w="0">
            <a:noFill/>
          </a:ln>
        </p:spPr>
      </p:pic>
      <p:pic>
        <p:nvPicPr>
          <p:cNvPr id="201" name="New picture"/>
          <p:cNvPicPr/>
          <p:nvPr/>
        </p:nvPicPr>
        <p:blipFill>
          <a:blip r:embed="rId128"/>
          <a:srcRect/>
          <a:stretch>
            <a:fillRect/>
          </a:stretch>
        </p:blipFill>
        <p:spPr>
          <a:xfrm>
            <a:off x="1489805" y="1682782"/>
            <a:ext cx="71818" cy="80867"/>
          </a:xfrm>
          <a:prstGeom prst="rect"/>
          <a:ln w="0">
            <a:noFill/>
          </a:ln>
        </p:spPr>
      </p:pic>
      <p:sp>
        <p:nvSpPr>
          <p:cNvPr id="202" name="New shape"/>
          <p:cNvSpPr/>
          <p:nvPr/>
        </p:nvSpPr>
        <p:spPr>
          <a:xfrm>
            <a:off x="1505045" y="1694974"/>
            <a:ext cx="39719" cy="56483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3" name="New picture"/>
          <p:cNvPicPr/>
          <p:nvPr/>
        </p:nvPicPr>
        <p:blipFill>
          <a:blip r:embed="rId129"/>
          <a:srcRect/>
          <a:stretch>
            <a:fillRect/>
          </a:stretch>
        </p:blipFill>
        <p:spPr>
          <a:xfrm>
            <a:off x="1575340" y="1682687"/>
            <a:ext cx="53435" cy="80962"/>
          </a:xfrm>
          <a:prstGeom prst="rect"/>
          <a:ln w="0">
            <a:noFill/>
          </a:ln>
        </p:spPr>
      </p:pic>
      <p:pic>
        <p:nvPicPr>
          <p:cNvPr id="204" name="New picture"/>
          <p:cNvPicPr/>
          <p:nvPr/>
        </p:nvPicPr>
        <p:blipFill>
          <a:blip r:embed="rId130"/>
          <a:srcRect/>
          <a:stretch>
            <a:fillRect/>
          </a:stretch>
        </p:blipFill>
        <p:spPr>
          <a:xfrm>
            <a:off x="1634871" y="1681258"/>
            <a:ext cx="58007" cy="85439"/>
          </a:xfrm>
          <a:prstGeom prst="rect"/>
          <a:ln w="0">
            <a:noFill/>
          </a:ln>
        </p:spPr>
      </p:pic>
      <p:pic>
        <p:nvPicPr>
          <p:cNvPr id="205" name="New picture"/>
          <p:cNvPicPr/>
          <p:nvPr/>
        </p:nvPicPr>
        <p:blipFill>
          <a:blip r:embed="rId131"/>
          <a:srcRect/>
          <a:stretch>
            <a:fillRect/>
          </a:stretch>
        </p:blipFill>
        <p:spPr>
          <a:xfrm>
            <a:off x="1734122" y="1681258"/>
            <a:ext cx="70294" cy="85439"/>
          </a:xfrm>
          <a:prstGeom prst="rect"/>
          <a:ln w="0">
            <a:noFill/>
          </a:ln>
        </p:spPr>
      </p:pic>
      <p:pic>
        <p:nvPicPr>
          <p:cNvPr id="206" name="New picture"/>
          <p:cNvPicPr/>
          <p:nvPr/>
        </p:nvPicPr>
        <p:blipFill>
          <a:blip r:embed="rId132"/>
          <a:srcRect/>
          <a:stretch>
            <a:fillRect/>
          </a:stretch>
        </p:blipFill>
        <p:spPr>
          <a:xfrm>
            <a:off x="1810512" y="1681258"/>
            <a:ext cx="82391" cy="85439"/>
          </a:xfrm>
          <a:prstGeom prst="rect"/>
          <a:ln w="0">
            <a:noFill/>
          </a:ln>
        </p:spPr>
      </p:pic>
      <p:sp>
        <p:nvSpPr>
          <p:cNvPr id="207" name="New shape"/>
          <p:cNvSpPr/>
          <p:nvPr/>
        </p:nvSpPr>
        <p:spPr>
          <a:xfrm>
            <a:off x="1825752" y="1693450"/>
            <a:ext cx="51911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08" name="New picture"/>
          <p:cNvPicPr/>
          <p:nvPr/>
        </p:nvPicPr>
        <p:blipFill>
          <a:blip r:embed="rId133"/>
          <a:srcRect/>
          <a:stretch>
            <a:fillRect/>
          </a:stretch>
        </p:blipFill>
        <p:spPr>
          <a:xfrm>
            <a:off x="1903667" y="1681258"/>
            <a:ext cx="82391" cy="85439"/>
          </a:xfrm>
          <a:prstGeom prst="rect"/>
          <a:ln w="0">
            <a:noFill/>
          </a:ln>
        </p:spPr>
      </p:pic>
      <p:sp>
        <p:nvSpPr>
          <p:cNvPr id="209" name="New shape"/>
          <p:cNvSpPr/>
          <p:nvPr/>
        </p:nvSpPr>
        <p:spPr>
          <a:xfrm>
            <a:off x="1918907" y="1693450"/>
            <a:ext cx="51911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0" name="New picture"/>
          <p:cNvPicPr/>
          <p:nvPr/>
        </p:nvPicPr>
        <p:blipFill>
          <a:blip r:embed="rId134"/>
          <a:srcRect/>
          <a:stretch>
            <a:fillRect/>
          </a:stretch>
        </p:blipFill>
        <p:spPr>
          <a:xfrm>
            <a:off x="2001393" y="1682782"/>
            <a:ext cx="67151" cy="80867"/>
          </a:xfrm>
          <a:prstGeom prst="rect"/>
          <a:ln w="0">
            <a:noFill/>
          </a:ln>
        </p:spPr>
      </p:pic>
      <p:pic>
        <p:nvPicPr>
          <p:cNvPr id="211" name="New picture"/>
          <p:cNvPicPr/>
          <p:nvPr/>
        </p:nvPicPr>
        <p:blipFill>
          <a:blip r:embed="rId135"/>
          <a:srcRect/>
          <a:stretch>
            <a:fillRect/>
          </a:stretch>
        </p:blipFill>
        <p:spPr>
          <a:xfrm>
            <a:off x="2073212" y="1682782"/>
            <a:ext cx="33623" cy="80962"/>
          </a:xfrm>
          <a:prstGeom prst="rect"/>
          <a:ln w="0">
            <a:noFill/>
          </a:ln>
        </p:spPr>
      </p:pic>
      <p:pic>
        <p:nvPicPr>
          <p:cNvPr id="212" name="New picture"/>
          <p:cNvPicPr/>
          <p:nvPr/>
        </p:nvPicPr>
        <p:blipFill>
          <a:blip r:embed="rId136"/>
          <a:srcRect/>
          <a:stretch>
            <a:fillRect/>
          </a:stretch>
        </p:blipFill>
        <p:spPr>
          <a:xfrm>
            <a:off x="2121979" y="1682687"/>
            <a:ext cx="53435" cy="80962"/>
          </a:xfrm>
          <a:prstGeom prst="rect"/>
          <a:ln w="0">
            <a:noFill/>
          </a:ln>
        </p:spPr>
      </p:pic>
      <p:pic>
        <p:nvPicPr>
          <p:cNvPr id="213" name="New picture"/>
          <p:cNvPicPr/>
          <p:nvPr/>
        </p:nvPicPr>
        <p:blipFill>
          <a:blip r:embed="rId137"/>
          <a:srcRect/>
          <a:stretch>
            <a:fillRect/>
          </a:stretch>
        </p:blipFill>
        <p:spPr>
          <a:xfrm>
            <a:off x="2181511" y="1681258"/>
            <a:ext cx="58102" cy="85439"/>
          </a:xfrm>
          <a:prstGeom prst="rect"/>
          <a:ln w="0">
            <a:noFill/>
          </a:ln>
        </p:spPr>
      </p:pic>
      <p:sp>
        <p:nvSpPr>
          <p:cNvPr id="214" name="New shape"/>
          <p:cNvSpPr/>
          <p:nvPr/>
        </p:nvSpPr>
        <p:spPr>
          <a:xfrm>
            <a:off x="2388108" y="1648968"/>
            <a:ext cx="295656" cy="143256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15" name="New shape"/>
          <p:cNvSpPr/>
          <p:nvPr/>
        </p:nvSpPr>
        <p:spPr>
          <a:xfrm>
            <a:off x="2761488" y="1772412"/>
            <a:ext cx="1763268" cy="10668"/>
          </a:xfrm>
          <a:prstGeom prst="rect"/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6" name="New picture"/>
          <p:cNvPicPr/>
          <p:nvPr/>
        </p:nvPicPr>
        <p:blipFill>
          <a:blip r:embed="rId138"/>
          <a:srcRect/>
          <a:stretch>
            <a:fillRect/>
          </a:stretch>
        </p:blipFill>
        <p:spPr>
          <a:xfrm>
            <a:off x="2761774" y="1682782"/>
            <a:ext cx="76390" cy="80867"/>
          </a:xfrm>
          <a:prstGeom prst="rect"/>
          <a:ln w="0">
            <a:noFill/>
          </a:ln>
        </p:spPr>
      </p:pic>
      <p:pic>
        <p:nvPicPr>
          <p:cNvPr id="217" name="New picture"/>
          <p:cNvPicPr/>
          <p:nvPr/>
        </p:nvPicPr>
        <p:blipFill>
          <a:blip r:embed="rId139"/>
          <a:srcRect/>
          <a:stretch>
            <a:fillRect/>
          </a:stretch>
        </p:blipFill>
        <p:spPr>
          <a:xfrm>
            <a:off x="2836640" y="1702593"/>
            <a:ext cx="62579" cy="62579"/>
          </a:xfrm>
          <a:prstGeom prst="rect"/>
          <a:ln w="0">
            <a:noFill/>
          </a:ln>
        </p:spPr>
      </p:pic>
      <p:sp>
        <p:nvSpPr>
          <p:cNvPr id="218" name="New shape"/>
          <p:cNvSpPr/>
          <p:nvPr/>
        </p:nvSpPr>
        <p:spPr>
          <a:xfrm>
            <a:off x="2851880" y="1714785"/>
            <a:ext cx="32099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19" name="New picture"/>
          <p:cNvPicPr/>
          <p:nvPr/>
        </p:nvPicPr>
        <p:blipFill>
          <a:blip r:embed="rId140"/>
          <a:srcRect/>
          <a:stretch>
            <a:fillRect/>
          </a:stretch>
        </p:blipFill>
        <p:spPr>
          <a:xfrm>
            <a:off x="2905315" y="1685830"/>
            <a:ext cx="39719" cy="79343"/>
          </a:xfrm>
          <a:prstGeom prst="rect"/>
          <a:ln w="0">
            <a:noFill/>
          </a:ln>
        </p:spPr>
      </p:pic>
      <p:pic>
        <p:nvPicPr>
          <p:cNvPr id="220" name="New picture"/>
          <p:cNvPicPr/>
          <p:nvPr/>
        </p:nvPicPr>
        <p:blipFill>
          <a:blip r:embed="rId141"/>
          <a:srcRect/>
          <a:stretch>
            <a:fillRect/>
          </a:stretch>
        </p:blipFill>
        <p:spPr>
          <a:xfrm>
            <a:off x="2955798" y="1702594"/>
            <a:ext cx="36576" cy="61055"/>
          </a:xfrm>
          <a:prstGeom prst="rect"/>
          <a:ln w="0">
            <a:noFill/>
          </a:ln>
        </p:spPr>
      </p:pic>
      <p:pic>
        <p:nvPicPr>
          <p:cNvPr id="221" name="New picture"/>
          <p:cNvPicPr/>
          <p:nvPr/>
        </p:nvPicPr>
        <p:blipFill>
          <a:blip r:embed="rId142"/>
          <a:srcRect/>
          <a:stretch>
            <a:fillRect/>
          </a:stretch>
        </p:blipFill>
        <p:spPr>
          <a:xfrm>
            <a:off x="2996946" y="1702594"/>
            <a:ext cx="56579" cy="62579"/>
          </a:xfrm>
          <a:prstGeom prst="rect"/>
          <a:ln w="0">
            <a:noFill/>
          </a:ln>
        </p:spPr>
      </p:pic>
      <p:sp>
        <p:nvSpPr>
          <p:cNvPr id="222" name="New shape"/>
          <p:cNvSpPr/>
          <p:nvPr/>
        </p:nvSpPr>
        <p:spPr>
          <a:xfrm>
            <a:off x="3010757" y="1713262"/>
            <a:ext cx="28956" cy="1524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3" name="New picture"/>
          <p:cNvPicPr/>
          <p:nvPr/>
        </p:nvPicPr>
        <p:blipFill>
          <a:blip r:embed="rId143"/>
          <a:srcRect/>
          <a:stretch>
            <a:fillRect/>
          </a:stretch>
        </p:blipFill>
        <p:spPr>
          <a:xfrm>
            <a:off x="3094673" y="1681258"/>
            <a:ext cx="70294" cy="85439"/>
          </a:xfrm>
          <a:prstGeom prst="rect"/>
          <a:ln w="0">
            <a:noFill/>
          </a:ln>
        </p:spPr>
      </p:pic>
      <p:pic>
        <p:nvPicPr>
          <p:cNvPr id="224" name="New picture"/>
          <p:cNvPicPr/>
          <p:nvPr/>
        </p:nvPicPr>
        <p:blipFill>
          <a:blip r:embed="rId144"/>
          <a:srcRect/>
          <a:stretch>
            <a:fillRect/>
          </a:stretch>
        </p:blipFill>
        <p:spPr>
          <a:xfrm>
            <a:off x="3169539" y="1702593"/>
            <a:ext cx="62579" cy="62579"/>
          </a:xfrm>
          <a:prstGeom prst="rect"/>
          <a:ln w="0">
            <a:noFill/>
          </a:ln>
        </p:spPr>
      </p:pic>
      <p:sp>
        <p:nvSpPr>
          <p:cNvPr id="225" name="New shape"/>
          <p:cNvSpPr/>
          <p:nvPr/>
        </p:nvSpPr>
        <p:spPr>
          <a:xfrm>
            <a:off x="3184779" y="1714785"/>
            <a:ext cx="32099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6" name="New picture"/>
          <p:cNvPicPr/>
          <p:nvPr/>
        </p:nvPicPr>
        <p:blipFill>
          <a:blip r:embed="rId145"/>
          <a:srcRect/>
          <a:stretch>
            <a:fillRect/>
          </a:stretch>
        </p:blipFill>
        <p:spPr>
          <a:xfrm>
            <a:off x="3244405" y="1702594"/>
            <a:ext cx="56483" cy="61055"/>
          </a:xfrm>
          <a:prstGeom prst="rect"/>
          <a:ln w="0">
            <a:noFill/>
          </a:ln>
        </p:spPr>
      </p:pic>
      <p:pic>
        <p:nvPicPr>
          <p:cNvPr id="227" name="New picture"/>
          <p:cNvPicPr/>
          <p:nvPr/>
        </p:nvPicPr>
        <p:blipFill>
          <a:blip r:embed="rId146"/>
          <a:srcRect/>
          <a:stretch>
            <a:fillRect/>
          </a:stretch>
        </p:blipFill>
        <p:spPr>
          <a:xfrm>
            <a:off x="3311557" y="1681258"/>
            <a:ext cx="42767" cy="82391"/>
          </a:xfrm>
          <a:prstGeom prst="rect"/>
          <a:ln w="0">
            <a:noFill/>
          </a:ln>
        </p:spPr>
      </p:pic>
      <p:sp>
        <p:nvSpPr>
          <p:cNvPr id="228" name="New shape"/>
          <p:cNvSpPr/>
          <p:nvPr/>
        </p:nvSpPr>
        <p:spPr>
          <a:xfrm>
            <a:off x="3358896" y="1704118"/>
            <a:ext cx="15240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29" name="New picture"/>
          <p:cNvPicPr/>
          <p:nvPr/>
        </p:nvPicPr>
        <p:blipFill>
          <a:blip r:embed="rId147"/>
          <a:srcRect/>
          <a:stretch>
            <a:fillRect/>
          </a:stretch>
        </p:blipFill>
        <p:spPr>
          <a:xfrm>
            <a:off x="3357372" y="1678210"/>
            <a:ext cx="18288" cy="15240"/>
          </a:xfrm>
          <a:prstGeom prst="rect"/>
          <a:ln w="0">
            <a:noFill/>
          </a:ln>
        </p:spPr>
      </p:pic>
      <p:pic>
        <p:nvPicPr>
          <p:cNvPr id="230" name="New picture"/>
          <p:cNvPicPr/>
          <p:nvPr/>
        </p:nvPicPr>
        <p:blipFill>
          <a:blip r:embed="rId148"/>
          <a:srcRect/>
          <a:stretch>
            <a:fillRect/>
          </a:stretch>
        </p:blipFill>
        <p:spPr>
          <a:xfrm>
            <a:off x="3387947" y="1682782"/>
            <a:ext cx="59531" cy="82391"/>
          </a:xfrm>
          <a:prstGeom prst="rect"/>
          <a:ln w="0">
            <a:noFill/>
          </a:ln>
        </p:spPr>
      </p:pic>
      <p:sp>
        <p:nvSpPr>
          <p:cNvPr id="231" name="New shape"/>
          <p:cNvSpPr/>
          <p:nvPr/>
        </p:nvSpPr>
        <p:spPr>
          <a:xfrm>
            <a:off x="3403188" y="1714786"/>
            <a:ext cx="28956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2" name="New picture"/>
          <p:cNvPicPr/>
          <p:nvPr/>
        </p:nvPicPr>
        <p:blipFill>
          <a:blip r:embed="rId149"/>
          <a:srcRect/>
          <a:stretch>
            <a:fillRect/>
          </a:stretch>
        </p:blipFill>
        <p:spPr>
          <a:xfrm>
            <a:off x="3461194" y="1702594"/>
            <a:ext cx="56483" cy="62579"/>
          </a:xfrm>
          <a:prstGeom prst="rect"/>
          <a:ln w="0">
            <a:noFill/>
          </a:ln>
        </p:spPr>
      </p:pic>
      <p:sp>
        <p:nvSpPr>
          <p:cNvPr id="233" name="New shape"/>
          <p:cNvSpPr/>
          <p:nvPr/>
        </p:nvSpPr>
        <p:spPr>
          <a:xfrm>
            <a:off x="3474910" y="1713262"/>
            <a:ext cx="29051" cy="1524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4" name="New picture"/>
          <p:cNvPicPr/>
          <p:nvPr/>
        </p:nvPicPr>
        <p:blipFill>
          <a:blip r:embed="rId150"/>
          <a:srcRect/>
          <a:stretch>
            <a:fillRect/>
          </a:stretch>
        </p:blipFill>
        <p:spPr>
          <a:xfrm>
            <a:off x="3529870" y="1702594"/>
            <a:ext cx="56483" cy="61055"/>
          </a:xfrm>
          <a:prstGeom prst="rect"/>
          <a:ln w="0">
            <a:noFill/>
          </a:ln>
        </p:spPr>
      </p:pic>
      <p:pic>
        <p:nvPicPr>
          <p:cNvPr id="235" name="New picture"/>
          <p:cNvPicPr/>
          <p:nvPr/>
        </p:nvPicPr>
        <p:blipFill>
          <a:blip r:embed="rId151"/>
          <a:srcRect/>
          <a:stretch>
            <a:fillRect/>
          </a:stretch>
        </p:blipFill>
        <p:spPr>
          <a:xfrm>
            <a:off x="3597116" y="1685830"/>
            <a:ext cx="38195" cy="79343"/>
          </a:xfrm>
          <a:prstGeom prst="rect"/>
          <a:ln w="0">
            <a:noFill/>
          </a:ln>
        </p:spPr>
      </p:pic>
      <p:sp>
        <p:nvSpPr>
          <p:cNvPr id="236" name="New shape"/>
          <p:cNvSpPr/>
          <p:nvPr/>
        </p:nvSpPr>
        <p:spPr>
          <a:xfrm>
            <a:off x="3647503" y="1704118"/>
            <a:ext cx="15240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37" name="New picture"/>
          <p:cNvPicPr/>
          <p:nvPr/>
        </p:nvPicPr>
        <p:blipFill>
          <a:blip r:embed="rId152"/>
          <a:srcRect/>
          <a:stretch>
            <a:fillRect/>
          </a:stretch>
        </p:blipFill>
        <p:spPr>
          <a:xfrm>
            <a:off x="3645979" y="1678210"/>
            <a:ext cx="18288" cy="15240"/>
          </a:xfrm>
          <a:prstGeom prst="rect"/>
          <a:ln w="0">
            <a:noFill/>
          </a:ln>
        </p:spPr>
      </p:pic>
      <p:pic>
        <p:nvPicPr>
          <p:cNvPr id="238" name="New picture"/>
          <p:cNvPicPr/>
          <p:nvPr/>
        </p:nvPicPr>
        <p:blipFill>
          <a:blip r:embed="rId153"/>
          <a:srcRect/>
          <a:stretch>
            <a:fillRect/>
          </a:stretch>
        </p:blipFill>
        <p:spPr>
          <a:xfrm>
            <a:off x="3676555" y="1702594"/>
            <a:ext cx="53435" cy="62579"/>
          </a:xfrm>
          <a:prstGeom prst="rect"/>
          <a:ln w="0">
            <a:noFill/>
          </a:ln>
        </p:spPr>
      </p:pic>
      <p:sp>
        <p:nvSpPr>
          <p:cNvPr id="239" name="New shape"/>
          <p:cNvSpPr/>
          <p:nvPr/>
        </p:nvSpPr>
        <p:spPr>
          <a:xfrm>
            <a:off x="3690270" y="1736217"/>
            <a:ext cx="24384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0" name="New shape"/>
          <p:cNvSpPr/>
          <p:nvPr/>
        </p:nvSpPr>
        <p:spPr>
          <a:xfrm>
            <a:off x="3745992" y="1682496"/>
            <a:ext cx="15240" cy="8229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1" name="New shape"/>
          <p:cNvSpPr/>
          <p:nvPr/>
        </p:nvSpPr>
        <p:spPr>
          <a:xfrm>
            <a:off x="3778854" y="1704118"/>
            <a:ext cx="13716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2" name="New picture"/>
          <p:cNvPicPr/>
          <p:nvPr/>
        </p:nvPicPr>
        <p:blipFill>
          <a:blip r:embed="rId154"/>
          <a:srcRect/>
          <a:stretch>
            <a:fillRect/>
          </a:stretch>
        </p:blipFill>
        <p:spPr>
          <a:xfrm>
            <a:off x="3777329" y="1678210"/>
            <a:ext cx="16764" cy="15240"/>
          </a:xfrm>
          <a:prstGeom prst="rect"/>
          <a:ln w="0">
            <a:noFill/>
          </a:ln>
        </p:spPr>
      </p:pic>
      <p:pic>
        <p:nvPicPr>
          <p:cNvPr id="243" name="New picture"/>
          <p:cNvPicPr/>
          <p:nvPr/>
        </p:nvPicPr>
        <p:blipFill>
          <a:blip r:embed="rId155"/>
          <a:srcRect/>
          <a:stretch>
            <a:fillRect/>
          </a:stretch>
        </p:blipFill>
        <p:spPr>
          <a:xfrm>
            <a:off x="3804761" y="1685830"/>
            <a:ext cx="38195" cy="79343"/>
          </a:xfrm>
          <a:prstGeom prst="rect"/>
          <a:ln w="0">
            <a:noFill/>
          </a:ln>
        </p:spPr>
      </p:pic>
      <p:pic>
        <p:nvPicPr>
          <p:cNvPr id="244" name="New picture"/>
          <p:cNvPicPr/>
          <p:nvPr/>
        </p:nvPicPr>
        <p:blipFill>
          <a:blip r:embed="rId156"/>
          <a:srcRect/>
          <a:stretch>
            <a:fillRect/>
          </a:stretch>
        </p:blipFill>
        <p:spPr>
          <a:xfrm>
            <a:off x="3850576" y="1702594"/>
            <a:ext cx="54959" cy="62579"/>
          </a:xfrm>
          <a:prstGeom prst="rect"/>
          <a:ln w="0">
            <a:noFill/>
          </a:ln>
        </p:spPr>
      </p:pic>
      <p:sp>
        <p:nvSpPr>
          <p:cNvPr id="245" name="New shape"/>
          <p:cNvSpPr/>
          <p:nvPr/>
        </p:nvSpPr>
        <p:spPr>
          <a:xfrm>
            <a:off x="3864293" y="1713262"/>
            <a:ext cx="27527" cy="1524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46" name="New shape"/>
          <p:cNvSpPr/>
          <p:nvPr/>
        </p:nvSpPr>
        <p:spPr>
          <a:xfrm>
            <a:off x="3867341" y="1675162"/>
            <a:ext cx="26003" cy="24384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47" name="New picture"/>
          <p:cNvPicPr/>
          <p:nvPr/>
        </p:nvPicPr>
        <p:blipFill>
          <a:blip r:embed="rId157"/>
          <a:srcRect/>
          <a:stretch>
            <a:fillRect/>
          </a:stretch>
        </p:blipFill>
        <p:spPr>
          <a:xfrm>
            <a:off x="3916204" y="1748409"/>
            <a:ext cx="19907" cy="38100"/>
          </a:xfrm>
          <a:prstGeom prst="rect"/>
          <a:ln w="0">
            <a:noFill/>
          </a:ln>
        </p:spPr>
      </p:pic>
      <p:pic>
        <p:nvPicPr>
          <p:cNvPr id="248" name="New picture"/>
          <p:cNvPicPr/>
          <p:nvPr/>
        </p:nvPicPr>
        <p:blipFill>
          <a:blip r:embed="rId158"/>
          <a:srcRect/>
          <a:stretch>
            <a:fillRect/>
          </a:stretch>
        </p:blipFill>
        <p:spPr>
          <a:xfrm>
            <a:off x="3974306" y="1682782"/>
            <a:ext cx="76295" cy="80867"/>
          </a:xfrm>
          <a:prstGeom prst="rect"/>
          <a:ln w="0">
            <a:noFill/>
          </a:ln>
        </p:spPr>
      </p:pic>
      <p:pic>
        <p:nvPicPr>
          <p:cNvPr id="249" name="New picture"/>
          <p:cNvPicPr/>
          <p:nvPr/>
        </p:nvPicPr>
        <p:blipFill>
          <a:blip r:embed="rId159"/>
          <a:srcRect/>
          <a:stretch>
            <a:fillRect/>
          </a:stretch>
        </p:blipFill>
        <p:spPr>
          <a:xfrm>
            <a:off x="4050602" y="1702593"/>
            <a:ext cx="62674" cy="62579"/>
          </a:xfrm>
          <a:prstGeom prst="rect"/>
          <a:ln w="0">
            <a:noFill/>
          </a:ln>
        </p:spPr>
      </p:pic>
      <p:sp>
        <p:nvSpPr>
          <p:cNvPr id="250" name="New shape"/>
          <p:cNvSpPr/>
          <p:nvPr/>
        </p:nvSpPr>
        <p:spPr>
          <a:xfrm>
            <a:off x="4065937" y="1714785"/>
            <a:ext cx="32004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1" name="New picture"/>
          <p:cNvPicPr/>
          <p:nvPr/>
        </p:nvPicPr>
        <p:blipFill>
          <a:blip r:embed="rId160"/>
          <a:srcRect/>
          <a:stretch>
            <a:fillRect/>
          </a:stretch>
        </p:blipFill>
        <p:spPr>
          <a:xfrm>
            <a:off x="4120896" y="1702594"/>
            <a:ext cx="45815" cy="62579"/>
          </a:xfrm>
          <a:prstGeom prst="rect"/>
          <a:ln w="0">
            <a:noFill/>
          </a:ln>
        </p:spPr>
      </p:pic>
      <p:pic>
        <p:nvPicPr>
          <p:cNvPr id="252" name="New picture"/>
          <p:cNvPicPr/>
          <p:nvPr/>
        </p:nvPicPr>
        <p:blipFill>
          <a:blip r:embed="rId161"/>
          <a:srcRect/>
          <a:stretch>
            <a:fillRect/>
          </a:stretch>
        </p:blipFill>
        <p:spPr>
          <a:xfrm>
            <a:off x="4206431" y="1681258"/>
            <a:ext cx="71723" cy="85439"/>
          </a:xfrm>
          <a:prstGeom prst="rect"/>
          <a:ln w="0">
            <a:noFill/>
          </a:ln>
        </p:spPr>
      </p:pic>
      <p:pic>
        <p:nvPicPr>
          <p:cNvPr id="253" name="New picture"/>
          <p:cNvPicPr/>
          <p:nvPr/>
        </p:nvPicPr>
        <p:blipFill>
          <a:blip r:embed="rId162"/>
          <a:srcRect/>
          <a:stretch>
            <a:fillRect/>
          </a:stretch>
        </p:blipFill>
        <p:spPr>
          <a:xfrm>
            <a:off x="4288822" y="1682782"/>
            <a:ext cx="54959" cy="80867"/>
          </a:xfrm>
          <a:prstGeom prst="rect"/>
          <a:ln w="0">
            <a:noFill/>
          </a:ln>
        </p:spPr>
      </p:pic>
      <p:pic>
        <p:nvPicPr>
          <p:cNvPr id="254" name="New picture"/>
          <p:cNvPicPr/>
          <p:nvPr/>
        </p:nvPicPr>
        <p:blipFill>
          <a:blip r:embed="rId163"/>
          <a:srcRect/>
          <a:stretch>
            <a:fillRect/>
          </a:stretch>
        </p:blipFill>
        <p:spPr>
          <a:xfrm>
            <a:off x="4357592" y="1702593"/>
            <a:ext cx="62579" cy="62579"/>
          </a:xfrm>
          <a:prstGeom prst="rect"/>
          <a:ln w="0">
            <a:noFill/>
          </a:ln>
        </p:spPr>
      </p:pic>
      <p:sp>
        <p:nvSpPr>
          <p:cNvPr id="255" name="New shape"/>
          <p:cNvSpPr/>
          <p:nvPr/>
        </p:nvSpPr>
        <p:spPr>
          <a:xfrm>
            <a:off x="4372832" y="1714785"/>
            <a:ext cx="32099" cy="39719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56" name="New shape"/>
          <p:cNvSpPr/>
          <p:nvPr/>
        </p:nvSpPr>
        <p:spPr>
          <a:xfrm>
            <a:off x="4433888" y="1704118"/>
            <a:ext cx="15335" cy="5953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57" name="New picture"/>
          <p:cNvPicPr/>
          <p:nvPr/>
        </p:nvPicPr>
        <p:blipFill>
          <a:blip r:embed="rId164"/>
          <a:srcRect/>
          <a:stretch>
            <a:fillRect/>
          </a:stretch>
        </p:blipFill>
        <p:spPr>
          <a:xfrm>
            <a:off x="4432363" y="1678210"/>
            <a:ext cx="18383" cy="15240"/>
          </a:xfrm>
          <a:prstGeom prst="rect"/>
          <a:ln w="0">
            <a:noFill/>
          </a:ln>
        </p:spPr>
      </p:pic>
      <p:pic>
        <p:nvPicPr>
          <p:cNvPr id="258" name="New picture"/>
          <p:cNvPicPr/>
          <p:nvPr/>
        </p:nvPicPr>
        <p:blipFill>
          <a:blip r:embed="rId165"/>
          <a:srcRect/>
          <a:stretch>
            <a:fillRect/>
          </a:stretch>
        </p:blipFill>
        <p:spPr>
          <a:xfrm>
            <a:off x="4458367" y="1704118"/>
            <a:ext cx="64103" cy="59531"/>
          </a:xfrm>
          <a:prstGeom prst="rect"/>
          <a:ln w="0">
            <a:noFill/>
          </a:ln>
        </p:spPr>
      </p:pic>
      <p:pic>
        <p:nvPicPr>
          <p:cNvPr id="259" name="New picture"/>
          <p:cNvPicPr/>
          <p:nvPr/>
        </p:nvPicPr>
        <p:blipFill>
          <a:blip r:embed="rId166"/>
          <a:srcRect/>
          <a:stretch>
            <a:fillRect/>
          </a:stretch>
        </p:blipFill>
        <p:spPr>
          <a:xfrm>
            <a:off x="4936331" y="402431"/>
            <a:ext cx="56483" cy="85439"/>
          </a:xfrm>
          <a:prstGeom prst="rect"/>
          <a:ln w="0">
            <a:noFill/>
          </a:ln>
        </p:spPr>
      </p:pic>
      <p:pic>
        <p:nvPicPr>
          <p:cNvPr id="260" name="New picture"/>
          <p:cNvPicPr/>
          <p:nvPr/>
        </p:nvPicPr>
        <p:blipFill>
          <a:blip r:embed="rId167"/>
          <a:srcRect/>
          <a:stretch>
            <a:fillRect/>
          </a:stretch>
        </p:blipFill>
        <p:spPr>
          <a:xfrm>
            <a:off x="5001958" y="426815"/>
            <a:ext cx="48863" cy="61055"/>
          </a:xfrm>
          <a:prstGeom prst="rect"/>
          <a:ln w="0">
            <a:noFill/>
          </a:ln>
        </p:spPr>
      </p:pic>
      <p:sp>
        <p:nvSpPr>
          <p:cNvPr id="261" name="New shape"/>
          <p:cNvSpPr/>
          <p:nvPr/>
        </p:nvSpPr>
        <p:spPr>
          <a:xfrm>
            <a:off x="5012627" y="457295"/>
            <a:ext cx="29051" cy="2295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62" name="New shape"/>
          <p:cNvSpPr/>
          <p:nvPr/>
        </p:nvSpPr>
        <p:spPr>
          <a:xfrm>
            <a:off x="5068824" y="403860"/>
            <a:ext cx="10668" cy="8229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3" name="New picture"/>
          <p:cNvPicPr/>
          <p:nvPr/>
        </p:nvPicPr>
        <p:blipFill>
          <a:blip r:embed="rId168"/>
          <a:srcRect/>
          <a:stretch>
            <a:fillRect/>
          </a:stretch>
        </p:blipFill>
        <p:spPr>
          <a:xfrm>
            <a:off x="5095113" y="426815"/>
            <a:ext cx="53435" cy="61055"/>
          </a:xfrm>
          <a:prstGeom prst="rect"/>
          <a:ln w="0">
            <a:noFill/>
          </a:ln>
        </p:spPr>
      </p:pic>
      <p:sp>
        <p:nvSpPr>
          <p:cNvPr id="264" name="New shape"/>
          <p:cNvSpPr/>
          <p:nvPr/>
        </p:nvSpPr>
        <p:spPr>
          <a:xfrm>
            <a:off x="5105781" y="432911"/>
            <a:ext cx="33623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5" name="New picture"/>
          <p:cNvPicPr/>
          <p:nvPr/>
        </p:nvPicPr>
        <p:blipFill>
          <a:blip r:embed="rId169"/>
          <a:srcRect/>
          <a:stretch>
            <a:fillRect/>
          </a:stretch>
        </p:blipFill>
        <p:spPr>
          <a:xfrm>
            <a:off x="5157692" y="426816"/>
            <a:ext cx="42767" cy="61055"/>
          </a:xfrm>
          <a:prstGeom prst="rect"/>
          <a:ln w="0">
            <a:noFill/>
          </a:ln>
        </p:spPr>
      </p:pic>
      <p:pic>
        <p:nvPicPr>
          <p:cNvPr id="266" name="New picture"/>
          <p:cNvPicPr/>
          <p:nvPr/>
        </p:nvPicPr>
        <p:blipFill>
          <a:blip r:embed="rId170"/>
          <a:srcRect/>
          <a:stretch>
            <a:fillRect/>
          </a:stretch>
        </p:blipFill>
        <p:spPr>
          <a:xfrm>
            <a:off x="5208080" y="403955"/>
            <a:ext cx="39719" cy="82391"/>
          </a:xfrm>
          <a:prstGeom prst="rect"/>
          <a:ln w="0">
            <a:noFill/>
          </a:ln>
        </p:spPr>
      </p:pic>
      <p:pic>
        <p:nvPicPr>
          <p:cNvPr id="267" name="New picture"/>
          <p:cNvPicPr/>
          <p:nvPr/>
        </p:nvPicPr>
        <p:blipFill>
          <a:blip r:embed="rId171"/>
          <a:srcRect/>
          <a:stretch>
            <a:fillRect/>
          </a:stretch>
        </p:blipFill>
        <p:spPr>
          <a:xfrm>
            <a:off x="5249323" y="426815"/>
            <a:ext cx="58007" cy="61055"/>
          </a:xfrm>
          <a:prstGeom prst="rect"/>
          <a:ln w="0">
            <a:noFill/>
          </a:ln>
        </p:spPr>
      </p:pic>
      <p:sp>
        <p:nvSpPr>
          <p:cNvPr id="268" name="New shape"/>
          <p:cNvSpPr/>
          <p:nvPr/>
        </p:nvSpPr>
        <p:spPr>
          <a:xfrm>
            <a:off x="5259991" y="434435"/>
            <a:ext cx="38195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69" name="New picture"/>
          <p:cNvPicPr/>
          <p:nvPr/>
        </p:nvPicPr>
        <p:blipFill>
          <a:blip r:embed="rId172"/>
          <a:srcRect/>
          <a:stretch>
            <a:fillRect/>
          </a:stretch>
        </p:blipFill>
        <p:spPr>
          <a:xfrm>
            <a:off x="5322665" y="426815"/>
            <a:ext cx="32004" cy="59531"/>
          </a:xfrm>
          <a:prstGeom prst="rect"/>
          <a:ln w="0">
            <a:noFill/>
          </a:ln>
        </p:spPr>
      </p:pic>
      <p:pic>
        <p:nvPicPr>
          <p:cNvPr id="270" name="New picture"/>
          <p:cNvPicPr/>
          <p:nvPr/>
        </p:nvPicPr>
        <p:blipFill>
          <a:blip r:embed="rId173"/>
          <a:srcRect/>
          <a:stretch>
            <a:fillRect/>
          </a:stretch>
        </p:blipFill>
        <p:spPr>
          <a:xfrm>
            <a:off x="5359336" y="426815"/>
            <a:ext cx="48863" cy="61055"/>
          </a:xfrm>
          <a:prstGeom prst="rect"/>
          <a:ln w="0">
            <a:noFill/>
          </a:ln>
        </p:spPr>
      </p:pic>
      <p:pic>
        <p:nvPicPr>
          <p:cNvPr id="271" name="New picture"/>
          <p:cNvPicPr/>
          <p:nvPr/>
        </p:nvPicPr>
        <p:blipFill>
          <a:blip r:embed="rId174"/>
          <a:srcRect/>
          <a:stretch>
            <a:fillRect/>
          </a:stretch>
        </p:blipFill>
        <p:spPr>
          <a:xfrm>
            <a:off x="5415820" y="426815"/>
            <a:ext cx="53435" cy="61055"/>
          </a:xfrm>
          <a:prstGeom prst="rect"/>
          <a:ln w="0">
            <a:noFill/>
          </a:ln>
        </p:spPr>
      </p:pic>
      <p:sp>
        <p:nvSpPr>
          <p:cNvPr id="272" name="New shape"/>
          <p:cNvSpPr/>
          <p:nvPr/>
        </p:nvSpPr>
        <p:spPr>
          <a:xfrm>
            <a:off x="5424964" y="432911"/>
            <a:ext cx="35147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73" name="New picture"/>
          <p:cNvPicPr/>
          <p:nvPr/>
        </p:nvPicPr>
        <p:blipFill>
          <a:blip r:embed="rId175"/>
          <a:srcRect/>
          <a:stretch>
            <a:fillRect/>
          </a:stretch>
        </p:blipFill>
        <p:spPr>
          <a:xfrm>
            <a:off x="5479924" y="474059"/>
            <a:ext cx="15240" cy="32099"/>
          </a:xfrm>
          <a:prstGeom prst="rect"/>
          <a:ln w="0">
            <a:noFill/>
          </a:ln>
        </p:spPr>
      </p:pic>
      <p:pic>
        <p:nvPicPr>
          <p:cNvPr id="274" name="New picture"/>
          <p:cNvPicPr/>
          <p:nvPr/>
        </p:nvPicPr>
        <p:blipFill>
          <a:blip r:embed="rId176"/>
          <a:srcRect/>
          <a:stretch>
            <a:fillRect/>
          </a:stretch>
        </p:blipFill>
        <p:spPr>
          <a:xfrm>
            <a:off x="5540978" y="405479"/>
            <a:ext cx="29051" cy="80867"/>
          </a:xfrm>
          <a:prstGeom prst="rect"/>
          <a:ln w="0">
            <a:noFill/>
          </a:ln>
        </p:spPr>
      </p:pic>
      <p:pic>
        <p:nvPicPr>
          <p:cNvPr id="275" name="New picture"/>
          <p:cNvPicPr/>
          <p:nvPr/>
        </p:nvPicPr>
        <p:blipFill>
          <a:blip r:embed="rId177"/>
          <a:srcRect/>
          <a:stretch>
            <a:fillRect/>
          </a:stretch>
        </p:blipFill>
        <p:spPr>
          <a:xfrm>
            <a:off x="5585269" y="426815"/>
            <a:ext cx="51911" cy="59531"/>
          </a:xfrm>
          <a:prstGeom prst="rect"/>
          <a:ln w="0">
            <a:noFill/>
          </a:ln>
        </p:spPr>
      </p:pic>
      <p:pic>
        <p:nvPicPr>
          <p:cNvPr id="276" name="New picture"/>
          <p:cNvPicPr/>
          <p:nvPr/>
        </p:nvPicPr>
        <p:blipFill>
          <a:blip r:embed="rId178"/>
          <a:srcRect/>
          <a:stretch>
            <a:fillRect/>
          </a:stretch>
        </p:blipFill>
        <p:spPr>
          <a:xfrm>
            <a:off x="5652515" y="426815"/>
            <a:ext cx="48863" cy="61055"/>
          </a:xfrm>
          <a:prstGeom prst="rect"/>
          <a:ln w="0">
            <a:noFill/>
          </a:ln>
        </p:spPr>
      </p:pic>
      <p:pic>
        <p:nvPicPr>
          <p:cNvPr id="277" name="New picture"/>
          <p:cNvPicPr/>
          <p:nvPr/>
        </p:nvPicPr>
        <p:blipFill>
          <a:blip r:embed="rId179"/>
          <a:srcRect/>
          <a:stretch>
            <a:fillRect/>
          </a:stretch>
        </p:blipFill>
        <p:spPr>
          <a:xfrm>
            <a:off x="5713571" y="474155"/>
            <a:ext cx="13716" cy="12192"/>
          </a:xfrm>
          <a:prstGeom prst="rect"/>
          <a:ln w="0">
            <a:noFill/>
          </a:ln>
        </p:spPr>
      </p:pic>
      <p:pic>
        <p:nvPicPr>
          <p:cNvPr id="278" name="New picture"/>
          <p:cNvPicPr/>
          <p:nvPr/>
        </p:nvPicPr>
        <p:blipFill>
          <a:blip r:embed="rId180"/>
          <a:srcRect/>
          <a:stretch>
            <a:fillRect/>
          </a:stretch>
        </p:blipFill>
        <p:spPr>
          <a:xfrm>
            <a:off x="5768530" y="402431"/>
            <a:ext cx="56483" cy="85439"/>
          </a:xfrm>
          <a:prstGeom prst="rect"/>
          <a:ln w="0">
            <a:noFill/>
          </a:ln>
        </p:spPr>
      </p:pic>
      <p:pic>
        <p:nvPicPr>
          <p:cNvPr id="279" name="New picture"/>
          <p:cNvPicPr/>
          <p:nvPr/>
        </p:nvPicPr>
        <p:blipFill>
          <a:blip r:embed="rId181"/>
          <a:srcRect/>
          <a:stretch>
            <a:fillRect/>
          </a:stretch>
        </p:blipFill>
        <p:spPr>
          <a:xfrm>
            <a:off x="5834158" y="426815"/>
            <a:ext cx="50387" cy="61055"/>
          </a:xfrm>
          <a:prstGeom prst="rect"/>
          <a:ln w="0">
            <a:noFill/>
          </a:ln>
        </p:spPr>
      </p:pic>
      <p:sp>
        <p:nvSpPr>
          <p:cNvPr id="280" name="New shape"/>
          <p:cNvSpPr/>
          <p:nvPr/>
        </p:nvSpPr>
        <p:spPr>
          <a:xfrm>
            <a:off x="5844921" y="457295"/>
            <a:ext cx="28956" cy="2295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281" name="New shape"/>
          <p:cNvSpPr/>
          <p:nvPr/>
        </p:nvSpPr>
        <p:spPr>
          <a:xfrm>
            <a:off x="5902452" y="403860"/>
            <a:ext cx="10668" cy="8229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2" name="New picture"/>
          <p:cNvPicPr/>
          <p:nvPr/>
        </p:nvPicPr>
        <p:blipFill>
          <a:blip r:embed="rId182"/>
          <a:srcRect/>
          <a:stretch>
            <a:fillRect/>
          </a:stretch>
        </p:blipFill>
        <p:spPr>
          <a:xfrm>
            <a:off x="5928837" y="426815"/>
            <a:ext cx="53435" cy="61055"/>
          </a:xfrm>
          <a:prstGeom prst="rect"/>
          <a:ln w="0">
            <a:noFill/>
          </a:ln>
        </p:spPr>
      </p:pic>
      <p:sp>
        <p:nvSpPr>
          <p:cNvPr id="283" name="New shape"/>
          <p:cNvSpPr/>
          <p:nvPr/>
        </p:nvSpPr>
        <p:spPr>
          <a:xfrm>
            <a:off x="5938076" y="432911"/>
            <a:ext cx="33528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4" name="New picture"/>
          <p:cNvPicPr/>
          <p:nvPr/>
        </p:nvPicPr>
        <p:blipFill>
          <a:blip r:embed="rId183"/>
          <a:srcRect/>
          <a:stretch>
            <a:fillRect/>
          </a:stretch>
        </p:blipFill>
        <p:spPr>
          <a:xfrm>
            <a:off x="5989987" y="426816"/>
            <a:ext cx="44291" cy="61055"/>
          </a:xfrm>
          <a:prstGeom prst="rect"/>
          <a:ln w="0">
            <a:noFill/>
          </a:ln>
        </p:spPr>
      </p:pic>
      <p:pic>
        <p:nvPicPr>
          <p:cNvPr id="285" name="New picture"/>
          <p:cNvPicPr/>
          <p:nvPr/>
        </p:nvPicPr>
        <p:blipFill>
          <a:blip r:embed="rId184"/>
          <a:srcRect/>
          <a:stretch>
            <a:fillRect/>
          </a:stretch>
        </p:blipFill>
        <p:spPr>
          <a:xfrm>
            <a:off x="6040374" y="403955"/>
            <a:ext cx="39719" cy="82391"/>
          </a:xfrm>
          <a:prstGeom prst="rect"/>
          <a:ln w="0">
            <a:noFill/>
          </a:ln>
        </p:spPr>
      </p:pic>
      <p:pic>
        <p:nvPicPr>
          <p:cNvPr id="286" name="New picture"/>
          <p:cNvPicPr/>
          <p:nvPr/>
        </p:nvPicPr>
        <p:blipFill>
          <a:blip r:embed="rId185"/>
          <a:srcRect/>
          <a:stretch>
            <a:fillRect/>
          </a:stretch>
        </p:blipFill>
        <p:spPr>
          <a:xfrm>
            <a:off x="6081617" y="426815"/>
            <a:ext cx="59531" cy="61055"/>
          </a:xfrm>
          <a:prstGeom prst="rect"/>
          <a:ln w="0">
            <a:noFill/>
          </a:ln>
        </p:spPr>
      </p:pic>
      <p:sp>
        <p:nvSpPr>
          <p:cNvPr id="287" name="New shape"/>
          <p:cNvSpPr/>
          <p:nvPr/>
        </p:nvSpPr>
        <p:spPr>
          <a:xfrm>
            <a:off x="6092285" y="434435"/>
            <a:ext cx="38195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88" name="New picture"/>
          <p:cNvPicPr/>
          <p:nvPr/>
        </p:nvPicPr>
        <p:blipFill>
          <a:blip r:embed="rId186"/>
          <a:srcRect/>
          <a:stretch>
            <a:fillRect/>
          </a:stretch>
        </p:blipFill>
        <p:spPr>
          <a:xfrm>
            <a:off x="6156389" y="426815"/>
            <a:ext cx="32099" cy="59531"/>
          </a:xfrm>
          <a:prstGeom prst="rect"/>
          <a:ln w="0">
            <a:noFill/>
          </a:ln>
        </p:spPr>
      </p:pic>
      <p:pic>
        <p:nvPicPr>
          <p:cNvPr id="289" name="New picture"/>
          <p:cNvPicPr/>
          <p:nvPr/>
        </p:nvPicPr>
        <p:blipFill>
          <a:blip r:embed="rId187"/>
          <a:srcRect/>
          <a:stretch>
            <a:fillRect/>
          </a:stretch>
        </p:blipFill>
        <p:spPr>
          <a:xfrm>
            <a:off x="6191535" y="426815"/>
            <a:ext cx="48863" cy="61055"/>
          </a:xfrm>
          <a:prstGeom prst="rect"/>
          <a:ln w="0">
            <a:noFill/>
          </a:ln>
        </p:spPr>
      </p:pic>
      <p:pic>
        <p:nvPicPr>
          <p:cNvPr id="290" name="New picture"/>
          <p:cNvPicPr/>
          <p:nvPr/>
        </p:nvPicPr>
        <p:blipFill>
          <a:blip r:embed="rId188"/>
          <a:srcRect/>
          <a:stretch>
            <a:fillRect/>
          </a:stretch>
        </p:blipFill>
        <p:spPr>
          <a:xfrm>
            <a:off x="6248019" y="426815"/>
            <a:ext cx="53435" cy="61055"/>
          </a:xfrm>
          <a:prstGeom prst="rect"/>
          <a:ln w="0">
            <a:noFill/>
          </a:ln>
        </p:spPr>
      </p:pic>
      <p:sp>
        <p:nvSpPr>
          <p:cNvPr id="291" name="New shape"/>
          <p:cNvSpPr/>
          <p:nvPr/>
        </p:nvSpPr>
        <p:spPr>
          <a:xfrm>
            <a:off x="6258687" y="432911"/>
            <a:ext cx="33623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2" name="New picture"/>
          <p:cNvPicPr/>
          <p:nvPr/>
        </p:nvPicPr>
        <p:blipFill>
          <a:blip r:embed="rId189"/>
          <a:srcRect/>
          <a:stretch>
            <a:fillRect/>
          </a:stretch>
        </p:blipFill>
        <p:spPr>
          <a:xfrm>
            <a:off x="6338126" y="405480"/>
            <a:ext cx="61055" cy="80867"/>
          </a:xfrm>
          <a:prstGeom prst="rect"/>
          <a:ln w="0">
            <a:noFill/>
          </a:ln>
        </p:spPr>
      </p:pic>
      <p:pic>
        <p:nvPicPr>
          <p:cNvPr id="293" name="New picture"/>
          <p:cNvPicPr/>
          <p:nvPr/>
        </p:nvPicPr>
        <p:blipFill>
          <a:blip r:embed="rId190"/>
          <a:srcRect/>
          <a:stretch>
            <a:fillRect/>
          </a:stretch>
        </p:blipFill>
        <p:spPr>
          <a:xfrm>
            <a:off x="6397657" y="426815"/>
            <a:ext cx="58007" cy="61055"/>
          </a:xfrm>
          <a:prstGeom prst="rect"/>
          <a:ln w="0">
            <a:noFill/>
          </a:ln>
        </p:spPr>
      </p:pic>
      <p:sp>
        <p:nvSpPr>
          <p:cNvPr id="294" name="New shape"/>
          <p:cNvSpPr/>
          <p:nvPr/>
        </p:nvSpPr>
        <p:spPr>
          <a:xfrm>
            <a:off x="6408325" y="434435"/>
            <a:ext cx="38195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5" name="New picture"/>
          <p:cNvPicPr/>
          <p:nvPr/>
        </p:nvPicPr>
        <p:blipFill>
          <a:blip r:embed="rId191"/>
          <a:srcRect/>
          <a:stretch>
            <a:fillRect/>
          </a:stretch>
        </p:blipFill>
        <p:spPr>
          <a:xfrm>
            <a:off x="6463285" y="428339"/>
            <a:ext cx="85535" cy="58007"/>
          </a:xfrm>
          <a:prstGeom prst="rect"/>
          <a:ln w="0">
            <a:noFill/>
          </a:ln>
        </p:spPr>
      </p:pic>
      <p:pic>
        <p:nvPicPr>
          <p:cNvPr id="296" name="New picture"/>
          <p:cNvPicPr/>
          <p:nvPr/>
        </p:nvPicPr>
        <p:blipFill>
          <a:blip r:embed="rId192"/>
          <a:srcRect/>
          <a:stretch>
            <a:fillRect/>
          </a:stretch>
        </p:blipFill>
        <p:spPr>
          <a:xfrm>
            <a:off x="6556439" y="426815"/>
            <a:ext cx="53531" cy="61055"/>
          </a:xfrm>
          <a:prstGeom prst="rect"/>
          <a:ln w="0">
            <a:noFill/>
          </a:ln>
        </p:spPr>
      </p:pic>
      <p:sp>
        <p:nvSpPr>
          <p:cNvPr id="297" name="New shape"/>
          <p:cNvSpPr/>
          <p:nvPr/>
        </p:nvSpPr>
        <p:spPr>
          <a:xfrm>
            <a:off x="6565678" y="432911"/>
            <a:ext cx="35052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298" name="New picture"/>
          <p:cNvPicPr/>
          <p:nvPr/>
        </p:nvPicPr>
        <p:blipFill>
          <a:blip r:embed="rId193"/>
          <a:srcRect/>
          <a:stretch>
            <a:fillRect/>
          </a:stretch>
        </p:blipFill>
        <p:spPr>
          <a:xfrm>
            <a:off x="6625208" y="426815"/>
            <a:ext cx="32100" cy="59531"/>
          </a:xfrm>
          <a:prstGeom prst="rect"/>
          <a:ln w="0">
            <a:noFill/>
          </a:ln>
        </p:spPr>
      </p:pic>
      <p:pic>
        <p:nvPicPr>
          <p:cNvPr id="299" name="New picture"/>
          <p:cNvPicPr/>
          <p:nvPr/>
        </p:nvPicPr>
        <p:blipFill>
          <a:blip r:embed="rId194"/>
          <a:srcRect/>
          <a:stretch>
            <a:fillRect/>
          </a:stretch>
        </p:blipFill>
        <p:spPr>
          <a:xfrm>
            <a:off x="6654165" y="474154"/>
            <a:ext cx="16859" cy="32004"/>
          </a:xfrm>
          <a:prstGeom prst="rect"/>
          <a:ln w="0">
            <a:noFill/>
          </a:ln>
        </p:spPr>
      </p:pic>
      <p:pic>
        <p:nvPicPr>
          <p:cNvPr id="300" name="New picture"/>
          <p:cNvPicPr/>
          <p:nvPr/>
        </p:nvPicPr>
        <p:blipFill>
          <a:blip r:embed="rId195"/>
          <a:srcRect/>
          <a:stretch>
            <a:fillRect/>
          </a:stretch>
        </p:blipFill>
        <p:spPr>
          <a:xfrm>
            <a:off x="6712268" y="405479"/>
            <a:ext cx="64103" cy="80867"/>
          </a:xfrm>
          <a:prstGeom prst="rect"/>
          <a:ln w="0">
            <a:noFill/>
          </a:ln>
        </p:spPr>
      </p:pic>
      <p:pic>
        <p:nvPicPr>
          <p:cNvPr id="301" name="New picture"/>
          <p:cNvPicPr/>
          <p:nvPr/>
        </p:nvPicPr>
        <p:blipFill>
          <a:blip r:embed="rId196"/>
          <a:srcRect/>
          <a:stretch>
            <a:fillRect/>
          </a:stretch>
        </p:blipFill>
        <p:spPr>
          <a:xfrm>
            <a:off x="6788562" y="405479"/>
            <a:ext cx="53435" cy="80867"/>
          </a:xfrm>
          <a:prstGeom prst="rect"/>
          <a:ln w="0">
            <a:noFill/>
          </a:ln>
        </p:spPr>
      </p:pic>
      <p:pic>
        <p:nvPicPr>
          <p:cNvPr id="302" name="New picture"/>
          <p:cNvPicPr/>
          <p:nvPr/>
        </p:nvPicPr>
        <p:blipFill>
          <a:blip r:embed="rId197"/>
          <a:srcRect/>
          <a:stretch>
            <a:fillRect/>
          </a:stretch>
        </p:blipFill>
        <p:spPr>
          <a:xfrm>
            <a:off x="6854285" y="405479"/>
            <a:ext cx="59531" cy="82391"/>
          </a:xfrm>
          <a:prstGeom prst="rect"/>
          <a:ln w="0">
            <a:noFill/>
          </a:ln>
        </p:spPr>
      </p:pic>
      <p:pic>
        <p:nvPicPr>
          <p:cNvPr id="303" name="New picture"/>
          <p:cNvPicPr/>
          <p:nvPr/>
        </p:nvPicPr>
        <p:blipFill>
          <a:blip r:embed="rId198"/>
          <a:srcRect/>
          <a:stretch>
            <a:fillRect/>
          </a:stretch>
        </p:blipFill>
        <p:spPr>
          <a:xfrm>
            <a:off x="4824794" y="576358"/>
            <a:ext cx="85534" cy="80867"/>
          </a:xfrm>
          <a:prstGeom prst="rect"/>
          <a:ln w="0">
            <a:noFill/>
          </a:ln>
        </p:spPr>
      </p:pic>
      <p:sp>
        <p:nvSpPr>
          <p:cNvPr id="304" name="New shape"/>
          <p:cNvSpPr/>
          <p:nvPr/>
        </p:nvSpPr>
        <p:spPr>
          <a:xfrm>
            <a:off x="4931759" y="599218"/>
            <a:ext cx="9144" cy="580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5" name="New picture"/>
          <p:cNvPicPr/>
          <p:nvPr/>
        </p:nvPicPr>
        <p:blipFill>
          <a:blip r:embed="rId199"/>
          <a:srcRect/>
          <a:stretch>
            <a:fillRect/>
          </a:stretch>
        </p:blipFill>
        <p:spPr>
          <a:xfrm>
            <a:off x="4930235" y="573310"/>
            <a:ext cx="12192" cy="12192"/>
          </a:xfrm>
          <a:prstGeom prst="rect"/>
          <a:ln w="0">
            <a:noFill/>
          </a:ln>
        </p:spPr>
      </p:pic>
      <p:pic>
        <p:nvPicPr>
          <p:cNvPr id="306" name="New picture"/>
          <p:cNvPicPr/>
          <p:nvPr/>
        </p:nvPicPr>
        <p:blipFill>
          <a:blip r:embed="rId200"/>
          <a:srcRect/>
          <a:stretch>
            <a:fillRect/>
          </a:stretch>
        </p:blipFill>
        <p:spPr>
          <a:xfrm>
            <a:off x="4953095" y="597694"/>
            <a:ext cx="44291" cy="61055"/>
          </a:xfrm>
          <a:prstGeom prst="rect"/>
          <a:ln w="0">
            <a:noFill/>
          </a:ln>
        </p:spPr>
      </p:pic>
      <p:pic>
        <p:nvPicPr>
          <p:cNvPr id="307" name="New picture"/>
          <p:cNvPicPr/>
          <p:nvPr/>
        </p:nvPicPr>
        <p:blipFill>
          <a:blip r:embed="rId201"/>
          <a:srcRect/>
          <a:stretch>
            <a:fillRect/>
          </a:stretch>
        </p:blipFill>
        <p:spPr>
          <a:xfrm>
            <a:off x="5005006" y="597694"/>
            <a:ext cx="42767" cy="61055"/>
          </a:xfrm>
          <a:prstGeom prst="rect"/>
          <a:ln w="0">
            <a:noFill/>
          </a:ln>
        </p:spPr>
      </p:pic>
      <p:sp>
        <p:nvSpPr>
          <p:cNvPr id="308" name="New shape"/>
          <p:cNvSpPr/>
          <p:nvPr/>
        </p:nvSpPr>
        <p:spPr>
          <a:xfrm>
            <a:off x="5063013" y="599218"/>
            <a:ext cx="9239" cy="580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09" name="New picture"/>
          <p:cNvPicPr/>
          <p:nvPr/>
        </p:nvPicPr>
        <p:blipFill>
          <a:blip r:embed="rId202"/>
          <a:srcRect/>
          <a:stretch>
            <a:fillRect/>
          </a:stretch>
        </p:blipFill>
        <p:spPr>
          <a:xfrm>
            <a:off x="5061490" y="573310"/>
            <a:ext cx="12287" cy="12192"/>
          </a:xfrm>
          <a:prstGeom prst="rect"/>
          <a:ln w="0">
            <a:noFill/>
          </a:ln>
        </p:spPr>
      </p:pic>
      <p:pic>
        <p:nvPicPr>
          <p:cNvPr id="310" name="New picture"/>
          <p:cNvPicPr/>
          <p:nvPr/>
        </p:nvPicPr>
        <p:blipFill>
          <a:blip r:embed="rId203"/>
          <a:srcRect/>
          <a:stretch>
            <a:fillRect/>
          </a:stretch>
        </p:blipFill>
        <p:spPr>
          <a:xfrm>
            <a:off x="5087493" y="597693"/>
            <a:ext cx="59531" cy="61055"/>
          </a:xfrm>
          <a:prstGeom prst="rect"/>
          <a:ln w="0">
            <a:noFill/>
          </a:ln>
        </p:spPr>
      </p:pic>
      <p:sp>
        <p:nvSpPr>
          <p:cNvPr id="311" name="New shape"/>
          <p:cNvSpPr/>
          <p:nvPr/>
        </p:nvSpPr>
        <p:spPr>
          <a:xfrm>
            <a:off x="5098161" y="605409"/>
            <a:ext cx="38195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2" name="New picture"/>
          <p:cNvPicPr/>
          <p:nvPr/>
        </p:nvPicPr>
        <p:blipFill>
          <a:blip r:embed="rId204"/>
          <a:srcRect/>
          <a:stretch>
            <a:fillRect/>
          </a:stretch>
        </p:blipFill>
        <p:spPr>
          <a:xfrm>
            <a:off x="5162264" y="597694"/>
            <a:ext cx="51911" cy="59531"/>
          </a:xfrm>
          <a:prstGeom prst="rect"/>
          <a:ln w="0">
            <a:noFill/>
          </a:ln>
        </p:spPr>
      </p:pic>
      <p:pic>
        <p:nvPicPr>
          <p:cNvPr id="313" name="New picture"/>
          <p:cNvPicPr/>
          <p:nvPr/>
        </p:nvPicPr>
        <p:blipFill>
          <a:blip r:embed="rId205"/>
          <a:srcRect/>
          <a:stretch>
            <a:fillRect/>
          </a:stretch>
        </p:blipFill>
        <p:spPr>
          <a:xfrm>
            <a:off x="5256943" y="574834"/>
            <a:ext cx="55054" cy="85439"/>
          </a:xfrm>
          <a:prstGeom prst="rect"/>
          <a:ln w="0">
            <a:noFill/>
          </a:ln>
        </p:spPr>
      </p:pic>
      <p:pic>
        <p:nvPicPr>
          <p:cNvPr id="314" name="New picture"/>
          <p:cNvPicPr/>
          <p:nvPr/>
        </p:nvPicPr>
        <p:blipFill>
          <a:blip r:embed="rId206"/>
          <a:srcRect/>
          <a:stretch>
            <a:fillRect/>
          </a:stretch>
        </p:blipFill>
        <p:spPr>
          <a:xfrm>
            <a:off x="5319617" y="580930"/>
            <a:ext cx="35052" cy="77819"/>
          </a:xfrm>
          <a:prstGeom prst="rect"/>
          <a:ln w="0">
            <a:noFill/>
          </a:ln>
        </p:spPr>
      </p:pic>
      <p:pic>
        <p:nvPicPr>
          <p:cNvPr id="315" name="New picture"/>
          <p:cNvPicPr/>
          <p:nvPr/>
        </p:nvPicPr>
        <p:blipFill>
          <a:blip r:embed="rId207"/>
          <a:srcRect/>
          <a:stretch>
            <a:fillRect/>
          </a:stretch>
        </p:blipFill>
        <p:spPr>
          <a:xfrm>
            <a:off x="5366956" y="597694"/>
            <a:ext cx="32004" cy="59531"/>
          </a:xfrm>
          <a:prstGeom prst="rect"/>
          <a:ln w="0">
            <a:noFill/>
          </a:ln>
        </p:spPr>
      </p:pic>
      <p:pic>
        <p:nvPicPr>
          <p:cNvPr id="316" name="New picture"/>
          <p:cNvPicPr/>
          <p:nvPr/>
        </p:nvPicPr>
        <p:blipFill>
          <a:blip r:embed="rId208"/>
          <a:srcRect/>
          <a:stretch>
            <a:fillRect/>
          </a:stretch>
        </p:blipFill>
        <p:spPr>
          <a:xfrm>
            <a:off x="5403533" y="597694"/>
            <a:ext cx="53530" cy="61055"/>
          </a:xfrm>
          <a:prstGeom prst="rect"/>
          <a:ln w="0">
            <a:noFill/>
          </a:ln>
        </p:spPr>
      </p:pic>
      <p:sp>
        <p:nvSpPr>
          <p:cNvPr id="317" name="New shape"/>
          <p:cNvSpPr/>
          <p:nvPr/>
        </p:nvSpPr>
        <p:spPr>
          <a:xfrm>
            <a:off x="5414296" y="605409"/>
            <a:ext cx="33528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18" name="New picture"/>
          <p:cNvPicPr/>
          <p:nvPr/>
        </p:nvPicPr>
        <p:blipFill>
          <a:blip r:embed="rId209"/>
          <a:srcRect/>
          <a:stretch>
            <a:fillRect/>
          </a:stretch>
        </p:blipFill>
        <p:spPr>
          <a:xfrm>
            <a:off x="5469255" y="597694"/>
            <a:ext cx="53435" cy="61055"/>
          </a:xfrm>
          <a:prstGeom prst="rect"/>
          <a:ln w="0">
            <a:noFill/>
          </a:ln>
        </p:spPr>
      </p:pic>
      <p:sp>
        <p:nvSpPr>
          <p:cNvPr id="319" name="New shape"/>
          <p:cNvSpPr/>
          <p:nvPr/>
        </p:nvSpPr>
        <p:spPr>
          <a:xfrm>
            <a:off x="5478399" y="605409"/>
            <a:ext cx="35147" cy="18288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0" name="New picture"/>
          <p:cNvPicPr/>
          <p:nvPr/>
        </p:nvPicPr>
        <p:blipFill>
          <a:blip r:embed="rId210"/>
          <a:srcRect/>
          <a:stretch>
            <a:fillRect/>
          </a:stretch>
        </p:blipFill>
        <p:spPr>
          <a:xfrm>
            <a:off x="5528787" y="580930"/>
            <a:ext cx="36671" cy="77819"/>
          </a:xfrm>
          <a:prstGeom prst="rect"/>
          <a:ln w="0">
            <a:noFill/>
          </a:ln>
        </p:spPr>
      </p:pic>
      <p:pic>
        <p:nvPicPr>
          <p:cNvPr id="321" name="New picture"/>
          <p:cNvPicPr/>
          <p:nvPr/>
        </p:nvPicPr>
        <p:blipFill>
          <a:blip r:embed="rId211"/>
          <a:srcRect/>
          <a:stretch>
            <a:fillRect/>
          </a:stretch>
        </p:blipFill>
        <p:spPr>
          <a:xfrm>
            <a:off x="5574602" y="646557"/>
            <a:ext cx="16764" cy="32099"/>
          </a:xfrm>
          <a:prstGeom prst="rect"/>
          <a:ln w="0">
            <a:noFill/>
          </a:ln>
        </p:spPr>
      </p:pic>
      <p:pic>
        <p:nvPicPr>
          <p:cNvPr id="322" name="New picture"/>
          <p:cNvPicPr/>
          <p:nvPr/>
        </p:nvPicPr>
        <p:blipFill>
          <a:blip r:embed="rId212"/>
          <a:srcRect/>
          <a:stretch>
            <a:fillRect/>
          </a:stretch>
        </p:blipFill>
        <p:spPr>
          <a:xfrm>
            <a:off x="5634133" y="574834"/>
            <a:ext cx="58007" cy="85439"/>
          </a:xfrm>
          <a:prstGeom prst="rect"/>
          <a:ln w="0">
            <a:noFill/>
          </a:ln>
        </p:spPr>
      </p:pic>
      <p:pic>
        <p:nvPicPr>
          <p:cNvPr id="323" name="New picture"/>
          <p:cNvPicPr/>
          <p:nvPr/>
        </p:nvPicPr>
        <p:blipFill>
          <a:blip r:embed="rId213"/>
          <a:srcRect/>
          <a:stretch>
            <a:fillRect/>
          </a:stretch>
        </p:blipFill>
        <p:spPr>
          <a:xfrm>
            <a:off x="5709000" y="597694"/>
            <a:ext cx="32004" cy="59531"/>
          </a:xfrm>
          <a:prstGeom prst="rect"/>
          <a:ln w="0">
            <a:noFill/>
          </a:ln>
        </p:spPr>
      </p:pic>
      <p:pic>
        <p:nvPicPr>
          <p:cNvPr id="324" name="New picture"/>
          <p:cNvPicPr/>
          <p:nvPr/>
        </p:nvPicPr>
        <p:blipFill>
          <a:blip r:embed="rId214"/>
          <a:srcRect/>
          <a:stretch>
            <a:fillRect/>
          </a:stretch>
        </p:blipFill>
        <p:spPr>
          <a:xfrm>
            <a:off x="5745671" y="576358"/>
            <a:ext cx="56483" cy="82391"/>
          </a:xfrm>
          <a:prstGeom prst="rect"/>
          <a:ln w="0">
            <a:noFill/>
          </a:ln>
        </p:spPr>
      </p:pic>
      <p:sp>
        <p:nvSpPr>
          <p:cNvPr id="325" name="New shape"/>
          <p:cNvSpPr/>
          <p:nvPr/>
        </p:nvSpPr>
        <p:spPr>
          <a:xfrm>
            <a:off x="5756339" y="605409"/>
            <a:ext cx="35147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6" name="New picture"/>
          <p:cNvPicPr/>
          <p:nvPr/>
        </p:nvPicPr>
        <p:blipFill>
          <a:blip r:embed="rId215"/>
          <a:srcRect/>
          <a:stretch>
            <a:fillRect/>
          </a:stretch>
        </p:blipFill>
        <p:spPr>
          <a:xfrm>
            <a:off x="5851017" y="576357"/>
            <a:ext cx="50387" cy="80867"/>
          </a:xfrm>
          <a:prstGeom prst="rect"/>
          <a:ln w="0">
            <a:noFill/>
          </a:ln>
        </p:spPr>
      </p:pic>
      <p:sp>
        <p:nvSpPr>
          <p:cNvPr id="327" name="New shape"/>
          <p:cNvSpPr/>
          <p:nvPr/>
        </p:nvSpPr>
        <p:spPr>
          <a:xfrm>
            <a:off x="5911597" y="576072"/>
            <a:ext cx="10668" cy="8229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28" name="New picture"/>
          <p:cNvPicPr/>
          <p:nvPr/>
        </p:nvPicPr>
        <p:blipFill>
          <a:blip r:embed="rId216"/>
          <a:srcRect/>
          <a:stretch>
            <a:fillRect/>
          </a:stretch>
        </p:blipFill>
        <p:spPr>
          <a:xfrm>
            <a:off x="5939599" y="597693"/>
            <a:ext cx="58007" cy="61055"/>
          </a:xfrm>
          <a:prstGeom prst="rect"/>
          <a:ln w="0">
            <a:noFill/>
          </a:ln>
        </p:spPr>
      </p:pic>
      <p:sp>
        <p:nvSpPr>
          <p:cNvPr id="329" name="New shape"/>
          <p:cNvSpPr/>
          <p:nvPr/>
        </p:nvSpPr>
        <p:spPr>
          <a:xfrm>
            <a:off x="5948743" y="605409"/>
            <a:ext cx="38195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0" name="New picture"/>
          <p:cNvPicPr/>
          <p:nvPr/>
        </p:nvPicPr>
        <p:blipFill>
          <a:blip r:embed="rId217"/>
          <a:srcRect/>
          <a:stretch>
            <a:fillRect/>
          </a:stretch>
        </p:blipFill>
        <p:spPr>
          <a:xfrm>
            <a:off x="6009798" y="597693"/>
            <a:ext cx="58007" cy="61055"/>
          </a:xfrm>
          <a:prstGeom prst="rect"/>
          <a:ln w="0">
            <a:noFill/>
          </a:ln>
        </p:spPr>
      </p:pic>
      <p:sp>
        <p:nvSpPr>
          <p:cNvPr id="331" name="New shape"/>
          <p:cNvSpPr/>
          <p:nvPr/>
        </p:nvSpPr>
        <p:spPr>
          <a:xfrm>
            <a:off x="6018942" y="605409"/>
            <a:ext cx="38195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2" name="New picture"/>
          <p:cNvPicPr/>
          <p:nvPr/>
        </p:nvPicPr>
        <p:blipFill>
          <a:blip r:embed="rId218"/>
          <a:srcRect/>
          <a:stretch>
            <a:fillRect/>
          </a:stretch>
        </p:blipFill>
        <p:spPr>
          <a:xfrm>
            <a:off x="6083141" y="597694"/>
            <a:ext cx="32004" cy="59531"/>
          </a:xfrm>
          <a:prstGeom prst="rect"/>
          <a:ln w="0">
            <a:noFill/>
          </a:ln>
        </p:spPr>
      </p:pic>
      <p:pic>
        <p:nvPicPr>
          <p:cNvPr id="333" name="New picture"/>
          <p:cNvPicPr/>
          <p:nvPr/>
        </p:nvPicPr>
        <p:blipFill>
          <a:blip r:embed="rId219"/>
          <a:srcRect/>
          <a:stretch>
            <a:fillRect/>
          </a:stretch>
        </p:blipFill>
        <p:spPr>
          <a:xfrm>
            <a:off x="6112097" y="646557"/>
            <a:ext cx="16764" cy="32099"/>
          </a:xfrm>
          <a:prstGeom prst="rect"/>
          <a:ln w="0">
            <a:noFill/>
          </a:ln>
        </p:spPr>
      </p:pic>
      <p:pic>
        <p:nvPicPr>
          <p:cNvPr id="334" name="New picture"/>
          <p:cNvPicPr/>
          <p:nvPr/>
        </p:nvPicPr>
        <p:blipFill>
          <a:blip r:embed="rId220"/>
          <a:srcRect/>
          <a:stretch>
            <a:fillRect/>
          </a:stretch>
        </p:blipFill>
        <p:spPr>
          <a:xfrm>
            <a:off x="6171629" y="574834"/>
            <a:ext cx="55054" cy="85439"/>
          </a:xfrm>
          <a:prstGeom prst="rect"/>
          <a:ln w="0">
            <a:noFill/>
          </a:ln>
        </p:spPr>
      </p:pic>
      <p:pic>
        <p:nvPicPr>
          <p:cNvPr id="335" name="New picture"/>
          <p:cNvPicPr/>
          <p:nvPr/>
        </p:nvPicPr>
        <p:blipFill>
          <a:blip r:embed="rId221"/>
          <a:srcRect/>
          <a:stretch>
            <a:fillRect/>
          </a:stretch>
        </p:blipFill>
        <p:spPr>
          <a:xfrm>
            <a:off x="6237351" y="597694"/>
            <a:ext cx="48863" cy="61055"/>
          </a:xfrm>
          <a:prstGeom prst="rect"/>
          <a:ln w="0">
            <a:noFill/>
          </a:ln>
        </p:spPr>
      </p:pic>
      <p:sp>
        <p:nvSpPr>
          <p:cNvPr id="336" name="New shape"/>
          <p:cNvSpPr/>
          <p:nvPr/>
        </p:nvSpPr>
        <p:spPr>
          <a:xfrm>
            <a:off x="6246495" y="628269"/>
            <a:ext cx="29051" cy="2286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37" name="New picture"/>
          <p:cNvPicPr/>
          <p:nvPr/>
        </p:nvPicPr>
        <p:blipFill>
          <a:blip r:embed="rId222"/>
          <a:srcRect/>
          <a:stretch>
            <a:fillRect/>
          </a:stretch>
        </p:blipFill>
        <p:spPr>
          <a:xfrm>
            <a:off x="6304502" y="597694"/>
            <a:ext cx="51911" cy="59531"/>
          </a:xfrm>
          <a:prstGeom prst="rect"/>
          <a:ln w="0">
            <a:noFill/>
          </a:ln>
        </p:spPr>
      </p:pic>
      <p:pic>
        <p:nvPicPr>
          <p:cNvPr id="338" name="New picture"/>
          <p:cNvPicPr/>
          <p:nvPr/>
        </p:nvPicPr>
        <p:blipFill>
          <a:blip r:embed="rId223"/>
          <a:srcRect/>
          <a:stretch>
            <a:fillRect/>
          </a:stretch>
        </p:blipFill>
        <p:spPr>
          <a:xfrm>
            <a:off x="6405276" y="576357"/>
            <a:ext cx="48863" cy="80867"/>
          </a:xfrm>
          <a:prstGeom prst="rect"/>
          <a:ln w="0">
            <a:noFill/>
          </a:ln>
        </p:spPr>
      </p:pic>
      <p:pic>
        <p:nvPicPr>
          <p:cNvPr id="339" name="New picture"/>
          <p:cNvPicPr/>
          <p:nvPr/>
        </p:nvPicPr>
        <p:blipFill>
          <a:blip r:embed="rId224"/>
          <a:srcRect/>
          <a:stretch>
            <a:fillRect/>
          </a:stretch>
        </p:blipFill>
        <p:spPr>
          <a:xfrm>
            <a:off x="6461761" y="597694"/>
            <a:ext cx="32099" cy="59531"/>
          </a:xfrm>
          <a:prstGeom prst="rect"/>
          <a:ln w="0">
            <a:noFill/>
          </a:ln>
        </p:spPr>
      </p:pic>
      <p:pic>
        <p:nvPicPr>
          <p:cNvPr id="340" name="New picture"/>
          <p:cNvPicPr/>
          <p:nvPr/>
        </p:nvPicPr>
        <p:blipFill>
          <a:blip r:embed="rId225"/>
          <a:srcRect/>
          <a:stretch>
            <a:fillRect/>
          </a:stretch>
        </p:blipFill>
        <p:spPr>
          <a:xfrm>
            <a:off x="6496907" y="597694"/>
            <a:ext cx="50388" cy="61055"/>
          </a:xfrm>
          <a:prstGeom prst="rect"/>
          <a:ln w="0">
            <a:noFill/>
          </a:ln>
        </p:spPr>
      </p:pic>
      <p:sp>
        <p:nvSpPr>
          <p:cNvPr id="341" name="New shape"/>
          <p:cNvSpPr/>
          <p:nvPr/>
        </p:nvSpPr>
        <p:spPr>
          <a:xfrm>
            <a:off x="6507576" y="628269"/>
            <a:ext cx="29051" cy="2286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2" name="New picture"/>
          <p:cNvPicPr/>
          <p:nvPr/>
        </p:nvPicPr>
        <p:blipFill>
          <a:blip r:embed="rId226"/>
          <a:srcRect/>
          <a:stretch>
            <a:fillRect/>
          </a:stretch>
        </p:blipFill>
        <p:spPr>
          <a:xfrm>
            <a:off x="6564154" y="597694"/>
            <a:ext cx="51912" cy="59531"/>
          </a:xfrm>
          <a:prstGeom prst="rect"/>
          <a:ln w="0">
            <a:noFill/>
          </a:ln>
        </p:spPr>
      </p:pic>
      <p:pic>
        <p:nvPicPr>
          <p:cNvPr id="343" name="New picture"/>
          <p:cNvPicPr/>
          <p:nvPr/>
        </p:nvPicPr>
        <p:blipFill>
          <a:blip r:embed="rId227"/>
          <a:srcRect/>
          <a:stretch>
            <a:fillRect/>
          </a:stretch>
        </p:blipFill>
        <p:spPr>
          <a:xfrm>
            <a:off x="6631305" y="597694"/>
            <a:ext cx="48863" cy="61055"/>
          </a:xfrm>
          <a:prstGeom prst="rect"/>
          <a:ln w="0">
            <a:noFill/>
          </a:ln>
        </p:spPr>
      </p:pic>
      <p:sp>
        <p:nvSpPr>
          <p:cNvPr id="344" name="New shape"/>
          <p:cNvSpPr/>
          <p:nvPr/>
        </p:nvSpPr>
        <p:spPr>
          <a:xfrm>
            <a:off x="6693788" y="599218"/>
            <a:ext cx="9239" cy="580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45" name="New picture"/>
          <p:cNvPicPr/>
          <p:nvPr/>
        </p:nvPicPr>
        <p:blipFill>
          <a:blip r:embed="rId228"/>
          <a:srcRect/>
          <a:stretch>
            <a:fillRect/>
          </a:stretch>
        </p:blipFill>
        <p:spPr>
          <a:xfrm>
            <a:off x="6692264" y="573310"/>
            <a:ext cx="12287" cy="12192"/>
          </a:xfrm>
          <a:prstGeom prst="rect"/>
          <a:ln w="0">
            <a:noFill/>
          </a:ln>
        </p:spPr>
      </p:pic>
      <p:pic>
        <p:nvPicPr>
          <p:cNvPr id="346" name="New picture"/>
          <p:cNvPicPr/>
          <p:nvPr/>
        </p:nvPicPr>
        <p:blipFill>
          <a:blip r:embed="rId229"/>
          <a:srcRect/>
          <a:stretch>
            <a:fillRect/>
          </a:stretch>
        </p:blipFill>
        <p:spPr>
          <a:xfrm>
            <a:off x="6716840" y="597694"/>
            <a:ext cx="42767" cy="61055"/>
          </a:xfrm>
          <a:prstGeom prst="rect"/>
          <a:ln w="0">
            <a:noFill/>
          </a:ln>
        </p:spPr>
      </p:pic>
      <p:pic>
        <p:nvPicPr>
          <p:cNvPr id="347" name="New picture"/>
          <p:cNvPicPr/>
          <p:nvPr/>
        </p:nvPicPr>
        <p:blipFill>
          <a:blip r:embed="rId230"/>
          <a:srcRect/>
          <a:stretch>
            <a:fillRect/>
          </a:stretch>
        </p:blipFill>
        <p:spPr>
          <a:xfrm>
            <a:off x="6770274" y="597694"/>
            <a:ext cx="47340" cy="61055"/>
          </a:xfrm>
          <a:prstGeom prst="rect"/>
          <a:ln w="0">
            <a:noFill/>
          </a:ln>
        </p:spPr>
      </p:pic>
      <p:pic>
        <p:nvPicPr>
          <p:cNvPr id="348" name="New picture"/>
          <p:cNvPicPr/>
          <p:nvPr/>
        </p:nvPicPr>
        <p:blipFill>
          <a:blip r:embed="rId231"/>
          <a:srcRect/>
          <a:stretch>
            <a:fillRect/>
          </a:stretch>
        </p:blipFill>
        <p:spPr>
          <a:xfrm>
            <a:off x="6826758" y="597693"/>
            <a:ext cx="58007" cy="61055"/>
          </a:xfrm>
          <a:prstGeom prst="rect"/>
          <a:ln w="0">
            <a:noFill/>
          </a:ln>
        </p:spPr>
      </p:pic>
      <p:sp>
        <p:nvSpPr>
          <p:cNvPr id="349" name="New shape"/>
          <p:cNvSpPr/>
          <p:nvPr/>
        </p:nvSpPr>
        <p:spPr>
          <a:xfrm>
            <a:off x="6835902" y="605409"/>
            <a:ext cx="38195" cy="4572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0" name="New picture"/>
          <p:cNvPicPr/>
          <p:nvPr/>
        </p:nvPicPr>
        <p:blipFill>
          <a:blip r:embed="rId232"/>
          <a:srcRect/>
          <a:stretch>
            <a:fillRect/>
          </a:stretch>
        </p:blipFill>
        <p:spPr>
          <a:xfrm>
            <a:off x="6895433" y="646557"/>
            <a:ext cx="15335" cy="32099"/>
          </a:xfrm>
          <a:prstGeom prst="rect"/>
          <a:ln w="0">
            <a:noFill/>
          </a:ln>
        </p:spPr>
      </p:pic>
      <p:pic>
        <p:nvPicPr>
          <p:cNvPr id="351" name="New picture"/>
          <p:cNvPicPr/>
          <p:nvPr/>
        </p:nvPicPr>
        <p:blipFill>
          <a:blip r:embed="rId233"/>
          <a:srcRect/>
          <a:stretch>
            <a:fillRect/>
          </a:stretch>
        </p:blipFill>
        <p:spPr>
          <a:xfrm>
            <a:off x="5617369" y="745808"/>
            <a:ext cx="68675" cy="85439"/>
          </a:xfrm>
          <a:prstGeom prst="rect"/>
          <a:ln w="0">
            <a:noFill/>
          </a:ln>
        </p:spPr>
      </p:pic>
      <p:pic>
        <p:nvPicPr>
          <p:cNvPr id="352" name="New picture"/>
          <p:cNvPicPr/>
          <p:nvPr/>
        </p:nvPicPr>
        <p:blipFill>
          <a:blip r:embed="rId234"/>
          <a:srcRect/>
          <a:stretch>
            <a:fillRect/>
          </a:stretch>
        </p:blipFill>
        <p:spPr>
          <a:xfrm>
            <a:off x="5689092" y="748856"/>
            <a:ext cx="74866" cy="80867"/>
          </a:xfrm>
          <a:prstGeom prst="rect"/>
          <a:ln w="0">
            <a:noFill/>
          </a:ln>
        </p:spPr>
      </p:pic>
      <p:sp>
        <p:nvSpPr>
          <p:cNvPr id="353" name="New shape"/>
          <p:cNvSpPr/>
          <p:nvPr/>
        </p:nvSpPr>
        <p:spPr>
          <a:xfrm>
            <a:off x="5710523" y="758000"/>
            <a:ext cx="32004" cy="44196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4" name="New picture"/>
          <p:cNvPicPr/>
          <p:nvPr/>
        </p:nvPicPr>
        <p:blipFill>
          <a:blip r:embed="rId235"/>
          <a:srcRect/>
          <a:stretch>
            <a:fillRect/>
          </a:stretch>
        </p:blipFill>
        <p:spPr>
          <a:xfrm>
            <a:off x="5799106" y="745807"/>
            <a:ext cx="59531" cy="85439"/>
          </a:xfrm>
          <a:prstGeom prst="rect"/>
          <a:ln w="0">
            <a:noFill/>
          </a:ln>
        </p:spPr>
      </p:pic>
      <p:sp>
        <p:nvSpPr>
          <p:cNvPr id="355" name="New shape"/>
          <p:cNvSpPr/>
          <p:nvPr/>
        </p:nvSpPr>
        <p:spPr>
          <a:xfrm>
            <a:off x="5809774" y="754951"/>
            <a:ext cx="39719" cy="38100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56" name="New picture"/>
          <p:cNvPicPr/>
          <p:nvPr/>
        </p:nvPicPr>
        <p:blipFill>
          <a:blip r:embed="rId236"/>
          <a:srcRect/>
          <a:stretch>
            <a:fillRect/>
          </a:stretch>
        </p:blipFill>
        <p:spPr>
          <a:xfrm>
            <a:off x="5867781" y="748856"/>
            <a:ext cx="62579" cy="80867"/>
          </a:xfrm>
          <a:prstGeom prst="rect"/>
          <a:ln w="0">
            <a:noFill/>
          </a:ln>
        </p:spPr>
      </p:pic>
      <p:pic>
        <p:nvPicPr>
          <p:cNvPr id="357" name="New picture"/>
          <p:cNvPicPr/>
          <p:nvPr/>
        </p:nvPicPr>
        <p:blipFill>
          <a:blip r:embed="rId237"/>
          <a:srcRect/>
          <a:stretch>
            <a:fillRect/>
          </a:stretch>
        </p:blipFill>
        <p:spPr>
          <a:xfrm>
            <a:off x="5942647" y="748855"/>
            <a:ext cx="53435" cy="80867"/>
          </a:xfrm>
          <a:prstGeom prst="rect"/>
          <a:ln w="0">
            <a:noFill/>
          </a:ln>
        </p:spPr>
      </p:pic>
      <p:pic>
        <p:nvPicPr>
          <p:cNvPr id="358" name="New picture"/>
          <p:cNvPicPr/>
          <p:nvPr/>
        </p:nvPicPr>
        <p:blipFill>
          <a:blip r:embed="rId238"/>
          <a:srcRect/>
          <a:stretch>
            <a:fillRect/>
          </a:stretch>
        </p:blipFill>
        <p:spPr>
          <a:xfrm>
            <a:off x="6009799" y="745808"/>
            <a:ext cx="59531" cy="85439"/>
          </a:xfrm>
          <a:prstGeom prst="rect"/>
          <a:ln w="0">
            <a:noFill/>
          </a:ln>
        </p:spPr>
      </p:pic>
      <p:sp>
        <p:nvSpPr>
          <p:cNvPr id="359" name="New shape"/>
          <p:cNvSpPr/>
          <p:nvPr/>
        </p:nvSpPr>
        <p:spPr>
          <a:xfrm>
            <a:off x="6020467" y="754952"/>
            <a:ext cx="39719" cy="67151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0" name="New picture"/>
          <p:cNvPicPr/>
          <p:nvPr/>
        </p:nvPicPr>
        <p:blipFill>
          <a:blip r:embed="rId239"/>
          <a:srcRect/>
          <a:stretch>
            <a:fillRect/>
          </a:stretch>
        </p:blipFill>
        <p:spPr>
          <a:xfrm>
            <a:off x="6080093" y="748855"/>
            <a:ext cx="58007" cy="82391"/>
          </a:xfrm>
          <a:prstGeom prst="rect"/>
          <a:ln w="0">
            <a:noFill/>
          </a:ln>
        </p:spPr>
      </p:pic>
      <p:pic>
        <p:nvPicPr>
          <p:cNvPr id="361" name="New picture"/>
          <p:cNvPicPr/>
          <p:nvPr/>
        </p:nvPicPr>
        <p:blipFill>
          <a:blip r:embed="rId240"/>
          <a:srcRect/>
          <a:stretch>
            <a:fillRect/>
          </a:stretch>
        </p:blipFill>
        <p:spPr>
          <a:xfrm>
            <a:off x="6151817" y="817436"/>
            <a:ext cx="15240" cy="32099"/>
          </a:xfrm>
          <a:prstGeom prst="rect"/>
          <a:ln w="0">
            <a:noFill/>
          </a:ln>
        </p:spPr>
      </p:pic>
      <p:pic>
        <p:nvPicPr>
          <p:cNvPr id="362" name="New picture"/>
          <p:cNvPicPr/>
          <p:nvPr/>
        </p:nvPicPr>
        <p:blipFill>
          <a:blip r:embed="rId241"/>
          <a:srcRect/>
          <a:stretch>
            <a:fillRect/>
          </a:stretch>
        </p:blipFill>
        <p:spPr>
          <a:xfrm>
            <a:off x="6215920" y="748855"/>
            <a:ext cx="65722" cy="82391"/>
          </a:xfrm>
          <a:prstGeom prst="rect"/>
          <a:ln w="0">
            <a:noFill/>
          </a:ln>
        </p:spPr>
      </p:pic>
      <p:pic>
        <p:nvPicPr>
          <p:cNvPr id="363" name="New picture"/>
          <p:cNvPicPr/>
          <p:nvPr/>
        </p:nvPicPr>
        <p:blipFill>
          <a:blip r:embed="rId242"/>
          <a:srcRect/>
          <a:stretch>
            <a:fillRect/>
          </a:stretch>
        </p:blipFill>
        <p:spPr>
          <a:xfrm>
            <a:off x="6299930" y="770191"/>
            <a:ext cx="51911" cy="59531"/>
          </a:xfrm>
          <a:prstGeom prst="rect"/>
          <a:ln w="0">
            <a:noFill/>
          </a:ln>
        </p:spPr>
      </p:pic>
      <p:sp>
        <p:nvSpPr>
          <p:cNvPr id="364" name="New shape"/>
          <p:cNvSpPr/>
          <p:nvPr/>
        </p:nvSpPr>
        <p:spPr>
          <a:xfrm>
            <a:off x="6371749" y="771716"/>
            <a:ext cx="9144" cy="58007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5" name="New picture"/>
          <p:cNvPicPr/>
          <p:nvPr/>
        </p:nvPicPr>
        <p:blipFill>
          <a:blip r:embed="rId243"/>
          <a:srcRect/>
          <a:stretch>
            <a:fillRect/>
          </a:stretch>
        </p:blipFill>
        <p:spPr>
          <a:xfrm>
            <a:off x="6370225" y="744284"/>
            <a:ext cx="12192" cy="12192"/>
          </a:xfrm>
          <a:prstGeom prst="rect"/>
          <a:ln w="0">
            <a:noFill/>
          </a:ln>
        </p:spPr>
      </p:pic>
      <p:pic>
        <p:nvPicPr>
          <p:cNvPr id="366" name="New picture"/>
          <p:cNvPicPr/>
          <p:nvPr/>
        </p:nvPicPr>
        <p:blipFill>
          <a:blip r:embed="rId244"/>
          <a:srcRect/>
          <a:stretch>
            <a:fillRect/>
          </a:stretch>
        </p:blipFill>
        <p:spPr>
          <a:xfrm>
            <a:off x="6393085" y="753428"/>
            <a:ext cx="35147" cy="77819"/>
          </a:xfrm>
          <a:prstGeom prst="rect"/>
          <a:ln w="0">
            <a:noFill/>
          </a:ln>
        </p:spPr>
      </p:pic>
      <p:pic>
        <p:nvPicPr>
          <p:cNvPr id="367" name="New picture"/>
          <p:cNvPicPr/>
          <p:nvPr/>
        </p:nvPicPr>
        <p:blipFill>
          <a:blip r:embed="rId245"/>
          <a:srcRect/>
          <a:stretch>
            <a:fillRect/>
          </a:stretch>
        </p:blipFill>
        <p:spPr>
          <a:xfrm>
            <a:off x="6437375" y="770191"/>
            <a:ext cx="53435" cy="61055"/>
          </a:xfrm>
          <a:prstGeom prst="rect"/>
          <a:ln w="0">
            <a:noFill/>
          </a:ln>
        </p:spPr>
      </p:pic>
      <p:sp>
        <p:nvSpPr>
          <p:cNvPr id="368" name="New shape"/>
          <p:cNvSpPr/>
          <p:nvPr/>
        </p:nvSpPr>
        <p:spPr>
          <a:xfrm>
            <a:off x="6446520" y="776287"/>
            <a:ext cx="33623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69" name="New picture"/>
          <p:cNvPicPr/>
          <p:nvPr/>
        </p:nvPicPr>
        <p:blipFill>
          <a:blip r:embed="rId246"/>
          <a:srcRect/>
          <a:stretch>
            <a:fillRect/>
          </a:stretch>
        </p:blipFill>
        <p:spPr>
          <a:xfrm>
            <a:off x="6501479" y="748856"/>
            <a:ext cx="56483" cy="82391"/>
          </a:xfrm>
          <a:prstGeom prst="rect"/>
          <a:ln w="0">
            <a:noFill/>
          </a:ln>
        </p:spPr>
      </p:pic>
      <p:sp>
        <p:nvSpPr>
          <p:cNvPr id="370" name="New shape"/>
          <p:cNvSpPr/>
          <p:nvPr/>
        </p:nvSpPr>
        <p:spPr>
          <a:xfrm>
            <a:off x="6512243" y="777812"/>
            <a:ext cx="35051" cy="4581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1" name="New picture"/>
          <p:cNvPicPr/>
          <p:nvPr/>
        </p:nvPicPr>
        <p:blipFill>
          <a:blip r:embed="rId247"/>
          <a:srcRect/>
          <a:stretch>
            <a:fillRect/>
          </a:stretch>
        </p:blipFill>
        <p:spPr>
          <a:xfrm>
            <a:off x="6600729" y="745807"/>
            <a:ext cx="56579" cy="85439"/>
          </a:xfrm>
          <a:prstGeom prst="rect"/>
          <a:ln w="0">
            <a:noFill/>
          </a:ln>
        </p:spPr>
      </p:pic>
      <p:pic>
        <p:nvPicPr>
          <p:cNvPr id="372" name="New picture"/>
          <p:cNvPicPr/>
          <p:nvPr/>
        </p:nvPicPr>
        <p:blipFill>
          <a:blip r:embed="rId248"/>
          <a:srcRect/>
          <a:stretch>
            <a:fillRect/>
          </a:stretch>
        </p:blipFill>
        <p:spPr>
          <a:xfrm>
            <a:off x="6663405" y="753428"/>
            <a:ext cx="35052" cy="77819"/>
          </a:xfrm>
          <a:prstGeom prst="rect"/>
          <a:ln w="0">
            <a:noFill/>
          </a:ln>
        </p:spPr>
      </p:pic>
      <p:pic>
        <p:nvPicPr>
          <p:cNvPr id="373" name="New picture"/>
          <p:cNvPicPr/>
          <p:nvPr/>
        </p:nvPicPr>
        <p:blipFill>
          <a:blip r:embed="rId249"/>
          <a:srcRect/>
          <a:stretch>
            <a:fillRect/>
          </a:stretch>
        </p:blipFill>
        <p:spPr>
          <a:xfrm>
            <a:off x="6707696" y="770192"/>
            <a:ext cx="48863" cy="61055"/>
          </a:xfrm>
          <a:prstGeom prst="rect"/>
          <a:ln w="0">
            <a:noFill/>
          </a:ln>
        </p:spPr>
      </p:pic>
      <p:sp>
        <p:nvSpPr>
          <p:cNvPr id="374" name="New shape"/>
          <p:cNvSpPr/>
          <p:nvPr/>
        </p:nvSpPr>
        <p:spPr>
          <a:xfrm>
            <a:off x="6716839" y="800672"/>
            <a:ext cx="28956" cy="22955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5" name="New picture"/>
          <p:cNvPicPr/>
          <p:nvPr/>
        </p:nvPicPr>
        <p:blipFill>
          <a:blip r:embed="rId250"/>
          <a:srcRect/>
          <a:stretch>
            <a:fillRect/>
          </a:stretch>
        </p:blipFill>
        <p:spPr>
          <a:xfrm>
            <a:off x="6767226" y="753428"/>
            <a:ext cx="35147" cy="77819"/>
          </a:xfrm>
          <a:prstGeom prst="rect"/>
          <a:ln w="0">
            <a:noFill/>
          </a:ln>
        </p:spPr>
      </p:pic>
      <p:pic>
        <p:nvPicPr>
          <p:cNvPr id="376" name="New picture"/>
          <p:cNvPicPr/>
          <p:nvPr/>
        </p:nvPicPr>
        <p:blipFill>
          <a:blip r:embed="rId251"/>
          <a:srcRect/>
          <a:stretch>
            <a:fillRect/>
          </a:stretch>
        </p:blipFill>
        <p:spPr>
          <a:xfrm>
            <a:off x="6809994" y="770191"/>
            <a:ext cx="53435" cy="61055"/>
          </a:xfrm>
          <a:prstGeom prst="rect"/>
          <a:ln w="0">
            <a:noFill/>
          </a:ln>
        </p:spPr>
      </p:pic>
      <p:sp>
        <p:nvSpPr>
          <p:cNvPr id="377" name="New shape"/>
          <p:cNvSpPr/>
          <p:nvPr/>
        </p:nvSpPr>
        <p:spPr>
          <a:xfrm>
            <a:off x="6819137" y="776287"/>
            <a:ext cx="35147" cy="19812"/>
          </a:xfrm>
          <a:prstGeom prst="rect"/>
          <a:solidFill>
            <a:srgbClr val="AAAAA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78" name="New picture"/>
          <p:cNvPicPr/>
          <p:nvPr/>
        </p:nvPicPr>
        <p:blipFill>
          <a:blip r:embed="rId252"/>
          <a:srcRect/>
          <a:stretch>
            <a:fillRect/>
          </a:stretch>
        </p:blipFill>
        <p:spPr>
          <a:xfrm>
            <a:off x="6872574" y="770192"/>
            <a:ext cx="42767" cy="61055"/>
          </a:xfrm>
          <a:prstGeom prst="rect"/>
          <a:ln w="0">
            <a:noFill/>
          </a:ln>
        </p:spPr>
      </p:pic>
      <p:pic>
        <p:nvPicPr>
          <p:cNvPr id="379" name="New picture"/>
          <p:cNvPicPr/>
          <p:nvPr/>
        </p:nvPicPr>
        <p:blipFill>
          <a:blip r:embed="rId253"/>
          <a:srcRect/>
          <a:stretch>
            <a:fillRect/>
          </a:stretch>
        </p:blipFill>
        <p:spPr>
          <a:xfrm>
            <a:off x="318611" y="213169"/>
            <a:ext cx="27432" cy="71723"/>
          </a:xfrm>
          <a:prstGeom prst="rect"/>
          <a:ln w="0">
            <a:noFill/>
          </a:ln>
        </p:spPr>
      </p:pic>
      <p:pic>
        <p:nvPicPr>
          <p:cNvPr id="380" name="New picture"/>
          <p:cNvPicPr/>
          <p:nvPr/>
        </p:nvPicPr>
        <p:blipFill>
          <a:blip r:embed="rId254"/>
          <a:srcRect/>
          <a:stretch>
            <a:fillRect/>
          </a:stretch>
        </p:blipFill>
        <p:spPr>
          <a:xfrm>
            <a:off x="368999" y="213169"/>
            <a:ext cx="47339" cy="73247"/>
          </a:xfrm>
          <a:prstGeom prst="rect"/>
          <a:ln w="0">
            <a:noFill/>
          </a:ln>
        </p:spPr>
      </p:pic>
      <p:sp>
        <p:nvSpPr>
          <p:cNvPr id="381" name="New shape"/>
          <p:cNvSpPr/>
          <p:nvPr/>
        </p:nvSpPr>
        <p:spPr>
          <a:xfrm>
            <a:off x="420910" y="211645"/>
            <a:ext cx="28956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2" name="New picture"/>
          <p:cNvPicPr/>
          <p:nvPr/>
        </p:nvPicPr>
        <p:blipFill>
          <a:blip r:embed="rId255"/>
          <a:srcRect/>
          <a:stretch>
            <a:fillRect/>
          </a:stretch>
        </p:blipFill>
        <p:spPr>
          <a:xfrm>
            <a:off x="452914" y="213169"/>
            <a:ext cx="47339" cy="73247"/>
          </a:xfrm>
          <a:prstGeom prst="rect"/>
          <a:ln w="0">
            <a:noFill/>
          </a:ln>
        </p:spPr>
      </p:pic>
      <p:sp>
        <p:nvSpPr>
          <p:cNvPr id="383" name="New shape"/>
          <p:cNvSpPr/>
          <p:nvPr/>
        </p:nvSpPr>
        <p:spPr>
          <a:xfrm>
            <a:off x="462153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4" name="New picture"/>
          <p:cNvPicPr/>
          <p:nvPr/>
        </p:nvPicPr>
        <p:blipFill>
          <a:blip r:embed="rId256"/>
          <a:srcRect/>
          <a:stretch>
            <a:fillRect/>
          </a:stretch>
        </p:blipFill>
        <p:spPr>
          <a:xfrm>
            <a:off x="517112" y="213169"/>
            <a:ext cx="25908" cy="71723"/>
          </a:xfrm>
          <a:prstGeom prst="rect"/>
          <a:ln w="0">
            <a:noFill/>
          </a:ln>
        </p:spPr>
      </p:pic>
      <p:sp>
        <p:nvSpPr>
          <p:cNvPr id="385" name="New shape"/>
          <p:cNvSpPr/>
          <p:nvPr/>
        </p:nvSpPr>
        <p:spPr>
          <a:xfrm>
            <a:off x="562927" y="211645"/>
            <a:ext cx="27432" cy="7477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6" name="New picture"/>
          <p:cNvPicPr/>
          <p:nvPr/>
        </p:nvPicPr>
        <p:blipFill>
          <a:blip r:embed="rId257"/>
          <a:srcRect/>
          <a:stretch>
            <a:fillRect/>
          </a:stretch>
        </p:blipFill>
        <p:spPr>
          <a:xfrm>
            <a:off x="593407" y="213170"/>
            <a:ext cx="48863" cy="71723"/>
          </a:xfrm>
          <a:prstGeom prst="rect"/>
          <a:ln w="0">
            <a:noFill/>
          </a:ln>
        </p:spPr>
      </p:pic>
      <p:pic>
        <p:nvPicPr>
          <p:cNvPr id="387" name="New picture"/>
          <p:cNvPicPr/>
          <p:nvPr/>
        </p:nvPicPr>
        <p:blipFill>
          <a:blip r:embed="rId258"/>
          <a:srcRect/>
          <a:stretch>
            <a:fillRect/>
          </a:stretch>
        </p:blipFill>
        <p:spPr>
          <a:xfrm>
            <a:off x="651510" y="213169"/>
            <a:ext cx="47339" cy="73247"/>
          </a:xfrm>
          <a:prstGeom prst="rect"/>
          <a:ln w="0">
            <a:noFill/>
          </a:ln>
        </p:spPr>
      </p:pic>
      <p:sp>
        <p:nvSpPr>
          <p:cNvPr id="388" name="New shape"/>
          <p:cNvSpPr/>
          <p:nvPr/>
        </p:nvSpPr>
        <p:spPr>
          <a:xfrm>
            <a:off x="660654" y="219265"/>
            <a:ext cx="28956" cy="5953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89" name="New picture"/>
          <p:cNvPicPr/>
          <p:nvPr/>
        </p:nvPicPr>
        <p:blipFill>
          <a:blip r:embed="rId259"/>
          <a:srcRect/>
          <a:stretch>
            <a:fillRect/>
          </a:stretch>
        </p:blipFill>
        <p:spPr>
          <a:xfrm>
            <a:off x="706469" y="213170"/>
            <a:ext cx="48863" cy="71723"/>
          </a:xfrm>
          <a:prstGeom prst="rect"/>
          <a:ln w="0">
            <a:noFill/>
          </a:ln>
        </p:spPr>
      </p:pic>
      <p:pic>
        <p:nvPicPr>
          <p:cNvPr id="390" name="New picture"/>
          <p:cNvPicPr/>
          <p:nvPr/>
        </p:nvPicPr>
        <p:blipFill>
          <a:blip r:embed="rId260"/>
          <a:srcRect/>
          <a:stretch>
            <a:fillRect/>
          </a:stretch>
        </p:blipFill>
        <p:spPr>
          <a:xfrm>
            <a:off x="764476" y="213169"/>
            <a:ext cx="47339" cy="73247"/>
          </a:xfrm>
          <a:prstGeom prst="rect"/>
          <a:ln w="0">
            <a:noFill/>
          </a:ln>
        </p:spPr>
      </p:pic>
      <p:sp>
        <p:nvSpPr>
          <p:cNvPr id="391" name="New shape"/>
          <p:cNvSpPr/>
          <p:nvPr/>
        </p:nvSpPr>
        <p:spPr>
          <a:xfrm>
            <a:off x="775144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2" name="New picture"/>
          <p:cNvPicPr/>
          <p:nvPr/>
        </p:nvPicPr>
        <p:blipFill>
          <a:blip r:embed="rId261"/>
          <a:srcRect/>
          <a:stretch>
            <a:fillRect/>
          </a:stretch>
        </p:blipFill>
        <p:spPr>
          <a:xfrm>
            <a:off x="856107" y="213169"/>
            <a:ext cx="27432" cy="71723"/>
          </a:xfrm>
          <a:prstGeom prst="rect"/>
          <a:ln w="0">
            <a:noFill/>
          </a:ln>
        </p:spPr>
      </p:pic>
      <p:pic>
        <p:nvPicPr>
          <p:cNvPr id="393" name="New picture"/>
          <p:cNvPicPr/>
          <p:nvPr/>
        </p:nvPicPr>
        <p:blipFill>
          <a:blip r:embed="rId262"/>
          <a:srcRect/>
          <a:stretch>
            <a:fillRect/>
          </a:stretch>
        </p:blipFill>
        <p:spPr>
          <a:xfrm>
            <a:off x="906494" y="213169"/>
            <a:ext cx="47339" cy="73247"/>
          </a:xfrm>
          <a:prstGeom prst="rect"/>
          <a:ln w="0">
            <a:noFill/>
          </a:ln>
        </p:spPr>
      </p:pic>
      <p:sp>
        <p:nvSpPr>
          <p:cNvPr id="394" name="New shape"/>
          <p:cNvSpPr/>
          <p:nvPr/>
        </p:nvSpPr>
        <p:spPr>
          <a:xfrm>
            <a:off x="917162" y="219265"/>
            <a:ext cx="24479" cy="2286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95" name="New shape"/>
          <p:cNvSpPr/>
          <p:nvPr/>
        </p:nvSpPr>
        <p:spPr>
          <a:xfrm>
            <a:off x="915638" y="249841"/>
            <a:ext cx="29051" cy="2895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96" name="New shape"/>
          <p:cNvSpPr/>
          <p:nvPr/>
        </p:nvSpPr>
        <p:spPr>
          <a:xfrm>
            <a:off x="967549" y="232981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397" name="New shape"/>
          <p:cNvSpPr/>
          <p:nvPr/>
        </p:nvSpPr>
        <p:spPr>
          <a:xfrm>
            <a:off x="967549" y="2757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398" name="New picture"/>
          <p:cNvPicPr/>
          <p:nvPr/>
        </p:nvPicPr>
        <p:blipFill>
          <a:blip r:embed="rId263"/>
          <a:srcRect/>
          <a:stretch>
            <a:fillRect/>
          </a:stretch>
        </p:blipFill>
        <p:spPr>
          <a:xfrm>
            <a:off x="998125" y="213169"/>
            <a:ext cx="25908" cy="71723"/>
          </a:xfrm>
          <a:prstGeom prst="rect"/>
          <a:ln w="0">
            <a:noFill/>
          </a:ln>
        </p:spPr>
      </p:pic>
      <p:pic>
        <p:nvPicPr>
          <p:cNvPr id="399" name="New picture"/>
          <p:cNvPicPr/>
          <p:nvPr/>
        </p:nvPicPr>
        <p:blipFill>
          <a:blip r:embed="rId264"/>
          <a:srcRect/>
          <a:stretch>
            <a:fillRect/>
          </a:stretch>
        </p:blipFill>
        <p:spPr>
          <a:xfrm>
            <a:off x="1046988" y="213169"/>
            <a:ext cx="47339" cy="73247"/>
          </a:xfrm>
          <a:prstGeom prst="rect"/>
          <a:ln w="0">
            <a:noFill/>
          </a:ln>
        </p:spPr>
      </p:pic>
      <p:sp>
        <p:nvSpPr>
          <p:cNvPr id="400" name="New shape"/>
          <p:cNvSpPr/>
          <p:nvPr/>
        </p:nvSpPr>
        <p:spPr>
          <a:xfrm>
            <a:off x="1057656" y="246697"/>
            <a:ext cx="27527" cy="3209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1" name="New picture"/>
          <p:cNvPicPr/>
          <p:nvPr/>
        </p:nvPicPr>
        <p:blipFill>
          <a:blip r:embed="rId265"/>
          <a:srcRect/>
          <a:stretch>
            <a:fillRect/>
          </a:stretch>
        </p:blipFill>
        <p:spPr>
          <a:xfrm>
            <a:off x="2856452" y="213170"/>
            <a:ext cx="47339" cy="71723"/>
          </a:xfrm>
          <a:prstGeom prst="rect"/>
          <a:ln w="0">
            <a:noFill/>
          </a:ln>
        </p:spPr>
      </p:pic>
      <p:pic>
        <p:nvPicPr>
          <p:cNvPr id="402" name="New picture"/>
          <p:cNvPicPr/>
          <p:nvPr/>
        </p:nvPicPr>
        <p:blipFill>
          <a:blip r:embed="rId266"/>
          <a:srcRect/>
          <a:stretch>
            <a:fillRect/>
          </a:stretch>
        </p:blipFill>
        <p:spPr>
          <a:xfrm>
            <a:off x="2940463" y="231458"/>
            <a:ext cx="48863" cy="54959"/>
          </a:xfrm>
          <a:prstGeom prst="rect"/>
          <a:ln w="0">
            <a:noFill/>
          </a:ln>
        </p:spPr>
      </p:pic>
      <p:sp>
        <p:nvSpPr>
          <p:cNvPr id="403" name="New shape"/>
          <p:cNvSpPr/>
          <p:nvPr/>
        </p:nvSpPr>
        <p:spPr>
          <a:xfrm>
            <a:off x="2949607" y="239078"/>
            <a:ext cx="30575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4" name="New picture"/>
          <p:cNvPicPr/>
          <p:nvPr/>
        </p:nvPicPr>
        <p:blipFill>
          <a:blip r:embed="rId267"/>
          <a:srcRect/>
          <a:stretch>
            <a:fillRect/>
          </a:stretch>
        </p:blipFill>
        <p:spPr>
          <a:xfrm>
            <a:off x="2999994" y="232981"/>
            <a:ext cx="42767" cy="53435"/>
          </a:xfrm>
          <a:prstGeom prst="rect"/>
          <a:ln w="0">
            <a:noFill/>
          </a:ln>
        </p:spPr>
      </p:pic>
      <p:pic>
        <p:nvPicPr>
          <p:cNvPr id="405" name="New picture"/>
          <p:cNvPicPr/>
          <p:nvPr/>
        </p:nvPicPr>
        <p:blipFill>
          <a:blip r:embed="rId268"/>
          <a:srcRect/>
          <a:stretch>
            <a:fillRect/>
          </a:stretch>
        </p:blipFill>
        <p:spPr>
          <a:xfrm>
            <a:off x="3052001" y="232981"/>
            <a:ext cx="47244" cy="51911"/>
          </a:xfrm>
          <a:prstGeom prst="rect"/>
          <a:ln w="0">
            <a:noFill/>
          </a:ln>
        </p:spPr>
      </p:pic>
      <p:pic>
        <p:nvPicPr>
          <p:cNvPr id="406" name="New picture"/>
          <p:cNvPicPr/>
          <p:nvPr/>
        </p:nvPicPr>
        <p:blipFill>
          <a:blip r:embed="rId269"/>
          <a:srcRect/>
          <a:stretch>
            <a:fillRect/>
          </a:stretch>
        </p:blipFill>
        <p:spPr>
          <a:xfrm>
            <a:off x="3108484" y="231457"/>
            <a:ext cx="27432" cy="53435"/>
          </a:xfrm>
          <a:prstGeom prst="rect"/>
          <a:ln w="0">
            <a:noFill/>
          </a:ln>
        </p:spPr>
      </p:pic>
      <p:pic>
        <p:nvPicPr>
          <p:cNvPr id="407" name="New picture"/>
          <p:cNvPicPr/>
          <p:nvPr/>
        </p:nvPicPr>
        <p:blipFill>
          <a:blip r:embed="rId270"/>
          <a:srcRect/>
          <a:stretch>
            <a:fillRect/>
          </a:stretch>
        </p:blipFill>
        <p:spPr>
          <a:xfrm>
            <a:off x="3138964" y="231458"/>
            <a:ext cx="48863" cy="54959"/>
          </a:xfrm>
          <a:prstGeom prst="rect"/>
          <a:ln w="0">
            <a:noFill/>
          </a:ln>
        </p:spPr>
      </p:pic>
      <p:sp>
        <p:nvSpPr>
          <p:cNvPr id="408" name="New shape"/>
          <p:cNvSpPr/>
          <p:nvPr/>
        </p:nvSpPr>
        <p:spPr>
          <a:xfrm>
            <a:off x="3148203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09" name="New picture"/>
          <p:cNvPicPr/>
          <p:nvPr/>
        </p:nvPicPr>
        <p:blipFill>
          <a:blip r:embed="rId271"/>
          <a:srcRect/>
          <a:stretch>
            <a:fillRect/>
          </a:stretch>
        </p:blipFill>
        <p:spPr>
          <a:xfrm>
            <a:off x="3195447" y="231457"/>
            <a:ext cx="45815" cy="73343"/>
          </a:xfrm>
          <a:prstGeom prst="rect"/>
          <a:ln w="0">
            <a:noFill/>
          </a:ln>
        </p:spPr>
      </p:pic>
      <p:sp>
        <p:nvSpPr>
          <p:cNvPr id="410" name="New shape"/>
          <p:cNvSpPr/>
          <p:nvPr/>
        </p:nvSpPr>
        <p:spPr>
          <a:xfrm>
            <a:off x="3204686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1" name="New picture"/>
          <p:cNvPicPr/>
          <p:nvPr/>
        </p:nvPicPr>
        <p:blipFill>
          <a:blip r:embed="rId272"/>
          <a:srcRect/>
          <a:stretch>
            <a:fillRect/>
          </a:stretch>
        </p:blipFill>
        <p:spPr>
          <a:xfrm>
            <a:off x="3252026" y="231457"/>
            <a:ext cx="48863" cy="54959"/>
          </a:xfrm>
          <a:prstGeom prst="rect"/>
          <a:ln w="0">
            <a:noFill/>
          </a:ln>
        </p:spPr>
      </p:pic>
      <p:sp>
        <p:nvSpPr>
          <p:cNvPr id="412" name="New shape"/>
          <p:cNvSpPr/>
          <p:nvPr/>
        </p:nvSpPr>
        <p:spPr>
          <a:xfrm>
            <a:off x="3261169" y="239077"/>
            <a:ext cx="30480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3" name="New picture"/>
          <p:cNvPicPr/>
          <p:nvPr/>
        </p:nvPicPr>
        <p:blipFill>
          <a:blip r:embed="rId273"/>
          <a:srcRect/>
          <a:stretch>
            <a:fillRect/>
          </a:stretch>
        </p:blipFill>
        <p:spPr>
          <a:xfrm>
            <a:off x="3308509" y="231457"/>
            <a:ext cx="42767" cy="54959"/>
          </a:xfrm>
          <a:prstGeom prst="rect"/>
          <a:ln w="0">
            <a:noFill/>
          </a:ln>
        </p:spPr>
      </p:pic>
      <p:pic>
        <p:nvPicPr>
          <p:cNvPr id="414" name="New picture"/>
          <p:cNvPicPr/>
          <p:nvPr/>
        </p:nvPicPr>
        <p:blipFill>
          <a:blip r:embed="rId274"/>
          <a:srcRect/>
          <a:stretch>
            <a:fillRect/>
          </a:stretch>
        </p:blipFill>
        <p:spPr>
          <a:xfrm>
            <a:off x="3387947" y="213169"/>
            <a:ext cx="45720" cy="73247"/>
          </a:xfrm>
          <a:prstGeom prst="rect"/>
          <a:ln w="0">
            <a:noFill/>
          </a:ln>
        </p:spPr>
      </p:pic>
      <p:sp>
        <p:nvSpPr>
          <p:cNvPr id="415" name="New shape"/>
          <p:cNvSpPr/>
          <p:nvPr/>
        </p:nvSpPr>
        <p:spPr>
          <a:xfrm>
            <a:off x="3397091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6" name="New picture"/>
          <p:cNvPicPr/>
          <p:nvPr/>
        </p:nvPicPr>
        <p:blipFill>
          <a:blip r:embed="rId275"/>
          <a:srcRect/>
          <a:stretch>
            <a:fillRect/>
          </a:stretch>
        </p:blipFill>
        <p:spPr>
          <a:xfrm>
            <a:off x="3444430" y="231457"/>
            <a:ext cx="48863" cy="54959"/>
          </a:xfrm>
          <a:prstGeom prst="rect"/>
          <a:ln w="0">
            <a:noFill/>
          </a:ln>
        </p:spPr>
      </p:pic>
      <p:sp>
        <p:nvSpPr>
          <p:cNvPr id="417" name="New shape"/>
          <p:cNvSpPr/>
          <p:nvPr/>
        </p:nvSpPr>
        <p:spPr>
          <a:xfrm>
            <a:off x="3453574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18" name="New picture"/>
          <p:cNvPicPr/>
          <p:nvPr/>
        </p:nvPicPr>
        <p:blipFill>
          <a:blip r:embed="rId276"/>
          <a:srcRect/>
          <a:stretch>
            <a:fillRect/>
          </a:stretch>
        </p:blipFill>
        <p:spPr>
          <a:xfrm>
            <a:off x="3531394" y="231457"/>
            <a:ext cx="29051" cy="53435"/>
          </a:xfrm>
          <a:prstGeom prst="rect"/>
          <a:ln w="0">
            <a:noFill/>
          </a:ln>
        </p:spPr>
      </p:pic>
      <p:pic>
        <p:nvPicPr>
          <p:cNvPr id="419" name="New picture"/>
          <p:cNvPicPr/>
          <p:nvPr/>
        </p:nvPicPr>
        <p:blipFill>
          <a:blip r:embed="rId277"/>
          <a:srcRect/>
          <a:stretch>
            <a:fillRect/>
          </a:stretch>
        </p:blipFill>
        <p:spPr>
          <a:xfrm>
            <a:off x="3563493" y="231457"/>
            <a:ext cx="47339" cy="54959"/>
          </a:xfrm>
          <a:prstGeom prst="rect"/>
          <a:ln w="0">
            <a:noFill/>
          </a:ln>
        </p:spPr>
      </p:pic>
      <p:sp>
        <p:nvSpPr>
          <p:cNvPr id="420" name="New shape"/>
          <p:cNvSpPr/>
          <p:nvPr/>
        </p:nvSpPr>
        <p:spPr>
          <a:xfrm>
            <a:off x="3572637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1" name="New shape"/>
          <p:cNvSpPr/>
          <p:nvPr/>
        </p:nvSpPr>
        <p:spPr>
          <a:xfrm>
            <a:off x="3581876" y="213169"/>
            <a:ext cx="18288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2" name="New picture"/>
          <p:cNvPicPr/>
          <p:nvPr/>
        </p:nvPicPr>
        <p:blipFill>
          <a:blip r:embed="rId278"/>
          <a:srcRect/>
          <a:stretch>
            <a:fillRect/>
          </a:stretch>
        </p:blipFill>
        <p:spPr>
          <a:xfrm>
            <a:off x="3616928" y="211645"/>
            <a:ext cx="30575" cy="73247"/>
          </a:xfrm>
          <a:prstGeom prst="rect"/>
          <a:ln w="0">
            <a:noFill/>
          </a:ln>
        </p:spPr>
      </p:pic>
      <p:pic>
        <p:nvPicPr>
          <p:cNvPr id="423" name="New picture"/>
          <p:cNvPicPr/>
          <p:nvPr/>
        </p:nvPicPr>
        <p:blipFill>
          <a:blip r:embed="rId279"/>
          <a:srcRect/>
          <a:stretch>
            <a:fillRect/>
          </a:stretch>
        </p:blipFill>
        <p:spPr>
          <a:xfrm>
            <a:off x="3647503" y="231457"/>
            <a:ext cx="48863" cy="54959"/>
          </a:xfrm>
          <a:prstGeom prst="rect"/>
          <a:ln w="0">
            <a:noFill/>
          </a:ln>
        </p:spPr>
      </p:pic>
      <p:sp>
        <p:nvSpPr>
          <p:cNvPr id="424" name="New shape"/>
          <p:cNvSpPr/>
          <p:nvPr/>
        </p:nvSpPr>
        <p:spPr>
          <a:xfrm>
            <a:off x="36581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25" name="New shape"/>
          <p:cNvSpPr/>
          <p:nvPr/>
        </p:nvSpPr>
        <p:spPr>
          <a:xfrm>
            <a:off x="3667315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6" name="New picture"/>
          <p:cNvPicPr/>
          <p:nvPr/>
        </p:nvPicPr>
        <p:blipFill>
          <a:blip r:embed="rId280"/>
          <a:srcRect/>
          <a:stretch>
            <a:fillRect/>
          </a:stretch>
        </p:blipFill>
        <p:spPr>
          <a:xfrm>
            <a:off x="3707035" y="231457"/>
            <a:ext cx="29051" cy="53435"/>
          </a:xfrm>
          <a:prstGeom prst="rect"/>
          <a:ln w="0">
            <a:noFill/>
          </a:ln>
        </p:spPr>
      </p:pic>
      <p:pic>
        <p:nvPicPr>
          <p:cNvPr id="427" name="New picture"/>
          <p:cNvPicPr/>
          <p:nvPr/>
        </p:nvPicPr>
        <p:blipFill>
          <a:blip r:embed="rId281"/>
          <a:srcRect/>
          <a:stretch>
            <a:fillRect/>
          </a:stretch>
        </p:blipFill>
        <p:spPr>
          <a:xfrm>
            <a:off x="3737610" y="231457"/>
            <a:ext cx="48863" cy="54959"/>
          </a:xfrm>
          <a:prstGeom prst="rect"/>
          <a:ln w="0">
            <a:noFill/>
          </a:ln>
        </p:spPr>
      </p:pic>
      <p:sp>
        <p:nvSpPr>
          <p:cNvPr id="428" name="New shape"/>
          <p:cNvSpPr/>
          <p:nvPr/>
        </p:nvSpPr>
        <p:spPr>
          <a:xfrm>
            <a:off x="3748278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29" name="New picture"/>
          <p:cNvPicPr/>
          <p:nvPr/>
        </p:nvPicPr>
        <p:blipFill>
          <a:blip r:embed="rId282"/>
          <a:srcRect/>
          <a:stretch>
            <a:fillRect/>
          </a:stretch>
        </p:blipFill>
        <p:spPr>
          <a:xfrm>
            <a:off x="3797141" y="231457"/>
            <a:ext cx="42767" cy="53435"/>
          </a:xfrm>
          <a:prstGeom prst="rect"/>
          <a:ln w="0">
            <a:noFill/>
          </a:ln>
        </p:spPr>
      </p:pic>
      <p:pic>
        <p:nvPicPr>
          <p:cNvPr id="430" name="New picture"/>
          <p:cNvPicPr/>
          <p:nvPr/>
        </p:nvPicPr>
        <p:blipFill>
          <a:blip r:embed="rId283"/>
          <a:srcRect/>
          <a:stretch>
            <a:fillRect/>
          </a:stretch>
        </p:blipFill>
        <p:spPr>
          <a:xfrm>
            <a:off x="3852100" y="231457"/>
            <a:ext cx="45815" cy="54959"/>
          </a:xfrm>
          <a:prstGeom prst="rect"/>
          <a:ln w="0">
            <a:noFill/>
          </a:ln>
        </p:spPr>
      </p:pic>
      <p:pic>
        <p:nvPicPr>
          <p:cNvPr id="431" name="New picture"/>
          <p:cNvPicPr/>
          <p:nvPr/>
        </p:nvPicPr>
        <p:blipFill>
          <a:blip r:embed="rId284"/>
          <a:srcRect/>
          <a:stretch>
            <a:fillRect/>
          </a:stretch>
        </p:blipFill>
        <p:spPr>
          <a:xfrm>
            <a:off x="3902487" y="231457"/>
            <a:ext cx="48863" cy="54959"/>
          </a:xfrm>
          <a:prstGeom prst="rect"/>
          <a:ln w="0">
            <a:noFill/>
          </a:ln>
        </p:spPr>
      </p:pic>
      <p:sp>
        <p:nvSpPr>
          <p:cNvPr id="432" name="New shape"/>
          <p:cNvSpPr/>
          <p:nvPr/>
        </p:nvSpPr>
        <p:spPr>
          <a:xfrm>
            <a:off x="3911632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3" name="New picture"/>
          <p:cNvPicPr/>
          <p:nvPr/>
        </p:nvPicPr>
        <p:blipFill>
          <a:blip r:embed="rId285"/>
          <a:srcRect/>
          <a:stretch>
            <a:fillRect/>
          </a:stretch>
        </p:blipFill>
        <p:spPr>
          <a:xfrm>
            <a:off x="3986498" y="231457"/>
            <a:ext cx="44291" cy="54959"/>
          </a:xfrm>
          <a:prstGeom prst="rect"/>
          <a:ln w="0">
            <a:noFill/>
          </a:ln>
        </p:spPr>
      </p:pic>
      <p:pic>
        <p:nvPicPr>
          <p:cNvPr id="434" name="New picture"/>
          <p:cNvPicPr/>
          <p:nvPr/>
        </p:nvPicPr>
        <p:blipFill>
          <a:blip r:embed="rId286"/>
          <a:srcRect/>
          <a:stretch>
            <a:fillRect/>
          </a:stretch>
        </p:blipFill>
        <p:spPr>
          <a:xfrm>
            <a:off x="4039934" y="232981"/>
            <a:ext cx="42767" cy="53435"/>
          </a:xfrm>
          <a:prstGeom prst="rect"/>
          <a:ln w="0">
            <a:noFill/>
          </a:ln>
        </p:spPr>
      </p:pic>
      <p:pic>
        <p:nvPicPr>
          <p:cNvPr id="435" name="New picture"/>
          <p:cNvPicPr/>
          <p:nvPr/>
        </p:nvPicPr>
        <p:blipFill>
          <a:blip r:embed="rId287"/>
          <a:srcRect/>
          <a:stretch>
            <a:fillRect/>
          </a:stretch>
        </p:blipFill>
        <p:spPr>
          <a:xfrm>
            <a:off x="4097941" y="231457"/>
            <a:ext cx="27432" cy="53435"/>
          </a:xfrm>
          <a:prstGeom prst="rect"/>
          <a:ln w="0">
            <a:noFill/>
          </a:ln>
        </p:spPr>
      </p:pic>
      <p:sp>
        <p:nvSpPr>
          <p:cNvPr id="436" name="New shape"/>
          <p:cNvSpPr/>
          <p:nvPr/>
        </p:nvSpPr>
        <p:spPr>
          <a:xfrm>
            <a:off x="4158997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7" name="New picture"/>
          <p:cNvPicPr/>
          <p:nvPr/>
        </p:nvPicPr>
        <p:blipFill>
          <a:blip r:embed="rId288"/>
          <a:srcRect/>
          <a:stretch>
            <a:fillRect/>
          </a:stretch>
        </p:blipFill>
        <p:spPr>
          <a:xfrm>
            <a:off x="4178903" y="231457"/>
            <a:ext cx="48863" cy="54959"/>
          </a:xfrm>
          <a:prstGeom prst="rect"/>
          <a:ln w="0">
            <a:noFill/>
          </a:ln>
        </p:spPr>
      </p:pic>
      <p:sp>
        <p:nvSpPr>
          <p:cNvPr id="438" name="New shape"/>
          <p:cNvSpPr/>
          <p:nvPr/>
        </p:nvSpPr>
        <p:spPr>
          <a:xfrm>
            <a:off x="4189571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39" name="New picture"/>
          <p:cNvPicPr/>
          <p:nvPr/>
        </p:nvPicPr>
        <p:blipFill>
          <a:blip r:embed="rId289"/>
          <a:srcRect/>
          <a:stretch>
            <a:fillRect/>
          </a:stretch>
        </p:blipFill>
        <p:spPr>
          <a:xfrm>
            <a:off x="4267486" y="231457"/>
            <a:ext cx="71723" cy="53435"/>
          </a:xfrm>
          <a:prstGeom prst="rect"/>
          <a:ln w="0">
            <a:noFill/>
          </a:ln>
        </p:spPr>
      </p:pic>
      <p:pic>
        <p:nvPicPr>
          <p:cNvPr id="440" name="New picture"/>
          <p:cNvPicPr/>
          <p:nvPr/>
        </p:nvPicPr>
        <p:blipFill>
          <a:blip r:embed="rId290"/>
          <a:srcRect/>
          <a:stretch>
            <a:fillRect/>
          </a:stretch>
        </p:blipFill>
        <p:spPr>
          <a:xfrm>
            <a:off x="4348353" y="231458"/>
            <a:ext cx="48959" cy="54959"/>
          </a:xfrm>
          <a:prstGeom prst="rect"/>
          <a:ln w="0">
            <a:noFill/>
          </a:ln>
        </p:spPr>
      </p:pic>
      <p:sp>
        <p:nvSpPr>
          <p:cNvPr id="441" name="New shape"/>
          <p:cNvSpPr/>
          <p:nvPr/>
        </p:nvSpPr>
        <p:spPr>
          <a:xfrm>
            <a:off x="4357592" y="258985"/>
            <a:ext cx="27432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2" name="New picture"/>
          <p:cNvPicPr/>
          <p:nvPr/>
        </p:nvPicPr>
        <p:blipFill>
          <a:blip r:embed="rId291"/>
          <a:srcRect/>
          <a:stretch>
            <a:fillRect/>
          </a:stretch>
        </p:blipFill>
        <p:spPr>
          <a:xfrm>
            <a:off x="4404931" y="231457"/>
            <a:ext cx="47339" cy="54959"/>
          </a:xfrm>
          <a:prstGeom prst="rect"/>
          <a:ln w="0">
            <a:noFill/>
          </a:ln>
        </p:spPr>
      </p:pic>
      <p:pic>
        <p:nvPicPr>
          <p:cNvPr id="443" name="New picture"/>
          <p:cNvPicPr/>
          <p:nvPr/>
        </p:nvPicPr>
        <p:blipFill>
          <a:blip r:embed="rId292"/>
          <a:srcRect/>
          <a:stretch>
            <a:fillRect/>
          </a:stretch>
        </p:blipFill>
        <p:spPr>
          <a:xfrm>
            <a:off x="4459891" y="213169"/>
            <a:ext cx="42767" cy="71723"/>
          </a:xfrm>
          <a:prstGeom prst="rect"/>
          <a:ln w="0">
            <a:noFill/>
          </a:ln>
        </p:spPr>
      </p:pic>
      <p:sp>
        <p:nvSpPr>
          <p:cNvPr id="444" name="New shape"/>
          <p:cNvSpPr/>
          <p:nvPr/>
        </p:nvSpPr>
        <p:spPr>
          <a:xfrm>
            <a:off x="4516374" y="213169"/>
            <a:ext cx="7620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5" name="New shape"/>
          <p:cNvSpPr/>
          <p:nvPr/>
        </p:nvSpPr>
        <p:spPr>
          <a:xfrm>
            <a:off x="4516374" y="232981"/>
            <a:ext cx="7620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46" name="New picture"/>
          <p:cNvPicPr/>
          <p:nvPr/>
        </p:nvPicPr>
        <p:blipFill>
          <a:blip r:embed="rId293"/>
          <a:srcRect/>
          <a:stretch>
            <a:fillRect/>
          </a:stretch>
        </p:blipFill>
        <p:spPr>
          <a:xfrm>
            <a:off x="4537710" y="231457"/>
            <a:ext cx="42767" cy="53435"/>
          </a:xfrm>
          <a:prstGeom prst="rect"/>
          <a:ln w="0">
            <a:noFill/>
          </a:ln>
        </p:spPr>
      </p:pic>
      <p:pic>
        <p:nvPicPr>
          <p:cNvPr id="447" name="New picture"/>
          <p:cNvPicPr/>
          <p:nvPr/>
        </p:nvPicPr>
        <p:blipFill>
          <a:blip r:embed="rId294"/>
          <a:srcRect/>
          <a:stretch>
            <a:fillRect/>
          </a:stretch>
        </p:blipFill>
        <p:spPr>
          <a:xfrm>
            <a:off x="4591241" y="231457"/>
            <a:ext cx="48863" cy="54959"/>
          </a:xfrm>
          <a:prstGeom prst="rect"/>
          <a:ln w="0">
            <a:noFill/>
          </a:ln>
        </p:spPr>
      </p:pic>
      <p:sp>
        <p:nvSpPr>
          <p:cNvPr id="448" name="New shape"/>
          <p:cNvSpPr/>
          <p:nvPr/>
        </p:nvSpPr>
        <p:spPr>
          <a:xfrm>
            <a:off x="4601908" y="239077"/>
            <a:ext cx="28956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49" name="New shape"/>
          <p:cNvSpPr/>
          <p:nvPr/>
        </p:nvSpPr>
        <p:spPr>
          <a:xfrm>
            <a:off x="4680204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0" name="New picture"/>
          <p:cNvPicPr/>
          <p:nvPr/>
        </p:nvPicPr>
        <p:blipFill>
          <a:blip r:embed="rId295"/>
          <a:srcRect/>
          <a:stretch>
            <a:fillRect/>
          </a:stretch>
        </p:blipFill>
        <p:spPr>
          <a:xfrm>
            <a:off x="4699635" y="231457"/>
            <a:ext cx="48863" cy="54959"/>
          </a:xfrm>
          <a:prstGeom prst="rect"/>
          <a:ln w="0">
            <a:noFill/>
          </a:ln>
        </p:spPr>
      </p:pic>
      <p:sp>
        <p:nvSpPr>
          <p:cNvPr id="451" name="New shape"/>
          <p:cNvSpPr/>
          <p:nvPr/>
        </p:nvSpPr>
        <p:spPr>
          <a:xfrm>
            <a:off x="470877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2" name="New picture"/>
          <p:cNvPicPr/>
          <p:nvPr/>
        </p:nvPicPr>
        <p:blipFill>
          <a:blip r:embed="rId296"/>
          <a:srcRect/>
          <a:stretch>
            <a:fillRect/>
          </a:stretch>
        </p:blipFill>
        <p:spPr>
          <a:xfrm>
            <a:off x="4756118" y="231458"/>
            <a:ext cx="48863" cy="54959"/>
          </a:xfrm>
          <a:prstGeom prst="rect"/>
          <a:ln w="0">
            <a:noFill/>
          </a:ln>
        </p:spPr>
      </p:pic>
      <p:sp>
        <p:nvSpPr>
          <p:cNvPr id="453" name="New shape"/>
          <p:cNvSpPr/>
          <p:nvPr/>
        </p:nvSpPr>
        <p:spPr>
          <a:xfrm>
            <a:off x="4765263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4" name="New picture"/>
          <p:cNvPicPr/>
          <p:nvPr/>
        </p:nvPicPr>
        <p:blipFill>
          <a:blip r:embed="rId297"/>
          <a:srcRect/>
          <a:stretch>
            <a:fillRect/>
          </a:stretch>
        </p:blipFill>
        <p:spPr>
          <a:xfrm>
            <a:off x="4815649" y="231457"/>
            <a:ext cx="29051" cy="53435"/>
          </a:xfrm>
          <a:prstGeom prst="rect"/>
          <a:ln w="0">
            <a:noFill/>
          </a:ln>
        </p:spPr>
      </p:pic>
      <p:pic>
        <p:nvPicPr>
          <p:cNvPr id="455" name="New picture"/>
          <p:cNvPicPr/>
          <p:nvPr/>
        </p:nvPicPr>
        <p:blipFill>
          <a:blip r:embed="rId298"/>
          <a:srcRect/>
          <a:stretch>
            <a:fillRect/>
          </a:stretch>
        </p:blipFill>
        <p:spPr>
          <a:xfrm>
            <a:off x="4849273" y="231457"/>
            <a:ext cx="42767" cy="53435"/>
          </a:xfrm>
          <a:prstGeom prst="rect"/>
          <a:ln w="0">
            <a:noFill/>
          </a:ln>
        </p:spPr>
      </p:pic>
      <p:sp>
        <p:nvSpPr>
          <p:cNvPr id="456" name="New shape"/>
          <p:cNvSpPr/>
          <p:nvPr/>
        </p:nvSpPr>
        <p:spPr>
          <a:xfrm>
            <a:off x="4905756" y="213169"/>
            <a:ext cx="9144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57" name="New shape"/>
          <p:cNvSpPr/>
          <p:nvPr/>
        </p:nvSpPr>
        <p:spPr>
          <a:xfrm>
            <a:off x="4905756" y="232981"/>
            <a:ext cx="9144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58" name="New picture"/>
          <p:cNvPicPr/>
          <p:nvPr/>
        </p:nvPicPr>
        <p:blipFill>
          <a:blip r:embed="rId299"/>
          <a:srcRect/>
          <a:stretch>
            <a:fillRect/>
          </a:stretch>
        </p:blipFill>
        <p:spPr>
          <a:xfrm>
            <a:off x="4928712" y="231457"/>
            <a:ext cx="42672" cy="53435"/>
          </a:xfrm>
          <a:prstGeom prst="rect"/>
          <a:ln w="0">
            <a:noFill/>
          </a:ln>
        </p:spPr>
      </p:pic>
      <p:pic>
        <p:nvPicPr>
          <p:cNvPr id="459" name="New picture"/>
          <p:cNvPicPr/>
          <p:nvPr/>
        </p:nvPicPr>
        <p:blipFill>
          <a:blip r:embed="rId300"/>
          <a:srcRect/>
          <a:stretch>
            <a:fillRect/>
          </a:stretch>
        </p:blipFill>
        <p:spPr>
          <a:xfrm>
            <a:off x="4982146" y="231457"/>
            <a:ext cx="45815" cy="73343"/>
          </a:xfrm>
          <a:prstGeom prst="rect"/>
          <a:ln w="0">
            <a:noFill/>
          </a:ln>
        </p:spPr>
      </p:pic>
      <p:sp>
        <p:nvSpPr>
          <p:cNvPr id="460" name="New shape"/>
          <p:cNvSpPr/>
          <p:nvPr/>
        </p:nvSpPr>
        <p:spPr>
          <a:xfrm>
            <a:off x="4991290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1" name="New picture"/>
          <p:cNvPicPr/>
          <p:nvPr/>
        </p:nvPicPr>
        <p:blipFill>
          <a:blip r:embed="rId301"/>
          <a:srcRect/>
          <a:stretch>
            <a:fillRect/>
          </a:stretch>
        </p:blipFill>
        <p:spPr>
          <a:xfrm>
            <a:off x="5070729" y="231457"/>
            <a:ext cx="44196" cy="73343"/>
          </a:xfrm>
          <a:prstGeom prst="rect"/>
          <a:ln w="0">
            <a:noFill/>
          </a:ln>
        </p:spPr>
      </p:pic>
      <p:sp>
        <p:nvSpPr>
          <p:cNvPr id="462" name="New shape"/>
          <p:cNvSpPr/>
          <p:nvPr/>
        </p:nvSpPr>
        <p:spPr>
          <a:xfrm>
            <a:off x="5078349" y="239077"/>
            <a:ext cx="28956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3" name="New picture"/>
          <p:cNvPicPr/>
          <p:nvPr/>
        </p:nvPicPr>
        <p:blipFill>
          <a:blip r:embed="rId302"/>
          <a:srcRect/>
          <a:stretch>
            <a:fillRect/>
          </a:stretch>
        </p:blipFill>
        <p:spPr>
          <a:xfrm>
            <a:off x="5122640" y="231458"/>
            <a:ext cx="50387" cy="54959"/>
          </a:xfrm>
          <a:prstGeom prst="rect"/>
          <a:ln w="0">
            <a:noFill/>
          </a:ln>
        </p:spPr>
      </p:pic>
      <p:sp>
        <p:nvSpPr>
          <p:cNvPr id="464" name="New shape"/>
          <p:cNvSpPr/>
          <p:nvPr/>
        </p:nvSpPr>
        <p:spPr>
          <a:xfrm>
            <a:off x="5131784" y="239078"/>
            <a:ext cx="32004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5" name="New picture"/>
          <p:cNvPicPr/>
          <p:nvPr/>
        </p:nvPicPr>
        <p:blipFill>
          <a:blip r:embed="rId303"/>
          <a:srcRect/>
          <a:stretch>
            <a:fillRect/>
          </a:stretch>
        </p:blipFill>
        <p:spPr>
          <a:xfrm>
            <a:off x="5182172" y="232981"/>
            <a:ext cx="42767" cy="53435"/>
          </a:xfrm>
          <a:prstGeom prst="rect"/>
          <a:ln w="0">
            <a:noFill/>
          </a:ln>
        </p:spPr>
      </p:pic>
      <p:pic>
        <p:nvPicPr>
          <p:cNvPr id="466" name="New picture"/>
          <p:cNvPicPr/>
          <p:nvPr/>
        </p:nvPicPr>
        <p:blipFill>
          <a:blip r:embed="rId304"/>
          <a:srcRect/>
          <a:stretch>
            <a:fillRect/>
          </a:stretch>
        </p:blipFill>
        <p:spPr>
          <a:xfrm>
            <a:off x="5240179" y="231457"/>
            <a:ext cx="27432" cy="53435"/>
          </a:xfrm>
          <a:prstGeom prst="rect"/>
          <a:ln w="0">
            <a:noFill/>
          </a:ln>
        </p:spPr>
      </p:pic>
      <p:sp>
        <p:nvSpPr>
          <p:cNvPr id="467" name="New shape"/>
          <p:cNvSpPr/>
          <p:nvPr/>
        </p:nvSpPr>
        <p:spPr>
          <a:xfrm>
            <a:off x="5301996" y="213360"/>
            <a:ext cx="9144" cy="7315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68" name="New picture"/>
          <p:cNvPicPr/>
          <p:nvPr/>
        </p:nvPicPr>
        <p:blipFill>
          <a:blip r:embed="rId305"/>
          <a:srcRect/>
          <a:stretch>
            <a:fillRect/>
          </a:stretch>
        </p:blipFill>
        <p:spPr>
          <a:xfrm>
            <a:off x="5321141" y="231457"/>
            <a:ext cx="48863" cy="54959"/>
          </a:xfrm>
          <a:prstGeom prst="rect"/>
          <a:ln w="0">
            <a:noFill/>
          </a:ln>
        </p:spPr>
      </p:pic>
      <p:sp>
        <p:nvSpPr>
          <p:cNvPr id="469" name="New shape"/>
          <p:cNvSpPr/>
          <p:nvPr/>
        </p:nvSpPr>
        <p:spPr>
          <a:xfrm>
            <a:off x="5331809" y="239077"/>
            <a:ext cx="29051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0" name="New picture"/>
          <p:cNvPicPr/>
          <p:nvPr/>
        </p:nvPicPr>
        <p:blipFill>
          <a:blip r:embed="rId306"/>
          <a:srcRect/>
          <a:stretch>
            <a:fillRect/>
          </a:stretch>
        </p:blipFill>
        <p:spPr>
          <a:xfrm>
            <a:off x="5377624" y="231457"/>
            <a:ext cx="44291" cy="54959"/>
          </a:xfrm>
          <a:prstGeom prst="rect"/>
          <a:ln w="0">
            <a:noFill/>
          </a:ln>
        </p:spPr>
      </p:pic>
      <p:pic>
        <p:nvPicPr>
          <p:cNvPr id="471" name="New picture"/>
          <p:cNvPicPr/>
          <p:nvPr/>
        </p:nvPicPr>
        <p:blipFill>
          <a:blip r:embed="rId307"/>
          <a:srcRect/>
          <a:stretch>
            <a:fillRect/>
          </a:stretch>
        </p:blipFill>
        <p:spPr>
          <a:xfrm>
            <a:off x="5457063" y="213169"/>
            <a:ext cx="45815" cy="73247"/>
          </a:xfrm>
          <a:prstGeom prst="rect"/>
          <a:ln w="0">
            <a:noFill/>
          </a:ln>
        </p:spPr>
      </p:pic>
      <p:sp>
        <p:nvSpPr>
          <p:cNvPr id="472" name="New shape"/>
          <p:cNvSpPr/>
          <p:nvPr/>
        </p:nvSpPr>
        <p:spPr>
          <a:xfrm>
            <a:off x="5466207" y="239077"/>
            <a:ext cx="27432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3" name="New picture"/>
          <p:cNvPicPr/>
          <p:nvPr/>
        </p:nvPicPr>
        <p:blipFill>
          <a:blip r:embed="rId308"/>
          <a:srcRect/>
          <a:stretch>
            <a:fillRect/>
          </a:stretch>
        </p:blipFill>
        <p:spPr>
          <a:xfrm>
            <a:off x="5513546" y="231457"/>
            <a:ext cx="48863" cy="54959"/>
          </a:xfrm>
          <a:prstGeom prst="rect"/>
          <a:ln w="0">
            <a:noFill/>
          </a:ln>
        </p:spPr>
      </p:pic>
      <p:sp>
        <p:nvSpPr>
          <p:cNvPr id="474" name="New shape"/>
          <p:cNvSpPr/>
          <p:nvPr/>
        </p:nvSpPr>
        <p:spPr>
          <a:xfrm>
            <a:off x="5522691" y="239077"/>
            <a:ext cx="30575" cy="15335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75" name="New shape"/>
          <p:cNvSpPr/>
          <p:nvPr/>
        </p:nvSpPr>
        <p:spPr>
          <a:xfrm>
            <a:off x="5533358" y="213169"/>
            <a:ext cx="18383" cy="1371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6" name="New picture"/>
          <p:cNvPicPr/>
          <p:nvPr/>
        </p:nvPicPr>
        <p:blipFill>
          <a:blip r:embed="rId309"/>
          <a:srcRect/>
          <a:stretch>
            <a:fillRect/>
          </a:stretch>
        </p:blipFill>
        <p:spPr>
          <a:xfrm>
            <a:off x="5573078" y="213169"/>
            <a:ext cx="45815" cy="73247"/>
          </a:xfrm>
          <a:prstGeom prst="rect"/>
          <a:ln w="0">
            <a:noFill/>
          </a:ln>
        </p:spPr>
      </p:pic>
      <p:sp>
        <p:nvSpPr>
          <p:cNvPr id="477" name="New shape"/>
          <p:cNvSpPr/>
          <p:nvPr/>
        </p:nvSpPr>
        <p:spPr>
          <a:xfrm>
            <a:off x="5580698" y="239077"/>
            <a:ext cx="29051" cy="3971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78" name="New picture"/>
          <p:cNvPicPr/>
          <p:nvPr/>
        </p:nvPicPr>
        <p:blipFill>
          <a:blip r:embed="rId310"/>
          <a:srcRect/>
          <a:stretch>
            <a:fillRect/>
          </a:stretch>
        </p:blipFill>
        <p:spPr>
          <a:xfrm>
            <a:off x="5629561" y="232981"/>
            <a:ext cx="42767" cy="53435"/>
          </a:xfrm>
          <a:prstGeom prst="rect"/>
          <a:ln w="0">
            <a:noFill/>
          </a:ln>
        </p:spPr>
      </p:pic>
      <p:pic>
        <p:nvPicPr>
          <p:cNvPr id="479" name="New picture"/>
          <p:cNvPicPr/>
          <p:nvPr/>
        </p:nvPicPr>
        <p:blipFill>
          <a:blip r:embed="rId311"/>
          <a:srcRect/>
          <a:stretch>
            <a:fillRect/>
          </a:stretch>
        </p:blipFill>
        <p:spPr>
          <a:xfrm>
            <a:off x="5681472" y="214694"/>
            <a:ext cx="26003" cy="71723"/>
          </a:xfrm>
          <a:prstGeom prst="rect"/>
          <a:ln w="0">
            <a:noFill/>
          </a:ln>
        </p:spPr>
      </p:pic>
      <p:pic>
        <p:nvPicPr>
          <p:cNvPr id="480" name="New picture"/>
          <p:cNvPicPr/>
          <p:nvPr/>
        </p:nvPicPr>
        <p:blipFill>
          <a:blip r:embed="rId312"/>
          <a:srcRect/>
          <a:stretch>
            <a:fillRect/>
          </a:stretch>
        </p:blipFill>
        <p:spPr>
          <a:xfrm>
            <a:off x="5712047" y="231458"/>
            <a:ext cx="48863" cy="54959"/>
          </a:xfrm>
          <a:prstGeom prst="rect"/>
          <a:ln w="0">
            <a:noFill/>
          </a:ln>
        </p:spPr>
      </p:pic>
      <p:sp>
        <p:nvSpPr>
          <p:cNvPr id="481" name="New shape"/>
          <p:cNvSpPr/>
          <p:nvPr/>
        </p:nvSpPr>
        <p:spPr>
          <a:xfrm>
            <a:off x="5721191" y="258985"/>
            <a:ext cx="27527" cy="21336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82" name="New picture"/>
          <p:cNvPicPr/>
          <p:nvPr/>
        </p:nvPicPr>
        <p:blipFill>
          <a:blip r:embed="rId313"/>
          <a:srcRect/>
          <a:stretch>
            <a:fillRect/>
          </a:stretch>
        </p:blipFill>
        <p:spPr>
          <a:xfrm>
            <a:off x="5771579" y="231457"/>
            <a:ext cx="42767" cy="53435"/>
          </a:xfrm>
          <a:prstGeom prst="rect"/>
          <a:ln w="0">
            <a:noFill/>
          </a:ln>
        </p:spPr>
      </p:pic>
      <p:pic>
        <p:nvPicPr>
          <p:cNvPr id="483" name="New picture"/>
          <p:cNvPicPr/>
          <p:nvPr/>
        </p:nvPicPr>
        <p:blipFill>
          <a:blip r:embed="rId314"/>
          <a:srcRect/>
          <a:stretch>
            <a:fillRect/>
          </a:stretch>
        </p:blipFill>
        <p:spPr>
          <a:xfrm>
            <a:off x="5823490" y="214694"/>
            <a:ext cx="24479" cy="71723"/>
          </a:xfrm>
          <a:prstGeom prst="rect"/>
          <a:ln w="0">
            <a:noFill/>
          </a:ln>
        </p:spPr>
      </p:pic>
      <p:pic>
        <p:nvPicPr>
          <p:cNvPr id="484" name="New picture"/>
          <p:cNvPicPr/>
          <p:nvPr/>
        </p:nvPicPr>
        <p:blipFill>
          <a:blip r:embed="rId315"/>
          <a:srcRect/>
          <a:stretch>
            <a:fillRect/>
          </a:stretch>
        </p:blipFill>
        <p:spPr>
          <a:xfrm>
            <a:off x="5852541" y="231457"/>
            <a:ext cx="44291" cy="54959"/>
          </a:xfrm>
          <a:prstGeom prst="rect"/>
          <a:ln w="0">
            <a:noFill/>
          </a:ln>
        </p:spPr>
      </p:pic>
      <p:pic>
        <p:nvPicPr>
          <p:cNvPr id="485" name="New picture"/>
          <p:cNvPicPr/>
          <p:nvPr/>
        </p:nvPicPr>
        <p:blipFill>
          <a:blip r:embed="rId316"/>
          <a:srcRect/>
          <a:stretch>
            <a:fillRect/>
          </a:stretch>
        </p:blipFill>
        <p:spPr>
          <a:xfrm>
            <a:off x="314039" y="10428638"/>
            <a:ext cx="42672" cy="71724"/>
          </a:xfrm>
          <a:prstGeom prst="rect"/>
          <a:ln w="0">
            <a:noFill/>
          </a:ln>
        </p:spPr>
      </p:pic>
      <p:pic>
        <p:nvPicPr>
          <p:cNvPr id="486" name="New picture"/>
          <p:cNvPicPr/>
          <p:nvPr/>
        </p:nvPicPr>
        <p:blipFill>
          <a:blip r:embed="rId317"/>
          <a:srcRect/>
          <a:stretch>
            <a:fillRect/>
          </a:stretch>
        </p:blipFill>
        <p:spPr>
          <a:xfrm>
            <a:off x="365951" y="10430161"/>
            <a:ext cx="25908" cy="71723"/>
          </a:xfrm>
          <a:prstGeom prst="rect"/>
          <a:ln w="0">
            <a:noFill/>
          </a:ln>
        </p:spPr>
      </p:pic>
      <p:pic>
        <p:nvPicPr>
          <p:cNvPr id="487" name="New picture"/>
          <p:cNvPicPr/>
          <p:nvPr/>
        </p:nvPicPr>
        <p:blipFill>
          <a:blip r:embed="rId318"/>
          <a:srcRect/>
          <a:stretch>
            <a:fillRect/>
          </a:stretch>
        </p:blipFill>
        <p:spPr>
          <a:xfrm>
            <a:off x="394906" y="10430161"/>
            <a:ext cx="26003" cy="71723"/>
          </a:xfrm>
          <a:prstGeom prst="rect"/>
          <a:ln w="0">
            <a:noFill/>
          </a:ln>
        </p:spPr>
      </p:pic>
      <p:pic>
        <p:nvPicPr>
          <p:cNvPr id="488" name="New picture"/>
          <p:cNvPicPr/>
          <p:nvPr/>
        </p:nvPicPr>
        <p:blipFill>
          <a:blip r:embed="rId319"/>
          <a:srcRect/>
          <a:stretch>
            <a:fillRect/>
          </a:stretch>
        </p:blipFill>
        <p:spPr>
          <a:xfrm>
            <a:off x="427006" y="10446924"/>
            <a:ext cx="45815" cy="73247"/>
          </a:xfrm>
          <a:prstGeom prst="rect"/>
          <a:ln w="0">
            <a:noFill/>
          </a:ln>
        </p:spPr>
      </p:pic>
      <p:sp>
        <p:nvSpPr>
          <p:cNvPr id="489" name="New shape"/>
          <p:cNvSpPr/>
          <p:nvPr/>
        </p:nvSpPr>
        <p:spPr>
          <a:xfrm>
            <a:off x="436150" y="10454545"/>
            <a:ext cx="27527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0" name="New picture"/>
          <p:cNvPicPr/>
          <p:nvPr/>
        </p:nvPicPr>
        <p:blipFill>
          <a:blip r:embed="rId320"/>
          <a:srcRect/>
          <a:stretch>
            <a:fillRect/>
          </a:stretch>
        </p:blipFill>
        <p:spPr>
          <a:xfrm>
            <a:off x="480441" y="10446925"/>
            <a:ext cx="44291" cy="54959"/>
          </a:xfrm>
          <a:prstGeom prst="rect"/>
          <a:ln w="0">
            <a:noFill/>
          </a:ln>
        </p:spPr>
      </p:pic>
      <p:sp>
        <p:nvSpPr>
          <p:cNvPr id="491" name="New shape"/>
          <p:cNvSpPr/>
          <p:nvPr/>
        </p:nvSpPr>
        <p:spPr>
          <a:xfrm>
            <a:off x="536924" y="10448449"/>
            <a:ext cx="10668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2" name="New shape"/>
          <p:cNvSpPr/>
          <p:nvPr/>
        </p:nvSpPr>
        <p:spPr>
          <a:xfrm>
            <a:off x="536924" y="10491121"/>
            <a:ext cx="10668" cy="9239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3" name="New shape"/>
          <p:cNvSpPr/>
          <p:nvPr/>
        </p:nvSpPr>
        <p:spPr>
          <a:xfrm>
            <a:off x="556832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494" name="New shape"/>
          <p:cNvSpPr/>
          <p:nvPr/>
        </p:nvSpPr>
        <p:spPr>
          <a:xfrm>
            <a:off x="584264" y="10427018"/>
            <a:ext cx="29051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5" name="New picture"/>
          <p:cNvPicPr/>
          <p:nvPr/>
        </p:nvPicPr>
        <p:blipFill>
          <a:blip r:embed="rId321"/>
          <a:srcRect/>
          <a:stretch>
            <a:fillRect/>
          </a:stretch>
        </p:blipFill>
        <p:spPr>
          <a:xfrm>
            <a:off x="613315" y="10448449"/>
            <a:ext cx="71723" cy="51912"/>
          </a:xfrm>
          <a:prstGeom prst="rect"/>
          <a:ln w="0">
            <a:noFill/>
          </a:ln>
        </p:spPr>
      </p:pic>
      <p:pic>
        <p:nvPicPr>
          <p:cNvPr id="496" name="New picture"/>
          <p:cNvPicPr/>
          <p:nvPr/>
        </p:nvPicPr>
        <p:blipFill>
          <a:blip r:embed="rId322"/>
          <a:srcRect/>
          <a:stretch>
            <a:fillRect/>
          </a:stretch>
        </p:blipFill>
        <p:spPr>
          <a:xfrm>
            <a:off x="686562" y="10448449"/>
            <a:ext cx="73342" cy="51912"/>
          </a:xfrm>
          <a:prstGeom prst="rect"/>
          <a:ln w="0">
            <a:noFill/>
          </a:ln>
        </p:spPr>
      </p:pic>
      <p:pic>
        <p:nvPicPr>
          <p:cNvPr id="497" name="New picture"/>
          <p:cNvPicPr/>
          <p:nvPr/>
        </p:nvPicPr>
        <p:blipFill>
          <a:blip r:embed="rId323"/>
          <a:srcRect/>
          <a:stretch>
            <a:fillRect/>
          </a:stretch>
        </p:blipFill>
        <p:spPr>
          <a:xfrm>
            <a:off x="759904" y="10448449"/>
            <a:ext cx="73247" cy="51912"/>
          </a:xfrm>
          <a:prstGeom prst="rect"/>
          <a:ln w="0">
            <a:noFill/>
          </a:ln>
        </p:spPr>
      </p:pic>
      <p:sp>
        <p:nvSpPr>
          <p:cNvPr id="498" name="New shape"/>
          <p:cNvSpPr/>
          <p:nvPr/>
        </p:nvSpPr>
        <p:spPr>
          <a:xfrm>
            <a:off x="836676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499" name="New picture"/>
          <p:cNvPicPr/>
          <p:nvPr/>
        </p:nvPicPr>
        <p:blipFill>
          <a:blip r:embed="rId324"/>
          <a:srcRect/>
          <a:stretch>
            <a:fillRect/>
          </a:stretch>
        </p:blipFill>
        <p:spPr>
          <a:xfrm>
            <a:off x="857631" y="10430161"/>
            <a:ext cx="25908" cy="71723"/>
          </a:xfrm>
          <a:prstGeom prst="rect"/>
          <a:ln w="0">
            <a:noFill/>
          </a:ln>
        </p:spPr>
      </p:pic>
      <p:pic>
        <p:nvPicPr>
          <p:cNvPr id="500" name="New picture"/>
          <p:cNvPicPr/>
          <p:nvPr/>
        </p:nvPicPr>
        <p:blipFill>
          <a:blip r:embed="rId325"/>
          <a:srcRect/>
          <a:stretch>
            <a:fillRect/>
          </a:stretch>
        </p:blipFill>
        <p:spPr>
          <a:xfrm>
            <a:off x="888111" y="10446925"/>
            <a:ext cx="48863" cy="54959"/>
          </a:xfrm>
          <a:prstGeom prst="rect"/>
          <a:ln w="0">
            <a:noFill/>
          </a:ln>
        </p:spPr>
      </p:pic>
      <p:sp>
        <p:nvSpPr>
          <p:cNvPr id="501" name="New shape"/>
          <p:cNvSpPr/>
          <p:nvPr/>
        </p:nvSpPr>
        <p:spPr>
          <a:xfrm>
            <a:off x="897255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2" name="New picture"/>
          <p:cNvPicPr/>
          <p:nvPr/>
        </p:nvPicPr>
        <p:blipFill>
          <a:blip r:embed="rId326"/>
          <a:srcRect/>
          <a:stretch>
            <a:fillRect/>
          </a:stretch>
        </p:blipFill>
        <p:spPr>
          <a:xfrm>
            <a:off x="947738" y="10428636"/>
            <a:ext cx="45815" cy="73247"/>
          </a:xfrm>
          <a:prstGeom prst="rect"/>
          <a:ln w="0">
            <a:noFill/>
          </a:ln>
        </p:spPr>
      </p:pic>
      <p:sp>
        <p:nvSpPr>
          <p:cNvPr id="503" name="New shape"/>
          <p:cNvSpPr/>
          <p:nvPr/>
        </p:nvSpPr>
        <p:spPr>
          <a:xfrm>
            <a:off x="955358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04" name="New shape"/>
          <p:cNvSpPr/>
          <p:nvPr/>
        </p:nvSpPr>
        <p:spPr>
          <a:xfrm>
            <a:off x="1004316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5" name="New picture"/>
          <p:cNvPicPr/>
          <p:nvPr/>
        </p:nvPicPr>
        <p:blipFill>
          <a:blip r:embed="rId327"/>
          <a:srcRect/>
          <a:stretch>
            <a:fillRect/>
          </a:stretch>
        </p:blipFill>
        <p:spPr>
          <a:xfrm>
            <a:off x="1024033" y="10446925"/>
            <a:ext cx="48863" cy="54959"/>
          </a:xfrm>
          <a:prstGeom prst="rect"/>
          <a:ln w="0">
            <a:noFill/>
          </a:ln>
        </p:spPr>
      </p:pic>
      <p:sp>
        <p:nvSpPr>
          <p:cNvPr id="506" name="New shape"/>
          <p:cNvSpPr/>
          <p:nvPr/>
        </p:nvSpPr>
        <p:spPr>
          <a:xfrm>
            <a:off x="1033272" y="10454545"/>
            <a:ext cx="30480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7" name="New picture"/>
          <p:cNvPicPr/>
          <p:nvPr/>
        </p:nvPicPr>
        <p:blipFill>
          <a:blip r:embed="rId328"/>
          <a:srcRect/>
          <a:stretch>
            <a:fillRect/>
          </a:stretch>
        </p:blipFill>
        <p:spPr>
          <a:xfrm>
            <a:off x="1080516" y="10446925"/>
            <a:ext cx="48958" cy="54959"/>
          </a:xfrm>
          <a:prstGeom prst="rect"/>
          <a:ln w="0">
            <a:noFill/>
          </a:ln>
        </p:spPr>
      </p:pic>
      <p:sp>
        <p:nvSpPr>
          <p:cNvPr id="508" name="New shape"/>
          <p:cNvSpPr/>
          <p:nvPr/>
        </p:nvSpPr>
        <p:spPr>
          <a:xfrm>
            <a:off x="1089755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09" name="New picture"/>
          <p:cNvPicPr/>
          <p:nvPr/>
        </p:nvPicPr>
        <p:blipFill>
          <a:blip r:embed="rId329"/>
          <a:srcRect/>
          <a:stretch>
            <a:fillRect/>
          </a:stretch>
        </p:blipFill>
        <p:spPr>
          <a:xfrm>
            <a:off x="1140142" y="10448449"/>
            <a:ext cx="42767" cy="53435"/>
          </a:xfrm>
          <a:prstGeom prst="rect"/>
          <a:ln w="0">
            <a:noFill/>
          </a:ln>
        </p:spPr>
      </p:pic>
      <p:sp>
        <p:nvSpPr>
          <p:cNvPr id="510" name="New shape"/>
          <p:cNvSpPr/>
          <p:nvPr/>
        </p:nvSpPr>
        <p:spPr>
          <a:xfrm>
            <a:off x="1197864" y="10489692"/>
            <a:ext cx="10668" cy="106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1" name="New picture"/>
          <p:cNvPicPr/>
          <p:nvPr/>
        </p:nvPicPr>
        <p:blipFill>
          <a:blip r:embed="rId330"/>
          <a:srcRect/>
          <a:stretch>
            <a:fillRect/>
          </a:stretch>
        </p:blipFill>
        <p:spPr>
          <a:xfrm>
            <a:off x="1222534" y="10446924"/>
            <a:ext cx="45815" cy="54959"/>
          </a:xfrm>
          <a:prstGeom prst="rect"/>
          <a:ln w="0">
            <a:noFill/>
          </a:ln>
        </p:spPr>
      </p:pic>
      <p:pic>
        <p:nvPicPr>
          <p:cNvPr id="512" name="New picture"/>
          <p:cNvPicPr/>
          <p:nvPr/>
        </p:nvPicPr>
        <p:blipFill>
          <a:blip r:embed="rId331"/>
          <a:srcRect/>
          <a:stretch>
            <a:fillRect/>
          </a:stretch>
        </p:blipFill>
        <p:spPr>
          <a:xfrm>
            <a:off x="1272921" y="10446927"/>
            <a:ext cx="48959" cy="54959"/>
          </a:xfrm>
          <a:prstGeom prst="rect"/>
          <a:ln w="0">
            <a:noFill/>
          </a:ln>
        </p:spPr>
      </p:pic>
      <p:sp>
        <p:nvSpPr>
          <p:cNvPr id="513" name="New shape"/>
          <p:cNvSpPr/>
          <p:nvPr/>
        </p:nvSpPr>
        <p:spPr>
          <a:xfrm>
            <a:off x="1282160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4" name="New picture"/>
          <p:cNvPicPr/>
          <p:nvPr/>
        </p:nvPicPr>
        <p:blipFill>
          <a:blip r:embed="rId332"/>
          <a:srcRect/>
          <a:stretch>
            <a:fillRect/>
          </a:stretch>
        </p:blipFill>
        <p:spPr>
          <a:xfrm>
            <a:off x="1332548" y="10446925"/>
            <a:ext cx="71723" cy="53435"/>
          </a:xfrm>
          <a:prstGeom prst="rect"/>
          <a:ln w="0">
            <a:noFill/>
          </a:ln>
        </p:spPr>
      </p:pic>
      <p:sp>
        <p:nvSpPr>
          <p:cNvPr id="515" name="New shape"/>
          <p:cNvSpPr/>
          <p:nvPr/>
        </p:nvSpPr>
        <p:spPr>
          <a:xfrm>
            <a:off x="1410367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6" name="New picture"/>
          <p:cNvPicPr/>
          <p:nvPr/>
        </p:nvPicPr>
        <p:blipFill>
          <a:blip r:embed="rId333"/>
          <a:srcRect/>
          <a:stretch>
            <a:fillRect/>
          </a:stretch>
        </p:blipFill>
        <p:spPr>
          <a:xfrm>
            <a:off x="1439418" y="10427018"/>
            <a:ext cx="30575" cy="73343"/>
          </a:xfrm>
          <a:prstGeom prst="rect"/>
          <a:ln w="0">
            <a:noFill/>
          </a:ln>
        </p:spPr>
      </p:pic>
      <p:pic>
        <p:nvPicPr>
          <p:cNvPr id="517" name="New picture"/>
          <p:cNvPicPr/>
          <p:nvPr/>
        </p:nvPicPr>
        <p:blipFill>
          <a:blip r:embed="rId334"/>
          <a:srcRect/>
          <a:stretch>
            <a:fillRect/>
          </a:stretch>
        </p:blipFill>
        <p:spPr>
          <a:xfrm>
            <a:off x="1473041" y="10446925"/>
            <a:ext cx="28956" cy="53435"/>
          </a:xfrm>
          <a:prstGeom prst="rect"/>
          <a:ln w="0">
            <a:noFill/>
          </a:ln>
        </p:spPr>
      </p:pic>
      <p:sp>
        <p:nvSpPr>
          <p:cNvPr id="518" name="New shape"/>
          <p:cNvSpPr/>
          <p:nvPr/>
        </p:nvSpPr>
        <p:spPr>
          <a:xfrm>
            <a:off x="150418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19" name="New picture"/>
          <p:cNvPicPr/>
          <p:nvPr/>
        </p:nvPicPr>
        <p:blipFill>
          <a:blip r:embed="rId335"/>
          <a:srcRect/>
          <a:stretch>
            <a:fillRect/>
          </a:stretch>
        </p:blipFill>
        <p:spPr>
          <a:xfrm>
            <a:off x="1535621" y="10427018"/>
            <a:ext cx="30575" cy="73343"/>
          </a:xfrm>
          <a:prstGeom prst="rect"/>
          <a:ln w="0">
            <a:noFill/>
          </a:ln>
        </p:spPr>
      </p:pic>
      <p:pic>
        <p:nvPicPr>
          <p:cNvPr id="520" name="New picture"/>
          <p:cNvPicPr/>
          <p:nvPr/>
        </p:nvPicPr>
        <p:blipFill>
          <a:blip r:embed="rId336"/>
          <a:srcRect/>
          <a:stretch>
            <a:fillRect/>
          </a:stretch>
        </p:blipFill>
        <p:spPr>
          <a:xfrm>
            <a:off x="1569244" y="10446925"/>
            <a:ext cx="28956" cy="53435"/>
          </a:xfrm>
          <a:prstGeom prst="rect"/>
          <a:ln w="0">
            <a:noFill/>
          </a:ln>
        </p:spPr>
      </p:pic>
      <p:sp>
        <p:nvSpPr>
          <p:cNvPr id="521" name="New shape"/>
          <p:cNvSpPr/>
          <p:nvPr/>
        </p:nvSpPr>
        <p:spPr>
          <a:xfrm>
            <a:off x="1596676" y="10427018"/>
            <a:ext cx="27527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22" name="New shape"/>
          <p:cNvSpPr/>
          <p:nvPr/>
        </p:nvSpPr>
        <p:spPr>
          <a:xfrm>
            <a:off x="1632204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3" name="New picture"/>
          <p:cNvPicPr/>
          <p:nvPr/>
        </p:nvPicPr>
        <p:blipFill>
          <a:blip r:embed="rId337"/>
          <a:srcRect/>
          <a:stretch>
            <a:fillRect/>
          </a:stretch>
        </p:blipFill>
        <p:spPr>
          <a:xfrm>
            <a:off x="1651635" y="10446925"/>
            <a:ext cx="48863" cy="54959"/>
          </a:xfrm>
          <a:prstGeom prst="rect"/>
          <a:ln w="0">
            <a:noFill/>
          </a:ln>
        </p:spPr>
      </p:pic>
      <p:sp>
        <p:nvSpPr>
          <p:cNvPr id="524" name="New shape"/>
          <p:cNvSpPr/>
          <p:nvPr/>
        </p:nvSpPr>
        <p:spPr>
          <a:xfrm>
            <a:off x="166087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5" name="New picture"/>
          <p:cNvPicPr/>
          <p:nvPr/>
        </p:nvPicPr>
        <p:blipFill>
          <a:blip r:embed="rId338"/>
          <a:srcRect/>
          <a:stretch>
            <a:fillRect/>
          </a:stretch>
        </p:blipFill>
        <p:spPr>
          <a:xfrm>
            <a:off x="1708213" y="10446925"/>
            <a:ext cx="48863" cy="54959"/>
          </a:xfrm>
          <a:prstGeom prst="rect"/>
          <a:ln w="0">
            <a:noFill/>
          </a:ln>
        </p:spPr>
      </p:pic>
      <p:sp>
        <p:nvSpPr>
          <p:cNvPr id="526" name="New shape"/>
          <p:cNvSpPr/>
          <p:nvPr/>
        </p:nvSpPr>
        <p:spPr>
          <a:xfrm>
            <a:off x="1717357" y="10474356"/>
            <a:ext cx="27432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27" name="New picture"/>
          <p:cNvPicPr/>
          <p:nvPr/>
        </p:nvPicPr>
        <p:blipFill>
          <a:blip r:embed="rId339"/>
          <a:srcRect/>
          <a:stretch>
            <a:fillRect/>
          </a:stretch>
        </p:blipFill>
        <p:spPr>
          <a:xfrm>
            <a:off x="1767745" y="10446925"/>
            <a:ext cx="27432" cy="53435"/>
          </a:xfrm>
          <a:prstGeom prst="rect"/>
          <a:ln w="0">
            <a:noFill/>
          </a:ln>
        </p:spPr>
      </p:pic>
      <p:pic>
        <p:nvPicPr>
          <p:cNvPr id="528" name="New picture"/>
          <p:cNvPicPr/>
          <p:nvPr/>
        </p:nvPicPr>
        <p:blipFill>
          <a:blip r:embed="rId340"/>
          <a:srcRect/>
          <a:stretch>
            <a:fillRect/>
          </a:stretch>
        </p:blipFill>
        <p:spPr>
          <a:xfrm>
            <a:off x="1801273" y="10446925"/>
            <a:ext cx="42767" cy="53435"/>
          </a:xfrm>
          <a:prstGeom prst="rect"/>
          <a:ln w="0">
            <a:noFill/>
          </a:ln>
        </p:spPr>
      </p:pic>
      <p:sp>
        <p:nvSpPr>
          <p:cNvPr id="529" name="New shape"/>
          <p:cNvSpPr/>
          <p:nvPr/>
        </p:nvSpPr>
        <p:spPr>
          <a:xfrm>
            <a:off x="1851755" y="10427018"/>
            <a:ext cx="27432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0" name="New picture"/>
          <p:cNvPicPr/>
          <p:nvPr/>
        </p:nvPicPr>
        <p:blipFill>
          <a:blip r:embed="rId341"/>
          <a:srcRect/>
          <a:stretch>
            <a:fillRect/>
          </a:stretch>
        </p:blipFill>
        <p:spPr>
          <a:xfrm>
            <a:off x="1883759" y="10446925"/>
            <a:ext cx="47339" cy="54959"/>
          </a:xfrm>
          <a:prstGeom prst="rect"/>
          <a:ln w="0">
            <a:noFill/>
          </a:ln>
        </p:spPr>
      </p:pic>
      <p:sp>
        <p:nvSpPr>
          <p:cNvPr id="531" name="New shape"/>
          <p:cNvSpPr/>
          <p:nvPr/>
        </p:nvSpPr>
        <p:spPr>
          <a:xfrm>
            <a:off x="189290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2" name="New picture"/>
          <p:cNvPicPr/>
          <p:nvPr/>
        </p:nvPicPr>
        <p:blipFill>
          <a:blip r:embed="rId342"/>
          <a:srcRect/>
          <a:stretch>
            <a:fillRect/>
          </a:stretch>
        </p:blipFill>
        <p:spPr>
          <a:xfrm>
            <a:off x="1941767" y="10446925"/>
            <a:ext cx="29051" cy="53435"/>
          </a:xfrm>
          <a:prstGeom prst="rect"/>
          <a:ln w="0">
            <a:noFill/>
          </a:ln>
        </p:spPr>
      </p:pic>
      <p:pic>
        <p:nvPicPr>
          <p:cNvPr id="533" name="New picture"/>
          <p:cNvPicPr/>
          <p:nvPr/>
        </p:nvPicPr>
        <p:blipFill>
          <a:blip r:embed="rId343"/>
          <a:srcRect/>
          <a:stretch>
            <a:fillRect/>
          </a:stretch>
        </p:blipFill>
        <p:spPr>
          <a:xfrm>
            <a:off x="1972342" y="10430161"/>
            <a:ext cx="24479" cy="71723"/>
          </a:xfrm>
          <a:prstGeom prst="rect"/>
          <a:ln w="0">
            <a:noFill/>
          </a:ln>
        </p:spPr>
      </p:pic>
      <p:sp>
        <p:nvSpPr>
          <p:cNvPr id="534" name="New shape"/>
          <p:cNvSpPr/>
          <p:nvPr/>
        </p:nvSpPr>
        <p:spPr>
          <a:xfrm>
            <a:off x="2004441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35" name="New shape"/>
          <p:cNvSpPr/>
          <p:nvPr/>
        </p:nvSpPr>
        <p:spPr>
          <a:xfrm>
            <a:off x="2004441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6" name="New picture"/>
          <p:cNvPicPr/>
          <p:nvPr/>
        </p:nvPicPr>
        <p:blipFill>
          <a:blip r:embed="rId344"/>
          <a:srcRect/>
          <a:stretch>
            <a:fillRect/>
          </a:stretch>
        </p:blipFill>
        <p:spPr>
          <a:xfrm>
            <a:off x="2024253" y="10446924"/>
            <a:ext cx="45815" cy="54959"/>
          </a:xfrm>
          <a:prstGeom prst="rect"/>
          <a:ln w="0">
            <a:noFill/>
          </a:ln>
        </p:spPr>
      </p:pic>
      <p:sp>
        <p:nvSpPr>
          <p:cNvPr id="537" name="New shape"/>
          <p:cNvSpPr/>
          <p:nvPr/>
        </p:nvSpPr>
        <p:spPr>
          <a:xfrm>
            <a:off x="2077212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38" name="New picture"/>
          <p:cNvPicPr/>
          <p:nvPr/>
        </p:nvPicPr>
        <p:blipFill>
          <a:blip r:embed="rId345"/>
          <a:srcRect/>
          <a:stretch>
            <a:fillRect/>
          </a:stretch>
        </p:blipFill>
        <p:spPr>
          <a:xfrm>
            <a:off x="2097596" y="10446925"/>
            <a:ext cx="48863" cy="54959"/>
          </a:xfrm>
          <a:prstGeom prst="rect"/>
          <a:ln w="0">
            <a:noFill/>
          </a:ln>
        </p:spPr>
      </p:pic>
      <p:sp>
        <p:nvSpPr>
          <p:cNvPr id="539" name="New shape"/>
          <p:cNvSpPr/>
          <p:nvPr/>
        </p:nvSpPr>
        <p:spPr>
          <a:xfrm>
            <a:off x="2108264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0" name="New picture"/>
          <p:cNvPicPr/>
          <p:nvPr/>
        </p:nvPicPr>
        <p:blipFill>
          <a:blip r:embed="rId346"/>
          <a:srcRect/>
          <a:stretch>
            <a:fillRect/>
          </a:stretch>
        </p:blipFill>
        <p:spPr>
          <a:xfrm>
            <a:off x="2154079" y="10446925"/>
            <a:ext cx="44291" cy="54959"/>
          </a:xfrm>
          <a:prstGeom prst="rect"/>
          <a:ln w="0">
            <a:noFill/>
          </a:ln>
        </p:spPr>
      </p:pic>
      <p:sp>
        <p:nvSpPr>
          <p:cNvPr id="541" name="New shape"/>
          <p:cNvSpPr/>
          <p:nvPr/>
        </p:nvSpPr>
        <p:spPr>
          <a:xfrm>
            <a:off x="2201418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2" name="New picture"/>
          <p:cNvPicPr/>
          <p:nvPr/>
        </p:nvPicPr>
        <p:blipFill>
          <a:blip r:embed="rId347"/>
          <a:srcRect/>
          <a:stretch>
            <a:fillRect/>
          </a:stretch>
        </p:blipFill>
        <p:spPr>
          <a:xfrm>
            <a:off x="2236565" y="10428636"/>
            <a:ext cx="45720" cy="73247"/>
          </a:xfrm>
          <a:prstGeom prst="rect"/>
          <a:ln w="0">
            <a:noFill/>
          </a:ln>
        </p:spPr>
      </p:pic>
      <p:sp>
        <p:nvSpPr>
          <p:cNvPr id="543" name="New shape"/>
          <p:cNvSpPr/>
          <p:nvPr/>
        </p:nvSpPr>
        <p:spPr>
          <a:xfrm>
            <a:off x="2244185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4" name="New picture"/>
          <p:cNvPicPr/>
          <p:nvPr/>
        </p:nvPicPr>
        <p:blipFill>
          <a:blip r:embed="rId348"/>
          <a:srcRect/>
          <a:stretch>
            <a:fillRect/>
          </a:stretch>
        </p:blipFill>
        <p:spPr>
          <a:xfrm>
            <a:off x="2290001" y="10446927"/>
            <a:ext cx="48863" cy="54959"/>
          </a:xfrm>
          <a:prstGeom prst="rect"/>
          <a:ln w="0">
            <a:noFill/>
          </a:ln>
        </p:spPr>
      </p:pic>
      <p:sp>
        <p:nvSpPr>
          <p:cNvPr id="545" name="New shape"/>
          <p:cNvSpPr/>
          <p:nvPr/>
        </p:nvSpPr>
        <p:spPr>
          <a:xfrm>
            <a:off x="2299145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6" name="New picture"/>
          <p:cNvPicPr/>
          <p:nvPr/>
        </p:nvPicPr>
        <p:blipFill>
          <a:blip r:embed="rId349"/>
          <a:srcRect/>
          <a:stretch>
            <a:fillRect/>
          </a:stretch>
        </p:blipFill>
        <p:spPr>
          <a:xfrm>
            <a:off x="2346484" y="10446927"/>
            <a:ext cx="48863" cy="54959"/>
          </a:xfrm>
          <a:prstGeom prst="rect"/>
          <a:ln w="0">
            <a:noFill/>
          </a:ln>
        </p:spPr>
      </p:pic>
      <p:sp>
        <p:nvSpPr>
          <p:cNvPr id="547" name="New shape"/>
          <p:cNvSpPr/>
          <p:nvPr/>
        </p:nvSpPr>
        <p:spPr>
          <a:xfrm>
            <a:off x="2355628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48" name="New picture"/>
          <p:cNvPicPr/>
          <p:nvPr/>
        </p:nvPicPr>
        <p:blipFill>
          <a:blip r:embed="rId350"/>
          <a:srcRect/>
          <a:stretch>
            <a:fillRect/>
          </a:stretch>
        </p:blipFill>
        <p:spPr>
          <a:xfrm>
            <a:off x="2406015" y="10428638"/>
            <a:ext cx="44291" cy="71724"/>
          </a:xfrm>
          <a:prstGeom prst="rect"/>
          <a:ln w="0">
            <a:noFill/>
          </a:ln>
        </p:spPr>
      </p:pic>
      <p:pic>
        <p:nvPicPr>
          <p:cNvPr id="549" name="New picture"/>
          <p:cNvPicPr/>
          <p:nvPr/>
        </p:nvPicPr>
        <p:blipFill>
          <a:blip r:embed="rId351"/>
          <a:srcRect/>
          <a:stretch>
            <a:fillRect/>
          </a:stretch>
        </p:blipFill>
        <p:spPr>
          <a:xfrm>
            <a:off x="2453355" y="10446925"/>
            <a:ext cx="44291" cy="54959"/>
          </a:xfrm>
          <a:prstGeom prst="rect"/>
          <a:ln w="0">
            <a:noFill/>
          </a:ln>
        </p:spPr>
      </p:pic>
      <p:sp>
        <p:nvSpPr>
          <p:cNvPr id="550" name="New shape"/>
          <p:cNvSpPr/>
          <p:nvPr/>
        </p:nvSpPr>
        <p:spPr>
          <a:xfrm>
            <a:off x="2503932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1" name="New picture"/>
          <p:cNvPicPr/>
          <p:nvPr/>
        </p:nvPicPr>
        <p:blipFill>
          <a:blip r:embed="rId352"/>
          <a:srcRect/>
          <a:stretch>
            <a:fillRect/>
          </a:stretch>
        </p:blipFill>
        <p:spPr>
          <a:xfrm>
            <a:off x="2538889" y="10446925"/>
            <a:ext cx="48863" cy="54959"/>
          </a:xfrm>
          <a:prstGeom prst="rect"/>
          <a:ln w="0">
            <a:noFill/>
          </a:ln>
        </p:spPr>
      </p:pic>
      <p:sp>
        <p:nvSpPr>
          <p:cNvPr id="552" name="New shape"/>
          <p:cNvSpPr/>
          <p:nvPr/>
        </p:nvSpPr>
        <p:spPr>
          <a:xfrm>
            <a:off x="2548033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3" name="New picture"/>
          <p:cNvPicPr/>
          <p:nvPr/>
        </p:nvPicPr>
        <p:blipFill>
          <a:blip r:embed="rId353"/>
          <a:srcRect/>
          <a:stretch>
            <a:fillRect/>
          </a:stretch>
        </p:blipFill>
        <p:spPr>
          <a:xfrm>
            <a:off x="2598420" y="10428636"/>
            <a:ext cx="45720" cy="73247"/>
          </a:xfrm>
          <a:prstGeom prst="rect"/>
          <a:ln w="0">
            <a:noFill/>
          </a:ln>
        </p:spPr>
      </p:pic>
      <p:sp>
        <p:nvSpPr>
          <p:cNvPr id="554" name="New shape"/>
          <p:cNvSpPr/>
          <p:nvPr/>
        </p:nvSpPr>
        <p:spPr>
          <a:xfrm>
            <a:off x="2606040" y="10454546"/>
            <a:ext cx="28956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5" name="New picture"/>
          <p:cNvPicPr/>
          <p:nvPr/>
        </p:nvPicPr>
        <p:blipFill>
          <a:blip r:embed="rId354"/>
          <a:srcRect/>
          <a:stretch>
            <a:fillRect/>
          </a:stretch>
        </p:blipFill>
        <p:spPr>
          <a:xfrm>
            <a:off x="2651855" y="10446927"/>
            <a:ext cx="48863" cy="54959"/>
          </a:xfrm>
          <a:prstGeom prst="rect"/>
          <a:ln w="0">
            <a:noFill/>
          </a:ln>
        </p:spPr>
      </p:pic>
      <p:sp>
        <p:nvSpPr>
          <p:cNvPr id="556" name="New shape"/>
          <p:cNvSpPr/>
          <p:nvPr/>
        </p:nvSpPr>
        <p:spPr>
          <a:xfrm>
            <a:off x="2660999" y="10454546"/>
            <a:ext cx="30480" cy="3962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57" name="New picture"/>
          <p:cNvPicPr/>
          <p:nvPr/>
        </p:nvPicPr>
        <p:blipFill>
          <a:blip r:embed="rId355"/>
          <a:srcRect/>
          <a:stretch>
            <a:fillRect/>
          </a:stretch>
        </p:blipFill>
        <p:spPr>
          <a:xfrm>
            <a:off x="2711387" y="10448449"/>
            <a:ext cx="42767" cy="53435"/>
          </a:xfrm>
          <a:prstGeom prst="rect"/>
          <a:ln w="0">
            <a:noFill/>
          </a:ln>
        </p:spPr>
      </p:pic>
      <p:pic>
        <p:nvPicPr>
          <p:cNvPr id="558" name="New picture"/>
          <p:cNvPicPr/>
          <p:nvPr/>
        </p:nvPicPr>
        <p:blipFill>
          <a:blip r:embed="rId356"/>
          <a:srcRect/>
          <a:stretch>
            <a:fillRect/>
          </a:stretch>
        </p:blipFill>
        <p:spPr>
          <a:xfrm>
            <a:off x="2763393" y="10430161"/>
            <a:ext cx="25908" cy="71723"/>
          </a:xfrm>
          <a:prstGeom prst="rect"/>
          <a:ln w="0">
            <a:noFill/>
          </a:ln>
        </p:spPr>
      </p:pic>
      <p:sp>
        <p:nvSpPr>
          <p:cNvPr id="559" name="New shape"/>
          <p:cNvSpPr/>
          <p:nvPr/>
        </p:nvSpPr>
        <p:spPr>
          <a:xfrm>
            <a:off x="27919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0" name="New picture"/>
          <p:cNvPicPr/>
          <p:nvPr/>
        </p:nvPicPr>
        <p:blipFill>
          <a:blip r:embed="rId357"/>
          <a:srcRect/>
          <a:stretch>
            <a:fillRect/>
          </a:stretch>
        </p:blipFill>
        <p:spPr>
          <a:xfrm>
            <a:off x="2830544" y="10446925"/>
            <a:ext cx="71723" cy="53435"/>
          </a:xfrm>
          <a:prstGeom prst="rect"/>
          <a:ln w="0">
            <a:noFill/>
          </a:ln>
        </p:spPr>
      </p:pic>
      <p:pic>
        <p:nvPicPr>
          <p:cNvPr id="561" name="New picture"/>
          <p:cNvPicPr/>
          <p:nvPr/>
        </p:nvPicPr>
        <p:blipFill>
          <a:blip r:embed="rId358"/>
          <a:srcRect/>
          <a:stretch>
            <a:fillRect/>
          </a:stretch>
        </p:blipFill>
        <p:spPr>
          <a:xfrm>
            <a:off x="2911507" y="10446925"/>
            <a:ext cx="48863" cy="54959"/>
          </a:xfrm>
          <a:prstGeom prst="rect"/>
          <a:ln w="0">
            <a:noFill/>
          </a:ln>
        </p:spPr>
      </p:pic>
      <p:sp>
        <p:nvSpPr>
          <p:cNvPr id="562" name="New shape"/>
          <p:cNvSpPr/>
          <p:nvPr/>
        </p:nvSpPr>
        <p:spPr>
          <a:xfrm>
            <a:off x="2922175" y="10474356"/>
            <a:ext cx="25908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3" name="New picture"/>
          <p:cNvPicPr/>
          <p:nvPr/>
        </p:nvPicPr>
        <p:blipFill>
          <a:blip r:embed="rId359"/>
          <a:srcRect/>
          <a:stretch>
            <a:fillRect/>
          </a:stretch>
        </p:blipFill>
        <p:spPr>
          <a:xfrm>
            <a:off x="2969514" y="10446924"/>
            <a:ext cx="45815" cy="54959"/>
          </a:xfrm>
          <a:prstGeom prst="rect"/>
          <a:ln w="0">
            <a:noFill/>
          </a:ln>
        </p:spPr>
      </p:pic>
      <p:pic>
        <p:nvPicPr>
          <p:cNvPr id="564" name="New picture"/>
          <p:cNvPicPr/>
          <p:nvPr/>
        </p:nvPicPr>
        <p:blipFill>
          <a:blip r:embed="rId360"/>
          <a:srcRect/>
          <a:stretch>
            <a:fillRect/>
          </a:stretch>
        </p:blipFill>
        <p:spPr>
          <a:xfrm>
            <a:off x="3022949" y="10428638"/>
            <a:ext cx="42767" cy="71724"/>
          </a:xfrm>
          <a:prstGeom prst="rect"/>
          <a:ln w="0">
            <a:noFill/>
          </a:ln>
        </p:spPr>
      </p:pic>
      <p:sp>
        <p:nvSpPr>
          <p:cNvPr id="565" name="New shape"/>
          <p:cNvSpPr/>
          <p:nvPr/>
        </p:nvSpPr>
        <p:spPr>
          <a:xfrm>
            <a:off x="3079433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66" name="New shape"/>
          <p:cNvSpPr/>
          <p:nvPr/>
        </p:nvSpPr>
        <p:spPr>
          <a:xfrm>
            <a:off x="3079433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67" name="New picture"/>
          <p:cNvPicPr/>
          <p:nvPr/>
        </p:nvPicPr>
        <p:blipFill>
          <a:blip r:embed="rId361"/>
          <a:srcRect/>
          <a:stretch>
            <a:fillRect/>
          </a:stretch>
        </p:blipFill>
        <p:spPr>
          <a:xfrm>
            <a:off x="3100864" y="10446925"/>
            <a:ext cx="44196" cy="53435"/>
          </a:xfrm>
          <a:prstGeom prst="rect"/>
          <a:ln w="0">
            <a:noFill/>
          </a:ln>
        </p:spPr>
      </p:pic>
      <p:pic>
        <p:nvPicPr>
          <p:cNvPr id="568" name="New picture"/>
          <p:cNvPicPr/>
          <p:nvPr/>
        </p:nvPicPr>
        <p:blipFill>
          <a:blip r:embed="rId362"/>
          <a:srcRect/>
          <a:stretch>
            <a:fillRect/>
          </a:stretch>
        </p:blipFill>
        <p:spPr>
          <a:xfrm>
            <a:off x="3155823" y="10446925"/>
            <a:ext cx="47339" cy="54959"/>
          </a:xfrm>
          <a:prstGeom prst="rect"/>
          <a:ln w="0">
            <a:noFill/>
          </a:ln>
        </p:spPr>
      </p:pic>
      <p:sp>
        <p:nvSpPr>
          <p:cNvPr id="569" name="New shape"/>
          <p:cNvSpPr/>
          <p:nvPr/>
        </p:nvSpPr>
        <p:spPr>
          <a:xfrm>
            <a:off x="3164967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0" name="New shape"/>
          <p:cNvSpPr/>
          <p:nvPr/>
        </p:nvSpPr>
        <p:spPr>
          <a:xfrm>
            <a:off x="3211068" y="10469880"/>
            <a:ext cx="27432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1" name="New shape"/>
          <p:cNvSpPr/>
          <p:nvPr/>
        </p:nvSpPr>
        <p:spPr>
          <a:xfrm>
            <a:off x="3249168" y="10427208"/>
            <a:ext cx="9144" cy="73153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2" name="New picture"/>
          <p:cNvPicPr/>
          <p:nvPr/>
        </p:nvPicPr>
        <p:blipFill>
          <a:blip r:embed="rId363"/>
          <a:srcRect/>
          <a:stretch>
            <a:fillRect/>
          </a:stretch>
        </p:blipFill>
        <p:spPr>
          <a:xfrm>
            <a:off x="3268885" y="10446925"/>
            <a:ext cx="47339" cy="54959"/>
          </a:xfrm>
          <a:prstGeom prst="rect"/>
          <a:ln w="0">
            <a:noFill/>
          </a:ln>
        </p:spPr>
      </p:pic>
      <p:sp>
        <p:nvSpPr>
          <p:cNvPr id="573" name="New shape"/>
          <p:cNvSpPr/>
          <p:nvPr/>
        </p:nvSpPr>
        <p:spPr>
          <a:xfrm>
            <a:off x="3278029" y="10454545"/>
            <a:ext cx="28956" cy="1524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4" name="New picture"/>
          <p:cNvPicPr/>
          <p:nvPr/>
        </p:nvPicPr>
        <p:blipFill>
          <a:blip r:embed="rId364"/>
          <a:srcRect/>
          <a:stretch>
            <a:fillRect/>
          </a:stretch>
        </p:blipFill>
        <p:spPr>
          <a:xfrm>
            <a:off x="3325272" y="10446925"/>
            <a:ext cx="47339" cy="54959"/>
          </a:xfrm>
          <a:prstGeom prst="rect"/>
          <a:ln w="0">
            <a:noFill/>
          </a:ln>
        </p:spPr>
      </p:pic>
      <p:sp>
        <p:nvSpPr>
          <p:cNvPr id="575" name="New shape"/>
          <p:cNvSpPr/>
          <p:nvPr/>
        </p:nvSpPr>
        <p:spPr>
          <a:xfrm>
            <a:off x="3334417" y="10474356"/>
            <a:ext cx="27527" cy="19812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76" name="New picture"/>
          <p:cNvPicPr/>
          <p:nvPr/>
        </p:nvPicPr>
        <p:blipFill>
          <a:blip r:embed="rId365"/>
          <a:srcRect/>
          <a:stretch>
            <a:fillRect/>
          </a:stretch>
        </p:blipFill>
        <p:spPr>
          <a:xfrm>
            <a:off x="3384803" y="10446925"/>
            <a:ext cx="27432" cy="53435"/>
          </a:xfrm>
          <a:prstGeom prst="rect"/>
          <a:ln w="0">
            <a:noFill/>
          </a:ln>
        </p:spPr>
      </p:pic>
      <p:pic>
        <p:nvPicPr>
          <p:cNvPr id="577" name="New picture"/>
          <p:cNvPicPr/>
          <p:nvPr/>
        </p:nvPicPr>
        <p:blipFill>
          <a:blip r:embed="rId366"/>
          <a:srcRect/>
          <a:stretch>
            <a:fillRect/>
          </a:stretch>
        </p:blipFill>
        <p:spPr>
          <a:xfrm>
            <a:off x="3418427" y="10446925"/>
            <a:ext cx="42767" cy="53435"/>
          </a:xfrm>
          <a:prstGeom prst="rect"/>
          <a:ln w="0">
            <a:noFill/>
          </a:ln>
        </p:spPr>
      </p:pic>
      <p:sp>
        <p:nvSpPr>
          <p:cNvPr id="578" name="New shape"/>
          <p:cNvSpPr/>
          <p:nvPr/>
        </p:nvSpPr>
        <p:spPr>
          <a:xfrm>
            <a:off x="3474910" y="10428636"/>
            <a:ext cx="9239" cy="9144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79" name="New shape"/>
          <p:cNvSpPr/>
          <p:nvPr/>
        </p:nvSpPr>
        <p:spPr>
          <a:xfrm>
            <a:off x="3474910" y="10448449"/>
            <a:ext cx="9239" cy="51911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0" name="New picture"/>
          <p:cNvPicPr/>
          <p:nvPr/>
        </p:nvPicPr>
        <p:blipFill>
          <a:blip r:embed="rId367"/>
          <a:srcRect/>
          <a:stretch>
            <a:fillRect/>
          </a:stretch>
        </p:blipFill>
        <p:spPr>
          <a:xfrm>
            <a:off x="3497866" y="10446925"/>
            <a:ext cx="42767" cy="53435"/>
          </a:xfrm>
          <a:prstGeom prst="rect"/>
          <a:ln w="0">
            <a:noFill/>
          </a:ln>
        </p:spPr>
      </p:pic>
      <p:pic>
        <p:nvPicPr>
          <p:cNvPr id="581" name="New picture"/>
          <p:cNvPicPr/>
          <p:nvPr/>
        </p:nvPicPr>
        <p:blipFill>
          <a:blip r:embed="rId368"/>
          <a:srcRect/>
          <a:stretch>
            <a:fillRect/>
          </a:stretch>
        </p:blipFill>
        <p:spPr>
          <a:xfrm>
            <a:off x="3549777" y="10446925"/>
            <a:ext cx="47339" cy="73247"/>
          </a:xfrm>
          <a:prstGeom prst="rect"/>
          <a:ln w="0">
            <a:noFill/>
          </a:ln>
        </p:spPr>
      </p:pic>
      <p:sp>
        <p:nvSpPr>
          <p:cNvPr id="582" name="New shape"/>
          <p:cNvSpPr/>
          <p:nvPr/>
        </p:nvSpPr>
        <p:spPr>
          <a:xfrm>
            <a:off x="3560445" y="10454545"/>
            <a:ext cx="27527" cy="38100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3" name="New picture"/>
          <p:cNvPicPr/>
          <p:nvPr/>
        </p:nvPicPr>
        <p:blipFill>
          <a:blip r:embed="rId369"/>
          <a:srcRect/>
          <a:stretch>
            <a:fillRect/>
          </a:stretch>
        </p:blipFill>
        <p:spPr>
          <a:xfrm>
            <a:off x="7133653" y="10427018"/>
            <a:ext cx="47339" cy="74867"/>
          </a:xfrm>
          <a:prstGeom prst="rect"/>
          <a:ln w="0">
            <a:noFill/>
          </a:ln>
        </p:spPr>
      </p:pic>
      <p:sp>
        <p:nvSpPr>
          <p:cNvPr id="584" name="New shape"/>
          <p:cNvSpPr/>
          <p:nvPr/>
        </p:nvSpPr>
        <p:spPr>
          <a:xfrm>
            <a:off x="7144417" y="10460641"/>
            <a:ext cx="27432" cy="335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85" name="New shape"/>
          <p:cNvSpPr/>
          <p:nvPr/>
        </p:nvSpPr>
        <p:spPr>
          <a:xfrm>
            <a:off x="7185661" y="10427018"/>
            <a:ext cx="28956" cy="7486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pic>
        <p:nvPicPr>
          <p:cNvPr id="586" name="New picture"/>
          <p:cNvPicPr/>
          <p:nvPr/>
        </p:nvPicPr>
        <p:blipFill>
          <a:blip r:embed="rId370"/>
          <a:srcRect/>
          <a:stretch>
            <a:fillRect/>
          </a:stretch>
        </p:blipFill>
        <p:spPr>
          <a:xfrm>
            <a:off x="7217665" y="10427018"/>
            <a:ext cx="48863" cy="74867"/>
          </a:xfrm>
          <a:prstGeom prst="rect"/>
          <a:ln w="0">
            <a:noFill/>
          </a:ln>
        </p:spPr>
      </p:pic>
      <p:sp>
        <p:nvSpPr>
          <p:cNvPr id="587" name="New shape"/>
          <p:cNvSpPr/>
          <p:nvPr/>
        </p:nvSpPr>
        <p:spPr>
          <a:xfrm>
            <a:off x="7228331" y="10460641"/>
            <a:ext cx="29052" cy="33528"/>
          </a:xfrm>
          <a:prstGeom prst="rect"/>
          <a:solidFill>
            <a:srgbClr val="0000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/>
            <a:endParaRPr lang="en-US"/>
          </a:p>
        </p:txBody>
      </p:sp>
      <p:sp>
        <p:nvSpPr>
          <p:cNvPr id="588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  <p:sp>
        <p:nvSpPr>
          <p:cNvPr id="589" name="New shape"/>
          <p:cNvSpPr/>
          <p:nvPr/>
        </p:nvSpPr>
        <p:spPr>
          <a:xfrm>
            <a:off x="0" y="139030"/>
            <a:ext cx="4270623" cy="141883"/>
          </a:xfrm>
          <a:prstGeom prst="rect"/>
          <a:noFill/>
        </p:spPr>
        <p:style>
          <a:lnRef idx="2">
            <a:srgbClr val="000000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tlCol="0" anchor="ctr">
            <a:spAutoFit/>
          </a:bodyPr>
          <a:lstStyle>
            <a:defPPr/>
          </a:lstStyle>
          <a:p>
            <a:pPr/>
            <a:r>
              <a:rPr lang="en-US" sz="1000" dirty="1">
                <a:solidFill>
                  <a:srgbClr val="FF0000"/>
                </a:solidFill>
                <a:latin typeface="Arial"/>
                <a:ea typeface="Arial"/>
              </a:rPr>
              <a:t>Evaluation Warning : The document was created with Spire.PDF for Python.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Hant" typeface="新細明體"/>
        <a:font script="Cher" typeface="Plantagenet Cherokee"/>
        <a:font script="Sinh" typeface="Iskoola Pota"/>
        <a:font script="Khmr" typeface="MoolBoran"/>
        <a:font script="Telu" typeface="Gautami"/>
        <a:font script="Thaa" typeface="MV Boli"/>
        <a:font script="Mlym" typeface="Kartika"/>
        <a:font script="Laoo" typeface="DokChampa"/>
        <a:font script="Uigh" typeface="Microsoft Uighur"/>
        <a:font script="Deva" typeface="Mangal"/>
        <a:font script="Hebr" typeface="Times New Roman"/>
        <a:font script="Mong" typeface="Mongolian Baiti"/>
        <a:font script="Hang" typeface="맑은 고딕"/>
        <a:font script="Geor" typeface="Sylfaen"/>
        <a:font script="Tibt" typeface="Microsoft Himalaya"/>
        <a:font script="Arab" typeface="Times New Roman"/>
        <a:font script="Jpan" typeface="ＭＳ Ｐゴシック"/>
        <a:font script="Ethi" typeface="Nyala"/>
        <a:font script="Guru" typeface="Raavi"/>
        <a:font script="Orya" typeface="Kalinga"/>
        <a:font script="Syrc" typeface="Estrangelo Edessa"/>
        <a:font script="Yiii" typeface="Microsoft Yi Baiti"/>
        <a:font script="Hans" typeface="宋体"/>
        <a:font script="Gujr" typeface="Shruti"/>
        <a:font script="Beng" typeface="Vrinda"/>
        <a:font script="Knda" typeface="Tunga"/>
        <a:font script="Thai" typeface="Angsana New"/>
        <a:font script="Taml" typeface="Latha"/>
        <a:font script="Viet" typeface="Times New Roman"/>
        <a:font script="Cans" typeface="Euphemia"/>
      </a:majorFont>
      <a:minorFont>
        <a:latin typeface="Calibri"/>
        <a:ea typeface=""/>
        <a:cs typeface=""/>
        <a:font script="Hant" typeface="新細明體"/>
        <a:font script="Cher" typeface="Plantagenet Cherokee"/>
        <a:font script="Sinh" typeface="Iskoola Pota"/>
        <a:font script="Khmr" typeface="DaunPenh"/>
        <a:font script="Telu" typeface="Gautami"/>
        <a:font script="Thaa" typeface="MV Boli"/>
        <a:font script="Mlym" typeface="Kartika"/>
        <a:font script="Laoo" typeface="DokChampa"/>
        <a:font script="Uigh" typeface="Microsoft Uighur"/>
        <a:font script="Deva" typeface="Mangal"/>
        <a:font script="Hebr" typeface="Arial"/>
        <a:font script="Mong" typeface="Mongolian Baiti"/>
        <a:font script="Hang" typeface="맑은 고딕"/>
        <a:font script="Geor" typeface="Sylfaen"/>
        <a:font script="Tibt" typeface="Microsoft Himalaya"/>
        <a:font script="Arab" typeface="Arial"/>
        <a:font script="Jpan" typeface="ＭＳ Ｐゴシック"/>
        <a:font script="Ethi" typeface="Nyala"/>
        <a:font script="Guru" typeface="Raavi"/>
        <a:font script="Orya" typeface="Kalinga"/>
        <a:font script="Syrc" typeface="Estrangelo Edessa"/>
        <a:font script="Yiii" typeface="Microsoft Yi Baiti"/>
        <a:font script="Hans" typeface="宋体"/>
        <a:font script="Gujr" typeface="Shruti"/>
        <a:font script="Beng" typeface="Vrinda"/>
        <a:font script="Knda" typeface="Tunga"/>
        <a:font script="Thai" typeface="Cordia New"/>
        <a:font script="Taml" typeface="Latha"/>
        <a:font script="Viet" typeface="Arial"/>
        <a:font script="Cans" typeface="Euphemia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2026-04-02T17:15:48.8308021Z</dcterms:created>
  <dcterms:modified xsi:type="dcterms:W3CDTF">2026-04-02T17:15:48.8308023Z</dcterms:modified>
</cp:coreProperties>
</file>